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459" r:id="rId3"/>
    <p:sldId id="256" r:id="rId4"/>
    <p:sldId id="473" r:id="rId5"/>
    <p:sldId id="474" r:id="rId6"/>
    <p:sldId id="258" r:id="rId7"/>
    <p:sldId id="487" r:id="rId8"/>
    <p:sldId id="485" r:id="rId9"/>
    <p:sldId id="489" r:id="rId10"/>
    <p:sldId id="484" r:id="rId11"/>
    <p:sldId id="490" r:id="rId12"/>
    <p:sldId id="475" r:id="rId13"/>
    <p:sldId id="460" r:id="rId14"/>
    <p:sldId id="461" r:id="rId15"/>
    <p:sldId id="462" r:id="rId16"/>
    <p:sldId id="463" r:id="rId17"/>
    <p:sldId id="464" r:id="rId18"/>
    <p:sldId id="469" r:id="rId19"/>
    <p:sldId id="470" r:id="rId20"/>
    <p:sldId id="480" r:id="rId21"/>
    <p:sldId id="481" r:id="rId22"/>
    <p:sldId id="479" r:id="rId23"/>
    <p:sldId id="476" r:id="rId24"/>
    <p:sldId id="482" r:id="rId25"/>
    <p:sldId id="491" r:id="rId26"/>
    <p:sldId id="477" r:id="rId27"/>
    <p:sldId id="478" r:id="rId28"/>
    <p:sldId id="472" r:id="rId29"/>
    <p:sldId id="488" r:id="rId30"/>
    <p:sldId id="492" r:id="rId31"/>
    <p:sldId id="49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0" d="100"/>
          <a:sy n="70" d="100"/>
        </p:scale>
        <p:origin x="1320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cs-ml-trg\linear-regression\lr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cs-ml-trg\linear-regression\lr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DummyLT!$B$1</c:f>
              <c:strCache>
                <c:ptCount val="1"/>
                <c:pt idx="0">
                  <c:v>Y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DummyLT!$A$2:$A$6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xVal>
          <c:yVal>
            <c:numRef>
              <c:f>DummyLT!$B$2:$B$6</c:f>
              <c:numCache>
                <c:formatCode>General</c:formatCode>
                <c:ptCount val="5"/>
                <c:pt idx="0">
                  <c:v>4</c:v>
                </c:pt>
                <c:pt idx="1">
                  <c:v>6</c:v>
                </c:pt>
                <c:pt idx="2">
                  <c:v>7</c:v>
                </c:pt>
                <c:pt idx="3">
                  <c:v>9</c:v>
                </c:pt>
                <c:pt idx="4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F51-4903-B376-67BE676D5D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63085247"/>
        <c:axId val="263082847"/>
      </c:scatterChart>
      <c:valAx>
        <c:axId val="26308524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3082847"/>
        <c:crosses val="autoZero"/>
        <c:crossBetween val="midCat"/>
      </c:valAx>
      <c:valAx>
        <c:axId val="2630828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308524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2580927384076992E-2"/>
          <c:y val="0.19133631119072295"/>
          <c:w val="0.93273231655244448"/>
          <c:h val="0.72478280828567443"/>
        </c:manualLayout>
      </c:layout>
      <c:lineChart>
        <c:grouping val="standard"/>
        <c:varyColors val="0"/>
        <c:ser>
          <c:idx val="1"/>
          <c:order val="0"/>
          <c:tx>
            <c:strRef>
              <c:f>DummyLT!$F$1</c:f>
              <c:strCache>
                <c:ptCount val="1"/>
                <c:pt idx="0">
                  <c:v>Y-hat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DummyLT!$F$2:$F$6</c:f>
              <c:numCache>
                <c:formatCode>General</c:formatCode>
                <c:ptCount val="5"/>
                <c:pt idx="0">
                  <c:v>4.2</c:v>
                </c:pt>
                <c:pt idx="1">
                  <c:v>5.7</c:v>
                </c:pt>
                <c:pt idx="2">
                  <c:v>7.2</c:v>
                </c:pt>
                <c:pt idx="3">
                  <c:v>8.6999999999999993</c:v>
                </c:pt>
                <c:pt idx="4">
                  <c:v>10.199999999999999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42-43EA-ABCD-0C33150053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63062207"/>
        <c:axId val="263062687"/>
      </c:lineChart>
      <c:catAx>
        <c:axId val="263062207"/>
        <c:scaling>
          <c:orientation val="minMax"/>
        </c:scaling>
        <c:delete val="1"/>
        <c:axPos val="b"/>
        <c:majorTickMark val="none"/>
        <c:minorTickMark val="none"/>
        <c:tickLblPos val="nextTo"/>
        <c:crossAx val="263062687"/>
        <c:crosses val="autoZero"/>
        <c:auto val="1"/>
        <c:lblAlgn val="ctr"/>
        <c:lblOffset val="100"/>
        <c:noMultiLvlLbl val="0"/>
      </c:catAx>
      <c:valAx>
        <c:axId val="26306268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630622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11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1 104 0 0,'0'0'960'0'0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13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41 1740 0 0,'0'0'7360'0'0,"-1"-5"-7221"0"0,-5-13 65 0 0,5 14 2927 0 0,1 10-3478 0 0,-2 20 435 0 0,2-20 113 0 0,1 0-189 0 0,10 57-154 0 0,-9-56 313 0 0,1 11-72 0 0,1 1-1 0 0,1 0 1 0 0,1-1-1 0 0,7 18 1 0 0,-7-20 156 0 0,20 37 428 0 0,-20-44-595 0 0,-1 0-1 0 0,2 0 1 0 0,-1-1 0 0 0,1 0 0 0 0,0 0 0 0 0,1-1-1 0 0,-1 1 1 0 0,1-2 0 0 0,1 1 0 0 0,13 7-1 0 0,-14-8-157 0 0,1-1-1 0 0,0 0 1 0 0,0-1-1 0 0,0 0 1 0 0,0 0-1 0 0,16 4 1 0 0,8 3-3 0 0,-16-7 133 0 0,0 0 1 0 0,1-2-1 0 0,34 2 1 0 0,-45-4 109 0 0,0 1-250 0 0,19 1-37 0 0,-20-2 128 0 0,1-1-141 0 0,49-12-44 0 0,-51 12 184 0 0,0-2-24 0 0,50-26-484 0 0,-43 21 643 0 0,-1 1 0 0 0,0-2-1 0 0,0 0 1 0 0,15-16 0 0 0,24-38-511 0 0,-47 60 416 0 0,0-3-102 0 0,9-15-242 0 0,-10 15 139 0 0,1 2 324 0 0,5-13 89 0 0,-6 13-158 0 0,0 0-184 0 0,4-14-140 0 0,-5 13 381 0 0,1 0-64 0 0,5-19-20 0 0,-5 18-35 0 0,-1 1 15 0 0,2-15 65 0 0,-2 14-197 0 0,-1 0-781 0 0,0-20 427 0 0,0 20 1249 0 0,0-1-390 0 0,0-19 30 0 0,0 20 358 0 0,0-1-964 0 0,-2-18-58 0 0,2 19 529 0 0,-1 1-611 0 0,-1 2 326 0 0,-4-15 232 0 0,2 20-231 0 0,-1 1-96 0 0,1 1 0 0 0,-1 0 0 0 0,1 0 0 0 0,-1 0 0 0 0,-6 9 0 0 0,9-8 149 0 0,0-1 27 0 0,-4 9-226 0 0,-6 17-22 0 0,1 1 0 0 0,1 0 1 0 0,-7 39-1 0 0,6-4-64 0 0,7-40 151 0 0,2 6 232 0 0,1 43 145 0 0,3 2-573 0 0,-2 43 196 0 0,-2-68-82 0 0,1 17 525 0 0,-2-1-1 0 0,-25 133 1 0 0,19-169-527 0 0,-1-10-3 0 0,-32 68 301 0 0,30-73-96 0 0,0 0-1 0 0,-1 0 0 0 0,-1-1 1 0 0,0-1-1 0 0,-1 0 0 0 0,-1-1 0 0 0,0-1 1 0 0,-28 18-1 0 0,23-21-253 0 0,16-9 122 0 0,1 1-84 0 0,-2 0 40 0 0,-17 5 14 0 0,17-6 12 0 0,0 1 112 0 0,-15 2 66 0 0,16-2 194 0 0,-3-3-219 0 0,-23-1-135 0 0,23 1-97 0 0,2 0 101 0 0,-106-29 184 0 0,107 28 25 0 0,3 2-155 0 0,0 0 0 0 0,0 0 0 0 0,1-1 0 0 0,-1 1 0 0 0,0-1 0 0 0,0 1 0 0 0,1-1 0 0 0,-1 0 0 0 0,0 0 0 0 0,1 0 0 0 0,-1 0 0 0 0,-1-1 0 0 0,-1-1-24 0 0,-2 1-105 0 0,1-1 107 0 0,-13-5 71 0 0,13 6-22 0 0,1 0 39 0 0,-19-4 316 0 0,18 4-365 0 0,-15-7 123 0 0,15 7 65 0 0,1 0-87 0 0,-39-18-1422 0 0,39 18-725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15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77 106 1028 0 0,'0'0'3583'0'0,"-1"-5"-2836"0"0,-4-14-163 0 0,4 15 2293 0 0,0-1-2870 0 0,-4-16-18 0 0,4 16-11 0 0,-5 6-86 0 0,-17 1 82 0 0,18-1 991 0 0,0 0-893 0 0,-14 5-31 0 0,15-4 3007 0 0,9-5-2842 0 0,57-19 230 0 0,-32 13-1708 0 0,1 1 0 0 0,0 1 0 0 0,61-4 0 0 0,-65 12-2113 0 0,-21 0 2879 0 0,0 0-514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16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64 684 0 0,'0'0'7247'0'0,"6"-1"-7077"0"0,17-3 3 0 0,-17 4 44 0 0,-1-2-86 0 0,16-5 68 0 0,-15 6-49 0 0,0-2-61 0 0,115-34 412 0 0,-117 36-504 0 0,1 0-74 0 0,15-4-68 0 0,-15 4-20 0 0,1 1-5087 0 0,27 3 4761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17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5 192 1496 0 0,'0'0'1458'0'0,"-1"-6"-294"0"0,-2-14-272 0 0,2 15 2277 0 0,1-1-2806 0 0,0-18-120 0 0,0 17 223 0 0,2 3-231 0 0,24-36 297 0 0,-22 37-630 0 0,0 0 130 0 0,14-9 15 0 0,-14 10-102 0 0,1 0 25 0 0,12-6 27 0 0,-15 7 0 0 0,-1 0 0 0 0,1 0 1 0 0,0 1-1 0 0,-1-1 0 0 0,1 1 0 0 0,0-1 1 0 0,0 1-1 0 0,-1 0 0 0 0,1-1 0 0 0,0 1 1 0 0,0 0-1 0 0,3 0 0 0 0,0 1 10 0 0,1-2 59 0 0,0 2-31 0 0,27 5-174 0 0,-31-5 128 0 0,-1-1-1 0 0,1 1 0 0 0,0 1 0 0 0,-1-1 1 0 0,1 0-1 0 0,-1 0 0 0 0,1 1 1 0 0,-1-1-1 0 0,0 1 0 0 0,3 2 1 0 0,4 3-19 0 0,-1-1 1 0 0,0 2 0 0 0,0-1 0 0 0,-1 1 0 0 0,1 0 0 0 0,-2 0 0 0 0,1 0 0 0 0,-1 1-1 0 0,-1 0 1 0 0,1 0 0 0 0,-1 0 0 0 0,3 15 0 0 0,-3 2-403 0 0,-4-19 342 0 0,0-2-152 0 0,0 3 83 0 0,0 22 122 0 0,0-23 51 0 0,0-1-8 0 0,-2 17 32 0 0,2-17-3 0 0,-2 1-130 0 0,-15 51-138 0 0,15-53 272 0 0,0 1-43 0 0,1 0 0 0 0,-1-1-1 0 0,-1 1 1 0 0,1 0-1 0 0,-1-1 1 0 0,-7 11-1 0 0,9-13-1 0 0,-2 1 89 0 0,1 0-32 0 0,-6 12-34 0 0,6-12-76 0 0,-14 21-12 0 0,12-21 64 0 0,4-3 4 0 0,0-1 1 0 0,0 1-1 0 0,0 0 0 0 0,0-1 1 0 0,0 1-1 0 0,0-1 0 0 0,-1 1 1 0 0,1-1-1 0 0,0 1 0 0 0,0-1 1 0 0,-1 1-1 0 0,1-1 0 0 0,0 1 1 0 0,-1-1-1 0 0,1 0 0 0 0,0 1 1 0 0,-1-1-1 0 0,1 0 0 0 0,-1 1 0 0 0,1-1 1 0 0,-1 0-1 0 0,1 1 0 0 0,-1-1 1 0 0,1 0-1 0 0,-1 1 0 0 0,0-1 37 0 0,1 0-1 0 0,-1 0 0 0 0,1 1 1 0 0,-1-1-1 0 0,1 0 1 0 0,-1 1-1 0 0,1-1 0 0 0,-1 0 1 0 0,1 1-1 0 0,-1-1 0 0 0,1 0 1 0 0,0 1-1 0 0,-1-1 0 0 0,1 1 1 0 0,0-1-1 0 0,0 1 0 0 0,-1-1 1 0 0,1 1-1 0 0,0-1 0 0 0,0 1 1 0 0,-1-1-1 0 0,1 1 0 0 0,0-1 1 0 0,0 1-1 0 0,0 0 0 0 0,-4-3 79 0 0,-11-7-11 0 0,11 7 79 0 0,11-56-120 0 0,-6 53-110 0 0,1-1 4 0 0,7-19 97 0 0,-7 19-13 0 0,0 0-51 0 0,10-23-35 0 0,1 1 0 0 0,2 1 0 0 0,1 0 0 0 0,1 0 0 0 0,29-33 0 0 0,-16 24 192 0 0,-13 15 0 0 0,33-30-1 0 0,-46 48-188 0 0,0-1-64 0 0,15-11 1 0 0,-14 12-3 0 0,-5 3 111 0 0,1 0 0 0 0,-1 0 0 0 0,1 0 0 0 0,-1 0 1 0 0,1 0-1 0 0,-1 0 0 0 0,1-1 0 0 0,-1 1 0 0 0,1 0 1 0 0,-1 0-1 0 0,1 0 0 0 0,-1-1 0 0 0,1 1 0 0 0,-1 0 1 0 0,1 0-1 0 0,-1-1 0 0 0,1 1 0 0 0,-1 0 1 0 0,0-1-1 0 0,1 1 0 0 0,-1-1 0 0 0,1 1 0 0 0,-1 0 1 0 0,1-2-1 0 0,-1 1-15 0 0,1 0 0 0 0,0 0 0 0 0,0 0 0 0 0,0 0 0 0 0,0 1 0 0 0,0-1 0 0 0,0 0 0 0 0,0 0 0 0 0,0 0 0 0 0,1 1 0 0 0,-1-1 0 0 0,0 1 0 0 0,0-1 0 0 0,2 0-1 0 0,16-5 66 0 0,-14 5 261 0 0,0 0-196 0 0,15-2-2 0 0,-15 2-53 0 0,1 2-242 0 0,17 2 213 0 0,-17-2 86 0 0,-1 1-173 0 0,17 6-47 0 0,-17-6 85 0 0,-1 0-19 0 0,34 30-81 0 0,-34-28 42 0 0,0 0 3 0 0,10 12 163 0 0,-10-12 49 0 0,-2 0-77 0 0,6 12-148 0 0,-6-12 132 0 0,-1 0-31 0 0,4 15-132 0 0,-4-15 119 0 0,0 3-132 0 0,0 20 44 0 0,-1-20 15 0 0,-1-2 117 0 0,-3 16 57 0 0,3-16-34 0 0,0 0-100 0 0,-5 16-16 0 0,5-16-8 0 0,0 0-102 0 0,-3 15 84 0 0,3-15 257 0 0,0 0-206 0 0,-6 15-127 0 0,5-15 201 0 0,0-1 53 0 0,-19 39 52 0 0,19-39 1398 0 0,-1-7-1525 0 0,1 1-20 0 0,0-1 0 0 0,0 0 0 0 0,0 1 0 0 0,1-1 0 0 0,-1 0 0 0 0,1 0 0 0 0,0 0 0 0 0,0 0 1 0 0,0 0-1 0 0,0 0 0 0 0,0 0 0 0 0,0-4 0 0 0,1 2 67 0 0,0-1-150 0 0,3-19-116 0 0,-3 19 19 0 0,1 0 172 0 0,4-19 4 0 0,-4 19-103 0 0,1 1 137 0 0,4-13 8 0 0,-5 13-108 0 0,1 0-67 0 0,17-39 161 0 0,-17 41-83 0 0,2-3-56 0 0,10-16 105 0 0,-11 17 117 0 0,0 0-78 0 0,9-15 47 0 0,-9 16-32 0 0,1-1 30 0 0,9-12 33 0 0,-10 13-64 0 0,1 0-77 0 0,55-45-120 0 0,-55 47 171 0 0,0-1-59 0 0,11-6 23 0 0,-11 7 88 0 0,2 0-100 0 0,19-4 43 0 0,-19 4 150 0 0,1 2-242 0 0,20 0 56 0 0,-20 0-19 0 0,0 0 32 0 0,8 3-12 0 0,1 1 0 0 0,-1 0-1 0 0,17 7 1 0 0,-28-9 26 0 0,1 1-58 0 0,39 26 74 0 0,-40-26 24 0 0,-3-3-46 0 0,1 1 0 0 0,-1 0 0 0 0,1 0 0 0 0,-1 0 0 0 0,0 1 0 0 0,1-1 0 0 0,-1 0 0 0 0,0 0 0 0 0,0 1 0 0 0,0-1 0 0 0,0 0 0 0 0,1 3 1 0 0,-1-4-7 0 0,3 6-8 0 0,0 0 1 0 0,0-1-1 0 0,-1 1 1 0 0,1 1-1 0 0,-1-1 1 0 0,0 0 0 0 0,-1 1-1 0 0,0 0 1 0 0,0-1-1 0 0,0 1 1 0 0,0 10-1 0 0,-2 41 179 0 0,-1-34 36 0 0,-5 4-427 0 0,-35 90 1250 0 0,39-113-884 0 0,0-1 18 0 0,-5 15-113 0 0,6-15 45 0 0,-1 0-610 0 0,-3 11-25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19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57 110 1536 0 0,'-19'-13'1816'0'0,"15"11"1113"0"0,4 1-2871 0 0,0 1 0 0 0,0 0 0 0 0,0-1 0 0 0,0 1 0 0 0,0 0 0 0 0,-1-1 0 0 0,1 1 0 0 0,0 0 0 0 0,0-1 0 0 0,0 1 0 0 0,-1 0 0 0 0,1-1 0 0 0,0 1 0 0 0,0 0 0 0 0,-1 0 0 0 0,1-1 0 0 0,0 1 0 0 0,-1 0 0 0 0,1 0 0 0 0,0-1 0 0 0,-1 1 0 0 0,1 0 0 0 0,0 0 0 0 0,-1 0 0 0 0,1 0 0 0 0,-1 0 0 0 0,-8-6 1080 0 0,3 0 2844 0 0,-3-9-3493 0 0,6 11 523 0 0,5-2-1249 0 0,5-22 696 0 0,-5 27-437 0 0,-1-1 1 0 0,1 1-1 0 0,-1 0 0 0 0,1 0 0 0 0,-1 0 1 0 0,1 0-1 0 0,0 1 0 0 0,-1-1 0 0 0,1 0 1 0 0,0 1-1 0 0,0-1 0 0 0,1 1 1 0 0,-2-1 8 0 0,4-1 128 0 0,1 1-478 0 0,53-6 176 0 0,-54 7 310 0 0,1 1-147 0 0,54 7 161 0 0,-53-7-410 0 0,-3 1-189 0 0,38 24 244 0 0,-39-23 12 0 0,0 1 58 0 0,9 14 192 0 0,-9-13 34 0 0,-1 0-70 0 0,2 16 66 0 0,-3-15-166 0 0,-1 0-202 0 0,-2 9 146 0 0,-1 0-1 0 0,0 0 0 0 0,-1 0 0 0 0,0-1 0 0 0,-2 1 1 0 0,1-1-1 0 0,-11 17 0 0 0,-4 2 62 0 0,-39 52 0 0 0,56-81 22 0 0,-1 0 116 0 0,-1 1-225 0 0,1 0 0 0 0,-1 0 1 0 0,1 0-1 0 0,0 1 1 0 0,0 0-1 0 0,-4 7 1 0 0,14-15 139 0 0,7-2-151 0 0,0-2 1 0 0,-1 1-1 0 0,1-2 0 0 0,-1 0 0 0 0,0 0 0 0 0,15-13 0 0 0,70-62-1697 0 0,32-28 1365 0 0,-60 51 457 0 0,-66 56 50 0 0,1 0-124 0 0,13-9 44 0 0,-13 9-11 0 0,-3 2 54 0 0,-1 1 0 0 0,0-1-1 0 0,0 1 1 0 0,0 0 0 0 0,1-1-1 0 0,-1 1 1 0 0,0-1 0 0 0,1 1-1 0 0,-1 0 1 0 0,0-1 0 0 0,1 1-1 0 0,-1 0 1 0 0,0-1 0 0 0,1 1 0 0 0,-1 0-1 0 0,1 0 1 0 0,-1-1 0 0 0,1 1-1 0 0,-1 0 1 0 0,1 0 0 0 0,-1 0-1 0 0,0 0 1 0 0,1-1 0 0 0,-1 1-1 0 0,2 0 1 0 0,-2 0 2 0 0,1 0 0 0 0,-1 0 0 0 0,1 0-1 0 0,-1 0 1 0 0,1 0 0 0 0,-1 0 0 0 0,1 0 0 0 0,-1-1 0 0 0,1 1-1 0 0,-1 0 1 0 0,0 0 0 0 0,1-1 0 0 0,-1 1 0 0 0,1 0-1 0 0,-1 0 1 0 0,0-1 0 0 0,1 1 0 0 0,-1-1 0 0 0,0 1 0 0 0,1 0-1 0 0,-1-1 1 0 0,0 1 0 0 0,0-1 0 0 0,1 1 0 0 0,-1-1-1 0 0,4-2 3 0 0,27-32 320 0 0,-29 31 1417 0 0,0 0-853 0 0,7-11-202 0 0,-7 11 982 0 0,-8 4-2305 0 0,-24 2 613 0 0,26 2-141 0 0,-17 19 67 0 0,0 2 0 0 0,2 0 1 0 0,0 1-1 0 0,2 1 0 0 0,1 1 0 0 0,-17 39 0 0 0,27-41 411 0 0,5-20-182 0 0,1-1 172 0 0,0 3-80 0 0,-1-4-223 0 0,1 0 72 0 0,-1 1 0 0 0,1-1 1 0 0,0 1-1 0 0,0 0 0 0 0,0-1 1 0 0,1 1-1 0 0,0-1 0 0 0,0 1 1 0 0,0-1-1 0 0,0 1 0 0 0,1-1 0 0 0,0 0 1 0 0,3 7-1 0 0,9 6-5 0 0,0-1 0 0 0,1 0 1 0 0,1-2-1 0 0,0 0 0 0 0,1 0 0 0 0,1-2 0 0 0,0 0 1 0 0,1-1-1 0 0,25 11 0 0 0,23 8 3 0 0,-31-14-985 0 0,-1-1-4136 0 0,-30-13 2214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19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21 167 2576 0 0,'0'0'6272'0'0,"-4"2"-5488"0"0,-13 9 4608 0 0,23-13-5058 0 0,55-21 598 0 0,-6 2-286 0 0,103-22 0 0 0,-88 25-550 0 0,140-32 292 0 0,-205 48-404 0 0,2 1 102 0 0,50-12 172 0 0,-52 12-418 0 0,0 0-475 0 0,-1 0-135 0 0,7-2 1303 0 0,-6 2-4158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20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51 1348 0 0,'0'0'6776'0'0,"-1"-5"-5356"0"0,-2-14-249 0 0,2 14 3225 0 0,-2 1-4245 0 0,1 3-135 0 0,1 0 0 0 0,0 0 0 0 0,-1 0 0 0 0,1-1 0 0 0,0 1 0 0 0,0 0 0 0 0,-1-1 1 0 0,1 1-1 0 0,0-1 0 0 0,-1-2 0 0 0,-2 8 215 0 0,-2 3-145 0 0,0 1 0 0 0,1 0 0 0 0,0 0 0 0 0,0 1 0 0 0,1-1 0 0 0,0 1 1 0 0,0 0-1 0 0,1 0 0 0 0,0 0 0 0 0,1 1 0 0 0,0-1 0 0 0,-1 16 0 0 0,-4 26-9 0 0,-9 101 253 0 0,13-95 217 0 0,4-45-537 0 0,-2-7 34 0 0,2-3-36 0 0,-1 0 0 0 0,1 0-1 0 0,-1 0 1 0 0,0 0 0 0 0,0 0 0 0 0,0 0 0 0 0,0-1-1 0 0,0 1 1 0 0,0 0 0 0 0,0 0 0 0 0,-1 0 0 0 0,0 3 0 0 0,0-1 22 0 0,1 2 36 0 0,-1 0-83 0 0,-1 19 61 0 0,1-19-127 0 0,1 1-612 0 0,-1 57-4010 0 0,0-58 1454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21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31 1784 0 0,'0'0'1741'0'0,"1"-5"-151"0"0,6-16-274 0 0,-6 16 3549 0 0,-7 74-3031 0 0,-3 51-691 0 0,-8 82 457 0 0,-1-5-1015 0 0,16-185-611 0 0,0 12-28 0 0,3-1 81 0 0,-5 78 474 0 0,3-82-351 0 0,9-33 58 0 0,-5 9-163 0 0,-2 0-80 0 0,1 0 0 0 0,0 0 0 0 0,1 0 0 0 0,-1 0 0 0 0,1 0 0 0 0,0 0 0 0 0,6-7 0 0 0,-7 10 43 0 0,8-13-93 0 0,1 0 0 0 0,0 1-1 0 0,1 0 1 0 0,1 0 0 0 0,0 2 0 0 0,1-1 0 0 0,1 2 0 0 0,-1 0-1 0 0,2 0 1 0 0,-1 2 0 0 0,32-15 0 0 0,-31 18-85 0 0,1 0 0 0 0,0 1 1 0 0,22-4-1 0 0,-33 8 121 0 0,1 1 41 0 0,98 0-114 0 0,-99 0 44 0 0,-1 2-6 0 0,14 6 80 0 0,-14-6 158 0 0,-1 2-44 0 0,12 14-62 0 0,-12-14-106 0 0,0 1 76 0 0,26 39 123 0 0,-28-40-231 0 0,0 1 39 0 0,6 14 186 0 0,-5-14 88 0 0,-3 0-19 0 0,4 17-56 0 0,-3-16 150 0 0,-1 0-81 0 0,-4 12-135 0 0,0 0 0 0 0,-1 0 1 0 0,-1-1-1 0 0,-13 28 1 0 0,14-36-89 0 0,0-1 0 0 0,-1 1 1 0 0,0-1-1 0 0,0 0 1 0 0,-10 9-1 0 0,-28 22 235 0 0,35-32-103 0 0,1-1 1 0 0,-1 0-1 0 0,0 0 1 0 0,0-1 0 0 0,-1-1-1 0 0,1 1 1 0 0,-1-2-1 0 0,0 1 1 0 0,0-1-1 0 0,-1-1 1 0 0,1 0-1 0 0,-11 1 1 0 0,19-3-131 0 0,-16-1-326 0 0,-1-1 1 0 0,1 0-1 0 0,0-1 1 0 0,0-2-1 0 0,-22-7 1 0 0,-1-4-9338 0 0,35 14 9583 0 0,1 0-3496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9:09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10 580 0 0,'0'0'6472'0'0,"5"-1"-5662"0"0,17-8 7964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9:31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28 64 0 0,'0'0'6447'0'0,"1"-5"-5762"0"0,6-18 8472 0 0,-10 26-9719 0 0,2-1 537 0 0,0 0 0 0 0,0-1 0 0 0,0 1 0 0 0,-1-1 0 0 0,1 0 0 0 0,0 1 0 0 0,-1-1 0 0 0,1 0 0 0 0,-1 0 0 0 0,-1 2-1 0 0,3 3-163 0 0,0 21 90 0 0,0-21 170 0 0,-2-1 309 0 0,-2 14-55 0 0,3-14-418 0 0,1 1 26 0 0,1 18-95 0 0,0-18 575 0 0,-2 0-316 0 0,0 17-133 0 0,1-17 48 0 0,0 0-194 0 0,14 46-374 0 0,-12-47 424 0 0,0-2 33 0 0,7 13 45 0 0,-6-12 335 0 0,0 0-156 0 0,4 6-80 0 0,1-1 1 0 0,1 0-1 0 0,0 0 0 0 0,0-1 0 0 0,1 0 1 0 0,-1 0-1 0 0,2-1 0 0 0,18 9 0 0 0,-27-15-49 0 0,0 1-1 0 0,0-1 1 0 0,0 0-1 0 0,0 0 0 0 0,0 0 1 0 0,0-1-1 0 0,1 1 0 0 0,-1 0 1 0 0,0-1-1 0 0,1 0 1 0 0,4 1-1 0 0,0 0-11 0 0,0 0-23 0 0,-1 0 33 0 0,20 3 96 0 0,-19-3 24 0 0,0-1-55 0 0,8-1 42 0 0,-1-1-1 0 0,1 0 1 0 0,-1-1-1 0 0,0 0 1 0 0,0-1 0 0 0,15-7-1 0 0,26-10-34 0 0,-50 19-18 0 0,0-1-45 0 0,15-9-139 0 0,-15 9-230 0 0,0 1 420 0 0,14-8 234 0 0,-14 7-70 0 0,-2 1-102 0 0,35-26 21 0 0,-35 25-3 0 0,1-1-497 0 0,13-12 350 0 0,-13 13-11 0 0,-4 1-13 0 0,1 0 0 0 0,0 0 0 0 0,0 1-1 0 0,0-1 1 0 0,0 1 0 0 0,0-1 0 0 0,0 1-1 0 0,1-1 1 0 0,-1 1 0 0 0,0 0 0 0 0,4-3-1 0 0,-5 4-3 0 0,3-4-259 0 0,0-1 257 0 0,10-14 293 0 0,-9 14-251 0 0,-2 1-190 0 0,22-35-510 0 0,-22 35 614 0 0,1 0 202 0 0,6-14-122 0 0,-7 13 355 0 0,-2 4-300 0 0,1-1-1 0 0,-1 1 0 0 0,0 0 0 0 0,1-1 0 0 0,-1 1 0 0 0,1 0 0 0 0,0 0 0 0 0,-1 0 0 0 0,1-1 0 0 0,0 1 0 0 0,-1 0 0 0 0,3-2 0 0 0,-1 1 42 0 0,0-2 362 0 0,0-1-408 0 0,5-13-113 0 0,-6 13 476 0 0,-2 5-797 0 0,-1 1 397 0 0,0-1 0 0 0,1 0 0 0 0,-1 1 0 0 0,1-1 0 0 0,-1 1 0 0 0,1-1 0 0 0,-1 1 1 0 0,1 0-1 0 0,-1 0 0 0 0,1 0 0 0 0,-2 1 0 0 0,-1 0 30 0 0,-1 0 204 0 0,2 3-134 0 0,-9 13-50 0 0,9-13-164 0 0,1 0-112 0 0,-24 66 242 0 0,3 1 0 0 0,-24 127 1 0 0,38-151 10 0 0,1 7 22 0 0,2-9 60 0 0,-3 0 0 0 0,-26 85 0 0 0,24-102-71 0 0,-25 46 1 0 0,35-72-46 0 0,-49 71 137 0 0,39-62-145 0 0,-1-1-1 0 0,0 0 0 0 0,-1-1 0 0 0,0 0 0 0 0,0-1 0 0 0,-1 0 1 0 0,0-1-1 0 0,-19 7 0 0 0,22-9-57 0 0,6-4 205 0 0,-1 0-159 0 0,-78 25 419 0 0,78-25-28 0 0,0-3-127 0 0,-20 0-64 0 0,19 1-73 0 0,2-2 32 0 0,-41-18-136 0 0,42 18 84 0 0,-1-1-148 0 0,-13-6 116 0 0,13 7-65 0 0,1 0 90 0 0,-34-22-195 0 0,34 22 122 0 0,0 0-198 0 0,-53-38-2409 0 0,54 37 434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9:33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0 397 1536 0 0,'0'0'15502'0'0,"2"-4"-15421"0"0,0 2-56 0 0,-1 1-12 0 0,0 0 1 0 0,0 0-1 0 0,0 0 1 0 0,0-1-1 0 0,-1 1 1 0 0,1 0-1 0 0,0 0 1 0 0,-1 0-1 0 0,1-1 1 0 0,0 1-1 0 0,-1 0 0 0 0,1-3 266 0 0,2 0-545 0 0,60-71 297 0 0,-60 71-123 0 0,0-2 32 0 0,-2 4-1 0 0,31-28 271 0 0,-14 11-34 0 0,-15 15-54 0 0,0 1-184 0 0,35-32-95 0 0,-35 31 277 0 0,-1 3-123 0 0,-1 0-1 0 0,1 0 1 0 0,0 0 0 0 0,-1 0-1 0 0,0-1 1 0 0,1 1 0 0 0,-1-1-1 0 0,0 1 1 0 0,0-1 0 0 0,1-1-1 0 0,2-1 134 0 0,-1 1-83 0 0,10-9-80 0 0,-10 9-95 0 0,2-1-14 0 0,12-11 16 0 0,-12 12 48 0 0,-5 3 75 0 0,1 0 0 0 0,-1-1 1 0 0,1 1-1 0 0,-1 0 1 0 0,1 0-1 0 0,-1 0 0 0 0,1 0 1 0 0,-1-1-1 0 0,0 1 1 0 0,1 0-1 0 0,-1-1 0 0 0,1 1 1 0 0,-1 0-1 0 0,0-1 1 0 0,1 1-1 0 0,-1 0 1 0 0,0-1-1 0 0,1 1 0 0 0,-1 0 1 0 0,0-1-1 0 0,0 1 1 0 0,1-1-1 0 0,-1 1 0 0 0,0-1 1 0 0,0 1-1 0 0,1-1 1 0 0,-1 0 4 0 0,0 1 1 0 0,0-1 0 0 0,0 1-1 0 0,0-1 1 0 0,1 1-1 0 0,-1-1 1 0 0,0 1 0 0 0,0 0-1 0 0,1-1 1 0 0,-1 1 0 0 0,0-1-1 0 0,1 1 1 0 0,-1 0 0 0 0,0-1-1 0 0,1 1 1 0 0,-1 0 0 0 0,0-1-1 0 0,1 1 1 0 0,-1 0-1 0 0,1 0 1 0 0,-1-1 0 0 0,1 1-1 0 0,-1 0 1 0 0,1 0 0 0 0,-1 0-1 0 0,1 0 1 0 0,1-1-7 0 0,0 0 0 0 0,-1 0-1 0 0,1 0 1 0 0,-1 0 0 0 0,1 0 0 0 0,-1 0 0 0 0,1 0 0 0 0,-1-1-1 0 0,0 1 1 0 0,1 0 0 0 0,0-3 0 0 0,-2 4 3 0 0,4-3 39 0 0,0-1-95 0 0,12-10 77 0 0,-13 11 249 0 0,-2 1-315 0 0,1 1 29 0 0,-1-1 0 0 0,0 0 0 0 0,0 1 1 0 0,1 0-1 0 0,-1-1 0 0 0,1 1 0 0 0,0 0 1 0 0,-1-1-1 0 0,3 0 0 0 0,-1-1 65 0 0,1 0 43 0 0,30-25-360 0 0,-31 25 1015 0 0,15-9-1323 0 0,-15 9 898 0 0,14 12-1471 0 0,-13-8 1225 0 0,0 1 283 0 0,-1 2-606 0 0,6 11 402 0 0,-7-11-215 0 0,1 0-123 0 0,8 12 56 0 0,-9-12 49 0 0,1 1 94 0 0,6 14 197 0 0,-7-14-121 0 0,1-1-152 0 0,7 14 184 0 0,-8-13 14 0 0,1 0-22 0 0,7 13 44 0 0,-8-13-126 0 0,1-2-131 0 0,7 11 49 0 0,-8-10-49 0 0,0-1-4 0 0,8 12-38 0 0,-8-11 238 0 0,1 0 74 0 0,7 16-196 0 0,-7-15-124 0 0,1-1 173 0 0,0 0 0 0 0,-1 0 1 0 0,0 0-1 0 0,0 1 1 0 0,0 0-1 0 0,3 6 1 0 0,-3-8-130 0 0,0 3 158 0 0,1 0 0 0 0,0 0 0 0 0,0 0 0 0 0,1-1 0 0 0,6 7 0 0 0,-7-8-28 0 0,-4-4-186 0 0,0 0 152 0 0,1 1 0 0 0,-1-1 0 0 0,1 0 0 0 0,-1 0 0 0 0,1 0 0 0 0,-1 1 0 0 0,0-1 0 0 0,1 0 0 0 0,-1 1 0 0 0,0-1 0 0 0,1 0 0 0 0,-1 1 0 0 0,0-1 0 0 0,1 1 0 0 0,-1-1 0 0 0,0 0 0 0 0,0 1 0 0 0,1-1 0 0 0,-1 1 0 0 0,0-1 0 0 0,0 1 0 0 0,0-1 0 0 0,0 0 0 0 0,1 2 0 0 0,-1-2 5 0 0,0 0 0 0 0,0 1 1 0 0,0-1-1 0 0,0 1 0 0 0,0-1 0 0 0,0 1 0 0 0,1-1 1 0 0,-1 1-1 0 0,0-1 0 0 0,0 0 0 0 0,1 1 0 0 0,-1-1 0 0 0,0 1 1 0 0,1-1-1 0 0,-1 0 0 0 0,0 1 0 0 0,1-1 0 0 0,-1 0 1 0 0,0 1-1 0 0,1-1 0 0 0,-1 0 0 0 0,1 0 0 0 0,-1 0 0 0 0,1 1 1 0 0,0-1-1 0 0,-1 0 4 0 0,1 0-1 0 0,-1 1 1 0 0,1-1-1 0 0,-1 0 1 0 0,1 0 0 0 0,-1 1-1 0 0,1-1 1 0 0,-1 0 0 0 0,0 1-1 0 0,1-1 1 0 0,-1 0 0 0 0,1 1-1 0 0,-1-1 1 0 0,0 1 0 0 0,1-1-1 0 0,-1 1 1 0 0,0-1-1 0 0,0 1 1 0 0,1-1 0 0 0,-1 1-1 0 0,0-1 1 0 0,0 1 0 0 0,0-1-1 0 0,1 1 1 0 0,-1 0 9 0 0,0-1 0 0 0,0 1-1 0 0,0-1 1 0 0,0 1 0 0 0,0-1 0 0 0,0 1 0 0 0,1-1-1 0 0,-1 0 1 0 0,0 1 0 0 0,0-1 0 0 0,1 1 0 0 0,-1-1-1 0 0,0 0 1 0 0,1 1 0 0 0,-1-1 0 0 0,0 0 0 0 0,1 1-1 0 0,-1-1 1 0 0,0 0 0 0 0,1 0 0 0 0,-1 1 0 0 0,1-1 0 0 0,-1 0-1 0 0,1 0 1 0 0,-1 1 0 0 0,0-1 0 0 0,2 0 0 0 0,-2 0 0 0 0,1 0 1 0 0,-1 1 0 0 0,0-1-1 0 0,1 0 1 0 0,-1 0 0 0 0,0 1-1 0 0,1-1 1 0 0,-1 0 0 0 0,0 1-1 0 0,1-1 1 0 0,-1 1 0 0 0,0-1 0 0 0,0 0-1 0 0,1 1 1 0 0,-1-1 0 0 0,0 1-1 0 0,0-1 1 0 0,0 0 0 0 0,0 1-1 0 0,0-1 1 0 0,1 1 0 0 0,-1-1-1 0 0,0 1 1 0 0,0-1 0 0 0,0 1 0 0 0,0 0-32 0 0,0-1 0 0 0,0 1 1 0 0,0-1-1 0 0,0 1 0 0 0,0-1 1 0 0,0 1-1 0 0,0-1 0 0 0,0 1 1 0 0,0-1-1 0 0,1 1 0 0 0,-1-1 1 0 0,0 0-1 0 0,0 1 0 0 0,1-1 1 0 0,-1 1-1 0 0,0-1 0 0 0,1 0 1 0 0,-1 1-1 0 0,0-1 0 0 0,1 0 1 0 0,-1 1-1 0 0,0-1 0 0 0,2 1 1 0 0,10 17-228 0 0,-10-14 942 0 0,0 0-5123 0 0,3 14 1018 0 0,-3-13 488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9:35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1 1432 0 0,'4'5'988'0'0,"5"12"12969"0"0,-15-16-13946 0 0,-15 3 87 0 0,16-3 0 0 0,-13 10 180 0 0,15-9-410 0 0,2-2 141 0 0,1 0 0 0 0,-1 0 0 0 0,1 1 0 0 0,-1-1 0 0 0,1 0 1 0 0,-1 0-1 0 0,1 1 0 0 0,-1-1 0 0 0,1 0 0 0 0,0 0 0 0 0,-1 1 0 0 0,1-1 0 0 0,0 1 0 0 0,-1-1 0 0 0,1 0 0 0 0,0 1 0 0 0,-1-1 0 0 0,1 1 0 0 0,0-1 0 0 0,0 1 0 0 0,-1-1 0 0 0,1 1 0 0 0,0-1 0 0 0,0 1 1 0 0,0-1-1 0 0,0 1 0 0 0,-1 0 7 0 0,1-1 1 0 0,0 1-1 0 0,0-1 1 0 0,0 1-1 0 0,0-1 1 0 0,0 1 0 0 0,-1-1-1 0 0,1 1 1 0 0,0-1-1 0 0,0 1 1 0 0,-1-1-1 0 0,1 0 1 0 0,0 1-1 0 0,-1-1 1 0 0,1 1-1 0 0,0-1 1 0 0,-1 0 0 0 0,1 1-1 0 0,-1-1 1 0 0,1 0-1 0 0,0 0 1 0 0,-1 1-1 0 0,1-1 1 0 0,-1 0-1 0 0,1 0 1 0 0,-2 1 0 0 0,-1 3-173 0 0,-10 13-63 0 0,10-12 364 0 0,1-1-61 0 0,-17 40-514 0 0,17-39 293 0 0,2-5 149 0 0,0 1 0 0 0,0 0-1 0 0,1-1 1 0 0,-1 1 0 0 0,0 0 0 0 0,0-1 0 0 0,0 1-1 0 0,0 0 1 0 0,0 0 0 0 0,0-1 0 0 0,0 1 0 0 0,-1 0 0 0 0,1-1-1 0 0,0 1 1 0 0,0 0 0 0 0,0-1 0 0 0,-1 1 0 0 0,1 0 0 0 0,0-1-1 0 0,-1 1 1 0 0,0 0 0 0 0,-3 12 329 0 0,1 1-592 0 0,2-12 243 0 0,1-1 0 0 0,-1 1-1 0 0,0-1 1 0 0,1 1 0 0 0,-1 0 0 0 0,1-1 0 0 0,0 1 0 0 0,0 0-1 0 0,0 0 1 0 0,-1-1 0 0 0,1 1 0 0 0,1 3 0 0 0,-1 2-54 0 0,-1 2 158 0 0,1-1 0 0 0,0 1 1 0 0,0 0-1 0 0,1-1 0 0 0,0 1 0 0 0,4 13 0 0 0,-1-11-106 0 0,0 3 39 0 0,0-1 1 0 0,1 0-1 0 0,12 22 0 0 0,17 7-695 0 0,-30-39 855 0 0,0 0 73 0 0,12 7-280 0 0,-11-8-181 0 0,14 4 322 0 0,-15-4-117 0 0,1-1 9 0 0,1 0-242 0 0,16 2 38 0 0,-16-3 354 0 0,1 0-279 0 0,62-2 404 0 0,-62 1-238 0 0,-1 1-618 0 0,19-1 635 0 0,-19 1 277 0 0,0 0-791 0 0,18 1-82 0 0,-18-1-381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9:37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 48 0 0,'0'0'17016'0'0,"-2"3"-16715"0"0,0-1-1060 0 0,-4 7 2071 0 0,4-5-4665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9:38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38 480 0 0,'0'0'15414'0'0,"-3"-4"-15397"0"0,-9-8 241 0 0,10 9 237 0 0,6 1-671 0 0,0 0 161 0 0,15-3 134 0 0,-12 4-337 0 0,61-7-4017 0 0,-48 8 284 0 0,-8 1 2854 0 0,-4 1 202 0 0,-2-1-1873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9:42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9 300 0 0,'0'0'7294'0'0,"4"-1"-6641"0"0,9-5 2896 0 0,-30 7-1430 0 0,15-1-2441 0 0,-3 1 2324 0 0,-1-2-1954 0 0,-89-2 622 0 0,89 3-581 0 0,1 1-136 0 0,-12 3 402 0 0,35-1 45 0 0,-12-2-342 0 0,2-1 65 0 0,61 0-340 0 0,-63 0 175 0 0,0 0 158 0 0,18 0-172 0 0,-18 0-29 0 0,0-1 24 0 0,88-1 636 0 0,-69 2-4104 0 0,0 0-4012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9:43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46 824 0 0,'0'0'15935'0'0,"5"1"-16077"0"0,17 2 117 0 0,-17-3 168 0 0,1-1-128 0 0,17-3 177 0 0,-17 3 165 0 0,0 0-376 0 0,62-13-441 0 0,-60 12 414 0 0,-2 1 82 0 0,51-7 41 0 0,-51 7-123 0 0,-1 1 76 0 0,9-3-160 0 0,11-2 803 0 0,36-3 0 0 0,-54 8-1051 0 0,4 0 70 0 0,-6 0-3464 0 0,1 0-3304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9:44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19 244 2112 0 0,'0'0'2754'0'0,"-3"-3"-1598"0"0,-3-10-62 0 0,-4-23 7580 0 0,11 15-8810 0 0,1 15 633 0 0,0 2-548 0 0,5-5 66 0 0,1 0 0 0 0,0 0 0 0 0,0 1-1 0 0,17-13 1 0 0,-9 10-7 0 0,-1 1 0 0 0,24-12-1 0 0,-21 14-118 0 0,-14 6 222 0 0,1 1 23 0 0,48-8-465 0 0,-47 9 402 0 0,-6 0-82 0 0,1 1 0 0 0,-1-1 0 0 0,1 1 0 0 0,-1-1 0 0 0,1 1 0 0 0,-1-1 0 0 0,1 1 0 0 0,-1-1 0 0 0,1 0 0 0 0,0 1 0 0 0,-1-1 0 0 0,1 0 0 0 0,-1 0-1 0 0,1 1 1 0 0,0-1 0 0 0,-1 0 0 0 0,1 0 0 0 0,0 0 0 0 0,0 0 0 0 0,0 0 0 0 0,0 0 10 0 0,1 0 0 0 0,-1 0 0 0 0,0 1 0 0 0,0-1 0 0 0,0 0 0 0 0,0 0 0 0 0,0 1 0 0 0,0-1 0 0 0,1 1 0 0 0,-1-1 0 0 0,0 1 0 0 0,0-1 0 0 0,0 1 0 0 0,-1 0 0 0 0,1-1 0 0 0,0 1 0 0 0,1 1 0 0 0,4 2-66 0 0,-1 1 1 0 0,0 0-1 0 0,0 1 1 0 0,0-1-1 0 0,0 1 1 0 0,-1 0 0 0 0,0 0-1 0 0,4 8 1 0 0,-3-1-47 0 0,0 0 0 0 0,-1 0 0 0 0,0 1 1 0 0,-1-1-1 0 0,1 16 0 0 0,-1-3 20 0 0,-1-1-1 0 0,-2 1 1 0 0,0 0-1 0 0,-6 38 1 0 0,5-59 75 0 0,0 1 106 0 0,-9 52-149 0 0,8-52 34 0 0,2-1-33 0 0,-3 17 130 0 0,3-16 168 0 0,-2-10-356 0 0,-7-12 28 0 0,7 12 254 0 0,4-2-260 0 0,4-17-50 0 0,-5 18 114 0 0,0-1 168 0 0,2-15 28 0 0,-2 16-28 0 0,0-1-108 0 0,4-15 92 0 0,-4 16-240 0 0,1 0-11 0 0,6-17 389 0 0,-7 17-63 0 0,1-1-183 0 0,5-18-64 0 0,-5 18 314 0 0,0 1-117 0 0,20-46 148 0 0,-20 46-399 0 0,2-1 165 0 0,0-2 79 0 0,12-20-173 0 0,23-31-1 0 0,-12 16 192 0 0,-25 40-212 0 0,1-2 187 0 0,10-12 50 0 0,-10 12-13 0 0,-1 2-46 0 0,8-12-167 0 0,-7 12 116 0 0,-1-1-311 0 0,8-10 388 0 0,-7 10 218 0 0,0 1-514 0 0,-1 2 156 0 0,-2 0 2 0 0,1 0-1 0 0,1 0 0 0 0,-1 0 1 0 0,0 0-1 0 0,0 0 1 0 0,0 0-1 0 0,0 0 0 0 0,1 0 1 0 0,-1 1-1 0 0,0-1 1 0 0,1 0-1 0 0,2 0 1 0 0,-2 2-32 0 0,0-1 1 0 0,-1 1 0 0 0,1-1 0 0 0,0 1 0 0 0,0 0 0 0 0,0 0-1 0 0,0 0 1 0 0,-1 0 0 0 0,1 0 0 0 0,0 0 0 0 0,-1 1 0 0 0,1-1 0 0 0,-1 1-1 0 0,0-1 1 0 0,1 1 0 0 0,1 2 0 0 0,22 35 352 0 0,-21-34-418 0 0,8 16-80 0 0,-1 1 0 0 0,-1 0 1 0 0,13 37-1 0 0,-22-54 158 0 0,1 1-80 0 0,4 19 72 0 0,-5-19 72 0 0,0 0-29 0 0,1 15-82 0 0,-1-16 3 0 0,-1 2 115 0 0,0 19-158 0 0,0-19 135 0 0,-1-1-141 0 0,-1 19 12 0 0,1-19 261 0 0,0 0-261 0 0,-5 15 4 0 0,4-15 225 0 0,1-1-232 0 0,-5 14 46 0 0,5-14 313 0 0,0-5-268 0 0,1 0 0 0 0,-1 0 0 0 0,1 0 0 0 0,-1 0 1 0 0,1 1-1 0 0,-1-1 0 0 0,1 0 0 0 0,0 0 0 0 0,-1 1 0 0 0,1-1 1 0 0,-1 0-1 0 0,1 0 0 0 0,0 1 0 0 0,-1-1 0 0 0,1 1 0 0 0,0-1 1 0 0,0 0-1 0 0,-1 1 0 0 0,1-1 0 0 0,0 1 0 0 0,0-1 0 0 0,-1 1 0 0 0,1-1 1 0 0,0 0-1 0 0,0 1 0 0 0,0 0 0 0 0,0 0 19 0 0,-1-1 0 0 0,1 1 0 0 0,0-1 0 0 0,0 1 0 0 0,0-1 0 0 0,0 1 0 0 0,-1-1 0 0 0,1 0 0 0 0,0 1 0 0 0,0-1 0 0 0,-1 1 0 0 0,1-1 0 0 0,0 0 0 0 0,-1 1 0 0 0,1-1 1 0 0,0 0-1 0 0,-1 1 0 0 0,1-1 0 0 0,0 0 0 0 0,-1 1 0 0 0,1-1 0 0 0,-1 0 0 0 0,1 0 0 0 0,-1 0 0 0 0,1 1 0 0 0,-1-1 0 0 0,-2-4-157 0 0,-6-14 72 0 0,7 14 153 0 0,3-1-252 0 0,2-14 221 0 0,-2 14 148 0 0,2 0-144 0 0,6-16-178 0 0,-7 16 36 0 0,0 0 214 0 0,46-85-564 0 0,-46 86 672 0 0,1-1-200 0 0,23-39-40 0 0,-24 40 177 0 0,2 0-242 0 0,27-36 45 0 0,-28 37 150 0 0,1-2-189 0 0,34-36-148 0 0,-34 37 315 0 0,-1 1-80 0 0,57-37 158 0 0,-56 38 197 0 0,2 1-410 0 0,17-5-149 0 0,-17 5 357 0 0,0 3-280 0 0,2 0 69 0 0,0 0-1 0 0,0 1 0 0 0,0 0 0 0 0,-1 0 0 0 0,1 1 0 0 0,-1 0 0 0 0,0 1 0 0 0,0-1 0 0 0,0 2 0 0 0,-1-1 0 0 0,1 0 0 0 0,-1 1 0 0 0,-1 0 0 0 0,1 1 0 0 0,-1-1 0 0 0,8 14 0 0 0,-6-9 66 0 0,-1 1-1 0 0,0-1 1 0 0,-1 1-1 0 0,0 0 0 0 0,0 0 1 0 0,-2 1-1 0 0,0-1 0 0 0,0 1 1 0 0,-1 0-1 0 0,1 23 0 0 0,-2-29-46 0 0,-1 0 171 0 0,1 21-116 0 0,-1-21 220 0 0,0-1-237 0 0,2 16 75 0 0,-2-16 137 0 0,0 0-3329 0 0,0 18-445 0 0,0-18 275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9:46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1 200 760 0 0,'0'0'9231'0'0,"1"-6"-8836"0"0,1-17-37 0 0,-2 18 876 0 0,4 1-798 0 0,9-10-159 0 0,-10 11 143 0 0,0 0-102 0 0,10-8 12 0 0,-10 9 109 0 0,1-1-336 0 0,10-7 103 0 0,-11 7 365 0 0,2 0-359 0 0,42-21-119 0 0,-41 22-194 0 0,-1 1 113 0 0,56 5-681 0 0,-55-3 682 0 0,-2 2 134 0 0,34 33 110 0 0,-34-31-172 0 0,-2 1 47 0 0,7 19-112 0 0,-7-19-76 0 0,-1 1 6 0 0,1 2 66 0 0,-1-1 0 0 0,0 0 0 0 0,0 0 0 0 0,-1 1 0 0 0,0-1 0 0 0,-1 0 0 0 0,-2 15-1 0 0,-2-4-26 0 0,-1-1-1 0 0,-16 33 0 0 0,1-3 42 0 0,17-40 2 0 0,-7 8-16 0 0,0 1-26 0 0,9-13 108 0 0,-2 1-94 0 0,-10 13-2 0 0,11-13-60 0 0,1-1 12 0 0,-7 12 8 0 0,7-12 161 0 0,-1 0-126 0 0,-5 6 98 0 0,8-10-97 0 0,0 0-1 0 0,0 0 1 0 0,1 0 0 0 0,-1 0 0 0 0,0 0 0 0 0,0 0-1 0 0,0 0 1 0 0,0 0 0 0 0,0 0 0 0 0,0 0 0 0 0,0 0-1 0 0,0 0 1 0 0,0 0 0 0 0,0 0 0 0 0,0 0 0 0 0,0 0 0 0 0,0 1-1 0 0,0-1 1 0 0,0 0 0 0 0,0 0 0 0 0,0 0 0 0 0,0 0-1 0 0,0 0 1 0 0,0 0 0 0 0,0 0 0 0 0,0 0 0 0 0,0 0-1 0 0,0 0 1 0 0,0 0 0 0 0,0 0 0 0 0,0 0 0 0 0,0 0-1 0 0,0 0 1 0 0,0 0 0 0 0,0 1 0 0 0,0-1 0 0 0,0 0-1 0 0,19-16-637 0 0,119-110 111 0 0,-78 76 596 0 0,140-132 828 0 0,-196 178-313 0 0,-3 2-567 0 0,0 0 0 0 0,0 1 0 0 0,0-1 0 0 0,0 0 0 0 0,0 1 0 0 0,0-1 0 0 0,1 1 0 0 0,-1 0 0 0 0,0-1 0 0 0,1 1 0 0 0,1-1 0 0 0,0-2-78 0 0,-1 3 71 0 0,0 0 1 0 0,0 0-1 0 0,-1-1 0 0 0,1 1 1 0 0,-1 0-1 0 0,1-1 0 0 0,-1 1 0 0 0,0-1 1 0 0,1 1-1 0 0,-1-1 0 0 0,0 0 1 0 0,0 1-1 0 0,1-4 0 0 0,15-39 1360 0 0,-16 39-1285 0 0,-1 0-490 0 0,-3-23 129 0 0,-2 29 464 0 0,0 1-187 0 0,-1 0 1 0 0,1-1 0 0 0,0 2 0 0 0,-1-1 0 0 0,1 1 0 0 0,0-1 0 0 0,1 1 0 0 0,-1 1-1 0 0,0-1 1 0 0,-6 8 0 0 0,-43 51-49 0 0,36-38 219 0 0,0 1 0 0 0,-23 43-1 0 0,34-53-97 0 0,1-1 1 0 0,0 1-1 0 0,1 0 0 0 0,1 0 0 0 0,0 1 0 0 0,1-1 0 0 0,-2 22 0 0 0,5-29 23 0 0,-1 1 0 0 0,1-1 0 0 0,1 0 1 0 0,-1 1-1 0 0,1-1 0 0 0,1 0 0 0 0,0 1 0 0 0,0-1 0 0 0,0 0 1 0 0,1 0-1 0 0,0-1 0 0 0,1 1 0 0 0,0 0 0 0 0,7 10 0 0 0,5-2-323 0 0,0-1 0 0 0,1 0 0 0 0,1-1 0 0 0,0-1 0 0 0,0-1 0 0 0,2-1 0 0 0,29 14 0 0 0,36 8-5316 0 0,-59-23 2386 0 0,-15-9 396 0 0,16-4 30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9:46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54 1700 0 0,'0'0'7820'0'0,"1"-6"-7151"0"0,0-17-108 0 0,-1 17 4191 0 0,-3 3-4747 0 0,-12-12 830 0 0,12 18-557 0 0,-2 2-280 0 0,-2 3 166 0 0,-1 0-1 0 0,2 0 0 0 0,-1 1 0 0 0,1 0 0 0 0,-7 13 1 0 0,-11 35 478 0 0,17-37-470 0 0,0 0 1 0 0,1 0 0 0 0,1 0-1 0 0,1 1 1 0 0,-2 21 0 0 0,5 24 403 0 0,2-58-514 0 0,0 0 1 0 0,0 0 0 0 0,1 0-1 0 0,0-1 1 0 0,0 1 0 0 0,4 7-1 0 0,-3-8 18 0 0,-1 0-42 0 0,1-1 0 0 0,0 0 1 0 0,0-1-1 0 0,1 1 0 0 0,-1 0 0 0 0,1-1 1 0 0,7 8-1 0 0,-7-8-50 0 0,2 1-422 0 0,-1-1 1 0 0,1 0 0 0 0,0 0-1 0 0,0 0 1 0 0,1 0-1 0 0,-1-1 1 0 0,1 0-1 0 0,0 0 1 0 0,0-1 0 0 0,0 0-1 0 0,0 0 1 0 0,16 3-1 0 0,-16-4-386 0 0,-2-1-2828 0 0,0-3 268 0 0,20-9-373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9:47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1 972 0 0,'0'0'20313'0'0,"1"5"-20367"0"0,0 19 28 0 0,-1-18 940 0 0,2-2-602 0 0,5 10-1436 0 0,3 7-3266 0 0,-6-10-4534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9:49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23 403 368 0 0,'-5'1'2275'0'0,"-12"-6"13511"0"0,22-4-14262 0 0,-3 6 230 0 0,-2 1-1766 0 0,1 1 1 0 0,-1-1-1 0 0,1 1 1 0 0,0-1-1 0 0,0 1 1 0 0,-1 0-1 0 0,1 0 1 0 0,0-1-1 0 0,0 1 1 0 0,0 0 0 0 0,0 0-1 0 0,2-2 1 0 0,-2 2 18 0 0,2-3 119 0 0,0-1-111 0 0,119-157 108 0 0,-52 86-412 0 0,-66 73 367 0 0,-1-2-79 0 0,0 0 0 0 0,1 0-1 0 0,0 0 1 0 0,0 0 0 0 0,0 1 0 0 0,7-6-1 0 0,-7 6-66 0 0,-3 2 23 0 0,0 1 45 0 0,0-1 1 0 0,0 1 0 0 0,1-1 0 0 0,-1 1 0 0 0,0 0 0 0 0,1 0 0 0 0,-1-1 0 0 0,1 1 0 0 0,1-1 0 0 0,0-1 167 0 0,12-12-136 0 0,-12 12 2 0 0,28-31-67 0 0,-28 31 50 0 0,1 6-1251 0 0,11 8 1106 0 0,-11-8 147 0 0,-1 3-141 0 0,0-1 1 0 0,0 0 0 0 0,0 0-1 0 0,1 0 1 0 0,8 8-1 0 0,5 12 42 0 0,34 36-1 0 0,-28-35-5 0 0,-20-22 163 0 0,1 0-123 0 0,11 14 97 0 0,-11-14-62 0 0,-1 0 19 0 0,7 9 53 0 0,-7-10-39 0 0,0 1 40 0 0,26 36-362 0 0,-26-37 214 0 0,0 1 213 0 0,9 11-114 0 0,-9-11-46 0 0,9 14-6 0 0,-10-15 136 0 0,-1-2-88 0 0,-1 1-1 0 0,1-1 1 0 0,-1 1 0 0 0,1-1-1 0 0,0 0 1 0 0,0 1 0 0 0,-1-1-1 0 0,1 0 1 0 0,0 0 0 0 0,0 1-1 0 0,0-1 1 0 0,2 1 0 0 0,-2-1 2 0 0,2 3 138 0 0,-2-4-141 0 0,-1 0 0 0 0,1 1 0 0 0,-1-1 0 0 0,0 0 0 0 0,1 0 0 0 0,-1 0 0 0 0,1 1 0 0 0,-1-1 0 0 0,0 0-1 0 0,1 0 1 0 0,-1 1 0 0 0,1-1 0 0 0,-1 0 0 0 0,0 1 0 0 0,1-1 0 0 0,-1 0 0 0 0,0 1 0 0 0,0-1 0 0 0,1 1-1 0 0,-1-1 1 0 0,0 1 0 0 0,0-1 0 0 0,0 0 0 0 0,0 1 0 0 0,1-1 0 0 0,-1 1 0 0 0,0 0 0 0 0,0-1-166 0 0,0 1 0 0 0,0-1 0 0 0,0 1 0 0 0,0-1 0 0 0,1 1 1 0 0,-1-1-1 0 0,0 1 0 0 0,0-1 0 0 0,1 1 0 0 0,-1-1 0 0 0,0 1 0 0 0,0-1 1 0 0,1 0-1 0 0,-1 1 0 0 0,0-1 0 0 0,1 1 0 0 0,-1-1 0 0 0,1 0 0 0 0,-1 1 1 0 0,0-1-1 0 0,1 0 0 0 0,-1 0 0 0 0,1 1 0 0 0,-1-1 0 0 0,2 0 0 0 0,2 4-5062 0 0,4 10 2591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9:50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87 1244 0 0,'3'-4'2012'0'0,"8"-16"9547"0"0,-11 15-11425 0 0,-3-18 22 0 0,3 17 830 0 0,-5 5-1086 0 0,-14-4-20 0 0,14 3 187 0 0,-1 3-157 0 0,-19 0-9 0 0,19-1 31 0 0,0 1 211 0 0,-58 4-44 0 0,58-5 688 0 0,0 1-669 0 0,-56 2 717 0 0,56-4-136 0 0,12 1-1026 0 0,56-4 128 0 0,66-5 573 0 0,-99 8-380 0 0,88-7-15 0 0,-111 8 86 0 0,1 0-239 0 0,60-3 628 0 0,-60 2-86 0 0,0 2-465 0 0,0-1-1 0 0,-1 0 1 0 0,1 0-1 0 0,0-1 1 0 0,0 0-1 0 0,8-2 0 0 0,-10 2-63 0 0,1 1-547 0 0,26 4-13208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9:51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28 1856 0 0,'0'0'5517'0'0,"-2"-5"-3761"0"0,-6-18 6403 0 0,7 28-8042 0 0,-1 12 1 0 0,1-1 0 0 0,0 1 0 0 0,1-1 0 0 0,1 1-1 0 0,5 30 1 0 0,2 30 576 0 0,-6-44-586 0 0,2-6-26 0 0,6 85 1022 0 0,-6-89-921 0 0,-3-17-181 0 0,1-1-1650 0 0,5 17-665 0 0,-5-16-1839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9:52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38 744 0 0,'0'0'16018'0'0,"5"-1"-16331"0"0,13-3 288 0 0,-13 3 253 0 0,1 1-248 0 0,55-4 251 0 0,-56 4-319 0 0,3 0 71 0 0,92-8-169 0 0,-94 7 342 0 0,0 1-18 0 0,53-1-500 0 0,-53 0 912 0 0,92 1-310 0 0,-92 0-188 0 0,-1-1-82 0 0,16-1 109 0 0,-16 1 6 0 0,0 0-60 0 0,15-4 142 0 0,-15 4-253 0 0,1 0 129 0 0,18-1-26 0 0,-19 1 36 0 0,0 0 10 0 0,7 1 725 0 0,25 5-9024 0 0,-33-4 5475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9:53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58 636 0 0,'5'-30'9670'0'0,"-6"26"-9176"0"0,-4-15-45 0 0,4 14 4711 0 0,-3 9-5146 0 0,-14 8 47 0 0,14-9 23 0 0,2 30 262 0 0,-5 37-1 0 0,-1-3-246 0 0,2-8-39 0 0,-18 81 0 0 0,19-109-67 0 0,4-6 186 0 0,-3 36-313 0 0,3-32 206 0 0,-1-22-76 0 0,2 1 26 0 0,-1-3 162 0 0,-4 84 4387 0 0,5-83-3964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39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647 374 244 0 0,'0'0'16818'0'0,"6"0"-16608"0"0,16 3-115 0 0,-17-2-14 0 0,0-4-151 0 0,13-8 142 0 0,-14 9 68 0 0,0-1-26 0 0,13-9-144 0 0,-13 9-23 0 0,0-1 121 0 0,9-11 39 0 0,-9 11-95 0 0,0-1 66 0 0,24-47-268 0 0,-26 46 220 0 0,0 1 63 0 0,2-22-172 0 0,2-41-1 0 0,-6 61 220 0 0,-1 2-184 0 0,-14-45-134 0 0,14 46 259 0 0,1 3-88 0 0,-1 0 0 0 0,1 1 0 0 0,0-1 0 0 0,0 1 0 0 0,0-1 0 0 0,0 1 0 0 0,0-1 0 0 0,-1 1 0 0 0,1-1 0 0 0,0 1 0 0 0,0-1 0 0 0,-1 1 0 0 0,1-1 0 0 0,0 1 0 0 0,-1-1 0 0 0,1 1 0 0 0,-1-1 0 0 0,1 1 0 0 0,0 0 0 0 0,-1-1 0 0 0,1 1 0 0 0,-1 0 0 0 0,1-1 0 0 0,-1 1 0 0 0,0 0 0 0 0,0-1-2 0 0,1 1 0 0 0,-1 0 0 0 0,1 0 0 0 0,-1-1-1 0 0,1 1 1 0 0,-1 0 0 0 0,1-1 0 0 0,-1 1 0 0 0,1 0-1 0 0,0-1 1 0 0,-1 1 0 0 0,1-1 0 0 0,0 1 0 0 0,-1-1-1 0 0,1 1 1 0 0,0-1 0 0 0,-1 1 0 0 0,1-1 0 0 0,0 1-1 0 0,0-1 1 0 0,0 1 0 0 0,-1-1 0 0 0,1 1 0 0 0,0-1-1 0 0,0 0 1 0 0,-3-3-103 0 0,-12-10 13 0 0,11 11 88 0 0,-13-10 275 0 0,14 11-152 0 0,-2 0-87 0 0,-14-7-134 0 0,14 7-37 0 0,-1 0 147 0 0,-16-4-40 0 0,16 4-1 0 0,1 1 154 0 0,-16-3-122 0 0,15 3 76 0 0,0 1-154 0 0,-28-2 25 0 0,27 2 114 0 0,-23 1 127 0 0,22-1-278 0 0,3 1 73 0 0,-9 1-33 0 0,0 1 0 0 0,1 1 1 0 0,-1 0-1 0 0,1 1 0 0 0,-14 7 0 0 0,0 5 83 0 0,0 2 0 0 0,2 1-1 0 0,0 1 1 0 0,1 1 0 0 0,2 1 0 0 0,0 1-1 0 0,2 1 1 0 0,-23 34 0 0 0,6-2-329 0 0,3 2 0 0 0,-52 125 0 0 0,76-158 383 0 0,1 1 0 0 0,1 1-1 0 0,1-1 1 0 0,2 1-1 0 0,-4 54 1 0 0,8-71-94 0 0,1-9 16 0 0,0 0 0 0 0,0 0 1 0 0,0 0-1 0 0,0 0 0 0 0,0 0 0 0 0,0 0 0 0 0,0 0 0 0 0,1 0 1 0 0,-1 0-1 0 0,2 3 0 0 0,3 11-10 0 0,-1-4 46 0 0,0 0 0 0 0,1 0 1 0 0,1-1-1 0 0,0 0 0 0 0,0 0 1 0 0,1 0-1 0 0,0-1 0 0 0,1 0 1 0 0,0 0-1 0 0,1-1 0 0 0,0 0 1 0 0,0-1-1 0 0,1 1 0 0 0,0-2 1 0 0,0 0-1 0 0,1 0 0 0 0,0-1 1 0 0,0 0-1 0 0,1-1 0 0 0,-1 0 1 0 0,16 4-1 0 0,42 2-493 0 0,-28-8 29 0 0,-4-5-120 0 0,-15 2 71 0 0,0-1 0 0 0,0-1-1 0 0,27-7 1 0 0,-11 0-444 0 0,-8 1-1716 0 0,0 0 0 0 0,43-19 0 0 0,-43 14 760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40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379 72 1636 0 0,'0'0'2854'0'0,"-1"-5"-1745"0"0,-1-6-1227 0 0,-10-25 6777 0 0,9 32-4885 0 0,-8 0-1245 0 0,11 4-534 0 0,-1-1 1 0 0,0 0-1 0 0,0 1 0 0 0,1-1 0 0 0,-1 1 0 0 0,0-1 0 0 0,0 1 0 0 0,0 0 0 0 0,0-1 0 0 0,1 1 0 0 0,-1 0 0 0 0,0-1 0 0 0,0 1 0 0 0,0 0 0 0 0,0 0 0 0 0,0 0 1 0 0,0 0-1 0 0,0 0 0 0 0,0 0 0 0 0,0 0 0 0 0,0 0 0 0 0,0 1 0 0 0,-26-1 60 0 0,20 0 65 0 0,-11 8-178 0 0,15-8 20 0 0,-1 2-109 0 0,-1 1 6 0 0,-18 11-62 0 0,4-4 227 0 0,1 1 1 0 0,1 1-1 0 0,0 0 0 0 0,1 1 1 0 0,0 1-1 0 0,-16 19 1 0 0,20-19 7 0 0,6-8-51 0 0,1 1 0 0 0,-1 1 0 0 0,1-1 0 0 0,0 1 0 0 0,-3 8 0 0 0,-6 12 294 0 0,1 1 0 0 0,2 0 0 0 0,-11 43 0 0 0,21-67-205 0 0,2 1-232 0 0,-1 0 112 0 0,0-5 36 0 0,-1 1 0 0 0,1 0 0 0 0,0 0 0 0 0,1 0 0 0 0,-1-1 0 0 0,0 1 0 0 0,1 0 0 0 0,-1 0 0 0 0,0-1 0 0 0,1 1 0 0 0,0 0 0 0 0,-1-1 0 0 0,1 1 0 0 0,1 2 0 0 0,8 14-8 0 0,-9-16 33 0 0,-1-1-1 0 0,1 0 0 0 0,0 0 1 0 0,-1 1-1 0 0,1-1 0 0 0,0 0 1 0 0,0 0-1 0 0,0 0 0 0 0,0 0 1 0 0,0 0-1 0 0,0 0 0 0 0,0 0 1 0 0,0 0-1 0 0,0 0 0 0 0,2 0 1 0 0,1 2 29 0 0,0 0 294 0 0,1-2-208 0 0,19 5 46 0 0,-18-4-102 0 0,34-5-298 0 0,-27 0 170 0 0,58-31-12 0 0,-65 30 69 0 0,0-1 0 0 0,-1 0 0 0 0,1 0 0 0 0,-1-1 0 0 0,5-5 0 0 0,-1 0 10 0 0,-1-1 0 0 0,0 1 0 0 0,0-1 0 0 0,-1 0 0 0 0,7-17 0 0 0,-12 24 73 0 0,1-4 126 0 0,0-1 0 0 0,0 1 1 0 0,2-20-1 0 0,-1-6 67 0 0,-3 28-100 0 0,-2 0-105 0 0,-8-56 206 0 0,7 57-408 0 0,1 1 26 0 0,-7-17-13 0 0,6 17 92 0 0,-1 0-1 0 0,-8-14-6 0 0,8 14 151 0 0,2 5-101 0 0,1 0 0 0 0,0 0 1 0 0,-1 0-1 0 0,1 0 0 0 0,-1-1 0 0 0,1 1 1 0 0,-1 0-1 0 0,1 0 0 0 0,0 0 1 0 0,-1-1-1 0 0,1 1 0 0 0,-1 0 0 0 0,1 0 1 0 0,0-1-1 0 0,0 1 0 0 0,-1 0 0 0 0,1-1 1 0 0,0 1-1 0 0,-1 0 0 0 0,1-1 0 0 0,0 1 1 0 0,0-1-1 0 0,0 1 0 0 0,-1 0 0 0 0,1-1 1 0 0,0 1-1 0 0,0-2 0 0 0,0 2-19 0 0,0-1 0 0 0,-1 1 0 0 0,1-1-1 0 0,0 1 1 0 0,0-1 0 0 0,0 1 0 0 0,-1 0 0 0 0,1-1-1 0 0,0 1 1 0 0,-1-1 0 0 0,1 1 0 0 0,0-1 0 0 0,-1 1-1 0 0,1 0 1 0 0,0-1 0 0 0,-1 1 0 0 0,1 0 0 0 0,-1 0-1 0 0,1-1 1 0 0,-1 1 0 0 0,1 0 0 0 0,-1 0 0 0 0,1-1-1 0 0,-1 1 1 0 0,-3-3-39 0 0,-13-11 0 0 0,13 10 157 0 0,1 2-136 0 0,-8-9-3033 0 0,18 9 768 0 0,37 12-1883 0 0,-14-3 927 0 0,9 2 2321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41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72 2320 0 0,'4'-3'2060'0'0,"11"-9"-118"0"0,-11 9-129 0 0,-1-1-315 0 0,21-19 1858 0 0,-12 11 717 0 0,-16 9-3991 0 0,2 3-63 0 0,1-1-11 0 0,0 1 0 0 0,-1-1 0 0 0,1 1 0 0 0,0-1 0 0 0,-1 1 0 0 0,1-1-1 0 0,0 0 1 0 0,0 0 0 0 0,0 0 0 0 0,0 1 0 0 0,0-1 0 0 0,-2-2 0 0 0,2 4-4 0 0,0 0 0 0 0,0 0 0 0 0,0 0 1 0 0,0 0-1 0 0,0 0 0 0 0,-1 0 0 0 0,1 0 1 0 0,0 0-1 0 0,0 0 0 0 0,-1 0 1 0 0,1-1-1 0 0,-3 2 0 0 0,1-1-5 0 0,-1 2-70 0 0,0 0-110 0 0,-31 28 65 0 0,31-28 82 0 0,1 1 87 0 0,-8 12 24 0 0,8-12 218 0 0,3 2-304 0 0,-2 22-354 0 0,3-26 365 0 0,-1-1 1 0 0,1 1 0 0 0,0-1-1 0 0,0 1 1 0 0,0-1-1 0 0,0 0 1 0 0,1 1-1 0 0,-1-1 1 0 0,0 0-1 0 0,3 2 1 0 0,-1 0 42 0 0,-1-2-49 0 0,0 0 0 0 0,-1 0 0 0 0,1 0 0 0 0,0 0-1 0 0,-1 0 1 0 0,1 0 0 0 0,-1 1 0 0 0,0-1 0 0 0,1 0 0 0 0,-1 1-1 0 0,1 1 1 0 0,2 0 62 0 0,0 1 30 0 0,11 10-112 0 0,-11-11-11 0 0,-3-1 12 0 0,-1-1 0 0 0,1 1-1 0 0,0-1 1 0 0,-1 0 0 0 0,1 1 0 0 0,0-1 0 0 0,0 0-1 0 0,0 0 1 0 0,0 0 0 0 0,0 0 0 0 0,0 1 0 0 0,2 0 0 0 0,-2-1-17 0 0,1 2-130 0 0,2 1 54 0 0,9 12 96 0 0,-10-12 26 0 0,0 0-102 0 0,55 74-41 0 0,-55-74 73 0 0,0 0-64 0 0,22 36 359 0 0,-23-36-160 0 0,0 0-383 0 0,1 2 297 0 0,0 1 0 0 0,0 0-1 0 0,-1 0 1 0 0,2 12 0 0 0,-4-14 106 0 0,-2-1-129 0 0,-10 9 70 0 0,0-1 0 0 0,-1 0-1 0 0,-1-1 1 0 0,1 0 0 0 0,-2-1 0 0 0,-27 14 0 0 0,-104 43 251 0 0,-44-1 244 0 0,186-64-512 0 0,-5-5-9170 0 0,0-6 8250 0 0,7 8 167 0 0,-1-2-2066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41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28 1620 0 0,'0'0'2666'0'0,"2"-5"-335"0"0,6-18 7231 0 0,-9 28-9215 0 0,-62 346 555 0 0,52-211-623 0 0,9-101-573 0 0,2 1 0 0 0,2 0 0 0 0,1 0 0 0 0,11 52 0 0 0,-12-87-314 0 0,-2-3 467 0 0,0 0 0 0 0,0 0-1 0 0,0 0 1 0 0,1 0-1 0 0,-1 0 1 0 0,1 0 0 0 0,-1-1-1 0 0,1 1 1 0 0,-1 0 0 0 0,1 0-1 0 0,1 1 1 0 0,1 2-227 0 0,-2 1-919 0 0,3-2-391 0 0,10 12-1076 0 0,-10-12 382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41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19 972 0 0,'0'0'6424'0'0,"-6"1"-3968"0"0,-20 3 7812 0 0,29-7-9904 0 0,13-9-205 0 0,-12 9-541 0 0,3 2-400 0 0,8-1 558 0 0,36-1-10350 0 0,-45 3 5321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43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0 523 2632 0 0,'0'0'2160'0'0,"7"-1"-373"0"0,1 2-1279 0 0,-6-1-251 0 0,1 0 1 0 0,0 0-1 0 0,-1 0 0 0 0,1 0 1 0 0,-1 0-1 0 0,1-1 0 0 0,0 1 1 0 0,-1-1-1 0 0,1 0 0 0 0,-1 0 1 0 0,4-2-1 0 0,37-13 558 0 0,-1-3 1 0 0,-1-1-1 0 0,46-31 1 0 0,-64 35-439 0 0,1-1-1 0 0,-2-1 1 0 0,0-1 0 0 0,-2-1-1 0 0,0 0 1 0 0,24-33-1 0 0,-31 30-318 0 0,-3-2 53 0 0,-5 10 20 0 0,0-1 1 0 0,-1 1-1 0 0,-1 0 0 0 0,2-20 0 0 0,-5 28-73 0 0,-2 0 124 0 0,-5-20-65 0 0,5 20 82 0 0,0 1-45 0 0,0 0-54 0 0,0 0 1 0 0,0 1-1 0 0,-1-1 0 0 0,0 0 0 0 0,-8-10 0 0 0,8 13-169 0 0,-1 4 183 0 0,-3 3-77 0 0,1 0 0 0 0,0 1 1 0 0,0-1-1 0 0,1 1 0 0 0,-1 0 0 0 0,1 1 1 0 0,0-1-1 0 0,1 1 0 0 0,-1 0 1 0 0,1 0-1 0 0,0 0 0 0 0,1 1 0 0 0,-1-1 1 0 0,-3 13-1 0 0,-8 19 130 0 0,-13 54-1 0 0,27-87-148 0 0,-121 570 1337 0 0,115-540-1318 0 0,-3 22 138 0 0,-67 382 717 0 0,64-376-657 0 0,8-37-123 0 0,4-20-37 0 0,-1 1-123 0 0,-1 1-25 0 0,-8 23-786 0 0,6-10-2860 0 0,1-20 2036 0 0,-14 4-922 0 0,18-5 2524 0 0,0 1 0 0 0,0-1 0 0 0,-1 0 0 0 0,1 0 0 0 0,0 0 0 0 0,0 0 0 0 0,0 0 0 0 0,-1 0 0 0 0,1 0 0 0 0,0 0 0 0 0,0 0 0 0 0,0 0 0 0 0,-1 0 1 0 0,1 0-1 0 0,0 0 0 0 0,0 0 0 0 0,0 0 0 0 0,-1 0 0 0 0,1 0 0 0 0,0 0 0 0 0,0 0 0 0 0,0 0 0 0 0,0 0 0 0 0,-1 0 0 0 0,1 0 0 0 0,0 0 0 0 0,0 0 0 0 0,0-1 0 0 0,0 1 0 0 0,-1 0 0 0 0,1 0 0 0 0,0 0 0 0 0,0 0 0 0 0,0 0 0 0 0,0-1 1 0 0,0 1-1 0 0,-1 0 0 0 0,1 0 0 0 0,0 0 0 0 0,0 0 0 0 0,0-1 0 0 0,0 1 0 0 0,-11-15-2909 0 0,9 12-169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43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0 374 3676 0 0,'1'-6'2707'0'0,"8"-40"3508"0"0,-6 33-5934 0 0,1 3 24 0 0,1 0 0 0 0,0 1 0 0 0,1-1 0 0 0,0 2 0 0 0,0-1 0 0 0,1 0 0 0 0,0 1 0 0 0,0 0 0 0 0,1 1 0 0 0,0 0 1 0 0,14-10-1 0 0,-12 10-369 0 0,-2 0 132 0 0,0 1 1 0 0,0 0 0 0 0,1 0-1 0 0,0 1 1 0 0,0 0 0 0 0,11-4-1 0 0,-16 8-101 0 0,7-4-192 0 0,0 1 0 0 0,-1 0 0 0 0,1 1 0 0 0,1 0-1 0 0,-1 0 1 0 0,0 2 0 0 0,0-1 0 0 0,15 1 0 0 0,160 25-4129 0 0,-116-14 2882 0 0,84 12 652 0 0,-146-22 1072 0 0,15 0 294 0 0,-17-1-449 0 0,-1 0 137 0 0,-1-1 60 0 0,32-25 824 0 0,-33 23-518 0 0,-2 3-560 0 0,0 0 0 0 0,0 0 1 0 0,0 0-1 0 0,0 0 0 0 0,0-1 0 0 0,0 1 0 0 0,0 0 0 0 0,0-1 0 0 0,-1 1 0 0 0,1 0 0 0 0,0-1 0 0 0,0-2 0 0 0,0 2 40 0 0,1-2 625 0 0,0-1-270 0 0,14-42 1629 0 0,-14 43-1168 0 0,-1-1-848 0 0,14-44 685 0 0,-13 44-248 0 0,-6 9-581 0 0,0 1 154 0 0,1-1-1 0 0,0 1 1 0 0,0 1 0 0 0,0-1-1 0 0,0 0 1 0 0,1 1-1 0 0,0-1 1 0 0,0 1 0 0 0,-2 8-1 0 0,-7 59 124 0 0,8-39-225 0 0,2-25 123 0 0,0 0 0 0 0,1 1-1 0 0,0-1 1 0 0,1 0 0 0 0,0 0 0 0 0,0 0 0 0 0,1 0 0 0 0,0 0 0 0 0,1 0 0 0 0,0-1 0 0 0,0 1 0 0 0,1-1 0 0 0,0 0 0 0 0,7 10 0 0 0,-9-15-133 0 0,1 0 1 0 0,-1 0-1 0 0,1 0 0 0 0,0-1 1 0 0,0 1-1 0 0,0-1 0 0 0,0 0 1 0 0,0 0-1 0 0,1 0 1 0 0,-1-1-1 0 0,1 1 0 0 0,-1-1 1 0 0,1 0-1 0 0,5 2 0 0 0,-5-2-25 0 0,3 1-537 0 0,-5-1 456 0 0,1 0 0 0 0,-1 0 0 0 0,0 0 1 0 0,1-1-1 0 0,-1 1 0 0 0,0-1 0 0 0,1 1 1 0 0,-1-1-1 0 0,1 0 0 0 0,-1 0 0 0 0,0 0 1 0 0,1-1-1 0 0,-1 1 0 0 0,1 0 1 0 0,-1-1-1 0 0,3-1 0 0 0,56-5-8374 0 0,-55 7 5552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44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29 2084 0 0,'0'0'1670'0'0,"0"-6"-257"0"0,0-13 5898 0 0,0 19-7250 0 0,0 0 1 0 0,0 0-1 0 0,0 0 0 0 0,0 0 0 0 0,0-1 0 0 0,0 1 0 0 0,0 0 1 0 0,0 0-1 0 0,0 0 0 0 0,0 0 0 0 0,0 0 0 0 0,0 0 0 0 0,0 0 1 0 0,0 0-1 0 0,0 0 0 0 0,0 0 0 0 0,0-1 0 0 0,0 1 0 0 0,0 0 1 0 0,0 0-1 0 0,0 0 0 0 0,0 0 0 0 0,0 0 0 0 0,0 0 0 0 0,0 0 0 0 0,0 0 1 0 0,0 0-1 0 0,0 0 0 0 0,0 0 0 0 0,-1-1 0 0 0,1 1 0 0 0,0 0 1 0 0,0 0-1 0 0,0 0 0 0 0,0 0 0 0 0,0 0 0 0 0,0 0 0 0 0,0 0 1 0 0,0 0-1 0 0,0 0 0 0 0,0 0 0 0 0,0 0 0 0 0,-1 0 0 0 0,1 0 1 0 0,0 0-1 0 0,0 0 0 0 0,0 0 0 0 0,0 0 0 0 0,0 0 0 0 0,0 0 0 0 0,0 0 1 0 0,0 0-1 0 0,0 0 0 0 0,0 0 0 0 0,-1 0 0 0 0,1 0 0 0 0,0 0 1 0 0,0 0-1 0 0,0 0 0 0 0,0 0 0 0 0,0 0 0 0 0,0 0 0 0 0,0 0 1 0 0,0 0-1 0 0,0 1 0 0 0,0-1 0 0 0,0 0 0 0 0,-1 0 0 0 0,-10 30 2019 0 0,-7 40-2971 0 0,15-57 845 0 0,-1 14-58 0 0,5-2-329 0 0,-1-19 383 0 0,1 41-2161 0 0,-1-43 1499 0 0,0 0 0 0 0,1 0 0 0 0,-1-1 0 0 0,1 1 0 0 0,0 0 0 0 0,0-1 0 0 0,0 1-1 0 0,1-1 1 0 0,-1 1 0 0 0,1-1 0 0 0,2 4 0 0 0,11 10-2358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45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4 100 2068 0 0,'0'0'12043'0'0,"0"-6"-11597"0"0,-3-16-28 0 0,3 17 1073 0 0,5 5-1892 0 0,16 3 476 0 0,-16-2 47 0 0,-4 0-122 0 0,0 1 0 0 0,0 0 0 0 0,0-1 0 0 0,0 1 0 0 0,1-1 0 0 0,-1 0 0 0 0,0 1 0 0 0,1-1 0 0 0,-1 0 0 0 0,3 2-1 0 0,0 0-153 0 0,-1 2-21 0 0,21 43 201 0 0,-23-44-37 0 0,0 2 15 0 0,4 19 111 0 0,-4-19-91 0 0,-1 0-39 0 0,-3 16-123 0 0,3-17 20 0 0,-1 2-23 0 0,-23 77-292 0 0,22-79 485 0 0,1-1-108 0 0,-23 33-651 0 0,21-34 597 0 0,-5-29-502 0 0,7 21 622 0 0,2-1 7 0 0,19-52-103 0 0,-18 52-10 0 0,1 0-1 0 0,47-95 1233 0 0,-48 97-871 0 0,0 1 127 0 0,6-13-194 0 0,-6 13 644 0 0,1-2-928 0 0,8-14 7 0 0,-9 15 277 0 0,12-16-248 0 0,4 1 217 0 0,-16 18-167 0 0,-1 0 0 0 0,1 0 0 0 0,-1 1 0 0 0,1-1 0 0 0,-1-1 0 0 0,0 1 0 0 0,0 0 0 0 0,1 0 0 0 0,-1 0 0 0 0,0-1 0 0 0,0 1 0 0 0,1-3 0 0 0,0 2-26 0 0,1-2 201 0 0,2 1-99 0 0,11-7 62 0 0,-12 7-288 0 0,0 1 45 0 0,13-7 93 0 0,-13 7 516 0 0,2 1-419 0 0,16-2-220 0 0,-17 2 20 0 0,1 2 172 0 0,46 10-150 0 0,-47-9 131 0 0,-5-2-31 0 0,1 0 1 0 0,-1 0-1 0 0,1 1 1 0 0,-1-1-1 0 0,1 0 1 0 0,-1 0-1 0 0,1 1 1 0 0,-1-1-1 0 0,1 1 1 0 0,-1-1-1 0 0,1 0 1 0 0,-1 1-1 0 0,0-1 1 0 0,1 1-1 0 0,-1-1 1 0 0,0 1-1 0 0,1-1 1 0 0,-1 1-1 0 0,0-1 1 0 0,0 1-1 0 0,1-1 1 0 0,-1 1-1 0 0,0-1 1 0 0,0 1-1 0 0,0 0 1 0 0,0 0-11 0 0,1-1-1 0 0,-1 1 1 0 0,0 0 0 0 0,0-1 0 0 0,0 1-1 0 0,0-1 1 0 0,1 1 0 0 0,-1-1 0 0 0,0 1-1 0 0,0-1 1 0 0,1 1 0 0 0,-1-1 0 0 0,1 1-1 0 0,-1-1 1 0 0,0 1 0 0 0,1-1 0 0 0,-1 0-1 0 0,1 1 1 0 0,-1-1 0 0 0,1 0-1 0 0,-1 1 1 0 0,1-1 0 0 0,-1 0 0 0 0,1 0-1 0 0,0 1 1 0 0,1 3 91 0 0,7 13 18 0 0,-7-12-144 0 0,-1 0-62 0 0,2 7 54 0 0,-1 1 0 0 0,0 0 0 0 0,-1 0 0 0 0,-1-1 0 0 0,0 1 0 0 0,0 0 0 0 0,-5 24 0 0 0,4-32 172 0 0,1 2-128 0 0,-3 18-90 0 0,3-19 234 0 0,-1 1-207 0 0,-1 19 25 0 0,1-19 295 0 0,1-1-95 0 0,0 19-150 0 0,0-18 264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46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59 1440 0 0,'0'0'15966'0'0,"5"-1"-15832"0"0,13-5-141 0 0,-13 5 515 0 0,-6-4-769 0 0,-4-14 233 0 0,4 15 32 0 0,-2 1-110 0 0,2 1 89 0 0,0 1 0 0 0,-1-1 0 0 0,1 1 0 0 0,0-1 0 0 0,0 1 0 0 0,-1 0 0 0 0,1 0 0 0 0,-1 0 0 0 0,1 0 0 0 0,-4-2 173 0 0,-1 2-258 0 0,-17-1 7 0 0,17 1 210 0 0,1 3-81 0 0,-9 8-58 0 0,1 0 0 0 0,-1 1-1 0 0,2 1 1 0 0,-1 0-1 0 0,2 0 1 0 0,0 1 0 0 0,0 1-1 0 0,-14 25 1 0 0,-20 36 497 0 0,43-71-293 0 0,1 2-156 0 0,-4 17 42 0 0,4-17 407 0 0,4 0-403 0 0,10 16 81 0 0,-12-20-171 0 0,-1-1 0 0 0,1 0 1 0 0,0 0-1 0 0,0 0 0 0 0,0 0 0 0 0,-1 0 1 0 0,1 0-1 0 0,0 0 0 0 0,0 0 0 0 0,0 0 1 0 0,0-1-1 0 0,1 1 0 0 0,-1 0 0 0 0,0 0 1 0 0,0-1-1 0 0,0 1 0 0 0,1-1 0 0 0,-1 1 1 0 0,0-1-1 0 0,0 0 0 0 0,2 1 0 0 0,0-1-79 0 0,1 2-28 0 0,-1 0 0 0 0,0 0 0 0 0,1-1 0 0 0,-1 1 0 0 0,1-1 0 0 0,0 0 0 0 0,6 1 0 0 0,0 0-161 0 0,7 0-906 0 0,48-4-2709 0 0,-14 0-923 0 0,-17 0 1209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47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26 2760 0 0,'-2'-4'2789'0'0,"-6"-18"7943"0"0,6 27-10622 0 0,-13 33 66 0 0,14-28-138 0 0,2 16 379 0 0,-51 399 616 0 0,50-393-917 0 0,1 1 44 0 0,-3 77-612 0 0,2-103 435 0 0,0-2-349 0 0,2 25-519 0 0,-7-32 933 0 0,-17-3-17 0 0,17 4 790 0 0,2-24-478 0 0,3 20-267 0 0,1 4-50 0 0,1 0 0 0 0,-1-1 0 0 0,1 1 0 0 0,-1 0 0 0 0,0-1 0 0 0,0 1 1 0 0,1-1-1 0 0,-1 0 0 0 0,1-2 0 0 0,1 1 23 0 0,1-1-189 0 0,10-7 102 0 0,-1 0 0 0 0,2 1 1 0 0,-1 1-1 0 0,18-9 1 0 0,-28 16 35 0 0,1 0 80 0 0,50-6-54 0 0,-49 8 61 0 0,-2 2-136 0 0,12 8-11 0 0,-12-8 63 0 0,0 1 164 0 0,1 3-82 0 0,0 0 0 0 0,0 1 0 0 0,0-1 0 0 0,-1 1 0 0 0,0 0 0 0 0,0 0 0 0 0,-1 0 0 0 0,0 1 0 0 0,0-1 0 0 0,3 13 0 0 0,-5-17-52 0 0,0 2 190 0 0,1 1 25 0 0,4 22-76 0 0,-5-21-219 0 0,1-1 13 0 0,5 27-520 0 0,6 23-7581 0 0,-12-52 4603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47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4 105 5312 0 0,'0'0'3553'0'0,"-2"-36"6556"0"0,0 1-6509 0 0,6 1-4684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48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98 112 0 0,'0'0'12923'0'0,"0"-6"-12429"0"0,-3-52 2314 0 0,3 52-1614 0 0,-3 3-1097 0 0,0 0-98 0 0,1 1 0 0 0,-1-1 1 0 0,0 1-1 0 0,0 0 1 0 0,0 0-1 0 0,0 0 0 0 0,0 1 1 0 0,0-1-1 0 0,-1 1 1 0 0,-5-2-1 0 0,4 1 206 0 0,0 3-214 0 0,-18 2-159 0 0,17-3 9 0 0,6 1 155 0 0,-1-1 1 0 0,1 1-1 0 0,-1 0 1 0 0,1-1 0 0 0,-1 1-1 0 0,0-1 1 0 0,1 0-1 0 0,-1 1 1 0 0,0-1-1 0 0,0 1 1 0 0,1-1 0 0 0,-1 0-1 0 0,0 0 1 0 0,0 1-1 0 0,1-1 1 0 0,-1 0 0 0 0,-1 0-1 0 0,-19 7-152 0 0,6 1 178 0 0,1 1 0 0 0,1 0 0 0 0,0 0 0 0 0,0 2 1 0 0,-12 11-1 0 0,19-16-7 0 0,1 0 0 0 0,0 1 1 0 0,0 0-1 0 0,-7 13 0 0 0,9-15-57 0 0,0-1-39 0 0,1 1 69 0 0,0-3-5 0 0,1-1-1 0 0,1 0 1 0 0,-1 0 0 0 0,0 1-1 0 0,0-1 1 0 0,1 0 0 0 0,-1 0-1 0 0,0 0 1 0 0,1 1-1 0 0,-1-1 1 0 0,1 0 0 0 0,0 1-1 0 0,-1-1 1 0 0,1 0 0 0 0,0 1-1 0 0,0-1 1 0 0,0 0 0 0 0,0 1-1 0 0,0-1 1 0 0,1 3 0 0 0,2 18-88 0 0,-2-17 141 0 0,0-3-41 0 0,1-1 0 0 0,-1 0 0 0 0,1 0 0 0 0,-1 0 0 0 0,0 1 0 0 0,1-1 0 0 0,-1 1 0 0 0,0-1 0 0 0,2 4 0 0 0,0-2-188 0 0,1-1 45 0 0,45 18-166 0 0,-44-19 187 0 0,0-2-84 0 0,15-2 184 0 0,-15 2 6 0 0,-1-2-28 0 0,5-5 157 0 0,0 0-1 0 0,0 0 1 0 0,-1-1 0 0 0,-1 0 0 0 0,8-11 0 0 0,16-27 384 0 0,11-11-227 0 0,-40 54-146 0 0,2 0-13 0 0,10-13-156 0 0,-10 13-9 0 0,0 0 88 0 0,11-12 10 0 0,-11 12 183 0 0,0 1-217 0 0,14-7 41 0 0,-14 8 192 0 0,1 3-74 0 0,-3-1-139 0 0,0 0-22 0 0,0 0-1 0 0,-1 0 1 0 0,1 0-1 0 0,-1 0 1 0 0,1 0-1 0 0,0 0 1 0 0,-1 1 0 0 0,1-1-1 0 0,-1 1 1 0 0,1-1-1 0 0,0 1 1 0 0,1 1-1 0 0,9 16-44 0 0,-10-14 39 0 0,2 1-28 0 0,2 8 102 0 0,1 0 0 0 0,-2 0 0 0 0,0 0 0 0 0,0 1 0 0 0,4 25 0 0 0,6 17 81 0 0,-6-3-324 0 0,-8-48 338 0 0,0 1-132 0 0,-1-3-18 0 0,0-2 2 0 0,0 1 0 0 0,0 0 0 0 0,0 0 0 0 0,1 0 0 0 0,-1 0 0 0 0,0 0 0 0 0,1 0 0 0 0,-1-1 0 0 0,1 1 0 0 0,-1 0 0 0 0,1 0 0 0 0,2 2 0 0 0,1-5 0 0 0,15-6-133 0 0,-14 5-20 0 0,-3-3 125 0 0,5-8 4 0 0,15-29-21 0 0,41-57 0 0 0,-54 86 64 0 0,0 1 0 0 0,2 0 0 0 0,0 0 0 0 0,0 1 0 0 0,1 1-1 0 0,0 0 1 0 0,18-11 0 0 0,-26 18-96 0 0,11-1-58 0 0,-14 3 110 0 0,0 1 0 0 0,0-1 0 0 0,0 0 1 0 0,0 1-1 0 0,0-1 0 0 0,0 1 0 0 0,1 0 1 0 0,-1-1-1 0 0,0 1 0 0 0,0 0 0 0 0,0 0 1 0 0,1 0-1 0 0,-1 0 0 0 0,0 0 0 0 0,0 0 1 0 0,0 0-1 0 0,3 0 0 0 0,18 2 100 0 0,-16-2 69 0 0,0 3 149 0 0,9 6-147 0 0,0 1-1 0 0,0 1 1 0 0,-1 0 0 0 0,-1 1-1 0 0,0 1 1 0 0,0 0-1 0 0,-1 1 1 0 0,11 16 0 0 0,7 7-3278 0 0,0-5-4079 0 0,-27-29 3917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28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0 229 1464 0 0,'0'0'3608'0'0,"1"-5"-2788"0"0,0-18-53 0 0,-1 17 2288 0 0,1 1-2066 0 0,4-18-5 0 0,-4 17 821 0 0,0 1-1507 0 0,23-72 945 0 0,-22 73-664 0 0,1 22-180 0 0,5 6-388 0 0,16 127 341 0 0,-14-72-400 0 0,1-8 138 0 0,66 356 1570 0 0,-76-421-1203 0 0,1 1-95 0 0,1-1-507 0 0,1 1 829 0 0,-1 1 0 0 0,0 0 0 0 0,-1 0 0 0 0,1 0 0 0 0,0 12 0 0 0,4-22-441 0 0,21-8-32 0 0,-17 1-38 0 0,49-79-176 0 0,93-184-1 0 0,-93 159 1 0 0,98-210-846 0 0,-118 242-1549 0 0,-38 77 1691 0 0,0 0-238 0 0,0 1-59 0 0,5-7 1536 0 0,-6 6-4355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29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1 252 692 0 0,'0'0'6689'0'0,"4"-3"-6408"0"0,12-7-60 0 0,-12 8 755 0 0,9-13-646 0 0,-10 11 3264 0 0,-5-1-3681 0 0,1 2 155 0 0,-1-1 1 0 0,0 1 0 0 0,0 0-1 0 0,0 0 1 0 0,-1-1-1 0 0,1 1 1 0 0,-1 1 0 0 0,0-1-1 0 0,-3-3 1 0 0,2 4 2970 0 0,3-3-2896 0 0,-4-14 37 0 0,4 14 24 0 0,5 2-425 0 0,10-6 258 0 0,-10 6 0 0 0,2 1-165 0 0,81-23-64 0 0,138-20-1 0 0,93 11 695 0 0,-250 29-619 0 0,28 1 423 0 0,-91 3-426 0 0,1 1 1 0 0,18-2 43 0 0,-18 1 371 0 0,0 0-228 0 0,18-1 74 0 0,-19 1 45 0 0,1 1-131 0 0,57-2-550 0 0,-38-4 370 0 0,-20 4 477 0 0,9 19-11199 0 0,-11-14 7982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31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0 125 1252 0 0,'0'0'10781'0'0,"0"-6"-10166"0"0,0-18-210 0 0,0 19 288 0 0,3 1-706 0 0,31-27 520 0 0,-30 29-686 0 0,-3 1 191 0 0,1-1 0 0 0,-1 1 0 0 0,1 0 0 0 0,-1 1 1 0 0,1-1-1 0 0,-1 0 0 0 0,1 0 0 0 0,-1 1 1 0 0,1-1-1 0 0,0 1 0 0 0,3-1 0 0 0,-5 1 0 0 0,4-2 170 0 0,2 0-384 0 0,4 0 139 0 0,0 0 0 0 0,1 1 0 0 0,-1 1 0 0 0,1-1 1 0 0,-1 2-1 0 0,16 1 0 0 0,-20 0-138 0 0,-3 1-184 0 0,3 5 174 0 0,-1 0 0 0 0,0 0-1 0 0,0 0 1 0 0,-1 1-1 0 0,6 16 1 0 0,-9-20 107 0 0,-3 21-123 0 0,-2 0 0 0 0,0 0 0 0 0,-2 0 0 0 0,-1-1 1 0 0,-10 26-1 0 0,9-31-11 0 0,7-16 232 0 0,0-1 0 0 0,0 0 0 0 0,-1 0 0 0 0,1-1 0 0 0,-1 1 0 0 0,0 0 0 0 0,0 0 0 0 0,0-1 0 0 0,-5 5 0 0 0,6-6 5 0 0,-53 66-240 0 0,52-64 165 0 0,-1 2 105 0 0,-10 13 5 0 0,9-14-24 0 0,2-1-54 0 0,-6 6 112 0 0,15-22 100 0 0,-3 8-185 0 0,-4 4 14 0 0,1 0 0 0 0,0-1 0 0 0,0 1 0 0 0,0 0 0 0 0,0-1 0 0 0,0 1-1 0 0,1 0 1 0 0,-1 0 0 0 0,0 0 0 0 0,0 0 0 0 0,1 0 0 0 0,-1 0 0 0 0,1 1 0 0 0,-1-1-1 0 0,1 0 1 0 0,-1 1 0 0 0,2-1 0 0 0,5-2-16 0 0,162-104-19 0 0,-143 87 215 0 0,-1 0 1 0 0,-1-1 0 0 0,39-44 0 0 0,-62 62-140 0 0,2-1 4 0 0,10-12-90 0 0,-11 12-14 0 0,1 0-29 0 0,10-12 139 0 0,-10 12-21 0 0,-1 1-61 0 0,10-12 73 0 0,-10 11 137 0 0,0 1-248 0 0,20-36 916 0 0,-21 35 63 0 0,0 0-793 0 0,7-13 133 0 0,-7 13 582 0 0,-4-1-480 0 0,-4-15-240 0 0,5 15-81 0 0,-13 0-748 0 0,13 5 716 0 0,0-1 0 0 0,1 1 0 0 0,-1-1 0 0 0,0 1 0 0 0,0 0 0 0 0,0-1 0 0 0,0 1 0 0 0,0 0 0 0 0,0-1 0 0 0,0 1 0 0 0,0 0 0 0 0,0 0 0 0 0,0 0 0 0 0,0 0 0 0 0,0 0 0 0 0,0 0 0 0 0,0 0 0 0 0,0 1 0 0 0,0-1 0 0 0,0 0 0 0 0,0 0 0 0 0,-1 1 0 0 0,-5 1-52 0 0,0 0 0 0 0,0 0-1 0 0,0 0 1 0 0,1 1 0 0 0,0 0 0 0 0,-1 0 0 0 0,1 0 0 0 0,0 1 0 0 0,0 0 0 0 0,1 0-1 0 0,-1 1 1 0 0,1-1 0 0 0,0 1 0 0 0,0 0 0 0 0,1 1 0 0 0,-1-1 0 0 0,1 1-1 0 0,0 0 1 0 0,-5 10 0 0 0,-1 0-31 0 0,4-9 108 0 0,1 1 1 0 0,0-1-1 0 0,1 1 1 0 0,0 0-1 0 0,-6 17 0 0 0,4-4 141 0 0,5-16 80 0 0,1 2-2 0 0,2 5-154 0 0,0 0 1 0 0,0 1 0 0 0,2-1-1 0 0,-1-1 1 0 0,2 1-1 0 0,7 16 1 0 0,-5-17-36 0 0,0 1 0 0 0,1-1-1 0 0,0-1 1 0 0,11 12 0 0 0,77 63 560 0 0,-93-82-398 0 0,2 1-3 0 0,12 11 87 0 0,-12-11 57 0 0,-4-3-346 0 0,1-1 0 0 0,-1 1 0 0 0,1-1 0 0 0,-1 1-1 0 0,1 0 1 0 0,-1-1 0 0 0,0 1 0 0 0,1 0 0 0 0,-1 0-1 0 0,0 0 1 0 0,0 0 0 0 0,2 2 0 0 0,-1-1-7 0 0,2 0 138 0 0,1 0-41 0 0,13 6-54 0 0,-13-6-18 0 0,1-2-1194 0 0,19 2 314 0 0,-18-2-218 0 0,0 1-4172 0 0,21 1 2985 0 0,-21-1 419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32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0 236 0 0,'0'0'10878'0'0,"5"1"-10875"0"0,18 2 228 0 0,-17-2 301 0 0,-6 1-482 0 0,1-1 1 0 0,-1 0 0 0 0,0 1 0 0 0,1-1-1 0 0,0 0 1 0 0,-1 0 0 0 0,1 1-1 0 0,0-1 1 0 0,-1 0 0 0 0,1 0-1 0 0,0 0 1 0 0,2 2 0 0 0,-1-1 46 0 0,0 2 290 0 0,-3 5-655 0 0,0 0 0 0 0,0 0 0 0 0,-1-1 0 0 0,-4 14 0 0 0,3-12-1018 0 0,-1 1 0 0 0,0-2 1 0 0,-1 1-1 0 0,-7 11 0 0 0,-4 3-540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32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67 2388 0 0,'2'-4'2246'0'0,"18"-25"3544"0"0,-15 22-5782 0 0,-2 3 898 0 0,-3 3-894 0 0,0 1 0 0 0,0-1 0 0 0,0 1 0 0 0,0-1 1 0 0,0 1-1 0 0,1-1 0 0 0,-1 1 0 0 0,0-1 0 0 0,0 1 1 0 0,0-1-1 0 0,1 1 0 0 0,-1-1 0 0 0,0 1 0 0 0,1 0 1 0 0,-1-1-1 0 0,0 1 0 0 0,1-1 0 0 0,-1 1 0 0 0,0 0 0 0 0,1-1 1 0 0,-1 1-1 0 0,1 0 0 0 0,-1 0 0 0 0,1-1 0 0 0,0 1 1 0 0,-1 0 48 0 0,1-1 0 0 0,-1 1 0 0 0,1 0 1 0 0,-1 0-1 0 0,1-1 0 0 0,-1 1 1 0 0,1 0-1 0 0,-1-1 0 0 0,0 1 0 0 0,1 0 1 0 0,-1-1-1 0 0,0 1 0 0 0,1-1 1 0 0,-1 1-1 0 0,0 0 0 0 0,1-1 0 0 0,-1 1 1 0 0,0-1-1 0 0,0 1 0 0 0,0-1 0 0 0,0 1 1 0 0,1-1-1 0 0,-1 1 0 0 0,0-1 1 0 0,0 0-1 0 0,5 2 81 0 0,-1 1-116 0 0,15 4 468 0 0,-17 0-421 0 0,8 16-144 0 0,-8-16 32 0 0,0-1-6 0 0,5 15 100 0 0,-5-15 60 0 0,1 0-159 0 0,5 10 32 0 0,1-1 1 0 0,0 0-1 0 0,1 0 1 0 0,22 22-1 0 0,-28-32-69 0 0,1-1 0 0 0,0 0 0 0 0,0 0 1 0 0,0 0-1 0 0,1 0 0 0 0,-1-1 0 0 0,1 0 0 0 0,-1 0 0 0 0,8 2 0 0 0,-7-3-83 0 0,7 3-674 0 0,1-1 0 0 0,0-1 0 0 0,0 0 0 0 0,0-1 0 0 0,0 0 0 0 0,1-1 0 0 0,-1-1 1 0 0,0 0-1 0 0,0-1 0 0 0,17-5 0 0 0,9-1 560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33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532 126 1964 0 0,'4'-4'1616'0'0,"28"-35"2332"0"0,-29 36-2626 0 0,-3 2-1235 0 0,0 0-1 0 0,0 0 1 0 0,0 1 0 0 0,0-1-1 0 0,0 0 1 0 0,1 0-1 0 0,-1 0 1 0 0,0 1 0 0 0,0-1-1 0 0,1 0 1 0 0,-1 0 0 0 0,0 1-1 0 0,1-1 1 0 0,-1 0-1 0 0,1 1 1 0 0,-1-1 0 0 0,1 1-1 0 0,0-2 1 0 0,10-14 2352 0 0,11-28-467 0 0,-20 40-1191 0 0,-7 7-1104 0 0,-2 3 342 0 0,1-1-1 0 0,0 1 0 0 0,0 1 0 0 0,0-1 1 0 0,1 1-1 0 0,0 0 0 0 0,0 0 0 0 0,-5 12 0 0 0,-16 40 189 0 0,4 2 0 0 0,2 0 0 0 0,3 1 0 0 0,2 1 1 0 0,-8 92-1 0 0,13-11 124 0 0,3-18 12 0 0,3-81-236 0 0,0-24 106 0 0,-1-1 1 0 0,0 1-1 0 0,-2-1 1 0 0,0 0-1 0 0,-2 0 1 0 0,0-1-1 0 0,-13 20 0 0 0,17-32-153 0 0,-1-1-1 0 0,0 0 1 0 0,-1 0 0 0 0,0 0-1 0 0,0-1 1 0 0,0 0-1 0 0,0 0 1 0 0,-1-1-1 0 0,0 0 1 0 0,1 0-1 0 0,-12 3 1 0 0,-2 0 7 0 0,0-2 1 0 0,-34 5-1 0 0,55-10-64 0 0,-50 9 421 0 0,29-6-387 0 0,15-2-168 0 0,1 0-221 0 0,-19 1-275 0 0,18-1-214 0 0,0 0-3060 0 0,-18 1 90 0 0,18-2 267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36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484 219 1544 0 0,'0'0'14179'0'0,"4"-3"-14121"0"0,10-9 54 0 0,-10 9 53 0 0,-1 0-189 0 0,8-4-7 0 0,1 0-1 0 0,0 1 1 0 0,22-8 0 0 0,-23 10 124 0 0,-5-27 391 0 0,-5 27-487 0 0,0 0 0 0 0,0 0 0 0 0,0 0 0 0 0,0 0 0 0 0,-1-1 1 0 0,1 1-1 0 0,-1-6 0 0 0,-2-15-10 0 0,2 18 18 0 0,-2 3-225 0 0,-28-38-296 0 0,26 39 479 0 0,0 1 201 0 0,-14-3-243 0 0,14 4-96 0 0,-3 1 16 0 0,-14 1 169 0 0,0 1 1 0 0,0 1-1 0 0,0 1 1 0 0,0 1 0 0 0,1 0-1 0 0,0 2 1 0 0,0 0-1 0 0,0 2 1 0 0,1 0-1 0 0,-33 21 1 0 0,21-9-66 0 0,1 1 0 0 0,2 2 0 0 0,0 0 1 0 0,2 2-1 0 0,-38 46 0 0 0,56-60-82 0 0,0 0 0 0 0,1 1 1 0 0,-9 23-1 0 0,1-4-145 0 0,14-30 236 0 0,0 0 1 0 0,-1 0-1 0 0,1 1 1 0 0,0-1-1 0 0,1 1 0 0 0,-1-1 1 0 0,0 1-1 0 0,1-1 1 0 0,-1 1-1 0 0,1-1 1 0 0,0 4-1 0 0,-1 2-73 0 0,1-6 50 0 0,-1 0 1 0 0,1 1 0 0 0,-1-1-1 0 0,1 0 1 0 0,-1 1-1 0 0,1-1 1 0 0,0 1 0 0 0,0-1-1 0 0,1 0 1 0 0,-1 1 0 0 0,1 3-1 0 0,1 1-163 0 0,-2-2-11 0 0,1-1-1 0 0,0 1 1 0 0,0 0-1 0 0,1-1 1 0 0,-1 1-1 0 0,1-1 1 0 0,0 1-1 0 0,0-1 1 0 0,1 0-1 0 0,-1 0 1 0 0,1 0-1 0 0,3 4 1 0 0,2 1-869 0 0,0-1 1 0 0,1 1 0 0 0,10 7-1 0 0,4 3-521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36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190 171 284 0 0,'2'-5'1829'0'0,"6"-14"-334"0"0,-6 14 392 0 0,-2 3-1773 0 0,0 0 0 0 0,0 1 0 0 0,1-1 0 0 0,-1 0-1 0 0,0 1 1 0 0,1-1 0 0 0,0 0 0 0 0,-1 1 0 0 0,1-1 0 0 0,0 1 0 0 0,1-3-1 0 0,0 0 109 0 0,0-1 1651 0 0,0 0-1303 0 0,12-47 2937 0 0,-13 46-2809 0 0,-2 2-856 0 0,-2-1 243 0 0,0 0 0 0 0,0 1 0 0 0,0-1 0 0 0,0 1 0 0 0,-1 0 0 0 0,-4-5 1 0 0,4 6 417 0 0,-1 2-424 0 0,-18-2-33 0 0,18 2 101 0 0,-1 3-176 0 0,-16 4-55 0 0,16-5-93 0 0,1 2-128 0 0,-9 5 180 0 0,1 1 0 0 0,1 0 0 0 0,0 0-1 0 0,0 1 1 0 0,-12 15 0 0 0,-9 20-336 0 0,31-40 296 0 0,0 1 70 0 0,1 36-142 0 0,1-40 190 0 0,0 1-1 0 0,0-1 1 0 0,1 1 0 0 0,-1-1 0 0 0,1 1-1 0 0,0-1 1 0 0,-1 0 0 0 0,1 1 0 0 0,0-1-1 0 0,0 0 1 0 0,1 0 0 0 0,-1 0 0 0 0,0 0-1 0 0,1 0 1 0 0,-1 0 0 0 0,1 0 0 0 0,0 0 0 0 0,0 0-1 0 0,2 1 1 0 0,10 5-255 0 0,0 0 0 0 0,0-1 0 0 0,28 8 0 0 0,-22-10 227 0 0,-15-4-15 0 0,0 0 90 0 0,16 0-73 0 0,-15-1 132 0 0,0-1 31 0 0,23-6 696 0 0,-25 4-522 0 0,13-10-142 0 0,-13 9 49 0 0,-2 0-78 0 0,8-13-161 0 0,-8 13 230 0 0,0-1-62 0 0,6-13-78 0 0,-6 14 331 0 0,0-1-68 0 0,6-14-140 0 0,-7 15 47 0 0,-4 8-513 0 0,-1 2 299 0 0,1 1 0 0 0,-1 0 0 0 0,1-1 1 0 0,0 1-1 0 0,-2 10 0 0 0,4-11-19 0 0,1-5-4 0 0,-1 1 1 0 0,1 0-1 0 0,0-1 1 0 0,0 1-1 0 0,0 0 1 0 0,0-1 0 0 0,0 1-1 0 0,0-1 1 0 0,1 1-1 0 0,-1 0 1 0 0,1-1-1 0 0,0 4 1 0 0,0-3-66 0 0,-1-1 40 0 0,0 1-1 0 0,0-1 0 0 0,0 1 1 0 0,1-1-1 0 0,-1 1 0 0 0,0-1 1 0 0,1 1-1 0 0,-1-1 0 0 0,1 0 1 0 0,-1 1-1 0 0,1-1 0 0 0,0 1 1 0 0,0-1-1 0 0,1 1 0 0 0,0 2-183 0 0,-1-2 156 0 0,-1-1 0 0 0,1 0 0 0 0,0 0 1 0 0,0 0-1 0 0,-1 0 0 0 0,1 1 1 0 0,0-1-1 0 0,0 0 0 0 0,0 0 0 0 0,0-1 1 0 0,0 1-1 0 0,0 0 0 0 0,1 0 1 0 0,-1 0-1 0 0,0-1 0 0 0,0 1 0 0 0,2 0 1 0 0,3 2-385 0 0,38 25-3385 0 0,-19-18 2873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38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47 728 0 0,'0'0'2026'0'0,"4"-3"-1544"0"0,12-9-86 0 0,-13 10 1382 0 0,1-1-1504 0 0,14-12 2450 0 0,-2 7-2826 0 0,-12 7 119 0 0,1-1 185 0 0,-1 4-156 0 0,14 8 24 0 0,-14-7 107 0 0,0-1 57 0 0,31 23 237 0 0,-31-23-330 0 0,2 1 13 0 0,125 52-135 0 0,-127-54 55 0 0,2 0 95 0 0,88 18 1287 0 0,-49-18-8567 0 0,-33-1 6899 0 0,-6 0-573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39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32 103 1340 0 0,'0'0'1480'0'0,"-4"-3"-417"0"0,-11-7-13 0 0,11 8 3723 0 0,3-3-4566 0 0,-5-14 55 0 0,4 14 347 0 0,6 1-649 0 0,10-10-16 0 0,-10 11 88 0 0,1 1-95 0 0,15-3 211 0 0,-15 4-7 0 0,0 1-257 0 0,18 3 20 0 0,-18-3 335 0 0,1 3-158 0 0,0 1-169 0 0,1 1 0 0 0,-1 0 0 0 0,0 0 0 0 0,0 1 0 0 0,0 0 0 0 0,-1 0 0 0 0,10 13 0 0 0,-12-14 36 0 0,-2 1 9 0 0,4 19-96 0 0,-4-18 44 0 0,-2-3 0 0 0,-4 16-32 0 0,4-16-62 0 0,0 1-19 0 0,-23 72-945 0 0,22-73 983 0 0,1-8 16 0 0,-6-14 44 0 0,5 13 264 0 0,6-16-197 0 0,-4 16 23 0 0,1-1 57 0 0,0 2 35 0 0,2-3-86 0 0,-1 0-1 0 0,1 1 1 0 0,0-1-1 0 0,0 1 1 0 0,1 0 0 0 0,0 0-1 0 0,0 0 1 0 0,0 0-1 0 0,1 0 1 0 0,-1 1-1 0 0,10-8 1 0 0,-3 3 91 0 0,73-59 256 0 0,-79 66-93 0 0,-4 3-235 0 0,-1 0 0 0 0,1 0 0 0 0,0 0 0 0 0,0 0 0 0 0,-1 1 0 0 0,1-1 0 0 0,0-1 0 0 0,0 1 1 0 0,-1 0-1 0 0,1 0 0 0 0,0 0 0 0 0,0 0 0 0 0,-1 0 0 0 0,1-1 0 0 0,0 1 0 0 0,0 0 0 0 0,-1-1 0 0 0,1 1 0 0 0,0-1 0 0 0,-1 1 0 0 0,1-1 0 0 0,0 0 0 0 0,0 1-3 0 0,0-1 0 0 0,0 0 0 0 0,-1 1 0 0 0,1-1-1 0 0,0 1 1 0 0,0-1 0 0 0,0 1 0 0 0,0-1 0 0 0,0 1 0 0 0,0 0 0 0 0,0-1 0 0 0,0 1-1 0 0,0 0 1 0 0,2 0 0 0 0,15-7 306 0 0,-15 5-267 0 0,1 0 8 0 0,3 1-42 0 0,55 4 630 0 0,-56-2-22 0 0,-4-1-605 0 0,-1 1 1 0 0,1-1-1 0 0,-1 0 0 0 0,1 1 1 0 0,-1 0-1 0 0,1-1 0 0 0,-1 1 1 0 0,0 0-1 0 0,1 0 1 0 0,-1 0-1 0 0,0-1 0 0 0,3 3 1 0 0,-2-1-1 0 0,3 1 7 0 0,-2 0 41 0 0,3 4-11 0 0,0 1 0 0 0,-1-1 0 0 0,0 1-1 0 0,-1 0 1 0 0,0 0 0 0 0,0 0 0 0 0,0 0 0 0 0,-1 1 0 0 0,3 16 0 0 0,-4-19-631 0 0,-1 16-4389 0 0,0-15 4374 0 0,0-1-799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40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126 103 1136 0 0,'0'0'1326'0'0,"1"-5"-176"0"0,3-17-266 0 0,-3 16 1904 0 0,-1 0-2305 0 0,7-52 3216 0 0,-6 52-2746 0 0,-1 12-865 0 0,1 34 33 0 0,-2-1-1 0 0,-2 1 1 0 0,-11 61-1 0 0,-40 122 516 0 0,36-152-594 0 0,-14 35-48 0 0,27-87-33 0 0,4-14 78 0 0,-1 1 95 0 0,-5 17-31 0 0,5-18 111 0 0,20-12-859 0 0,-15 5 576 0 0,1 0-21 0 0,-4 2 96 0 0,0-1-1 0 0,0 1 1 0 0,0-1 0 0 0,1 1 0 0 0,-1-1-1 0 0,0 1 1 0 0,0-1 0 0 0,0 1 0 0 0,0 0-1 0 0,1-1 1 0 0,-1 1 0 0 0,0-1 0 0 0,1 1-1 0 0,-1 0 1 0 0,0-1 0 0 0,0 1 0 0 0,1 0-1 0 0,-1-1 1 0 0,1 1 0 0 0,-1 0 0 0 0,0-1-1 0 0,1 1 1 0 0,-1 0 0 0 0,1 0-1 0 0,-1 0 1 0 0,1-1 0 0 0,0 1-5 0 0,0 0 1 0 0,-1 0-1 0 0,1-1 0 0 0,-1 1 1 0 0,1 0-1 0 0,-1-1 1 0 0,1 1-1 0 0,-1 0 0 0 0,0-1 1 0 0,1 1-1 0 0,-1 0 0 0 0,1-1 1 0 0,-1 1-1 0 0,0-1 1 0 0,1 1-1 0 0,-1-1 0 0 0,0 1 1 0 0,0-1-1 0 0,1 1 0 0 0,-1-1 1 0 0,0 1-1 0 0,0-1 1 0 0,1 0-1 0 0,-1 1 2 0 0,0-1 0 0 0,0 0 0 0 0,0 1 1 0 0,1-1-1 0 0,-1 1 0 0 0,0-1 0 0 0,1 1 0 0 0,-1-1 1 0 0,0 0-1 0 0,1 1 0 0 0,-1 0 0 0 0,1-1 0 0 0,-1 1 0 0 0,1-1 1 0 0,-1 1-1 0 0,1-1 0 0 0,-1 1 0 0 0,1 0 0 0 0,-1-1 0 0 0,1 1 1 0 0,0 0-1 0 0,-1 0 0 0 0,2-1 0 0 0,-2 1-15 0 0,1 0-1 0 0,-1 0 1 0 0,1 0-1 0 0,-1 0 0 0 0,1-1 1 0 0,-1 1-1 0 0,1 0 1 0 0,-1 0-1 0 0,1-1 1 0 0,-1 1-1 0 0,1 0 0 0 0,-1-1 1 0 0,1 1-1 0 0,-1-1 1 0 0,0 1-1 0 0,1 0 1 0 0,-1-1-1 0 0,0 1 1 0 0,1-1-1 0 0,-1 1 0 0 0,0-1 1 0 0,0 1-1 0 0,1-1 1 0 0,-1 1-1 0 0,0-1 1 0 0,0 1-1 0 0,0-2 1 0 0,5-1-142 0 0,16-9 254 0 0,-15 8 170 0 0,-1 1-190 0 0,46-21-424 0 0,-47 22 304 0 0,3 1-64 0 0,59-5-20 0 0,-59 6 90 0 0,-2 2 191 0 0,17 5-75 0 0,-17-5-57 0 0,0 1-87 0 0,33 34-683 0 0,-35-34 705 0 0,-1 4-42 0 0,-1-3 77 0 0,1-1 7 0 0,-1 1 0 0 0,0 0-1 0 0,0 0 1 0 0,0 0 0 0 0,0 1 0 0 0,-1-1-1 0 0,1 0 1 0 0,-1 0 0 0 0,0 0-1 0 0,0 0 1 0 0,-1 1 0 0 0,1-1 0 0 0,-1 0-1 0 0,-1 5 1 0 0,-3 5 145 0 0,-1 0 0 0 0,0-1-1 0 0,-1 1 1 0 0,-1-2 0 0 0,0 1 0 0 0,0-1-1 0 0,-2 0 1 0 0,1 0 0 0 0,-19 16 0 0 0,18-19 37 0 0,0-1 0 0 0,-1 0 0 0 0,0 0 0 0 0,0-1 0 0 0,0-1 0 0 0,-1 0 0 0 0,0 0 0 0 0,0-1 0 0 0,0-1 0 0 0,-24 6 0 0 0,29-9-236 0 0,1 0-110 0 0,-54-5-4285 0 0,54 3 1521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40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0 242 2832 0 0,'0'0'7522'0'0,"6"-1"-6575"0"0,18-2-140 0 0,-18 2-211 0 0,-2-1-118 0 0,13-4-174 0 0,-13 4 10 0 0,2 0-89 0 0,59-17 484 0 0,-29 10-455 0 0,70-30 1 0 0,-73 21-239 0 0,35-25 0 0 0,-63 39 137 0 0,-3 2-169 0 0,0-1 0 0 0,0-1 1 0 0,0 1-1 0 0,0 0 0 0 0,0 0 0 0 0,-1-1 0 0 0,1 1 0 0 0,-1-1 1 0 0,0 0-1 0 0,0 1 0 0 0,-1-1 0 0 0,1-3 0 0 0,-1 6 71 0 0,2-4 72 0 0,-7-15-543 0 0,3 15 397 0 0,0-1-61 0 0,-2 5-134 0 0,1-1 209 0 0,1 1-1 0 0,-1 0 1 0 0,0 1 0 0 0,1-1-1 0 0,-1 0 1 0 0,0 1-1 0 0,0-1 1 0 0,0 1-1 0 0,0 0 1 0 0,0 0 0 0 0,1 0-1 0 0,-1 0 1 0 0,0 1-1 0 0,0-1 1 0 0,0 1-1 0 0,0 0 1 0 0,1-1 0 0 0,-1 1-1 0 0,-5 3 1 0 0,-14 8 282 0 0,1 2-1 0 0,0 0 1 0 0,-28 25 0 0 0,46-36-208 0 0,-32 31 74 0 0,32-32-82 0 0,1 0-1 0 0,1 0 1 0 0,-1 1 0 0 0,0-1 0 0 0,0 0 0 0 0,1 1 0 0 0,0 0 0 0 0,-1-1-1 0 0,1 1 1 0 0,0 0 0 0 0,0-1 0 0 0,0 1 0 0 0,1 0 0 0 0,-1 0 0 0 0,1 0-1 0 0,-1 3 1 0 0,6 23 16 0 0,0-18-46 0 0,5-2-548 0 0,0-2-1 0 0,0 0 0 0 0,1 0 1 0 0,19 9-1 0 0,-21-11-578 0 0,1-1 0 0 0,0-1 0 0 0,-1 0 1 0 0,1 0-1 0 0,0-1 0 0 0,19 2 0 0 0,6-6-2245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9:54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62 1784 0 0,'0'-6'2111'0'0,"-1"-12"-529"0"0,1 13-123 0 0,0 1 1 0 0,0 0-1 0 0,0 0 1 0 0,0-1-1 0 0,1 1 0 0 0,2-7 1 0 0,-21 27-1418 0 0,11-4 31 0 0,-25 107 159 0 0,16-59 59 0 0,8-30-62 0 0,1 1 0 0 0,-4 58 0 0 0,10-84-112 0 0,0 2 2 0 0,-1 19 63 0 0,1-20 74 0 0,0 1-257 0 0,-2 19 99 0 0,2-20-35 0 0,0-1-27 0 0,-3 16-44 0 0,3-16 454 0 0,1 0-339 0 0,-2 8-43 0 0,5-9 28 0 0,6-16 215 0 0,-6 7-293 0 0,-1 1-10 0 0,22-37-386 0 0,-21 37 362 0 0,-3 2-112 0 0,0 0 116 0 0,1 1-1 0 0,-1-1 0 0 0,1 0 1 0 0,-1 0-1 0 0,1 0 0 0 0,0 1 1 0 0,0-1-1 0 0,0 0 0 0 0,0 1 1 0 0,0-1-1 0 0,0 1 0 0 0,1-1 1 0 0,1-1-1 0 0,1-2-218 0 0,9-11 197 0 0,-10 12 105 0 0,2 1 102 0 0,11-10-71 0 0,-11 10-23 0 0,-1 1-131 0 0,14-7 151 0 0,-14 7-34 0 0,2 0-90 0 0,18-2-64 0 0,-18 2-85 0 0,0 2-60 0 0,21-1 139 0 0,-20 1 4 0 0,-2 1 10 0 0,15 4 95 0 0,-15-4 62 0 0,1 1-72 0 0,46 23-175 0 0,-48-23 204 0 0,14 11 117 0 0,-14-11-90 0 0,0 4-17 0 0,0-1 0 0 0,0 1 0 0 0,0-1 0 0 0,-1 1 0 0 0,4 7 0 0 0,-7-11-48 0 0,2 2-127 0 0,0 0 152 0 0,3 14 65 0 0,-3-14-105 0 0,-2 2-144 0 0,1 20 164 0 0,0-20 81 0 0,-3-1-16 0 0,-4 16-83 0 0,5-15 50 0 0,-1-1-10 0 0,-20 47 74 0 0,19-47-14 0 0,1-1-118 0 0,-25 39 96 0 0,24-38-112 0 0,-1-1-32 0 0,-7 6 179 0 0,-1 0 1 0 0,0-1-1 0 0,-1 0 0 0 0,0-1 1 0 0,0 0-1 0 0,-1-1 1 0 0,0-1-1 0 0,0 0 1 0 0,-1-1-1 0 0,1-1 1 0 0,-19 4-1 0 0,28-7 149 0 0,-3-1-42 0 0,-20 1 46 0 0,21-1 87 0 0,0-1-54 0 0,-13-3 228 0 0,0-1 1 0 0,-25-11-1 0 0,41 14-247 0 0,-1-2 6 0 0,-15-11-210 0 0,15 11 37 0 0,2 0-171 0 0,-10-12-52 0 0,10 12-140 0 0,0 1-258 0 0,2 2 1002 0 0,-14-15-3371 0 0,14 15 1983 0 0,0 0 1 0 0,0-1-1 0 0,0 0 1 0 0,0 1-1 0 0,0-1 0 0 0,0 0 1 0 0,0 1-1 0 0,0-1 1 0 0,1 0-1 0 0,-1 0 1 0 0,0-3-1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9:55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34 258 432 0 0,'-33'-1'18415'0'0,"37"-2"-18214"0"0,12-6 20 0 0,-12 7-67 0 0,0-2 31 0 0,44-50-131 0 0,26-27 364 0 0,-67 74-496 0 0,0 0 1 0 0,0-1-1 0 0,9-14 1 0 0,-11 15 60 0 0,-3 4 8 0 0,3-1-47 0 0,12-12 63 0 0,-12 12-160 0 0,-4 3 145 0 0,1 0 1 0 0,-1 1-1 0 0,1-1 1 0 0,-1 0-1 0 0,1 0 1 0 0,-1 1-1 0 0,0-1 1 0 0,0 0-1 0 0,1 0 1 0 0,-1-1-1 0 0,0 1 1 0 0,1-2 0 0 0,-1 3-14 0 0,3-3-129 0 0,1 1 148 0 0,3 0 30 0 0,0 0 0 0 0,1 1 0 0 0,-1 0 0 0 0,1 1-1 0 0,9 0 1 0 0,-11 1 28 0 0,-1 2-145 0 0,19 11 50 0 0,-2 1 0 0 0,1 1 0 0 0,-2 2-1 0 0,-1 0 1 0 0,0 1 0 0 0,-1 1 0 0 0,-1 1 0 0 0,-1 0 0 0 0,22 36 0 0 0,-4-8 41 0 0,-32-44 423 0 0,-1-1-358 0 0,8 14 4 0 0,-8-13 528 0 0,0-1-326 0 0,8 12-60 0 0,-9-12 473 0 0,9 14-1209 0 0,-9-14-78 0 0,-1-1-2504 0 0,0-1 2530 0 0,0-1 1 0 0,0 1-1 0 0,0-1 1 0 0,0 0-1 0 0,1 1 1 0 0,-1-1-1 0 0,0 0 1 0 0,3 2-1 0 0,-1 0-3353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9:58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623 281 2208 0 0,'0'0'13059'0'0,"0"-6"-12773"0"0,0-18 82 0 0,0 18 538 0 0,2 1-857 0 0,14-38-421 0 0,-14 39 495 0 0,5-14 11 0 0,-5 15-80 0 0,-1-1 259 0 0,1 0-199 0 0,2-15 11 0 0,-3 14-160 0 0,1 0-279 0 0,3-52-40 0 0,-5 51 406 0 0,0 1 82 0 0,-17-44-164 0 0,15 45 18 0 0,-3 1 44 0 0,-16-5-42 0 0,15 6-111 0 0,0 2 72 0 0,-20 4 120 0 0,-49 14 0 0 0,40-3 81 0 0,0 2 0 0 0,-62 41 0 0 0,87-50-97 0 0,-39 29-59 0 0,44-32-39 0 0,-8 11-208 0 0,-60 83-364 0 0,61-81 653 0 0,9-14-18 0 0,1-1 62 0 0,-1 1-139 0 0,1 0-1 0 0,0 0 1 0 0,0 0 0 0 0,1 0-1 0 0,-1 0 1 0 0,1 0-1 0 0,0 0 1 0 0,0 0 0 0 0,1 1-1 0 0,-1 6 1 0 0,1-11 53 0 0,0 1 1 0 0,0-1 0 0 0,0 1-1 0 0,0-1 1 0 0,0 1-1 0 0,1-1 1 0 0,-1 1-1 0 0,0-1 1 0 0,0 1-1 0 0,1-1 1 0 0,-1 1 0 0 0,0-1-1 0 0,1 1 1 0 0,-1-1-1 0 0,0 1 1 0 0,1-1-1 0 0,-1 0 1 0 0,1 1 0 0 0,-1-1-1 0 0,0 0 1 0 0,1 1-1 0 0,-1-1 1 0 0,1 0-1 0 0,-1 0 1 0 0,2 1 0 0 0,-2-1 13 0 0,1 0 0 0 0,-1 1 0 0 0,1-1 1 0 0,-1 0-1 0 0,1 0 0 0 0,-1 1 0 0 0,1-1 0 0 0,-1 0 1 0 0,1 1-1 0 0,-1-1 0 0 0,0 0 0 0 0,1 1 1 0 0,-1-1-1 0 0,1 1 0 0 0,-1-1 0 0 0,0 1 0 0 0,0-1 1 0 0,1 1-1 0 0,-1-1 0 0 0,0 1 0 0 0,0-1 1 0 0,0 1-1 0 0,1-1 0 0 0,-1 1 0 0 0,0 0 0 0 0,5 2-46 0 0,25 11-231 0 0,49 15 1 0 0,35 14 335 0 0,-61-18 457 0 0,17 15-422 0 0,-67-37-69 0 0,1 0-8 0 0,11 10-133 0 0,-11-10-52 0 0,-4-3 151 0 0,0 1 0 0 0,0 0 0 0 0,0-1 0 0 0,0 1 0 0 0,1-1 0 0 0,-1 1 0 0 0,0-1 0 0 0,0 1 0 0 0,0 0 0 0 0,0-1 0 0 0,1 1 0 0 0,-1-1 0 0 0,0 1-1 0 0,1-1 1 0 0,-1 1 0 0 0,0-1 0 0 0,1 1 0 0 0,-1-1 0 0 0,0 1 0 0 0,1-1 0 0 0,0 1 0 0 0,11 16 93 0 0,-2 4-195 0 0,-8-16 48 0 0,-1 2-40 0 0,0 1 60 0 0,-1-6 45 0 0,1 1 0 0 0,-1 0 0 0 0,0-1 0 0 0,0 1 1 0 0,0 0-1 0 0,0 0 0 0 0,0-1 0 0 0,0 1 0 0 0,-1 0 0 0 0,-1 3 0 0 0,-5 15 1 0 0,-1-1-1 0 0,-1 0 1 0 0,-22 36 0 0 0,13-35 105 0 0,0-1 0 0 0,-1-1 0 0 0,-38 28 0 0 0,-66 37 433 0 0,96-70-751 0 0,5-7 166 0 0,-36 12 467 0 0,53-18-285 0 0,-2 0-143 0 0,3-1-46 0 0,-2 1 61 0 0,0-1 0 0 0,0 0 0 0 0,0 0 0 0 0,0 0 0 0 0,0-1 0 0 0,0 0 0 0 0,0 0 0 0 0,-10-3 0 0 0,-51-27 368 0 0,64 28-238 0 0,-1-1-14 0 0,-9-14-39 0 0,10 14-18 0 0,1-1-87 0 0,-7-16-20 0 0,6 16 120 0 0,2-1-94 0 0,0-2-37 0 0,1 0 0 0 0,0 0-1 0 0,0 0 1 0 0,0 1 0 0 0,1-1 0 0 0,0 0 0 0 0,1 0 0 0 0,0 0 0 0 0,0 1 0 0 0,0-1 0 0 0,8-13 0 0 0,-8 17 3 0 0,1-1 131 0 0,8-13-67 0 0,-8 13-160 0 0,0 3-66 0 0,1-1 213 0 0,0 1 0 0 0,0 0 0 0 0,0 0 0 0 0,0 0 0 0 0,0 1 0 0 0,0-1 0 0 0,1 1 0 0 0,6-1 0 0 0,-6 1 54 0 0,-3 5 147 0 0,17 37 195 0 0,-17-36-138 0 0,5 5 142 0 0,-4-4-3251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9:59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89 156 1380 0 0,'0'0'1759'0'0,"2"-4"-478"0"0,19-40 3142 0 0,-19 40-3300 0 0,0 0-619 0 0,7-12-62 0 0,-6 12 1928 0 0,7-16-1027 0 0,-8 16-449 0 0,0 0-876 0 0,0 1-279 0 0,1-2 407 0 0,-1 0-1 0 0,0-1 1 0 0,0 1 0 0 0,0 0 0 0 0,0-1-1 0 0,1-10 1 0 0,-9 16-191 0 0,-20 1 135 0 0,20 0-65 0 0,2 2-76 0 0,-14 9 260 0 0,14-8-27 0 0,0-2-100 0 0,-44 47-230 0 0,45-46 18 0 0,0 3 101 0 0,-10 17-4 0 0,10-18 118 0 0,3-3-71 0 0,-1 0 1 0 0,1-1-1 0 0,-1 1 1 0 0,1 0 0 0 0,-1 0-1 0 0,1-1 1 0 0,-1 1-1 0 0,0-1 1 0 0,0 1-1 0 0,1-1 1 0 0,-1 1-1 0 0,-2 1 1 0 0,0 1 11 0 0,1 1-34 0 0,1 0-95 0 0,-4 14 52 0 0,4-14 250 0 0,1 1-43 0 0,0 20-91 0 0,0-20 179 0 0,3-1-119 0 0,23 39-26 0 0,-23-41 12 0 0,0 0 25 0 0,10 10-103 0 0,-9-10 45 0 0,0-1-17 0 0,11 8-79 0 0,-11-7 113 0 0,0-1-171 0 0,40 17-102 0 0,-39-17 234 0 0,0-2-35 0 0,16 3-84 0 0,-15-2 97 0 0,1-1-78 0 0,20 0 112 0 0,-21 0-104 0 0,0-2-13 0 0,15-3-44 0 0,-16 4 101 0 0,1-2 129 0 0,40-19-106 0 0,-43 20 61 0 0,15-12-337 0 0,-14 10 277 0 0,1 0 0 0 0,-1 0 0 0 0,0 0 0 0 0,0-1 0 0 0,0 0 0 0 0,4-7 0 0 0,-6 8-72 0 0,1 0-51 0 0,6-11-2 0 0,-7 11 172 0 0,1-1 115 0 0,5-14-77 0 0,-6 14 161 0 0,-2-1-445 0 0,-2-18 162 0 0,2 17-10 0 0,-3 3-96 0 0,-33-31 860 0 0,32 32-775 0 0,-1 0-58 0 0,-16-6 158 0 0,16 6 15 0 0,1 1-154 0 0,3 2-639 0 0,-26-16 1629 0 0,16 11-4113 0 0,2 3-4699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01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94 924 0 0,'0'0'6987'0'0,"1"-5"-6463"0"0,2-16 68 0 0,-2 16 3320 0 0,-1-1-3737 0 0,-7-46 1398 0 0,5 48-464 0 0,-4 5-1222 0 0,0 1 65 0 0,-17 3-324 0 0,21-1 39 0 0,-20 39 110 0 0,19-38-13 0 0,-2 21-131 0 0,3-19 300 0 0,0-1-129 0 0,0 0 80 0 0,-5 19 97 0 0,6-19 189 0 0,0-1 23 0 0,-1 17-82 0 0,1-17 394 0 0,2 2-391 0 0,2 18-85 0 0,-2-19 110 0 0,1-2-138 0 0,24 32 136 0 0,-23-33-203 0 0,1-1 94 0 0,14 8 116 0 0,-14-7-122 0 0,1-2-74 0 0,16 4 39 0 0,-15-4 286 0 0,0-2-133 0 0,2 0-131 0 0,1 0 0 0 0,0-1 0 0 0,15-5 0 0 0,-20 5-91 0 0,0 0 23 0 0,3-2 63 0 0,-1 0 0 0 0,1-1 1 0 0,-1 1-1 0 0,0-1 0 0 0,-1 0 0 0 0,1-1 0 0 0,-1 1 1 0 0,0-1-1 0 0,0 0 0 0 0,7-13 0 0 0,-10 15 498 0 0,-1 2-500 0 0,0 1 0 0 0,-1-1-1 0 0,1 1 1 0 0,0-1 0 0 0,0 1 0 0 0,0 0-1 0 0,0-1 1 0 0,0 1 0 0 0,0 0 0 0 0,0 0-1 0 0,1 0 1 0 0,0-2 0 0 0,-1 3 10 0 0,2-4 120 0 0,-1 0-335 0 0,8-11 226 0 0,-8 11 522 0 0,1 9-1242 0 0,9 13 737 0 0,-9-14-135 0 0,-1 1 145 0 0,8 17-171 0 0,-8-17 83 0 0,1 0 136 0 0,10 17-92 0 0,-10-17 50 0 0,1-1-70 0 0,10 13 23 0 0,-10-13 52 0 0,-2-3-56 0 0,-1-1 0 0 0,1 1 1 0 0,-1 0-1 0 0,1 0 0 0 0,-1 1 1 0 0,0-1-1 0 0,1 0 0 0 0,-1 0 1 0 0,0 1-1 0 0,2 2 0 0 0,1-1 41 0 0,0-1 16 0 0,14 4 42 0 0,-14-4 125 0 0,2-1-145 0 0,17 4 102 0 0,-17-4 102 0 0,-1-3-50 0 0,16-3-75 0 0,-16 4-68 0 0,-1-3-126 0 0,11-10 51 0 0,-11 10 37 0 0,-2 0 21 0 0,11-43-380 0 0,-12 42 220 0 0,-1-1 36 0 0,0-59 322 0 0,0 58-384 0 0,-1 1 110 0 0,-1-17 125 0 0,2 18-192 0 0,-1-1-343 0 0,-1-15 337 0 0,1 15-736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02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163 126 580 0 0,'0'0'7225'0'0,"2"5"-6904"0"0,6 13-182 0 0,-6-13 645 0 0,4-6-668 0 0,0 1-71 0 0,-4 0-26 0 0,0 0-1 0 0,0 0 0 0 0,0 0 0 0 0,0 0 0 0 0,0-1 0 0 0,0 1 1 0 0,0-1-1 0 0,0 1 0 0 0,0-1 0 0 0,3-1 124 0 0,18-9-7 0 0,-18 9 61 0 0,-5 2-190 0 0,0-1 1 0 0,0 1-1 0 0,0 0 1 0 0,1-1-1 0 0,-1 1 1 0 0,0 0-1 0 0,0-1 1 0 0,0 1-1 0 0,1-1 1 0 0,-1 1-1 0 0,0 0 1 0 0,0 0-1 0 0,1-1 1 0 0,-1 1-1 0 0,0 0 1 0 0,0-1-1 0 0,1 1 1 0 0,-1 0-1 0 0,0 0 1 0 0,1-1-1 0 0,-1 1 1 0 0,0 0-1 0 0,1 0 1 0 0,-1 0-1 0 0,1 0 1 0 0,-1-1-1 0 0,15-11 901 0 0,-6-3-779 0 0,-6 11 343 0 0,-2 0-198 0 0,3-16-42 0 0,-2 15 984 0 0,-3 0-1038 0 0,0 2-160 0 0,0 0 0 0 0,0 0 0 0 0,0-1 0 0 0,0 1 0 0 0,0 0-1 0 0,-1 1 1 0 0,1-1 0 0 0,-1 0 0 0 0,0 0 0 0 0,0 1 0 0 0,0-1 0 0 0,0 1 0 0 0,0-1 0 0 0,0 1 0 0 0,-1 0 0 0 0,1 0 0 0 0,-1 0-1 0 0,0 0 1 0 0,1 0 0 0 0,-6-2 0 0 0,3 3 61 0 0,-1 0-266 0 0,-16-2 136 0 0,17 3-108 0 0,-1 0-52 0 0,-45 13 269 0 0,47-11-74 0 0,-1 0-39 0 0,-34 26-35 0 0,35-25-63 0 0,-1 0 129 0 0,-35 30 21 0 0,37-30-20 0 0,0 1 124 0 0,-25 41 651 0 0,26-41-140 0 0,1 2-557 0 0,-4 17 147 0 0,4-17 350 0 0,3-1-300 0 0,5 16-93 0 0,-6-16-2 0 0,4-1 97 0 0,5 2-187 0 0,0 0 0 0 0,0 0 0 0 0,1-1 1 0 0,0 0-1 0 0,0-1 0 0 0,21 5 0 0 0,46 8-3087 0 0,-66-15 1970 0 0,8 2-409 0 0,11 0-2649 0 0,24 0 680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03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43 162 1208 0 0,'0'0'1614'0'0,"-4"-3"-128"0"0,-10-10-339 0 0,10 10 1981 0 0,2 0-2203 0 0,-1 0-240 0 0,1-1 0 0 0,0 1 0 0 0,0 0 0 0 0,1-1 1 0 0,-1 0-1 0 0,1 1 0 0 0,-2-6 0 0 0,1-2-1137 0 0,1 5 1508 0 0,4 2-1084 0 0,-2 3-9 0 0,0-1 63 0 0,0 0 0 0 0,0 0 0 0 0,1 0 0 0 0,-1 0 0 0 0,1 0 0 0 0,-1 0 0 0 0,1 1 0 0 0,0-1 0 0 0,0 1 0 0 0,0-1 0 0 0,0 1 0 0 0,0-1 0 0 0,0 1 0 0 0,0 0 0 0 0,0 0 0 0 0,0 0 0 0 0,0 0 0 0 0,1 1-1 0 0,2-2 33 0 0,0 3-3 0 0,17 4-52 0 0,-17-4 42 0 0,3 8-65 0 0,4 3-195 0 0,-9-7 146 0 0,0 0-1 0 0,0-1 1 0 0,-1 2 0 0 0,1-1 0 0 0,-1 0 0 0 0,-1 0 0 0 0,1 1 0 0 0,-1-1-1 0 0,0 1 1 0 0,0 0 0 0 0,0-1 0 0 0,-1 7 0 0 0,0 1 3 0 0,-1 1 0 0 0,0-1 0 0 0,-1 0 0 0 0,-4 17 1 0 0,5-25-8 0 0,-1 3 106 0 0,0-1 1 0 0,0 1-1 0 0,0 0 0 0 0,-1-1 0 0 0,-4 8 1 0 0,3-5 19 0 0,2-5 83 0 0,-15 13-2681 0 0,13-20 2341 0 0,-10-10 65 0 0,10 10 180 0 0,4 0-26 0 0,0 1-1 0 0,-1-1 1 0 0,1 1 0 0 0,-1 0 0 0 0,1 0-1 0 0,-1-1 1 0 0,0 1 0 0 0,1 0 0 0 0,-1 0 0 0 0,0-1-1 0 0,0 1 1 0 0,-2-2 0 0 0,2 2 18 0 0,-2-3 114 0 0,2-2-63 0 0,0-5 44 0 0,1-1-1 0 0,0 0 1 0 0,1 1 0 0 0,0-1 0 0 0,4-15 0 0 0,-4 22-42 0 0,1-1-51 0 0,0 0-1 0 0,0 0 1 0 0,0 0-1 0 0,1 1 1 0 0,0-1 0 0 0,0 1-1 0 0,4-6 1 0 0,-4 7-2 0 0,6-10 159 0 0,1 1 0 0 0,0 1-1 0 0,0 0 1 0 0,1 0-1 0 0,0 1 1 0 0,1 1 0 0 0,18-13-1 0 0,-24 19-6 0 0,-2 1 59 0 0,-3 2-217 0 0,1 1 0 0 0,0-1-1 0 0,-1 0 1 0 0,1 1-1 0 0,-1-1 1 0 0,1 0-1 0 0,-1 0 1 0 0,1 0 0 0 0,-1 0-1 0 0,0 0 1 0 0,1 0-1 0 0,1-3 1 0 0,-2 3-41 0 0,4-2-420 0 0,6-2-161 0 0,-10 5 606 0 0,-1-1 1 0 0,1 1-1 0 0,0 0 1 0 0,0-1-1 0 0,-1 1 1 0 0,1 0-1 0 0,0-1 1 0 0,-1 1 0 0 0,1 0-1 0 0,0 0 1 0 0,0-1-1 0 0,0 1 1 0 0,-1 0-1 0 0,1 0 1 0 0,0 0-1 0 0,0 0 1 0 0,0 0-1 0 0,-1 0 1 0 0,1 0-1 0 0,0 1 1 0 0,0-1 0 0 0,-1 0-1 0 0,1 0 1 0 0,0 1-1 0 0,0-1 1 0 0,-1 0-1 0 0,2 1 1 0 0,2 2-41 0 0,-3-2 20 0 0,1 0 0 0 0,-1 0 1 0 0,1 0-1 0 0,-1-1 0 0 0,1 1 1 0 0,0 0-1 0 0,-1 0 0 0 0,1-1 0 0 0,0 1 1 0 0,-1-1-1 0 0,1 0 0 0 0,2 1 1 0 0,-1 3 267 0 0,22 38-136 0 0,-23-37-35 0 0,0 1-68 0 0,17 46 192 0 0,-17-48-105 0 0,0 2-107 0 0,6 18 2 0 0,-6-19 100 0 0,-1 0 17 0 0,4 14-182 0 0,-4-15-167 0 0,0 1-105 0 0,8 52-6803 0 0,-8-51 4516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04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1 241 488 0 0,'0'0'11720'0'0,"2"3"-11608"0"0,10 12 103 0 0,-9-11 265 0 0,4-6-328 0 0,51-12 221 0 0,-53 13-232 0 0,-3 1-126 0 0,0-1 1 0 0,-1 1-1 0 0,1 0 0 0 0,0-1 1 0 0,0 1-1 0 0,0-1 1 0 0,-1 0-1 0 0,1 1 1 0 0,0-1-1 0 0,0 0 1 0 0,-1 0-1 0 0,3-2 1 0 0,0 0 13 0 0,9-3 67 0 0,0-2 0 0 0,-1 1 0 0 0,0-2 0 0 0,19-16 0 0 0,-16 12 172 0 0,-11 10-303 0 0,-4 3 28 0 0,0-1 0 0 0,0 0 1 0 0,0 0-1 0 0,1 1 0 0 0,-1-1 0 0 0,0 0 1 0 0,1 0-1 0 0,-1 1 0 0 0,0-1 0 0 0,1 1 0 0 0,-1-1 1 0 0,1 0-1 0 0,-1 1 0 0 0,1-1 0 0 0,-1 1 0 0 0,1-1 1 0 0,0 1-1 0 0,0-2 0 0 0,11-9 425 0 0,-8 7-328 0 0,16-32 14 0 0,-18 31 341 0 0,0-10-269 0 0,-1 14-166 0 0,-1-1 0 0 0,1 0 1 0 0,-1 1-1 0 0,0-1 0 0 0,0 1 1 0 0,0-1-1 0 0,0 1 0 0 0,0-1 1 0 0,0 0-1 0 0,0 1 0 0 0,-1-1 1 0 0,1 1-1 0 0,0-1 0 0 0,-1 1 1 0 0,1-1-1 0 0,-2-1 0 0 0,-5-19 38 0 0,5 17-264 0 0,-2 2-60 0 0,-38-15 563 0 0,37 17-153 0 0,-1 1-110 0 0,-2 0-74 0 0,0 1-1 0 0,0 0 1 0 0,0 1 0 0 0,0 0 0 0 0,0 0-1 0 0,0 0 1 0 0,1 1 0 0 0,-1 0-1 0 0,-8 6 1 0 0,3-1 1 0 0,0 0 1 0 0,0 1-1 0 0,1 1 0 0 0,-13 12 0 0 0,22-18 136 0 0,3-4-86 0 0,0 0 1 0 0,0 1-1 0 0,0-1 0 0 0,0 1 1 0 0,-1-1-1 0 0,1 1 0 0 0,0-1 0 0 0,0 1 1 0 0,0-1-1 0 0,0 1 0 0 0,0-1 1 0 0,-1 1-1 0 0,1-1 0 0 0,0 0 0 0 0,0 1 1 0 0,0-1-1 0 0,-1 1 0 0 0,1-1 1 0 0,0 0-1 0 0,-1 1 0 0 0,1-1 0 0 0,0 0 1 0 0,-1 0-1 0 0,1 1 0 0 0,-1-1 1 0 0,0 1-1 0 0,0-1 25 0 0,0 1-1 0 0,0 0 1 0 0,0-1 0 0 0,1 1-1 0 0,-1 0 1 0 0,0 0 0 0 0,0 0-1 0 0,0 0 1 0 0,1-1-1 0 0,-1 1 1 0 0,1 0 0 0 0,-1 0-1 0 0,0 0 1 0 0,1 1 0 0 0,0-1-1 0 0,-1 0 1 0 0,1 1 0 0 0,-2 2 72 0 0,1-2-59 0 0,0-1-1 0 0,0 1 0 0 0,1-1 0 0 0,-1 1 0 0 0,1-1 1 0 0,-1 1-1 0 0,1 0 0 0 0,0-1 0 0 0,-1 1 1 0 0,1 0-1 0 0,0 1 0 0 0,2 4-1 0 0,0 0 0 0 0,1-1 0 0 0,0 1-1 0 0,0-1 1 0 0,0 0 0 0 0,1 0 0 0 0,-1 0 0 0 0,2 0 0 0 0,-1-1-1 0 0,0 0 1 0 0,1 1 0 0 0,0-2 0 0 0,1 1 0 0 0,-1 0 0 0 0,1-1-1 0 0,7 4 1 0 0,-4-1-53 0 0,-1-1-211 0 0,1 0 0 0 0,-1 0-1 0 0,1-1 1 0 0,0 0 0 0 0,16 6 0 0 0,-7-5-225 0 0,19 6-2301 0 0,3-4-3748 0 0,-8-4 4090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04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0 225 2216 0 0,'0'0'9315'0'0,"6"-2"-9062"0"0,14-4-279 0 0,-15 4 220 0 0,0 1-14 0 0,19-6 271 0 0,1-1-1 0 0,-2-2 0 0 0,1 0 0 0 0,-1-1 0 0 0,24-16 0 0 0,-44 24-327 0 0,-3 2-93 0 0,1-1 0 0 0,-1 1 1 0 0,0 0-1 0 0,1 0 0 0 0,0-1 0 0 0,-1 1 0 0 0,1 0 1 0 0,0 0-1 0 0,0 0 0 0 0,-1 0 0 0 0,1-1 0 0 0,2 0 1 0 0,-1 0 31 0 0,0-2 265 0 0,0-1-171 0 0,6-15 33 0 0,-6 15 204 0 0,-1 0-329 0 0,1-18 133 0 0,-1 17 6 0 0,-1 1-425 0 0,-2-18 74 0 0,2 18 16 0 0,-3 2-240 0 0,-11-8 336 0 0,11 8 122 0 0,-2 5 17 0 0,-5 2-75 0 0,1 0-1 0 0,-1 1 0 0 0,1 0 1 0 0,0 0-1 0 0,0 1 0 0 0,1 0 0 0 0,0 1 1 0 0,0 0-1 0 0,0 0 0 0 0,-11 16 1 0 0,16-20-78 0 0,0 2-22 0 0,0 0 110 0 0,1 0 0 0 0,0 0 0 0 0,-1 1 1 0 0,2-1-1 0 0,-1 0 0 0 0,0 1 0 0 0,1 0 1 0 0,0-1-1 0 0,0 9 0 0 0,2-12-75 0 0,-1-1-1 0 0,1 1 1 0 0,0-1-1 0 0,-1 1 1 0 0,1-1-1 0 0,0 1 0 0 0,0-1 1 0 0,0 0-1 0 0,0 1 1 0 0,0-1-1 0 0,1 0 1 0 0,1 2-1 0 0,-2-2-45 0 0,0 1 13 0 0,0 0-1 0 0,1 0 0 0 0,-1-1 0 0 0,1 1 0 0 0,-1 0 0 0 0,1-1 0 0 0,0 1 0 0 0,0-1 1 0 0,0 0-1 0 0,0 1 0 0 0,0-1 0 0 0,0 0 0 0 0,2 1 0 0 0,4 2-132 0 0,12 6-800 0 0,-1 0 0 0 0,1-1 0 0 0,1-1 0 0 0,0-1 0 0 0,21 4-1 0 0,-24-7-814 0 0,-5-2-309 0 0,28 0 505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05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364 155 2816 0 0,'9'-21'2532'0'0,"-8"17"-306"0"0,1-1-565 0 0,7-14-434 0 0,-7 14 717 0 0,3-16-888 0 0,-3 16-843 0 0,0-1 1560 0 0,-2 1-1580 0 0,1-18-105 0 0,-1 18-86 0 0,-2 1-63 0 0,-9-13 124 0 0,8 13 4 0 0,-1 2 82 0 0,-15-5 0 0 0,14 6 163 0 0,-3 1-68 0 0,-22 4-196 0 0,1 0 0 0 0,-1 3 0 0 0,-33 10 0 0 0,39-7-153 0 0,1 0 0 0 0,0 2 0 0 0,-29 19 0 0 0,-15 22 356 0 0,63-49 79 0 0,7 2-382 0 0,10 16-95 0 0,-13-21 132 0 0,0-1 0 0 0,0 1 0 0 0,0-1 0 0 0,0 1 1 0 0,1-1-1 0 0,-1 0 0 0 0,0 1 0 0 0,0-1 0 0 0,1 0 1 0 0,-1 1-1 0 0,0-1 0 0 0,1 0 0 0 0,-1 1 0 0 0,0-1 1 0 0,1 0-1 0 0,-1 1 0 0 0,0-1 0 0 0,1 0 0 0 0,-1 0 0 0 0,1 0 1 0 0,-1 0-1 0 0,0 1 0 0 0,1-1 0 0 0,0 0 1 0 0,68 20-3009 0 0,-44-13-367 0 0,44 5-1 0 0,-60-11 2699 0 0,24 2-1822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05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65 2460 0 0,'0'0'5693'0'0,"-2"-6"-3729"0"0,-10-48 3344 0 0,11 49-4472 0 0,-2 9-601 0 0,-2 4-119 0 0,0 0 1 0 0,0 0 0 0 0,1 0 0 0 0,0 0 0 0 0,1 1 0 0 0,0-1 0 0 0,0 1 0 0 0,-2 16 0 0 0,-9 83 369 0 0,14-106-471 0 0,-5 183 1794 0 0,6-118-1260 0 0,3-11-35 0 0,-4-31-302 0 0,0-18 7 0 0,0 1-92 0 0,2 9 387 0 0,2 35-4321 0 0,-2-4-6567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06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38 148 1152 0 0,'37'-81'8939'0'0,"-35"75"-7762"0"0,1-3-40 0 0,0 1 1 0 0,0-1-1 0 0,2-15 1 0 0,-4 19-1408 0 0,0 0 1507 0 0,-3 11-1117 0 0,-20 58 128 0 0,-23 130 1 0 0,23-24-459 0 0,20-135-4127 0 0,4 40 1 0 0,-2-68 1714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07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41 236 1912 0 0,'0'0'1825'0'0,"-3"-2"-224"0"0,-30-24 3548 0 0,30 23-2934 0 0,3-3-2136 0 0,0 1 2 0 0,1 3-40 0 0,-1 0 1 0 0,0 1-1 0 0,1-1 1 0 0,-1 0 0 0 0,0 0-1 0 0,0 0 1 0 0,-1 0-1 0 0,1 0 1 0 0,0 0-1 0 0,-1 1 1 0 0,1-1-1 0 0,-1-2 1 0 0,3-1 59 0 0,4-4-59 0 0,1 1 1 0 0,0 0-1 0 0,0 0 0 0 0,0 0 1 0 0,1 1-1 0 0,0 0 1 0 0,1 1-1 0 0,0 0 1 0 0,-1 0-1 0 0,2 1 1 0 0,-1 0-1 0 0,1 0 1 0 0,11-3-1 0 0,10-3-680 0 0,1 3 1 0 0,0 0-1 0 0,35-3 0 0 0,-50 9 307 0 0,-1 1 0 0 0,25 1 0 0 0,-30 0 272 0 0,41 2-175 0 0,-27-1 164 0 0,-18 0-46 0 0,0-1 30 0 0,22 3 78 0 0,-21-2 288 0 0,-1-1-22 0 0,10 0 629 0 0,0-1-1 0 0,0 0 0 0 0,1-1 1 0 0,-1-1-1 0 0,20-7 0 0 0,-33 9-358 0 0,0-2-526 0 0,10-7-53 0 0,-10 8 489 0 0,-10 3-529 0 0,-24 3-147 0 0,28-3 236 0 0,1-1-1 0 0,-1 1 1 0 0,0 0 0 0 0,1 0-1 0 0,-1 0 1 0 0,0 1 0 0 0,1-1-1 0 0,0 0 1 0 0,-1 1-1 0 0,1-1 1 0 0,-2 3 0 0 0,2-3 5 0 0,-5 4 3 0 0,1 1 1 0 0,-1 0 0 0 0,1 0-1 0 0,0 0 1 0 0,1 1-1 0 0,-1 0 1 0 0,1 0-1 0 0,0 0 1 0 0,1 0-1 0 0,-4 13 1 0 0,4-14 72 0 0,2-1-71 0 0,0 0 88 0 0,-2 18-62 0 0,2-18 70 0 0,3 1-130 0 0,-1-2-18 0 0,-1-1 63 0 0,1 0 0 0 0,-1 1 1 0 0,1-1-1 0 0,0 1 0 0 0,0-1 1 0 0,1 0-1 0 0,-1 0 0 0 0,1 0 1 0 0,-1 0-1 0 0,1 0 0 0 0,0 0 1 0 0,0 0-1 0 0,0 0 0 0 0,1-1 1 0 0,3 4-1 0 0,43 23 241 0 0,-37-24-224 0 0,0-1 0 0 0,0 0 0 0 0,0-1 0 0 0,21 4 0 0 0,-26-6-20 0 0,32 2 197 0 0,-33-3-116 0 0,2 0-44 0 0,55-9-123 0 0,-58 8 243 0 0,0-2-2 0 0,18-10 24 0 0,-18 10-33 0 0,-2-1-59 0 0,8-10-177 0 0,-9 10 11 0 0,-1-2-8 0 0,3-18-6 0 0,-3 18 122 0 0,-3 2 63 0 0,-4-9-56 0 0,0 1 1 0 0,-1 0 0 0 0,-14-17-1 0 0,18 26-188 0 0,-1-1-78 0 0,-14-12 50 0 0,14 12-254 0 0,0 2-996 0 0,-8-7-14 0 0,5 7-6453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42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0 202 496 0 0,'0'0'13233'0'0,"6"-3"-13095"0"0,88-29 348 0 0,-64 22-366 0 0,0-1 1 0 0,49-27 0 0 0,-75 36-152 0 0,1-1-150 0 0,35-28-248 0 0,-37 27 730 0 0,-2-1-433 0 0,2-16 233 0 0,-2 16 10 0 0,-4 1-63 0 0,-10-11-216 0 0,10 12 409 0 0,-2 0-326 0 0,-4 1-33 0 0,1-1 0 0 0,-1 1 0 0 0,0 0 1 0 0,-12 0-1 0 0,15 1-295 0 0,0 2 354 0 0,-3 1 13 0 0,0 0 1 0 0,1 1 0 0 0,-1-1-1 0 0,0 2 1 0 0,1-1-1 0 0,0 1 1 0 0,0 0 0 0 0,-8 6-1 0 0,2 4 36 0 0,2 0-1 0 0,-13 16 1 0 0,22-26 125 0 0,1 2-135 0 0,-5 19-96 0 0,5-19 7 0 0,4 1 98 0 0,-1 0 1 0 0,1 0 1 0 0,0 0-1 0 0,0 0 1 0 0,1 0-1 0 0,0 0 1 0 0,0 0 0 0 0,0-1-1 0 0,1 1 1 0 0,0-1-1 0 0,1 0 1 0 0,-1 0-1 0 0,1 0 1 0 0,0-1 0 0 0,10 9-1 0 0,-5-6-165 0 0,45 33-1345 0 0,-5-18 36 0 0,-5-11-2521 0 0,-21-7 2518 0 0,-17-4 879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42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67 612 0 0,'14'-20'1738'0'0,"-12"16"690"0"0,2 1-1587 0 0,36-24 1621 0 0,-35 25-1794 0 0,0 1-452 0 0,57-8 386 0 0,-56 8-432 0 0,0 3-215 0 0,18 6 45 0 0,-18-6 81 0 0,-6-1-73 0 0,0-1 0 0 0,0 0 0 0 0,1 1 0 0 0,-1-1 0 0 0,0 0 0 0 0,0 1 0 0 0,0-1 0 0 0,0 1 0 0 0,1-1 0 0 0,-1 0 0 0 0,0 1 0 0 0,0-1 0 0 0,1 0 0 0 0,-1 0 0 0 0,0 1 0 0 0,1-1 0 0 0,-1 0 0 0 0,0 0 0 0 0,1 1 0 0 0,-1-1 0 0 0,0 0 0 0 0,1 0 0 0 0,-1 0 0 0 0,1 0 0 0 0,0 1 0 0 0,13 10 168 0 0,-5 3-48 0 0,-6-11-169 0 0,-4 4-276 0 0,0 4 107 0 0,0 1-1 0 0,-1-1 1 0 0,-4 12-1 0 0,4-18-18 0 0,0 0-67 0 0,-38 63-1318 0 0,38-64 1417 0 0,1-3-258 0 0,1 1 397 0 0,-1-1 0 0 0,0 1 0 0 0,0-1 0 0 0,1 1 1 0 0,-1-1-1 0 0,-1 0 0 0 0,1 1 0 0 0,0-1 0 0 0,0 0 0 0 0,0 0 0 0 0,-2 1 0 0 0,3-1-8 0 0,-3 3-113 0 0,6-7-2854 0 0,13-8 2286 0 0,-12 8 185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42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60 964 0 0,'0'0'1192'0'0,"5"-3"-376"0"0,15-9-24 0 0,-15 8 626 0 0,-1 1-728 0 0,10-11-89 0 0,-11 10 966 0 0,-2 3-1476 0 0,0-1 1 0 0,0 1-1 0 0,0-1 0 0 0,0 1 1 0 0,0-1-1 0 0,0 1 0 0 0,1 0 1 0 0,-1 0-1 0 0,0-1 0 0 0,3 0 1 0 0,-1-2 3149 0 0,-8 5-3063 0 0,-3 1-97 0 0,1 0 0 0 0,0 0 0 0 0,0 1 0 0 0,0 0 0 0 0,0 0 1 0 0,1 1-1 0 0,-1 0 0 0 0,1 0 0 0 0,0 1 0 0 0,0-1 0 0 0,-5 7 0 0 0,-15 10 301 0 0,17-15-295 0 0,1 1-1 0 0,0 0 0 0 0,1 1 0 0 0,0-1 1 0 0,0 1-1 0 0,-9 14 0 0 0,14-18 44 0 0,1 1-186 0 0,-3 15 120 0 0,3-15-85 0 0,5 0-87 0 0,-1 0 87 0 0,-3-4 1 0 0,1 1 1 0 0,0 0 0 0 0,0-1 0 0 0,0 1 0 0 0,0-1 0 0 0,0 1 0 0 0,1-1 0 0 0,-1 0-1 0 0,0 1 1 0 0,1-1 0 0 0,-1 0 0 0 0,1 0 0 0 0,-1 0 0 0 0,1 0 0 0 0,2 2 0 0 0,38 17-1565 0 0,-25-12-607 0 0,1-2-1 0 0,27 8 1 0 0,-8-10-328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43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247 739 3464 0 0,'0'0'7870'0'0,"-3"-5"-6772"0"0,-6-11-241 0 0,7 12 709 0 0,6 0-1156 0 0,43-31 341 0 0,71-57-242 0 0,-99 76-595 0 0,-1-2 0 0 0,0-1 0 0 0,-2 0-1 0 0,16-23 1 0 0,-18 19-17 0 0,-1 0 0 0 0,0-1 0 0 0,-2-1 0 0 0,-1 0 0 0 0,-1 0 0 0 0,9-41 0 0 0,-7 5 934 0 0,6-114 1 0 0,-19 154-823 0 0,-7 31-234 0 0,-13 51 87 0 0,-88 331 132 0 0,-10 36 541 0 0,2 9-25 0 0,30-102-390 0 0,21-115-1264 0 0,12-79-3743 0 0,52-133 3932 0 0,-9 14-3873 0 0,-3 2 2229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43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1 198 64 0 0,'12'-17'1619'0'0,"1"1"-1"0"0,1 1 1 0 0,22-20-1 0 0,-12 15-947 0 0,1 1-1 0 0,1 1 1 0 0,37-19-1 0 0,-35 26 2 0 0,-23 10-241 0 0,1-1 46 0 0,19-3-44 0 0,-19 4 1014 0 0,1 2-1038 0 0,27 5 71 0 0,-29-2-176 0 0,1 2-160 0 0,1 1 1 0 0,-1 0 0 0 0,8 13-1 0 0,-12-16 142 0 0,-1 3-102 0 0,-1-1-213 0 0,1 0 85 0 0,0 0 1 0 0,-1 0 0 0 0,0 0 0 0 0,-1 0-1 0 0,1 0 1 0 0,-1 0 0 0 0,0 0-1 0 0,0 0 1 0 0,-1 0 0 0 0,-2 6-1 0 0,-1 2 17 0 0,-1 0 0 0 0,0-1-1 0 0,-1 0 1 0 0,0 0 0 0 0,-1-1-1 0 0,0 0 1 0 0,-1 0-1 0 0,-1-1 1 0 0,0 0 0 0 0,0 0-1 0 0,-1-1 1 0 0,-17 12 0 0 0,10-10 177 0 0,13-9 15 0 0,-3-2-148 0 0,-21 4-119 0 0,28-5-13 0 0,-1 0 0 0 0,1 0 1 0 0,0 1-1 0 0,0-1 1 0 0,0 0-1 0 0,-1 0 0 0 0,1 0 1 0 0,0 0-1 0 0,0 0 1 0 0,0-1-1 0 0,0 1 1 0 0,-1 0-1 0 0,1-1 0 0 0,0 1 1 0 0,0 0-1 0 0,0-1 1 0 0,0 1-1 0 0,0-1 0 0 0,0 0 1 0 0,0 1-1 0 0,0-1 1 0 0,0 0-1 0 0,-1-1 1 0 0,0 1-68 0 0,-1-1-227 0 0,-1-1 1 0 0,1 1-1 0 0,-1-1 1 0 0,1 1-1 0 0,0-1 1 0 0,0 0-1 0 0,0 0 1 0 0,1 0-1 0 0,-1-1 1 0 0,1 1-1 0 0,-3-6 1 0 0,3 6-128 0 0,-1-1-2760 0 0,1-2 293 0 0,-7-24-90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44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 2492 0 0,'0'0'5609'0'0,"2"-4"-4586"0"0,9-10-133 0 0,-8 11 989 0 0,1 0-1836 0 0,13-6-21 0 0,-13 7 566 0 0,0 1-343 0 0,54-3 105 0 0,-51 5-498 0 0,-1 0 242 0 0,4 2 30 0 0,0 0 1 0 0,0 1-1 0 0,0 0 1 0 0,0 0 0 0 0,-1 1-1 0 0,1 1 1 0 0,-1-1 0 0 0,-1 1-1 0 0,1 1 1 0 0,-1-1-1 0 0,11 13 1 0 0,-16-15-75 0 0,1 0 0 0 0,-1 1 0 0 0,0 0-1 0 0,0-1 1 0 0,-1 1 0 0 0,0 0 0 0 0,4 10 0 0 0,-5-10-91 0 0,1-1-25 0 0,-1 4 173 0 0,-1 5-73 0 0,-1 1 0 0 0,0-1 0 0 0,-1 0 1 0 0,0 1-1 0 0,-1-1 0 0 0,-1 0 0 0 0,0 0 1 0 0,-6 13-1 0 0,-12 11 135 0 0,19-33 534 0 0,4-9-687 0 0,0 0-1 0 0,0 0 0 0 0,0 1 0 0 0,1-1 0 0 0,-1 1 0 0 0,1-1 0 0 0,0 1 0 0 0,1-1 0 0 0,4-5 0 0 0,25-34 0 0 0,-13 23-292 0 0,0 1-1 0 0,1 1 0 0 0,1 1 0 0 0,1 1 1 0 0,0 0-1 0 0,2 2 0 0 0,36-19 0 0 0,-47 28-2222 0 0,8-2 558 0 0,-10 8-1490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45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29 267 1684 0 0,'-3'2'1780'0'0,"-14"13"6317"0"0,23-17-7632 0 0,17-5-53 0 0,-18 5-156 0 0,1 0-62 0 0,15-5-15 0 0,-16 5-88 0 0,1-1-72 0 0,89-49 640 0 0,-92 50-496 0 0,2-1-52 0 0,11-12-80 0 0,-11 12 38 0 0,-5 1-54 0 0,1 1 1 0 0,-1 0-1 0 0,1-1 1 0 0,0 1-1 0 0,-1-1 1 0 0,1 1-1 0 0,0 0 1 0 0,0 0-1 0 0,0 0 1 0 0,0-1-1 0 0,0 1 1 0 0,2-1-1 0 0,-2 1 2 0 0,2-3-106 0 0,-1 0-74 0 0,6-12 24 0 0,-6 11 26 0 0,-1-1-119 0 0,-1 2 252 0 0,1 0-41 0 0,-1 1-1 0 0,1-1 1 0 0,-1 0-1 0 0,0 0 1 0 0,0 0 0 0 0,0 0-1 0 0,-1 1 1 0 0,0-1-1 0 0,1 0 1 0 0,-1 0-1 0 0,-1 1 1 0 0,1-1-1 0 0,0 1 1 0 0,-3-6 0 0 0,-9-11 5 0 0,10 14-33 0 0,-1 3 30 0 0,-14-11 103 0 0,14 11 86 0 0,3 2-159 0 0,-1 1 0 0 0,1 0 0 0 0,0-1 0 0 0,-1 1 0 0 0,1-1 0 0 0,0 0 0 0 0,0 1 0 0 0,-1-1 0 0 0,1 0 0 0 0,0 0-1 0 0,0 0 1 0 0,-2-2 0 0 0,2 2-21 0 0,-3-1 10 0 0,-2 1 162 0 0,2 0-222 0 0,1 0 65 0 0,0 1 0 0 0,-1-1 1 0 0,1 1-1 0 0,0 0 1 0 0,-1 0-1 0 0,1 0 0 0 0,-1 0 1 0 0,1 1-1 0 0,0-1 1 0 0,-1 1-1 0 0,1 0 1 0 0,0 0-1 0 0,0 0 0 0 0,0 0 1 0 0,0 0-1 0 0,-5 3 1 0 0,8-3-11 0 0,-8 4 110 0 0,0 1 1 0 0,1 0 0 0 0,0 0 0 0 0,0 0 0 0 0,0 1 0 0 0,-10 14 0 0 0,9-2 335 0 0,-11 37 0 0 0,18-50-439 0 0,1 0-29 0 0,1-1-23 0 0,0 0 0 0 0,1 1 0 0 0,-1-1-1 0 0,1 0 1 0 0,0 0 0 0 0,0 0 0 0 0,0 0 0 0 0,1 0 0 0 0,0 0-1 0 0,0-1 1 0 0,0 1 0 0 0,0-1 0 0 0,1 0 0 0 0,0 0 0 0 0,7 6-1 0 0,5-2-964 0 0,2-1-1 0 0,23 8 0 0 0,-35-14 321 0 0,2-2-41 0 0,67-5-4666 0 0,-68 6 4033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45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367 17 2304 0 0,'0'0'3174'0'0,"3"-4"-1696"0"0,3-5 94 0 0,-7 5 1739 0 0,-16 6 569 0 0,11-1-5106 0 0,2 0 1244 0 0,-1 0 1 0 0,1 1 0 0 0,0 0-1 0 0,-1 0 1 0 0,1 0-1 0 0,0 1 1 0 0,0-1 0 0 0,1 1-1 0 0,-1 0 1 0 0,-5 5 0 0 0,6-5-62 0 0,-33 26-316 0 0,-27 21 758 0 0,59-47-381 0 0,0 0-112 0 0,1 1 44 0 0,-1-1 0 0 0,0 1 0 0 0,1-1 0 0 0,0 1 0 0 0,0 0 0 0 0,0 0 0 0 0,-4 9 0 0 0,6-11 17 0 0,0 1 1 0 0,0-1-1 0 0,0 0 1 0 0,1 1-1 0 0,-1-1 1 0 0,1 0-1 0 0,-1 1 1 0 0,1-1-1 0 0,0 1 1 0 0,0-1-1 0 0,0 1 1 0 0,0-1-1 0 0,0 1 1 0 0,1-1-1 0 0,-1 1 1 0 0,1-1-1 0 0,-1 1 1 0 0,1-1-1 0 0,0 0 1 0 0,0 1-1 0 0,2 2 1 0 0,-1-1 129 0 0,2 0-52 0 0,9 12-150 0 0,-10-12 307 0 0,1 0-189 0 0,10 13 264 0 0,-10-12-306 0 0,-4-5 18 0 0,0 0 0 0 0,1 0 1 0 0,-1 1-1 0 0,1-1 0 0 0,-1 0 0 0 0,1 1 1 0 0,-1-1-1 0 0,0 0 0 0 0,1 1 0 0 0,-1-1 0 0 0,0 0 1 0 0,1 1-1 0 0,-1-1 0 0 0,0 1 0 0 0,0-1 1 0 0,1 1-1 0 0,-1-1 0 0 0,0 1 0 0 0,0-1 0 0 0,0 1 1 0 0,0-1-1 0 0,0 1 0 0 0,0-1 0 0 0,1 2 1 0 0,-1-2 2 0 0,0 1 0 0 0,0-1 0 0 0,0 1 0 0 0,0-1 0 0 0,0 1 1 0 0,0-1-1 0 0,0 1 0 0 0,0-1 0 0 0,1 1 0 0 0,-1-1 1 0 0,0 1-1 0 0,0-1 0 0 0,1 0 0 0 0,-1 1 0 0 0,0-1 1 0 0,0 1-1 0 0,1-1 0 0 0,-1 0 0 0 0,1 1 0 0 0,-1-1 0 0 0,0 0 1 0 0,1 1-1 0 0,-1-1 0 0 0,2 1 0 0 0,-1 4-122 0 0,5 16 220 0 0,-4-16 152 0 0,-1 1-197 0 0,2 55-541 0 0,-4-55 401 0 0,-1 0 46 0 0,-2 3 106 0 0,0-1 0 0 0,-1 1 0 0 0,0-1 0 0 0,0 0-1 0 0,-1 0 1 0 0,0 0 0 0 0,-13 12 0 0 0,-34 22-365 0 0,28-26 254 0 0,4-8 30 0 0,-53 25 186 0 0,69-31-278 0 0,9-7-1869 0 0,12-13 1535 0 0,-13 14 25 0 0,-1 4 353 0 0,0-1 1 0 0,0 1-1 0 0,-1 0 1 0 0,1-1-1 0 0,0 1 1 0 0,-1-1-1 0 0,1 1 1 0 0,0-1-1 0 0,-1 0 1 0 0,1 1-1 0 0,1-3 1 0 0,2 1-103 0 0,0 0-480 0 0,1 0-553 0 0,26-11-2247 0 0,-9 6 2828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46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382 42 1464 0 0,'0'0'3380'0'0,"3"-4"-1425"0"0,7-5-1861 0 0,-6 0 5251 0 0,-5 8-5335 0 0,0-1 0 0 0,1 1-1 0 0,-1-1 1 0 0,0 1 0 0 0,0-1-1 0 0,-1 1 1 0 0,1 0 0 0 0,0 0-1 0 0,0 0 1 0 0,-3-2-1 0 0,1-1 223 0 0,-3 6-244 0 0,-16 4 104 0 0,16-5-8 0 0,1 1 7 0 0,-14 4-232 0 0,15-4 49 0 0,-1 0 30 0 0,-11 5 8 0 0,11-5 64 0 0,1 0-100 0 0,-35 22 411 0 0,35-21 284 0 0,2 2-485 0 0,0-2-108 0 0,1-2 6 0 0,0 0-1 0 0,0 1 1 0 0,0-1 0 0 0,0 0 0 0 0,1 1 0 0 0,-1-1 0 0 0,1 1 0 0 0,-1-1-1 0 0,1 0 1 0 0,-1 1 0 0 0,1-1 0 0 0,-1 3 0 0 0,2-3 12 0 0,-1 1 1 0 0,0-1-1 0 0,1 1 1 0 0,-1-1-1 0 0,0 0 0 0 0,1 1 1 0 0,0-1-1 0 0,-1 0 1 0 0,1 0-1 0 0,0 1 1 0 0,0-1-1 0 0,1 2 0 0 0,0 0 21 0 0,0 1 18 0 0,1 0-166 0 0,2 3 41 0 0,0 0 0 0 0,0 0 0 0 0,-1 1 0 0 0,0 0 1 0 0,0 0-1 0 0,-1 0 0 0 0,0 0 0 0 0,-1 0 0 0 0,0 1 0 0 0,0-1 0 0 0,0 1 0 0 0,-1 0 1 0 0,-1-1-1 0 0,1 1 0 0 0,-2 15 0 0 0,0-18 155 0 0,-1 1 110 0 0,-1 3-72 0 0,0-1 0 0 0,0 1 0 0 0,-1-1 0 0 0,-1 0 0 0 0,1 0 1 0 0,-2 0-1 0 0,1-1 0 0 0,-1 0 0 0 0,0 0 0 0 0,-1 0 0 0 0,0-1 0 0 0,0 0 0 0 0,-9 7 0 0 0,10-9-26 0 0,1-1 1 0 0,-1-1-1 0 0,0 1 0 0 0,0-1 0 0 0,0 0 0 0 0,-1 0 0 0 0,-8 2 0 0 0,9-3-45 0 0,-4 3 214 0 0,-9 0-45 0 0,2-3-43 0 0,-6 2 71 0 0,18-3-6 0 0,-2-1-124 0 0,-50-3-446 0 0,52 2-321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46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1 241 1768 0 0,'0'0'11344'0'0,"3"-3"-10963"0"0,12-7-109 0 0,-12 8 3 0 0,2 0-105 0 0,39-19-22 0 0,53-15-1 0 0,-50 20 26 0 0,47-24-1 0 0,-90 37 21 0 0,1 1-39 0 0,37-28 936 0 0,-38 26-994 0 0,-3 3-195 0 0,0 0 99 0 0,0 0 0 0 0,0-1 0 0 0,0 1 0 0 0,0 0 0 0 0,0-1 0 0 0,0 1 0 0 0,0-1 0 0 0,-1 1 0 0 0,1-1 0 0 0,-1 0 1 0 0,1-2-1 0 0,0 3 2 0 0,1-3 23 0 0,-3-1-4 0 0,-5-16 69 0 0,5 16-142 0 0,-1 4-143 0 0,1 1 187 0 0,0-1 1 0 0,-1 1-1 0 0,1-1 0 0 0,0 1 1 0 0,0-1-1 0 0,0 0 1 0 0,-1 1-1 0 0,1-1 0 0 0,0 0 1 0 0,0 0-1 0 0,-1-2 1 0 0,1 2 3 0 0,-3-1 259 0 0,-2 2-549 0 0,-17 0 189 0 0,17 0 115 0 0,5 0-6 0 0,1 1 0 0 0,-1 0 0 0 0,0-1 0 0 0,1 1-1 0 0,-1 0 1 0 0,0-1 0 0 0,0 1 0 0 0,0-1-1 0 0,0 1 1 0 0,1-1 0 0 0,-1 1 0 0 0,0-1-1 0 0,0 0 1 0 0,0 1 0 0 0,0-1 0 0 0,0 0 0 0 0,-1 0-1 0 0,-22 9 169 0 0,4 5-186 0 0,0 0 1 0 0,-26 25 0 0 0,44-38 3 0 0,1 0 0 0 0,0 1 0 0 0,0-1 0 0 0,0 0 1 0 0,-1 1-1 0 0,2-1 0 0 0,-1 0 0 0 0,0 1 0 0 0,0-1 1 0 0,0 1-1 0 0,1 0 0 0 0,-2 1 0 0 0,1 2 8 0 0,-2-1 56 0 0,2 2-65 0 0,-6 16-38 0 0,5-16-57 0 0,3-1-109 0 0,0-1 166 0 0,0-1-77 0 0,-1 0 0 0 0,1-1 0 0 0,0 1 0 0 0,0 0 0 0 0,0-1 0 0 0,0 1 0 0 0,0 0 0 0 0,1-1 0 0 0,-1 1 0 0 0,1-1 0 0 0,-1 0 0 0 0,1 0 0 0 0,0 0 0 0 0,0 1 0 0 0,0-2 0 0 0,0 1 0 0 0,1 0 0 0 0,-1 0 0 0 0,5 2 0 0 0,1 2-167 0 0,-6-4 139 0 0,1 0 0 0 0,0 0 0 0 0,0 0 0 0 0,0 0-1 0 0,0-1 1 0 0,0 1 0 0 0,1-1 0 0 0,-1 0 0 0 0,0 0 0 0 0,5 1-1 0 0,4 2-443 0 0,25 7-799 0 0,1-4-2757 0 0,10 1 2599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47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86 735 1512 0 0,'25'-11'3203'0'0,"0"-2"1"0"0,46-30-1 0 0,-50 30-2149 0 0,-17 10-536 0 0,-3 3-447 0 0,1-1-1 0 0,0 0 0 0 0,-1 0 0 0 0,1 0 0 0 0,0-1 0 0 0,-1 1 0 0 0,0 0 0 0 0,1 0 0 0 0,-1-1 0 0 0,0 1 0 0 0,2-3 0 0 0,1 1 886 0 0,-1 0-666 0 0,-3 2-219 0 0,1 0 1 0 0,1 0-1 0 0,-1 0 1 0 0,0 0 0 0 0,0 0 0 0 0,0 0 0 0 0,0-1-1 0 0,0 1 1 0 0,0-1 0 0 0,0 1 0 0 0,0 0 0 0 0,1-4-1 0 0,-8-15 98 0 0,3 15-159 0 0,2 0 71 0 0,-28 1-131 0 0,23 4 124 0 0,-1 1-135 0 0,-1-2 17 0 0,5 1 30 0 0,1 0 0 0 0,-1 0 0 0 0,1 0 0 0 0,-1 0 0 0 0,1 1 0 0 0,-1-1 0 0 0,1 1-1 0 0,-1-1 1 0 0,1 1 0 0 0,-1 0 0 0 0,1 0 0 0 0,0 0 0 0 0,-3 2 0 0 0,-61 25 275 0 0,52-22-315 0 0,0 1-1 0 0,1 0 1 0 0,0 1-1 0 0,-19 15 0 0 0,28-20 43 0 0,1 1 126 0 0,3-4-105 0 0,-2 1 14 0 0,1 0 0 0 0,0 0-1 0 0,-1 0 1 0 0,1 1 0 0 0,0-1 0 0 0,0 0 0 0 0,-1 1 0 0 0,1-1 0 0 0,0 1 0 0 0,1-1 0 0 0,-2 3 0 0 0,6 0-107 0 0,11 9 26 0 0,-11-9-24 0 0,2-4-140 0 0,59-7-284 0 0,-46 4 415 0 0,-1-2 0 0 0,0 0 0 0 0,0-1-1 0 0,-1-1 1 0 0,1 0 0 0 0,-2-2 0 0 0,1 0-1 0 0,-1-1 1 0 0,-1 0 0 0 0,19-16 0 0 0,-18 11-82 0 0,-1-2 1 0 0,0 1 0 0 0,-1-2 0 0 0,-1 0 0 0 0,-1 0-1 0 0,-1-1 1 0 0,0-1 0 0 0,9-23 0 0 0,116-310 1398 0 0,-128 322-475 0 0,-7 26-473 0 0,1 0-96 0 0,2-18 52 0 0,-3 17 506 0 0,-24 12-619 0 0,17-4-89 0 0,5-2-31 0 0,1 0-1 0 0,-1 0 1 0 0,1 0-1 0 0,0 0 0 0 0,-1 0 1 0 0,1 0-1 0 0,-1 1 1 0 0,1-1-1 0 0,-1 0 1 0 0,1 0-1 0 0,0 1 1 0 0,-1-1-1 0 0,1 0 0 0 0,0 0 1 0 0,-1 1-1 0 0,1-1 1 0 0,0 0-1 0 0,-1 1 1 0 0,1-1-1 0 0,0 0 1 0 0,0 1-1 0 0,-1-1 1 0 0,1 1-1 0 0,0-1 0 0 0,0 0 1 0 0,0 1-1 0 0,-1 0 1 0 0,-6 13-40 0 0,-11 19 76 0 0,-20 49-1 0 0,28-55 18 0 0,5-15-65 0 0,1 1 0 0 0,0 0 0 0 0,0 0 0 0 0,1 0 0 0 0,1 0 0 0 0,0 1 0 0 0,1 24 0 0 0,-1-27-54 0 0,2-7 31 0 0,-1 0-1 0 0,1 1 1 0 0,0-1 0 0 0,0 0 0 0 0,0 0-1 0 0,1 0 1 0 0,0 0 0 0 0,-1 0-1 0 0,1 0 1 0 0,2 5 0 0 0,2 6-362 0 0,0 0 0 0 0,1 0 1 0 0,8 14-1 0 0,20 24-4441 0 0,-12-24 1953 0 0,0-6-83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49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235 333 504 0 0,'0'0'4701'0'0,"4"-2"-4151"0"0,12-8-112 0 0,-12 7 479 0 0,2 2-763 0 0,15-5-101 0 0,-16 5 1584 0 0,1 0-1013 0 0,16-3 57 0 0,-16 3 2497 0 0,-4-2-2956 0 0,8-11 14 0 0,-8 10 554 0 0,-4 0-739 0 0,0 1-41 0 0,1 2 6 0 0,0-1-1 0 0,0 1 0 0 0,1 0 0 0 0,-1 0 1 0 0,0-1-1 0 0,1 1 0 0 0,-1 0 0 0 0,1-1 1 0 0,-1 1-1 0 0,1-1 0 0 0,-1 1 0 0 0,1-3 1 0 0,-6 3 20 0 0,-15-5-53 0 0,16 4 124 0 0,-3 3-135 0 0,2-1-8 0 0,-1 0 74 0 0,-1 0 0 0 0,1 1 0 0 0,0 0 0 0 0,-1 0 0 0 0,1 1 0 0 0,0 0 0 0 0,-10 4 0 0 0,8-3-25 0 0,-24 13 88 0 0,18-8-131 0 0,2-1 49 0 0,-1 2 0 0 0,1-1 0 0 0,1 2 1 0 0,-23 20-1 0 0,24-20-14 0 0,1 1 1 0 0,-1-1-1 0 0,2 2 1 0 0,-16 22-1 0 0,22-30 37 0 0,4 2-54 0 0,4 27 311 0 0,-1-31-320 0 0,14 9-8 0 0,-14-8 125 0 0,4-2-188 0 0,20 3-78 0 0,-21-3 116 0 0,1-1 54 0 0,1 0 18 0 0,-1 0-30 0 0,1-1 1 0 0,-1 1 0 0 0,1-1 0 0 0,-1-1-1 0 0,0 0 1 0 0,1 0 0 0 0,-1 0 0 0 0,0-1 0 0 0,0 0-1 0 0,-1-1 1 0 0,1 0 0 0 0,-1 0 0 0 0,8-5-1 0 0,38-48 372 0 0,-50 52-136 0 0,0 1-16 0 0,6-10-100 0 0,-7 10-143 0 0,1 0 60 0 0,-2 2-16 0 0,1 1-6 0 0,-1 0 0 0 0,0 0-1 0 0,0-1 1 0 0,0 1 0 0 0,0 0 0 0 0,0-1 0 0 0,-1 1-1 0 0,1 0 1 0 0,0-1 0 0 0,-1 1 0 0 0,1-1-1 0 0,0-2 1 0 0,1 0-115 0 0,7-11 95 0 0,-7 11 785 0 0,-3 9-725 0 0,-4 15-14 0 0,4-15 61 0 0,0 1 57 0 0,-1 11 38 0 0,1 0 1 0 0,1 1-1 0 0,3 24 1 0 0,-2-37-130 0 0,2 0 50 0 0,0 1-81 0 0,0-1 1 0 0,1 0-1 0 0,0 1 0 0 0,0-1 0 0 0,0-1 0 0 0,1 1 0 0 0,0 0 0 0 0,0-1 0 0 0,0 0 0 0 0,0 0 0 0 0,0-1 1 0 0,1 0-1 0 0,0 1 0 0 0,-1-2 0 0 0,1 1 0 0 0,1-1 0 0 0,-1 0 0 0 0,0 0 0 0 0,0-1 0 0 0,1 1 1 0 0,-1-1-1 0 0,9 0 0 0 0,42 0-100 0 0,-42-3-2 0 0,-1 0 0 0 0,-1-1 0 0 0,1 0 0 0 0,0-1 1 0 0,-1 0-1 0 0,0-1 0 0 0,0-1 0 0 0,16-8 0 0 0,-8 1-101 0 0,-1-1 1 0 0,-1 0-1 0 0,0-2 0 0 0,22-22 0 0 0,61-77-759 0 0,-68 75 1003 0 0,88-122 1383 0 0,-97 126-614 0 0,-22 32-443 0 0,-1 0-357 0 0,6-11-132 0 0,-6 11 96 0 0,-3 0 79 0 0,-5-13-2 0 0,4 12-164 0 0,-49 29-530 0 0,47-22 647 0 0,3 0-28 0 0,1 0 1 0 0,-1-1-1 0 0,1 1 1 0 0,-1-1-1 0 0,0 1 0 0 0,0-1 1 0 0,0 0-1 0 0,0 1 1 0 0,0-1-1 0 0,0 0 0 0 0,0 1 1 0 0,-2 1-1 0 0,1-2 4 0 0,-1 3-40 0 0,1 0-56 0 0,0 2 40 0 0,0 0-1 0 0,1 0 0 0 0,-1 0 0 0 0,1 0 0 0 0,0 0 0 0 0,0 8 1 0 0,1-8 48 0 0,2 0 4 0 0,4 8 14 0 0,2 1-1 0 0,-1-1 1 0 0,1-1-1 0 0,17 21 1 0 0,37 49-985 0 0,-51-69 652 0 0,0 7 180 0 0,-7-12 18 0 0,0 0 171 0 0,0-3-103 0 0,-1 1 1 0 0,1-1-1 0 0,-2 1 1 0 0,1-1-1 0 0,-1 1 1 0 0,0 0-1 0 0,0 0 1 0 0,-1 0-1 0 0,1 0 1 0 0,-1 13-1 0 0,-2-15 83 0 0,-1 0 0 0 0,0 1 0 0 0,0-1-1 0 0,0 0 1 0 0,-1 0 0 0 0,1 0-1 0 0,-1 0 1 0 0,0 0 0 0 0,-1-1-1 0 0,1 1 1 0 0,-1-1 0 0 0,0 0 0 0 0,-9 7-1 0 0,0-1 67 0 0,-1 0 0 0 0,-1-2 0 0 0,0 0 0 0 0,-18 8 0 0 0,10-7-182 0 0,1 0-1 0 0,-1-1 1 0 0,-32 5 0 0 0,2-7-7269 0 0,46-6 4518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50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12 1080 0 0,'0'0'1480'0'0,"-4"-2"-299"0"0,-16-8 8447 0 0,17 15-9399 0 0,-8 13-38 0 0,9-14-121 0 0,-4 30-500 0 0,5-27 357 0 0,1 11 308 0 0,1 0 1 0 0,1 0-1 0 0,1 0 0 0 0,0-1 1 0 0,2 1-1 0 0,0-1 0 0 0,9 22 1 0 0,-8-29-233 0 0,2 0 1 0 0,-1-1 0 0 0,1 0-1 0 0,0 0 1 0 0,1 0-1 0 0,0-1 1 0 0,1 0 0 0 0,0-1-1 0 0,17 10 1 0 0,53 14-1190 0 0,-74-29 920 0 0,1-2-144 0 0,42 1-1301 0 0,13-6-5047 0 0,-33 0 5242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51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909 95 392 0 0,'19'-54'13695'0'0,"-18"53"-13678"0"0,-1 1-1 0 0,0-1 0 0 0,0 0 1 0 0,0 1-1 0 0,0-1 1 0 0,0 0-1 0 0,0 1 0 0 0,0-1 1 0 0,0 0-1 0 0,0 1 0 0 0,-1-1 1 0 0,1 1-1 0 0,0-1 1 0 0,0 0-1 0 0,0 1 0 0 0,-1-1 1 0 0,1 1-1 0 0,0-1 1 0 0,-1 1-1 0 0,1-1 0 0 0,-1 1 1 0 0,1-1-1 0 0,-1 0 0 0 0,-5-13 420 0 0,2 12-388 0 0,-11-6 28 0 0,11 6 76 0 0,-1 5-53 0 0,-17 7 108 0 0,17-7 6 0 0,0 1 21 0 0,-22 17 119 0 0,2 2 0 0 0,0 2 0 0 0,-32 41 0 0 0,51-59-318 0 0,1-1 42 0 0,1-1 0 0 0,0 1 1 0 0,0 0-1 0 0,0 0 1 0 0,-3 10-1 0 0,-8 11-13 0 0,5-6 116 0 0,0 0 1 0 0,-12 37 0 0 0,13-33 64 0 0,-33 106-135 0 0,15-42-239 0 0,13-42 421 0 0,-3 0 1 0 0,-1-1-1 0 0,-3-1 0 0 0,-44 72 1 0 0,52-99-100 0 0,0 0 0 0 0,-1 0 0 0 0,-1-1 0 0 0,0-1 1 0 0,-2-1-1 0 0,-28 22 0 0 0,40-33-139 0 0,-1-1 0 0 0,1 0 0 0 0,-1-1-1 0 0,0 1 1 0 0,0-1 0 0 0,-9 2 0 0 0,6-2 39 0 0,4 0 32 0 0,-3-3-131 0 0,-14-3-245 0 0,0-1 1 0 0,0 0 0 0 0,-24-10-1 0 0,-27-17-5419 0 0,70 30 1749 0 0,-2-1 173 0 0,-19-9-574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51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33 496 0 0,'0'0'2265'0'0,"-1"-5"-491"0"0,-2-17-284 0 0,2 16 4382 0 0,-36 8-4669 0 0,33 0-1031 0 0,0 0 0 0 0,0 0 0 0 0,0 1 0 0 0,1-1 0 0 0,-1 1 0 0 0,1 0 0 0 0,0 0 0 0 0,-6 7 0 0 0,0-1 47 0 0,1-1 0 0 0,0 2 0 0 0,0-1 0 0 0,1 1-1 0 0,0 0 1 0 0,1 0 0 0 0,0 1 0 0 0,0 0 0 0 0,2 0 0 0 0,-1 0 0 0 0,1 1 0 0 0,1-1-1 0 0,-4 19 1 0 0,7-25-33 0 0,0 1 127 0 0,1 20-169 0 0,0-20 177 0 0,-1-6-311 0 0,1 1-1 0 0,0 0 0 0 0,-1-1 0 0 0,1 1 0 0 0,-1 0 1 0 0,1-1-1 0 0,-1 1 0 0 0,1 0 0 0 0,-1 0 0 0 0,1-1 1 0 0,-1 1-1 0 0,0 0 0 0 0,1 0 0 0 0,-1 0 0 0 0,0-1 0 0 0,0 1 1 0 0,0 0-1 0 0,1 2 0 0 0,-1-1 11 0 0,0-1 0 0 0,0 1 1 0 0,0 0-1 0 0,1-1 0 0 0,-1 1 0 0 0,1 0 1 0 0,0-1-1 0 0,-1 1 0 0 0,1-1 0 0 0,0 1 0 0 0,0-1 1 0 0,1 3-1 0 0,49 49 61 0 0,-48-51-482 0 0,2 1-129 0 0,14 6-123 0 0,-14-6-208 0 0,0-2-2548 0 0,15 3-28 0 0,-15-3 316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52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29 512 0 0,'-4'-6'2030'0'0,"-5"-16"16565"0"0,-10 67-17777 0 0,17-40-1110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52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83 1464 0 0,'-4'-1'1746'0'0,"-4"-4"-1812"0"0,-11-9 9222 0 0,9 6-3161 0 0,13 4-5577 0 0,8-11-117 0 0,-9 12 101 0 0,3 1-410 0 0,11-6-138 0 0,-12 6 14 0 0,2 0 8 0 0,93-15-3620 0 0,-85 16 788 0 0,1 1 0 0 0,24 1 1 0 0,-33 0-12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52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0 408 0 0,'-30'13'19871'0'0,"35"-11"-19709"0"0,2 0-238 0 0,0 0-1 0 0,-1-1 1 0 0,1 1-1 0 0,0-1 1 0 0,14 0-1 0 0,44-4-5491 0 0,-20 0-1179 0 0,-4 1 2508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54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1 116 1112 0 0,'0'0'7420'0'0,"1"-6"-6807"0"0,4-16-13 0 0,-4 17 549 0 0,0 4-1057 0 0,1 0-1 0 0,0 0 1 0 0,-1 0-1 0 0,0-1 1 0 0,1 1-1 0 0,-1 0 1 0 0,0 0-1 0 0,1-1 0 0 0,-1 1 1 0 0,1-3-1 0 0,1 1 239 0 0,1 0-174 0 0,33-26 651 0 0,-34 27-435 0 0,2 0-66 0 0,38-16-509 0 0,-39 17 418 0 0,2 1 88 0 0,24 4 507 0 0,-27 0-497 0 0,11 13-529 0 0,-11-12-78 0 0,-1-1 110 0 0,5 16 71 0 0,-5-15 66 0 0,-3 2 49 0 0,-6 35 5 0 0,-2-1 1 0 0,-24 68-1 0 0,18-79-197 0 0,-1-3 149 0 0,3 0 13 0 0,10-20-85 0 0,1-2-143 0 0,-22 41-351 0 0,21-42 312 0 0,9-7-4070 0 0,18-6 4281 0 0,-23 8 90 0 0,0 1 1 0 0,0-1-1 0 0,0 1 0 0 0,0-1 1 0 0,0 1-1 0 0,0-1 0 0 0,0 0 0 0 0,-1 1 1 0 0,1-1-1 0 0,0 0 0 0 0,0 0 0 0 0,-1 0 1 0 0,1 1-1 0 0,-1-1 0 0 0,1 0 1 0 0,0 0-1 0 0,-1 0 0 0 0,0 0 0 0 0,1 0 1 0 0,-1 0-1 0 0,0 0 0 0 0,1 0 1 0 0,-1 0-1 0 0,0-2 0 0 0,0 2 16 0 0,12-23 185 0 0,-3 4-164 0 0,1 1 0 0 0,0 0 0 0 0,14-17 0 0 0,-5 12 580 0 0,4-4 253 0 0,1 0 1 0 0,30-26 0 0 0,-16 22-150 0 0,77-47-1 0 0,-111 77-525 0 0,-2 2-271 0 0,0-1 60 0 0,0 1 0 0 0,-1 0 0 0 0,1-1 0 0 0,0 1 0 0 0,-1-1 0 0 0,1 1 0 0 0,0-1 0 0 0,-1 0 1 0 0,1 0-1 0 0,1-1 0 0 0,2 0 20 0 0,0 0 833 0 0,0 4-859 0 0,15 7-106 0 0,-15-6 58 0 0,-5-2 73 0 0,0-1 0 0 0,0 1-1 0 0,0 0 1 0 0,0 0-1 0 0,0 0 1 0 0,0 0 0 0 0,1-1-1 0 0,-1 1 1 0 0,0 0-1 0 0,0 0 1 0 0,0 0 0 0 0,1-1-1 0 0,-1 1 1 0 0,1 0-1 0 0,-1 0 1 0 0,0-1 0 0 0,1 1-1 0 0,-1 0 1 0 0,2 0 0 0 0,-2 0 3 0 0,1 0 0 0 0,0 0 0 0 0,0 0 0 0 0,-1 1 0 0 0,1-1 0 0 0,0 0 0 0 0,-1 0 0 0 0,1 1 0 0 0,-1-1 0 0 0,0 0 0 0 0,1 0 0 0 0,-1 1 0 0 0,0-1 0 0 0,0 1 1 0 0,0-1-1 0 0,0 0 0 0 0,0 2 0 0 0,0 18-63 0 0,-1 0 1 0 0,-2 0 0 0 0,0 0 0 0 0,-1-1 0 0 0,-1 1 0 0 0,-14 36-1 0 0,-31 64-383 0 0,48-116 230 0 0,0-4 200 0 0,1 0 1 0 0,0 0 0 0 0,-1 1 0 0 0,1-1 0 0 0,0 1 0 0 0,0-1 0 0 0,0 1 0 0 0,0 0-1 0 0,0-1 1 0 0,0 1 0 0 0,1 0 0 0 0,-2 3 0 0 0,1-3 0 0 0,-2 3-45 0 0,0-1-144 0 0,-8 11 54 0 0,9-12-82 0 0,3-8-1490 0 0,3-10 1642 0 0,1 1 0 0 0,1 0 0 0 0,0 0 0 0 0,0 1 0 0 0,2 0 0 0 0,0 0 1 0 0,0 1-1 0 0,13-15 0 0 0,0 2 612 0 0,1 2 1 0 0,46-40 0 0 0,-43 45-102 0 0,0 2 0 0 0,1 0 1 0 0,1 2-1 0 0,38-15 0 0 0,-34 19-478 0 0,-26 9 109 0 0,1 1-108 0 0,21 0 68 0 0,-20 1 20 0 0,-4 2 102 0 0,-1-1-130 0 0,1 0 0 0 0,-1 1-1 0 0,0-1 1 0 0,-1 1-1 0 0,1 0 1 0 0,0 0 0 0 0,-1 0-1 0 0,0 0 1 0 0,1 0-1 0 0,-1 0 1 0 0,0 0 0 0 0,-1 0-1 0 0,1 0 1 0 0,0 0-1 0 0,-1 1 1 0 0,0-1 0 0 0,0 0-1 0 0,0 0 1 0 0,0 4-1 0 0,-9 54 82 0 0,6-37-81 0 0,-4 3 37 0 0,-19 62 389 0 0,25-84-434 0 0,0 0-44 0 0,-4 14-55 0 0,4-14-118 0 0,0 0-647 0 0,-2 15-388 0 0,2-15-747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55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56 131 2268 0 0,'-2'-5'2294'0'0,"0"3"-1498"0"0,-6-9-426 0 0,5 1 5123 0 0,8-18-4052 0 0,-4 22-418 0 0,1 2-793 0 0,1-1-151 0 0,0 1 0 0 0,0-1 0 0 0,1 1 0 0 0,-1 0-1 0 0,1-1 1 0 0,0 2 0 0 0,0-1 0 0 0,0 0 0 0 0,1 1-1 0 0,-1 0 1 0 0,1 0 0 0 0,0 0 0 0 0,0 1 0 0 0,0 0 0 0 0,0 0-1 0 0,0 0 1 0 0,8-2 0 0 0,-7 2 6 0 0,1 2-93 0 0,19 0 46 0 0,-20 0-3 0 0,-1 1-14 0 0,38 21-20 0 0,-39-19 16 0 0,-1 1-45 0 0,11 12-46 0 0,-10-12-34 0 0,-3 1 24 0 0,5 16 73 0 0,-4-16 32 0 0,-3 2-23 0 0,2 0-13 0 0,-1-4 8 0 0,0 0-1 0 0,0-1 1 0 0,0 1-1 0 0,0-1 1 0 0,-1 1 0 0 0,1 0-1 0 0,-1-1 1 0 0,1 1 0 0 0,-1-1-1 0 0,0 1 1 0 0,-1 2-1 0 0,-7 14-50 0 0,0 0 0 0 0,-1-1-1 0 0,-1 0 1 0 0,-1-1-1 0 0,-1 0 1 0 0,0-1 0 0 0,-1 0-1 0 0,0-1 1 0 0,-1-1-1 0 0,-1 0 1 0 0,-18 11 0 0 0,-17 11-609 0 0,45-33 472 0 0,2 0 76 0 0,-14 10 14 0 0,14-10-163 0 0,11-4-4922 0 0,23-5 4736 0 0,-15-1-14 0 0,162-87-35 0 0,-140 73 937 0 0,-1-1-1 0 0,43-36 1 0 0,27-17 440 0 0,-59 41-940 0 0,-43 31 180 0 0,0 1-140 0 0,33-23 708 0 0,-33 22 787 0 0,14-9-1139 0 0,-15 9 187 0 0,0 0-625 0 0,-3 3 159 0 0,1 0 0 0 0,-1-1 1 0 0,1 1-1 0 0,-1 0 0 0 0,1 0 0 0 0,-1-1 1 0 0,0 1-1 0 0,1 0 0 0 0,-1-1 0 0 0,0 1 0 0 0,1 0 1 0 0,-1-1-1 0 0,0 1 0 0 0,0-1 0 0 0,1 1 1 0 0,-1 0-1 0 0,0-1 0 0 0,0 1 0 0 0,0-1 0 0 0,1 1 1 0 0,-1-1-1 0 0,0 1 0 0 0,0-1 0 0 0,0 1 0 0 0,0-1 1 0 0,0 1-1 0 0,0-1 0 0 0,0 1 0 0 0,0-1 1 0 0,0 1-1 0 0,0-1 0 0 0,-1 0 0 0 0,-17 0 2194 0 0,4 1-2798 0 0,8 3 547 0 0,0-1 1 0 0,0 1 0 0 0,1 0 0 0 0,-1 0 0 0 0,1 0-1 0 0,-6 6 1 0 0,-7 1 80 0 0,1 1 0 0 0,0 1 0 0 0,0 1 0 0 0,2 0 0 0 0,0 1 0 0 0,0 1-1 0 0,-17 22 1 0 0,26-30 8 0 0,0 1 0 0 0,0 0 0 0 0,1 0 0 0 0,0 0 0 0 0,0 0 0 0 0,1 1 0 0 0,0 0 0 0 0,1 0 0 0 0,0 0 0 0 0,1 0 0 0 0,-1 0 0 0 0,2 1 0 0 0,-1-1 0 0 0,1 1 0 0 0,1 13 0 0 0,0-11-13 0 0,1 0 0 0 0,1 0 0 0 0,0 0 0 0 0,0-1 0 0 0,1 1 0 0 0,1-1 0 0 0,0 1 0 0 0,1-1 0 0 0,0 0 0 0 0,0-1 0 0 0,1 1 0 0 0,1-1 1 0 0,0 0-1 0 0,9 10 0 0 0,-13-16-52 0 0,-1-1 0 0 0,0 0 1 0 0,1 0-1 0 0,0 0 0 0 0,0 0 1 0 0,0-1-1 0 0,4 4 1 0 0,4 2-46 0 0,19 20-218 0 0,-22-24 227 0 0,11 8-678 0 0,19 16-2740 0 0,-35-25-39 0 0,3-2 267 0 0,21 7-280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56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30 1904 0 0,'0'0'10442'0'0,"0"-5"-9789"0"0,4-19 1609 0 0,-8 27-2150 0 0,-12 9 120 0 0,12-9 48 0 0,0 1-146 0 0,-11 11 140 0 0,1 0-1 0 0,1 1 0 0 0,0 1 0 0 0,1 0 0 0 0,1 1 0 0 0,1 0 0 0 0,-12 27 0 0 0,21-41-139 0 0,0 2 196 0 0,-1-3-214 0 0,2-1-85 0 0,-1-1 1 0 0,1 0 0 0 0,-1 1 0 0 0,1-1 0 0 0,-1 1 0 0 0,1-1 0 0 0,0 0 0 0 0,0 1-1 0 0,-1-1 1 0 0,1 1 0 0 0,0-1 0 0 0,0 1 0 0 0,1-1 0 0 0,-1 1 0 0 0,0-1 0 0 0,0 0-1 0 0,1 1 1 0 0,0 1 0 0 0,6 19 219 0 0,-5-16-33 0 0,2-2-184 0 0,4 5-486 0 0,1-1 0 0 0,0 0 1 0 0,1-1-1 0 0,-1 0 0 0 0,1 0 1 0 0,1-1-1 0 0,12 6 0 0 0,-19-11-1664 0 0,2 1-1516 0 0,16 5 264 0 0,-16-5-366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56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2960 0 0,'0'0'16231'0'0,"-4"2"-15941"0"0,-13 6 38 0 0,13-6 1688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57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46 2304 0 0,'0'0'6072'0'0,"-4"-2"-4410"0"0,-19-5 7403 0 0,27 4-8763 0 0,5-1-201 0 0,0-1 0 0 0,0 2 0 0 0,0-1 0 0 0,1 1 0 0 0,-1 0 0 0 0,1 1 0 0 0,19-2 0 0 0,3 1-383 0 0,43 0-1 0 0,51 9-2362 0 0,-43 2-7984 0 0,-75-7 7683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57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38 2600 0 0,'0'0'9234'0'0,"0"-6"-7723"0"0,0-12-782 0 0,0 5 5077 0 0,-4 16-5545 0 0,1 0-180 0 0,0 0 0 0 0,0 0 0 0 0,0 1 0 0 0,0-1 0 0 0,0 1 0 0 0,1 0 0 0 0,-1 0 0 0 0,-2 7 0 0 0,-41 126 511 0 0,29-76-403 0 0,-7 18-569 0 0,6-9-4627 0 0,17-64 4138 0 0,-1 4-85 0 0,-4 6-6604 0 0,-7 15 4103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18:58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295 124 1896 0 0,'20'-37'8004'0'0,"-15"28"-7989"0"0,-2 4 920 0 0,-3 3-837 0 0,1 1-1 0 0,-1 0 0 0 0,1-1 1 0 0,-1 1-1 0 0,1 0 1 0 0,0-1-1 0 0,-1 1 0 0 0,1 0 1 0 0,0 0-1 0 0,0 0 1 0 0,0 0-1 0 0,2-2 0 0 0,-2 1 95 0 0,2-2 1045 0 0,-2 0-678 0 0,5-13 51 0 0,-5 13 939 0 0,1 0-1350 0 0,6-12 36 0 0,-5 12 0 0 0,-6 9-198 0 0,-157 393 606 0 0,129-312-667 0 0,10-12 224 0 0,19-68-177 0 0,1-1 32 0 0,-15 48 531 0 0,14-47-231 0 0,4-6-1086 0 0,-1 0 729 0 0,1 0 0 0 0,0-1 0 0 0,0 1 0 0 0,0 0 0 0 0,-1-1-1 0 0,1 0 1 0 0,0 1 0 0 0,-1-1 0 0 0,4-2 0 0 0,0 1 3 0 0,0 0 16 0 0,-2-1-90 0 0,33-27-37 0 0,-33 26 60 0 0,0 1 20 0 0,10-9 5 0 0,-10 9-46 0 0,1-1-139 0 0,12-13-74 0 0,-12 13 163 0 0,0 0 128 0 0,14-11 68 0 0,-14 11-34 0 0,0 1-23 0 0,34-23-32 0 0,-35 24-6 0 0,2-1 8 0 0,12-9 0 0 0,-12 9 8 0 0,0-1-70 0 0,15-10-25 0 0,-15 11-4 0 0,-1 0-8 0 0,14-6-11 0 0,-14 7 58 0 0,0 0 22 0 0,13-5-24 0 0,-13 6-4 0 0,2 1 25 0 0,17-1 54 0 0,-17 1 46 0 0,0 1-24 0 0,20 4 39 0 0,-20-4 40 0 0,-1 0-21 0 0,15 6-57 0 0,-15-5-21 0 0,0-1 58 0 0,15 6-39 0 0,-15-5-69 0 0,-1 0-41 0 0,13 7-27 0 0,-13-7 51 0 0,0 0 40 0 0,11 10-50 0 0,-11-9 133 0 0,-3-2-41 0 0,0 1 0 0 0,0-1 0 0 0,0 1 0 0 0,0-1 0 0 0,1 1 0 0 0,-1-1 0 0 0,0 0 0 0 0,1 1 0 0 0,-1-1 0 0 0,3 1 1 0 0,-1 2 257 0 0,0 0-341 0 0,7 15-37 0 0,-7-15 26 0 0,-2 1 32 0 0,5 15 14 0 0,-4-15-9 0 0,-2 1 15 0 0,0 16 70 0 0,0-16 120 0 0,-2-1 36 0 0,-21 55-50 0 0,19-53 32 0 0,1-1 0 0 0,0 0 0 0 0,-1 0 0 0 0,0-1 0 0 0,-1 1 0 0 0,1-1 0 0 0,-1 0 0 0 0,0 0 0 0 0,0 0 0 0 0,0-1 0 0 0,-12 8 0 0 0,8-7-36 0 0,0 0 0 0 0,0-1 0 0 0,0 0 0 0 0,-1-1 0 0 0,1 0 0 0 0,-1 0-1 0 0,0-1 1 0 0,0 0 0 0 0,0-1 0 0 0,0 0 0 0 0,-16-1 0 0 0,13-1-99 0 0,-47-4 167 0 0,46 2-175 0 0,-171-36-750 0 0,74 10-6320 0 0,93 25 2361 0 0,8 3 3341 0 0,3 0 204 0 0,2 1-2582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09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298 424 2164 0 0,'0'0'12555'0'0,"4"-2"-12315"0"0,12-8 130 0 0,-13 8 754 0 0,4 0-881 0 0,8-2-69 0 0,0 0-1 0 0,0-1 1 0 0,0 0 0 0 0,19-11-1 0 0,-5-3-100 0 0,0-2 0 0 0,-1 0 0 0 0,43-45 0 0 0,-69 65-76 0 0,0-1-1 0 0,-1 1 0 0 0,1-1 1 0 0,-1 0-1 0 0,1 0 0 0 0,-1 1 1 0 0,0-1-1 0 0,1 0 0 0 0,-1 0 1 0 0,0 0-1 0 0,1-3 0 0 0,5-13-120 0 0,3-12-213 0 0,10-42 0 0 0,-12 17-3 0 0,-8 48 406 0 0,-1 2 102 0 0,1-2-117 0 0,-6-16 148 0 0,1 22-203 0 0,-15-3 6 0 0,19 4 1 0 0,0 0 1 0 0,0 0 0 0 0,0 0-1 0 0,0 0 1 0 0,0 0 0 0 0,0 0 0 0 0,0 0-1 0 0,-1 1 1 0 0,1-1 0 0 0,0 1-1 0 0,0-1 1 0 0,0 0 0 0 0,0 1-1 0 0,0-1 1 0 0,0 1 0 0 0,0 0 0 0 0,1-1-1 0 0,-1 1 1 0 0,0 0 0 0 0,0 0-1 0 0,0 0 1 0 0,-1 1 0 0 0,2-2 5 0 0,-11 10 8 0 0,0 0 1 0 0,0 0 0 0 0,1 1 0 0 0,0 1 0 0 0,1 0 0 0 0,1 0 0 0 0,0 0 0 0 0,0 1 0 0 0,-6 15 0 0 0,5-11 0 0 0,-20 46-115 0 0,2 2 0 0 0,3 1 0 0 0,-18 80 0 0 0,36-126 208 0 0,-83 376 85 0 0,3-13-88 0 0,81-356 76 0 0,-3 2-312 0 0,-7 15 152 0 0,12-37 34 0 0,-8 7 125 0 0,6-5-468 0 0,-1-1 1 0 0,1 0-1 0 0,-2 0 0 0 0,1-1 1 0 0,-1 0-1 0 0,-1 0 1 0 0,1-1-1 0 0,-14 10 0 0 0,17-14-1080 0 0,-2-2-711 0 0,-16-1-1046 0 0,13-2 451 0 0,-9-13 100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10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0 139 1628 0 0,'9'-24'2950'0'0,"-7"20"-129"0"0,0-2-557 0 0,9-17-530 0 0,-8 17-532 0 0,0 1-552 0 0,9-15-170 0 0,-9 14-54 0 0,0 2-28 0 0,11-13 36 0 0,-10 13-111 0 0,0 1-81 0 0,11-8-28 0 0,-11 9 180 0 0,2 2-244 0 0,1-2-107 0 0,-4 2-17 0 0,-1-1 0 0 0,0 1 0 0 0,1-1 0 0 0,-1 1 1 0 0,1 0-1 0 0,-1 0 0 0 0,1 0 0 0 0,-1 1 0 0 0,0-1 0 0 0,1 1 0 0 0,3 0 0 0 0,35 10 82 0 0,44 18 0 0 0,63 18-935 0 0,-92-34 1005 0 0,17-3-213 0 0,-67-10-212 0 0,1 1 16 0 0,62-3 596 0 0,-62 1-258 0 0,0 0-158 0 0,0-1-1 0 0,-1 0 1 0 0,1 0 0 0 0,-1-1-1 0 0,1 0 1 0 0,-1 0 0 0 0,8-5-1 0 0,-9 5-102 0 0,-4 2 161 0 0,1 0 0 0 0,0 1 0 0 0,0-1 0 0 0,-1 0 0 0 0,1 0 0 0 0,-1 0 1 0 0,1 0-1 0 0,-1 0 0 0 0,1 0 0 0 0,-1-1 0 0 0,0 1 0 0 0,1 0 0 0 0,-1-1 0 0 0,0 1 1 0 0,0-1-1 0 0,1-2 0 0 0,-1 3-10 0 0,0 0 0 0 0,0-1 0 0 0,0 1 0 0 0,0 0 0 0 0,0-1 0 0 0,0 1 0 0 0,1 0 0 0 0,-1 0 0 0 0,0 0 0 0 0,0 0 0 0 0,1 0 0 0 0,1 0 0 0 0,-1 0 3 0 0,-1 0-1 0 0,0 0 1 0 0,1 0-1 0 0,-1 0 1 0 0,0-1-1 0 0,0 1 1 0 0,0 0-1 0 0,0 0 0 0 0,0-1 1 0 0,0 1-1 0 0,1-2 1 0 0,1 0 210 0 0,-2 7-297 0 0,3 15 141 0 0,-2-14-1 0 0,-4 2 71 0 0,-25 107 360 0 0,6-19-400 0 0,20-89-227 0 0,-1 0-392 0 0,-6 19-335 0 0,6-18-261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10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96 316 0 0,'0'0'3680'0'0,"-9"-37"4437"0"0,9 1-6621 0 0,14 13-4612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11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0 160 2172 0 0,'1'-6'1780'0'0,"1"-7"-1481"0"0,12-27 7236 0 0,-11 36-4743 0 0,0 0-2569 0 0,9-9-226 0 0,-9 10 719 0 0,2 5-664 0 0,13 7 17 0 0,-13-6-101 0 0,-5-2-115 0 0,1 1 121 0 0,-1 0 1 0 0,1-1 0 0 0,0 1 0 0 0,0 0-1 0 0,-1-1 1 0 0,1 1 0 0 0,0-1 0 0 0,0 1-1 0 0,0-1 1 0 0,1 0 0 0 0,1 3 0 0 0,-1-2-19 0 0,2 5 49 0 0,1 0 1 0 0,-2 0 0 0 0,1 1 0 0 0,4 14-1 0 0,-8-20-21 0 0,2 3 92 0 0,-1 0-65 0 0,1 17-100 0 0,-2-17-77 0 0,1 1-204 0 0,0 17 228 0 0,-1-17 194 0 0,0 0 48 0 0,-1 19-69 0 0,0-19 68 0 0,1-11-1949 0 0,-2-17 1809 0 0,1 16 12 0 0,2 0-281 0 0,8-53 840 0 0,-9 53-121 0 0,2 2-223 0 0,5-14 22 0 0,-5 14 9 0 0,1 0-56 0 0,10-12-305 0 0,-3 3 400 0 0,0 1 0 0 0,1 0 0 0 0,0 1 0 0 0,1 0 0 0 0,0 1 0 0 0,15-9 0 0 0,9-9-497 0 0,-33 26 315 0 0,2 0 190 0 0,-1 0-187 0 0,1 1 0 0 0,-1 0-1 0 0,1 0 1 0 0,-1 0-1 0 0,1 1 1 0 0,-1-1-1 0 0,1 1 1 0 0,7 1-1 0 0,-7 0-128 0 0,-1 2-175 0 0,4 6 303 0 0,0 1-1 0 0,0 0 0 0 0,-1 0 0 0 0,0 0 0 0 0,6 13 0 0 0,-4-7-766 0 0,0-1 1 0 0,15 17-1 0 0,-18-24-1031 0 0,8 4-560 0 0,2-2-1837 0 0,15 10 932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12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505 676 496 0 0,'0'0'2678'0'0,"1"-4"-634"0"0,6-14-423 0 0,-5 13 1134 0 0,0 1-1745 0 0,33-70 4705 0 0,-33 70-5012 0 0,-2-2-599 0 0,-3-14-157 0 0,3 15-17 0 0,-3 2-37 0 0,-3-3 89 0 0,1 2 0 0 0,-1-1 0 0 0,0 1 0 0 0,0 0 0 0 0,0 0 0 0 0,-1 0 0 0 0,1 1 0 0 0,-1 0 0 0 0,0 1-1 0 0,0-1 1 0 0,0 1 0 0 0,0 0 0 0 0,-8 0 0 0 0,12 1-13 0 0,-1 0 13 0 0,-4 0 12 0 0,-4-1 7 0 0,-1 0-9 0 0,-1 0 1 0 0,0 1-1 0 0,1 0 0 0 0,-1 1 1 0 0,0 0-1 0 0,1 1 0 0 0,-1 1 1 0 0,-14 4-1 0 0,-43 13 231 0 0,54-14-214 0 0,0 2-1 0 0,0 0 1 0 0,1 1 0 0 0,0 1 0 0 0,1 0 0 0 0,-1 1-1 0 0,2 1 1 0 0,0 0 0 0 0,0 1 0 0 0,1 1-1 0 0,-13 15 1 0 0,23-25-6 0 0,3-1 7 0 0,-1 0-1 0 0,1-1 1 0 0,0 1-1 0 0,-1 0 1 0 0,0-1 0 0 0,1 1-1 0 0,-1 0 1 0 0,0-1-1 0 0,0 1 1 0 0,0-1 0 0 0,0 0-1 0 0,-2 3 1 0 0,1-1 20 0 0,-1 2 265 0 0,5 2-297 0 0,6 20 33 0 0,-7-26-25 0 0,-1 0 0 0 0,0 1 0 0 0,1-1 0 0 0,-1 0 0 0 0,0 0 1 0 0,1 0-1 0 0,-1 0 0 0 0,1-1 0 0 0,-1 1 0 0 0,1 0 1 0 0,0 0-1 0 0,-1 0 0 0 0,1 0 0 0 0,0 0 0 0 0,0-1 0 0 0,0 1 1 0 0,0 0-1 0 0,-1-1 0 0 0,1 1 0 0 0,0-1 0 0 0,0 1 0 0 0,0-1 1 0 0,2 1-1 0 0,-1 0 10 0 0,2 2-109 0 0,1-1 1 0 0,-1 1 0 0 0,1-1-1 0 0,0 0 1 0 0,-1-1 0 0 0,1 1-1 0 0,0-1 1 0 0,0 0 0 0 0,0 0-1 0 0,7 0 1 0 0,-8 0 56 0 0,12 2-340 0 0,5-1 160 0 0,-4-3-67 0 0,0-1 154 0 0,-1 0 0 0 0,1 0 0 0 0,0-2-1 0 0,-1 0 1 0 0,0-1 0 0 0,0-1 0 0 0,0 0 0 0 0,-1-1-1 0 0,0-1 1 0 0,0 0 0 0 0,-1-1 0 0 0,0-1-1 0 0,-1 0 1 0 0,0-1 0 0 0,0 0 0 0 0,-1-1-1 0 0,-1 0 1 0 0,14-19 0 0 0,-12 10-356 0 0,-1 0 0 0 0,-2 0-1 0 0,0-1 1 0 0,11-36 0 0 0,-7 8 653 0 0,8-64 1 0 0,16-94 4552 0 0,-36 203-4527 0 0,7-32 827 0 0,-6 15-892 0 0,-3 16-93 0 0,-4 8-410 0 0,-14 7 386 0 0,10 0 39 0 0,-16 47 151 0 0,2 2 0 0 0,3 0-1 0 0,-11 62 1 0 0,26-102-65 0 0,0 1-1 0 0,2 0 1 0 0,0 1 0 0 0,1-1-1 0 0,3 33 1 0 0,0-43-145 0 0,-1-1 0 0 0,1 1 1 0 0,0 0-1 0 0,1-1 1 0 0,0 0-1 0 0,1 0 0 0 0,-1 0 1 0 0,2 0-1 0 0,-1 0 0 0 0,1-1 1 0 0,0 0-1 0 0,0 0 1 0 0,1 0-1 0 0,0-1 0 0 0,7 7 1 0 0,7 4-2143 0 0,1-1 1 0 0,0-1-1 0 0,1-1 1 0 0,27 14-1 0 0,-9-14-1992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14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132 354 1464 0 0,'-26'-16'9695'0'0,"25"15"-9505"0"0,0-1 1 0 0,0 1-1 0 0,0-1 0 0 0,0 1 1 0 0,0 0-1 0 0,-1-1 0 0 0,1 1 1 0 0,0 0-1 0 0,-1 0 0 0 0,-4-5 7210 0 0,7 2-7341 0 0,5-14 25 0 0,-4 14-22 0 0,3 2-76 0 0,13-4-164 0 0,0-1 0 0 0,32-17 0 0 0,41-43-623 0 0,-76 51 605 0 0,-13 12 178 0 0,0 1-138 0 0,1-2-64 0 0,1-4 41 0 0,-1 3 79 0 0,0 0-1 0 0,0-1 1 0 0,-1 0 0 0 0,0 0-1 0 0,2-9 1 0 0,-4-13-210 0 0,0 23 306 0 0,-2 2-47 0 0,-6-12 25 0 0,6 12-17 0 0,-2 1 226 0 0,-36-23-446 0 0,35 24 341 0 0,0 0-53 0 0,-19-3-13 0 0,18 3-111 0 0,0 2-160 0 0,-19-1 77 0 0,19 0 17 0 0,0 2 17 0 0,-16 0 127 0 0,16-1 181 0 0,0 2-48 0 0,4-1-91 0 0,-7 2-83 0 0,1 0 0 0 0,-1 0 1 0 0,1 1-1 0 0,-1 0 0 0 0,1 0 0 0 0,1 1 0 0 0,-1 0 0 0 0,0 0 1 0 0,1 1-1 0 0,-11 12 0 0 0,12-12 149 0 0,0 0 0 0 0,1 1 0 0 0,0-1 0 0 0,1 1 1 0 0,0 0-1 0 0,-7 14 0 0 0,10-16-44 0 0,-1-1 1 0 0,1 1-1 0 0,0 0 1 0 0,0-1-1 0 0,1 1 1 0 0,-1 0 0 0 0,1 0-1 0 0,0-1 1 0 0,1 1-1 0 0,-1 0 1 0 0,1-1-1 0 0,0 1 1 0 0,0 0-1 0 0,0-1 1 0 0,0 1-1 0 0,3 5 1 0 0,1 1-123 0 0,1 0 0 0 0,-1-1 0 0 0,2 1-1 0 0,-1-1 1 0 0,15 16 0 0 0,-11-16-54 0 0,47 41-697 0 0,-44-42-160 0 0,1 1 1 0 0,22 10-1 0 0,-23-14-1731 0 0,1 0-1 0 0,24 6 1 0 0,-9-5 1083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15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189 100 2320 0 0,'3'-4'2203'0'0,"47"-53"7050"0"0,-47 53-8044 0 0,1 1-887 0 0,10-10 93 0 0,-10 9 368 0 0,-8 2-668 0 0,-13-8 19 0 0,13 7-235 0 0,-1 5-177 0 0,-94 36 281 0 0,95-36-141 0 0,-1 1 131 0 0,-38 19 198 0 0,39-20-397 0 0,1 0 139 0 0,0-1 22 0 0,-1 1 0 0 0,1 0 0 0 0,1 0 0 0 0,-1 0 0 0 0,0 0 0 0 0,0 1 0 0 0,1-1 0 0 0,-1 1 1 0 0,1-1-1 0 0,-3 5 0 0 0,3-4-41 0 0,2-1-11 0 0,1-1 90 0 0,-1 1 1 0 0,1-1-1 0 0,0 1 0 0 0,0-1 1 0 0,0 0-1 0 0,0 1 0 0 0,0-1 0 0 0,0 0 1 0 0,0 1-1 0 0,0-1 0 0 0,2 1 1 0 0,-2-1 14 0 0,2 3 369 0 0,0-1-532 0 0,11 11 88 0 0,-10-10 130 0 0,0-1-155 0 0,40 33 339 0 0,-38-32-294 0 0,-2-1-107 0 0,15 11 40 0 0,-14-10 146 0 0,-1-1 95 0 0,14 10-11 0 0,-14-9 26 0 0,-4-4-137 0 0,0 1 1 0 0,0-1 0 0 0,1 1-1 0 0,-1-1 1 0 0,0 0-1 0 0,0 1 1 0 0,1-1 0 0 0,-1 1-1 0 0,0-1 1 0 0,0 0 0 0 0,1 1-1 0 0,-1-1 1 0 0,0 0-1 0 0,1 1 1 0 0,-1-1 0 0 0,1 0-1 0 0,-1 1 1 0 0,0-1-1 0 0,1 0 1 0 0,-1 0 0 0 0,1 0-1 0 0,-1 1 1 0 0,1-1 0 0 0,-1 0-1 0 0,1 0 1 0 0,0 0-1 0 0,-1 0-9 0 0,1 0 0 0 0,-1 0-1 0 0,1 1 1 0 0,-1-1 0 0 0,1 0 0 0 0,-1 0-1 0 0,1 0 1 0 0,-1 0 0 0 0,0 1-1 0 0,1-1 1 0 0,-1 0 0 0 0,1 0-1 0 0,-1 1 1 0 0,0-1 0 0 0,1 0-1 0 0,-1 1 1 0 0,0-1 0 0 0,1 0 0 0 0,-1 1-1 0 0,0-1 1 0 0,0 1 0 0 0,1-1-1 0 0,-1 1 1 0 0,0-1 0 0 0,0 0-1 0 0,1 2 1 0 0,-1-2-1 0 0,0 1 0 0 0,0-1-1 0 0,0 0 1 0 0,0 1 0 0 0,0-1 0 0 0,0 1-1 0 0,0-1 1 0 0,0 1 0 0 0,1-1-1 0 0,-1 0 1 0 0,0 1 0 0 0,0-1 0 0 0,0 1-1 0 0,1-1 1 0 0,-1 0 0 0 0,0 1 0 0 0,1-1-1 0 0,-1 0 1 0 0,0 1 0 0 0,1-1 0 0 0,-1 0-1 0 0,0 0 1 0 0,1 1 0 0 0,-1-1 0 0 0,1 0-1 0 0,13 15-680 0 0,-13-11 689 0 0,1 1 1 0 0,-1-1-1 0 0,0 1 1 0 0,-1 0-1 0 0,1-1 1 0 0,-1 1-1 0 0,0 0 1 0 0,-1 8-1 0 0,1-7-139 0 0,-3-2-39 0 0,-8 13 99 0 0,9-13 132 0 0,-2 0-92 0 0,-1 1 18 0 0,-1 1 11 0 0,0 1-1 0 0,-1-1 1 0 0,0 0 0 0 0,-11 7-1 0 0,0-4 83 0 0,-1 0-1 0 0,-32 9 0 0 0,47-16-194 0 0,-38-2-891 0 0,27 0-1766 0 0,-1 0-3424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15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46 4092 0 0,'0'0'2591'0'0,"1"-5"-519"0"0,5-15-350 0 0,-4 15 1714 0 0,-1 1-2786 0 0,0 3-579 0 0,-1 1 1 0 0,0-1 0 0 0,0 1 0 0 0,0-1 0 0 0,0 0 0 0 0,1 1-1 0 0,-1-1 1 0 0,0 1 0 0 0,1-1 0 0 0,-1 1 0 0 0,0-1-1 0 0,1 1 1 0 0,-1-1 0 0 0,1 1 0 0 0,-1 0 0 0 0,0-1 0 0 0,1 1-1 0 0,-1 0 1 0 0,1-1 0 0 0,-1 1 0 0 0,1 0 0 0 0,0-1-1 0 0,-1 1 1 0 0,1 0 0 0 0,-1 0 0 0 0,2-1 0 0 0,-1 3-34 0 0,0-1 0 0 0,0 0 0 0 0,0 0 1 0 0,0 1-1 0 0,0-1 0 0 0,0 1 0 0 0,-1-1 0 0 0,1 1 1 0 0,0-1-1 0 0,-1 1 0 0 0,0-1 0 0 0,1 1 0 0 0,-1 0 1 0 0,0-1-1 0 0,1 1 0 0 0,-1-1 0 0 0,0 4 1 0 0,1 31 174 0 0,0 1 0 0 0,-9 68 0 0 0,1-31 123 0 0,7-72-324 0 0,-18 198 614 0 0,15-157-346 0 0,3 0-248 0 0,-6 73 492 0 0,6-110-557 0 0,-1 2-228 0 0,0 15-23 0 0,-1 28-3321 0 0,0-8-6118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16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27 106 628 0 0,'-26'-13'12850'0'0,"26"11"-12626"0"0,0 0-54 0 0,0-1-1 0 0,0 1 0 0 0,0 0 0 0 0,0-1 1 0 0,0 1-1 0 0,1 0 0 0 0,-1-1 0 0 0,1 1 1 0 0,0 0-1 0 0,1-4 0 0 0,4 2 363 0 0,16-6-617 0 0,0 1 0 0 0,0 0 0 0 0,1 2 0 0 0,0 1 0 0 0,1 0 0 0 0,34-2 0 0 0,-48 7-955 0 0,1 0 0 0 0,-1 1 1 0 0,0 0-1 0 0,14 2 0 0 0,24 1-2409 0 0,-12-7 24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16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27 2240 0 0,'0'0'7708'0'0,"-2"-4"-5916"0"0,-7-18 5266 0 0,8 23-6992 0 0,0 1 0 0 0,1-1 0 0 0,-1 0 0 0 0,0 1-1 0 0,0-1 1 0 0,1 0 0 0 0,-1 0 0 0 0,0 1 0 0 0,-1-1-1 0 0,1 0 1 0 0,0 0 0 0 0,-2 1 0 0 0,0 1 75 0 0,0 1 252 0 0,1 1-74 0 0,-8 18-95 0 0,7-18-158 0 0,1 2-241 0 0,-7 19-328 0 0,6-20-272 0 0,2 0-421 0 0,-3 7 1014 0 0,-6 31-10968 0 0,9-38 7762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16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22 105 3156 0 0,'-11'-34'8353'0'0,"4"-4"-3717"0"0,3 5-3919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17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52 324 0 0,'0'0'12078'0'0,"0"-6"-11399"0"0,1-16 73 0 0,0 17 1766 0 0,4 4-2753 0 0,-3 1 196 0 0,0 0 33 0 0,-1 0 0 0 0,1 0 1 0 0,-1 0-1 0 0,1-1 0 0 0,0 1 1 0 0,-1 0-1 0 0,1-1 0 0 0,-1 1 1 0 0,1-1-1 0 0,-1 1 0 0 0,1-1 0 0 0,2-1 1 0 0,-4 4 13 0 0,1-1-1 0 0,0 1 1 0 0,1-1 0 0 0,-1 1 0 0 0,0 0-1 0 0,0-1 1 0 0,1 0 0 0 0,-1 1 0 0 0,0-1-1 0 0,4 2 1 0 0,-2 1 37 0 0,0 0 18 0 0,25 38-567 0 0,-25-38 351 0 0,-2 2 136 0 0,7 18-42 0 0,-6-19-38 0 0,-1 1-16 0 0,0 54-27 0 0,-2-54 29 0 0,1-1-262 0 0,-1-2 167 0 0,0-2 49 0 0,1 1 0 0 0,-1-1 1 0 0,1 1-1 0 0,-1 0 0 0 0,1-1 1 0 0,0 1-1 0 0,0 0 1 0 0,0-1-1 0 0,0 1 0 0 0,0 0 1 0 0,0-1-1 0 0,1 4 0 0 0,3-7-95 0 0,-1 0 225 0 0,0 1 0 0 0,-1-1 0 0 0,1 0 0 0 0,0 0 0 0 0,-1 0-1 0 0,0 0 1 0 0,1 0 0 0 0,-1 0 0 0 0,0-1 0 0 0,0 1-1 0 0,0-1 1 0 0,0 0 0 0 0,-1 0 0 0 0,1 1 0 0 0,-1-1 0 0 0,2-5-1 0 0,1 4 64 0 0,49-52 612 0 0,-50 54-413 0 0,2-2 47 0 0,13-12 174 0 0,-14 13-173 0 0,0-1-187 0 0,40-20 468 0 0,-39 22 479 0 0,1 2-985 0 0,22 4-166 0 0,-25-2 125 0 0,-1 0 0 0 0,1 0 0 0 0,-1 0 0 0 0,1 1 1 0 0,-1-1-1 0 0,0 1 0 0 0,0 0 0 0 0,0 0 0 0 0,0 0 0 0 0,-1 0 1 0 0,3 5-1 0 0,-2-4-109 0 0,0 2 19 0 0,5 18 32 0 0,-6-17 37 0 0,-1-2 2 0 0,0 19 124 0 0,0-18-75 0 0,0 1-176 0 0,-4 20 2 0 0,3-21 120 0 0,0 0 11 0 0,-6 16-70 0 0,5-16-20 0 0,1-5 42 0 0,0 1 74 0 0,0-1 0 0 0,0 1 0 0 0,0 0 0 0 0,0-1-1 0 0,1 1 1 0 0,-1 0 0 0 0,0-1 0 0 0,1 1 0 0 0,-1 0 0 0 0,1 2-1 0 0,-2 0 688 0 0,1-10-610 0 0,-1-17 3 0 0,1 17-8 0 0,4 0-186 0 0,2-6-21 0 0,-1 2 13 0 0,0 0 0 0 0,1 1 0 0 0,0-1 0 0 0,1 1 0 0 0,-1 0 0 0 0,2 0 0 0 0,-1 0 0 0 0,1 1 0 0 0,1 0 0 0 0,0 1 0 0 0,9-8 0 0 0,29-20 323 0 0,-30 24 148 0 0,1 0 0 0 0,0 1 0 0 0,0 1 1 0 0,25-8-1 0 0,6 0-74 0 0,-43 16 45 0 0,2 2-215 0 0,27 3 220 0 0,-33-3-346 0 0,1-1 1 0 0,-1 1-1 0 0,1 0 0 0 0,-1 0 0 0 0,0 0 0 0 0,1 0 0 0 0,-1 0 0 0 0,0 0 0 0 0,0 0 0 0 0,1 0 1 0 0,-1 0-1 0 0,1 3 0 0 0,-1-3 16 0 0,3 4-103 0 0,1 0 0 0 0,-1 0 1 0 0,0 0-1 0 0,0 1 0 0 0,-1-1 0 0 0,0 1 1 0 0,0 0-1 0 0,0 0 0 0 0,-1 1 1 0 0,1-1-1 0 0,-2 0 0 0 0,1 1 1 0 0,-1 0-1 0 0,0-1 0 0 0,0 1 0 0 0,-1 10 1 0 0,1-6-515 0 0,2 11-563 0 0,-3-16-799 0 0,1 0-1496 0 0,3 19 297 0 0,-3-19-254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18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489 194 3228 0 0,'0'0'2221'0'0,"2"-6"-77"0"0,14-35 3772 0 0,-12 29-5990 0 0,-3 7 1829 0 0,-1-1-1442 0 0,-11-46-266 0 0,10 47 326 0 0,-1 4-358 0 0,0 0 1 0 0,1 0-1 0 0,-1-1 1 0 0,1 1-1 0 0,0 0 1 0 0,-1 0-1 0 0,1-1 0 0 0,0 1 1 0 0,0-1-1 0 0,-2-2 1 0 0,0 1-52 0 0,0 1 42 0 0,-34-23 524 0 0,33 22-211 0 0,0 1-291 0 0,-14-6-111 0 0,14 6 265 0 0,-2 1-61 0 0,-15-2-66 0 0,15 2-131 0 0,0 2 41 0 0,-9 1 9 0 0,1 0 0 0 0,-1 1 0 0 0,1 1 1 0 0,-25 10-1 0 0,11 0 38 0 0,0 1 1 0 0,1 2-1 0 0,1 0 1 0 0,-36 33 0 0 0,-10 15 385 0 0,69-61-469 0 0,0-1 88 0 0,-10 12-80 0 0,10-12 130 0 0,2 2 110 0 0,-5 14-61 0 0,4-15-111 0 0,5 0-103 0 0,10 8 111 0 0,-9-9-64 0 0,2-2 83 0 0,17 1 29 0 0,-17-2-147 0 0,0-1 15 0 0,55-19 125 0 0,-55 18-138 0 0,-5 1 76 0 0,1 0 0 0 0,-1 0 0 0 0,1 0 1 0 0,-1 0-1 0 0,1 0 0 0 0,-1 0 0 0 0,0 0 1 0 0,0 0-1 0 0,1 0 0 0 0,-1-1 1 0 0,1-1-1 0 0,-2 3 5 0 0,4-3 172 0 0,0 0 58 0 0,-3 2-184 0 0,0 0-18 0 0,0-1-1 0 0,1 1 1 0 0,-1 0 0 0 0,0 0-1 0 0,1-1 1 0 0,-1 1-1 0 0,1 0 1 0 0,-1 0-1 0 0,1 0 1 0 0,-1 1-1 0 0,1-1 1 0 0,2-1 198 0 0,-2 2-180 0 0,-1-1-1 0 0,1 1 1 0 0,-1-1-1 0 0,0 0 1 0 0,1 0 0 0 0,-1 1-1 0 0,0-1 1 0 0,1 0-1 0 0,-1 0 1 0 0,0 0 0 0 0,0-1-1 0 0,2-1 1 0 0,-1 1 73 0 0,2-1 533 0 0,0 0-456 0 0,-2 2-41 0 0,-1 0-41 0 0,0 0 1 0 0,0 0-1 0 0,0 0 1 0 0,0 0-1 0 0,0 0 1 0 0,0 1-1 0 0,0-1 1 0 0,1 0-1 0 0,-1 1 1 0 0,0-1 0 0 0,0 1-1 0 0,3-2 1 0 0,-2 3-108 0 0,0-1 0 0 0,-1 0 0 0 0,1 0 0 0 0,-1 1 0 0 0,1-1 0 0 0,0 1 0 0 0,-1-1 0 0 0,1 1 0 0 0,-1 0 0 0 0,1 0 1 0 0,1 1-1 0 0,1 1 25 0 0,1-1 309 0 0,-2 3-196 0 0,-1 1-190 0 0,1 0 0 0 0,0 0 0 0 0,0 0 0 0 0,1-1 0 0 0,0 1 0 0 0,0-1 0 0 0,0 0 1 0 0,0 0-1 0 0,1 0 0 0 0,0-1 0 0 0,7 6 0 0 0,49 19-2529 0 0,21-4-8464 0 0,-40-14 6675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19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27 3364 0 0,'0'0'7036'0'0,"0"-6"-5445"0"0,-1-14 46 0 0,-6 31 1128 0 0,-9 46 469 0 0,13-47-4095 0 0,-84 339 2865 0 0,55-215-1395 0 0,-14 60 368 0 0,45-187-959 0 0,-13 60-1673 0 0,13-62 548 0 0,-5 18-11622 0 0,5-18 9274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19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0 154 2036 0 0,'0'0'9234'0'0,"1"-6"-7817"0"0,1-20-397 0 0,-1 20-212 0 0,3 2-70 0 0,15-10-293 0 0,1 1 1 0 0,0 1-1 0 0,0 1 0 0 0,1 1 1 0 0,1 0-1 0 0,37-10 1 0 0,-39 14-1851 0 0,0 1 1 0 0,0 1 0 0 0,0 1 0 0 0,30-1 0 0 0,-34 5-2287 0 0,36 1-540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20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0 230 2152 0 0,'0'0'13333'0'0,"6"0"-13071"0"0,20-2-106 0 0,-19 2-140 0 0,19 0 53 0 0,-19 0 45 0 0,-1-1-76 0 0,2 0-101 0 0,11-1 188 0 0,-1-1-1 0 0,0-1 0 0 0,23-8 1 0 0,-18 2-102 0 0,1 0-1 0 0,-2-2 1 0 0,1-1 0 0 0,-2 0-1 0 0,29-24 1 0 0,-36 24 237 0 0,-1-1 0 0 0,-1 0 0 0 0,13-19 1 0 0,-23 29-231 0 0,-2-1-57 0 0,-3-21-188 0 0,-3 26 176 0 0,-17 1 43 0 0,17-1 7 0 0,-1 3 5 0 0,-12 5-10 0 0,1 2-1 0 0,0 0 1 0 0,0 1 0 0 0,1 0 0 0 0,0 2 0 0 0,1 0 0 0 0,-16 17 0 0 0,31-29 4 0 0,0 0-1 0 0,0 0 1 0 0,0 0-1 0 0,0 0 1 0 0,0 0 0 0 0,0 1-1 0 0,0-1 1 0 0,0 0 0 0 0,1 1-1 0 0,-1-1 1 0 0,1 0-1 0 0,-1 1 1 0 0,0 2 0 0 0,0 0-14 0 0,-1 0-37 0 0,0 2-44 0 0,-3 15-25 0 0,4-15-73 0 0,3-1 4 0 0,1 3-7 0 0,1-1 0 0 0,0 1 0 0 0,1-1-1 0 0,9 11 1 0 0,16 12-1741 0 0,-17-21 209 0 0,51 23-4397 0 0,-38-18 3122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20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184 539 2432 0 0,'5'-4'2150'0'0,"15"-15"-128"0"0,-15 15-181 0 0,0-1-266 0 0,13-11-240 0 0,-14 11-455 0 0,-1 2-206 0 0,28-35 3037 0 0,-28 35-2462 0 0,-10-15-1196 0 0,5 14-72 0 0,0 0-34 0 0,-12 0 199 0 0,13 3-147 0 0,0 1 0 0 0,0-1 1 0 0,0 1-1 0 0,0-1 1 0 0,-1 1-1 0 0,1-1 0 0 0,0 1 1 0 0,0 0-1 0 0,0 0 1 0 0,-1-1-1 0 0,1 1 0 0 0,0 0 1 0 0,0 0-1 0 0,-1 0 1 0 0,1 1-1 0 0,0-1 1 0 0,0 0-1 0 0,-2 1 0 0 0,0-1 57 0 0,-12 1-64 0 0,-1 2 1 0 0,1-1-1 0 0,-1 2 0 0 0,-15 5 1 0 0,20-5 9 0 0,1 0 0 0 0,0 1 0 0 0,0 0 1 0 0,0 1-1 0 0,0 0 0 0 0,1 0 0 0 0,0 1 1 0 0,0 0-1 0 0,1 1 0 0 0,-12 13 0 0 0,17-18 94 0 0,1 3-14 0 0,-7 14-42 0 0,6-15 50 0 0,4 1-168 0 0,1 18 128 0 0,-1-18-69 0 0,-1-6 17 0 0,1 0 1 0 0,-1 1-1 0 0,1-1 0 0 0,-1 0 1 0 0,0 0-1 0 0,1 0 1 0 0,-1 0-1 0 0,1 0 0 0 0,-1 0 1 0 0,0 0-1 0 0,1 1 0 0 0,-1-1 1 0 0,0 0-1 0 0,1 0 1 0 0,-1 1-1 0 0,0-1 0 0 0,1 0 1 0 0,-1 1-1 0 0,0-1 0 0 0,1 0 1 0 0,-1 1-1 0 0,0-1 0 0 0,0 0 1 0 0,1 1-1 0 0,-1-1 1 0 0,0 1-1 0 0,1 0 4 0 0,0 0 0 0 0,-1 0 0 0 0,1 0 0 0 0,0 0-1 0 0,0 0 1 0 0,0 0 0 0 0,0 0 0 0 0,0 0 0 0 0,0 0 0 0 0,0-1 0 0 0,0 1 0 0 0,0 0 0 0 0,2 0 0 0 0,14 7-170 0 0,-12-6 0 0 0,2-1 2 0 0,-1-1 140 0 0,3 2 2 0 0,1-2 1 0 0,-1 1-1 0 0,1-2 0 0 0,-1 1 0 0 0,1-1 0 0 0,-1-1 1 0 0,0 1-1 0 0,1-2 0 0 0,10-3 0 0 0,-4 0-32 0 0,0 0-1 0 0,-1-2 1 0 0,0 0 0 0 0,0 0-1 0 0,0-2 1 0 0,-1 1-1 0 0,16-17 1 0 0,-13 10-15 0 0,-2-1 0 0 0,0-1 0 0 0,-1-1 1 0 0,-1 0-1 0 0,0-1 0 0 0,-2 0 0 0 0,0 0 0 0 0,-2-2 1 0 0,12-36-1 0 0,0-19 546 0 0,-15 53-534 0 0,-2 5 12 0 0,-3-1-21 0 0,4-50 408 0 0,-5 62-205 0 0,1 2-18 0 0,1-16-33 0 0,-1 16-60 0 0,-1 0-47 0 0,3-23 826 0 0,-4 31-750 0 0,0 0 1 0 0,0-1 0 0 0,0 1 0 0 0,0-1 0 0 0,0 0 0 0 0,-1 1-1 0 0,1-1 1 0 0,-1 0 0 0 0,1 0 0 0 0,-3 2 0 0 0,2-1-17 0 0,1-1 1 0 0,-1 1 0 0 0,1 0-1 0 0,-1 0 1 0 0,1 0 0 0 0,0 0-1 0 0,-1 0 1 0 0,1 0 0 0 0,0 1-1 0 0,1-1 1 0 0,-1 0 0 0 0,0 0-1 0 0,0 4 1 0 0,-2 4 76 0 0,-9 19-27 0 0,2 0 1 0 0,0 1-1 0 0,2 0 0 0 0,1 0 0 0 0,-4 45 0 0 0,11-51-665 0 0,0 0-1 0 0,1 0 0 0 0,7 33 1 0 0,0-18-2754 0 0,2-4-3481 0 0,-8-28 2818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22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1 200 1372 0 0,'3'-30'12010'0'0,"-3"24"-11377"0"0,1-17-117 0 0,0 17 1474 0 0,1 2-1788 0 0,28-33 91 0 0,-27 33-228 0 0,1 1 45 0 0,57-36 4 0 0,-57 37-13 0 0,1-1-5 0 0,70-29-310 0 0,-70 30 272 0 0,1 1-69 0 0,15-5-125 0 0,-16 4 163 0 0,0 3 45 0 0,-1 1-85 0 0,0-1 1 0 0,0 1-1 0 0,0 0 0 0 0,0 0 0 0 0,0 0 0 0 0,-1 0 1 0 0,1 1-1 0 0,3 3 0 0 0,-4-3 124 0 0,-1 2-151 0 0,4 26-189 0 0,-6-29 227 0 0,4 35 3 0 0,-6-27 20 0 0,-4 9-148 0 0,-14 44-99 0 0,15-50 102 0 0,-20 47 68 0 0,0-10 269 0 0,22-44-294 0 0,-11 8-516 0 0,10-9-2225 0 0,4-6 2788 0 0,0-1 0 0 0,0 1 0 0 0,-1-1 0 0 0,1 1 0 0 0,-1 0 1 0 0,1-1-1 0 0,-1 1 0 0 0,1 0 0 0 0,-1 0 0 0 0,0-1 0 0 0,0 1 0 0 0,-1-2 0 0 0,0 0-46 0 0,0-1-180 0 0,4 0 27 0 0,5-13 0 0 0,-6 12 57 0 0,2-1 184 0 0,6-11 124 0 0,1-1 0 0 0,0 2 0 0 0,2-1 0 0 0,-1 2-1 0 0,2-1 1 0 0,23-21 0 0 0,0 5 1508 0 0,62-44 0 0 0,-91 71-1446 0 0,1 1 1 0 0,-1 0 0 0 0,0 0 0 0 0,15-4-1 0 0,-16 6-227 0 0,-1 0-5 0 0,0 1 58 0 0,16-3-65 0 0,-15 3 265 0 0,0 3-73 0 0,18 4-193 0 0,-17-4-128 0 0,-4 1 133 0 0,0 0 81 0 0,1 1 0 0 0,-1-1 0 0 0,0 1 0 0 0,0 0 0 0 0,-1 0-1 0 0,1 0 1 0 0,-1 0 0 0 0,0 0 0 0 0,3 9 0 0 0,-2-6-8 0 0,0 0-1 0 0,-1 1 1 0 0,0-1 0 0 0,-1 0 0 0 0,1 1-1 0 0,-2-1 1 0 0,1 1 0 0 0,-1 8 0 0 0,0-6-83 0 0,0 2 70 0 0,-1 1 0 0 0,0 0 1 0 0,-1-1-1 0 0,-1 1 0 0 0,0-1 0 0 0,-1 0 1 0 0,-9 21-1 0 0,12-30-47 0 0,-5 15-11 0 0,4-13 132 0 0,0 0-48 0 0,-17 47-508 0 0,17-47 747 0 0,0-3-326 0 0,1 0 1 0 0,0 0-1 0 0,-1 0 1 0 0,1 0-1 0 0,-1 0 1 0 0,0 0-1 0 0,0-1 1 0 0,-3 4-1 0 0,2-9-172 0 0,2 3 172 0 0,0 0 21 0 0,1 0 0 0 0,-1-1 0 0 0,0 1-1 0 0,0 0 1 0 0,1 0 0 0 0,-1 0 0 0 0,0 0 0 0 0,0 0 0 0 0,0 0-1 0 0,-1 0 1 0 0,1 0 0 0 0,-2-1 0 0 0,6-3-166 0 0,7-11-135 0 0,-1 0 355 0 0,1 1 1 0 0,1 0-1 0 0,0 1 0 0 0,1 0 0 0 0,24-21 1 0 0,16-12-56 0 0,-35 32-118 0 0,67-55 1130 0 0,-80 68-895 0 0,2-1 81 0 0,16-6 38 0 0,-17 7-131 0 0,-4 2-80 0 0,0 0 1 0 0,-1 0-1 0 0,1 1 0 0 0,-1-1 1 0 0,1 0-1 0 0,-1 0 1 0 0,1 0-1 0 0,0 0 1 0 0,-1 0-1 0 0,1 0 0 0 0,-1 0 1 0 0,1 0-1 0 0,0-1 1 0 0,-1 1-1 0 0,1 0 1 0 0,-1 0-1 0 0,1 0 1 0 0,-1-1-1 0 0,1 1 0 0 0,-1 0 1 0 0,1 0-1 0 0,-1-1 1 0 0,1 1-1 0 0,0-1 1 0 0,0 0-9 0 0,-1 1 1 0 0,1-1 0 0 0,0 1 0 0 0,0-1 0 0 0,-1 1-1 0 0,1 0 1 0 0,0-1 0 0 0,0 1 0 0 0,0 0 0 0 0,0 0-1 0 0,-1-1 1 0 0,1 1 0 0 0,0 0 0 0 0,0 0 0 0 0,0 0-1 0 0,0 0 1 0 0,0 0 0 0 0,0 0 0 0 0,0 0 0 0 0,-1 0-1 0 0,1 1 1 0 0,0-1 0 0 0,0 0 0 0 0,0 0 0 0 0,1 1-1 0 0,19 5 103 0 0,-16-4-76 0 0,0 1 142 0 0,4 4 15 0 0,0-1-1 0 0,-1 1 1 0 0,0 1-1 0 0,-1 0 1 0 0,0 0-1 0 0,0 0 0 0 0,0 1 1 0 0,-1 0-1 0 0,-1 0 1 0 0,1 1-1 0 0,-2 0 1 0 0,1 0-1 0 0,5 19 1 0 0,-8-24-111 0 0,-1 2 130 0 0,5 19-95 0 0,-4-20-35 0 0,-2 0 38 0 0,0 18-61 0 0,0-18 17 0 0,-1-1-60 0 0,-7 48-1657 0 0,8-47 561 0 0,-2 0-450 0 0,0 0 757 0 0,-2 6 49 0 0,2 1-7312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23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480 896 2672 0 0,'0'0'2227'0'0,"3"-3"-445"0"0,23-21 3854 0 0,-19 18-5579 0 0,-4 3 1868 0 0,1 1-1713 0 0,10-7-118 0 0,-11 6 1228 0 0,-7 6-1184 0 0,-5 3-87 0 0,0-1 1 0 0,-1-1-1 0 0,0 0 0 0 0,0 0 1 0 0,0-1-1 0 0,-1 0 0 0 0,1-1 1 0 0,-18 2-1 0 0,-6 0 47 0 0,-49-1-1 0 0,59-2 197 0 0,-3-5-224 0 0,22 2-93 0 0,-1 2 28 0 0,1-1-1 0 0,-1-1 1 0 0,1 1-1 0 0,0-1 1 0 0,0 0-1 0 0,0 0 0 0 0,0 0 1 0 0,0-1-1 0 0,0 0 1 0 0,1 0-1 0 0,-1 0 1 0 0,1 0-1 0 0,0-1 1 0 0,0 0-1 0 0,0 0 0 0 0,-4-5 1 0 0,6 5-115 0 0,1-3 25 0 0,-1-20 31 0 0,1 25 49 0 0,1 0-1 0 0,0 1 1 0 0,0-1-1 0 0,0 0 1 0 0,0 0-1 0 0,0 0 1 0 0,1 1-1 0 0,-1-1 1 0 0,1 0-1 0 0,-1 0 1 0 0,1 1-1 0 0,-1-1 1 0 0,1 0-1 0 0,0 1 1 0 0,0-1-1 0 0,2-2 1 0 0,1-3-16 0 0,6-15-28 0 0,2 0 1 0 0,0 1 0 0 0,1 1 0 0 0,2 0 0 0 0,28-31-1 0 0,97-81-305 0 0,-94 91 396 0 0,-6 5-126 0 0,85-80 175 0 0,-102 92 322 0 0,0-1 0 0 0,34-51 0 0 0,-54 71-344 0 0,0-1-1 0 0,0 0 0 0 0,0 1 1 0 0,-1-1-1 0 0,0 0 0 0 0,0-1 1 0 0,-1 1-1 0 0,1-9 0 0 0,-1 10-21 0 0,0 0-61 0 0,-2-2 100 0 0,0 4-79 0 0,1 0-24 0 0,0-1 1 0 0,-1 1-1 0 0,1 0 1 0 0,-1 0-1 0 0,0 0 1 0 0,0 0-1 0 0,0 0 1 0 0,0 0-1 0 0,-1 0 1 0 0,1 0-1 0 0,-1 0 0 0 0,0 0 1 0 0,1 1-1 0 0,-1-1 1 0 0,-1 1-1 0 0,-3-5 1 0 0,0 4 5 0 0,0 0-1 0 0,0 1 1 0 0,-1 0 0 0 0,1 0 0 0 0,-1 0 0 0 0,0 0 0 0 0,0 1 0 0 0,1 1 0 0 0,-1-1 0 0 0,0 1 0 0 0,-12 1 0 0 0,-3 1 49 0 0,0 0-1 0 0,-35 11 1 0 0,18-3-45 0 0,1 3 0 0 0,0 1 0 0 0,-54 30-1 0 0,69-32 11 0 0,1 2 0 0 0,0 1 1 0 0,1 0-1 0 0,1 2 0 0 0,0 0 0 0 0,-22 26 0 0 0,36-35 12 0 0,0 1-1 0 0,0 0 1 0 0,1 0 0 0 0,-8 20-1 0 0,13-29-17 0 0,-2 5-32 0 0,2 3 31 0 0,1-1 1 0 0,0 1-1 0 0,1-1 1 0 0,-1 1-1 0 0,1-1 1 0 0,1 1-1 0 0,-1-1 1 0 0,1 0-1 0 0,1 0 1 0 0,-1 0-1 0 0,1-1 1 0 0,0 1-1 0 0,1-1 1 0 0,9 11-1 0 0,7 4-36 0 0,1-1 0 0 0,39 29-1 0 0,-6-5 65 0 0,1 6 154 0 0,56 64-1 0 0,-110-112-210 0 0,0 0 0 0 0,0 0 1 0 0,0 0-1 0 0,0 1 0 0 0,0-1 0 0 0,0 1 0 0 0,-1-1 1 0 0,1 1-1 0 0,0 3 0 0 0,6 13-245 0 0,-6-16 307 0 0,0 0-44 0 0,0 1 1 0 0,0-1-1 0 0,0 1 0 0 0,-1-1 0 0 0,1 1 0 0 0,-1 0 0 0 0,0-1 0 0 0,0 1 1 0 0,0 0-1 0 0,0 0 0 0 0,-1 0 0 0 0,0 0 0 0 0,0 6 0 0 0,-2 0 24 0 0,0 0 0 0 0,-1 0 0 0 0,0-1 0 0 0,0 1 0 0 0,-1-1 0 0 0,-1 1 0 0 0,1-1 0 0 0,-2-1 0 0 0,1 1 0 0 0,-1-1 0 0 0,-7 8 0 0 0,-4 1 46 0 0,0-2 1 0 0,-1 0-1 0 0,-1-1 0 0 0,0 0 0 0 0,-1-2 0 0 0,-1-1 1 0 0,0 0-1 0 0,-25 9 0 0 0,-11 0-34 0 0,-108 22-1 0 0,158-40-597 0 0,0-1-860 0 0,-21 1-935 0 0,20-1-1176 0 0,5-4 381 0 0,-14-9-258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24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317 131 2972 0 0,'0'-13'39'0'0,"2"-31"9248"0"0,-1 29-7851 0 0,0 9 835 0 0,5-19-1528 0 0,-5 20-76 0 0,0 0-574 0 0,-1-13 87 0 0,-9 23-86 0 0,-16 31-234 0 0,-217 451 1030 0 0,206-402-594 0 0,34-80 56 0 0,0-1 19 0 0,-3 9-262 0 0,-2 12 1888 0 0,11-20-1294 0 0,8-10-994 0 0,-7 3 111 0 0,-2-3-99 0 0,36-51-430 0 0,3 2 0 0 0,50-51-1 0 0,-77 92 676 0 0,0 1 0 0 0,0 1 0 0 0,23-13-1 0 0,-28 18 8 0 0,-7 4 162 0 0,2 0-213 0 0,48-14 18 0 0,-47 14-153 0 0,0 3 136 0 0,16 1-42 0 0,-16-1 70 0 0,-1 1 68 0 0,36 30-241 0 0,-38-29 128 0 0,1 2 51 0 0,20 42 20 0 0,-23-43 30 0 0,1 3 106 0 0,5 18-157 0 0,-6-19-12 0 0,-1 1 78 0 0,1 1 21 0 0,0-5-16 0 0,-1 0-1 0 0,0 1 1 0 0,1-1-1 0 0,-2 0 1 0 0,1 0 0 0 0,0 0-1 0 0,-1 1 1 0 0,1-1-1 0 0,-2 3 1 0 0,-5 22 72 0 0,-2-1 0 0 0,-17 39 0 0 0,22-61 49 0 0,0 1-1 0 0,0 0 1 0 0,-1-1 0 0 0,1 0 0 0 0,-1 0 0 0 0,-1 0-1 0 0,1-1 1 0 0,0 0 0 0 0,-1 0 0 0 0,0 0 0 0 0,0-1-1 0 0,0 1 1 0 0,-1-1 0 0 0,-11 3 0 0 0,12-4-88 0 0,1 0 26 0 0,0-1-1 0 0,-1 0 0 0 0,1-1 0 0 0,-1 1 0 0 0,1-1 1 0 0,-1 0-1 0 0,1 0 0 0 0,0-1 0 0 0,-1 0 0 0 0,-7-2 1 0 0,-52-16-136 0 0,62 19-2 0 0,-22-11-1659 0 0,0-1 0 0 0,1 0 0 0 0,-29-21 0 0 0,29 18-1794 0 0,-3-3-407 0 0,1-9-654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51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27 127 1028 0 0,'0'0'13767'0'0,"-5"-1"-13789"0"0,-12-5 49 0 0,12 5 3646 0 0,9-2-3714 0 0,-3 2 49 0 0,1 0 0 0 0,0 0 0 0 0,-1 0 0 0 0,1 0-1 0 0,-1 0 1 0 0,1 0 0 0 0,-1 0 0 0 0,1-1 0 0 0,-1 1 0 0 0,2-3 376 0 0,3-14-407 0 0,-4 14-21 0 0,0 0-50 0 0,0-1 165 0 0,14-38-374 0 0,-14 39 593 0 0,-1-1-778 0 0,-1 0-8 0 0,0-7 929 0 0,-12 25-15246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53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723 114 276 0 0,'0'0'4564'0'0,"-1"-5"-3632"0"0,-3-16-66 0 0,3 16 3592 0 0,1-1-3680 0 0,-1-17-70 0 0,1 18 2242 0 0,-2 1-2519 0 0,-1 0-356 0 0,0 1-1 0 0,0-1 1 0 0,0 1-1 0 0,-1 0 1 0 0,1 0-1 0 0,-1 0 0 0 0,1 0 1 0 0,-1 0-1 0 0,0 1 1 0 0,0 0-1 0 0,-1 0 0 0 0,1 0 1 0 0,0 0-1 0 0,-1 1 1 0 0,1 0-1 0 0,-1 0 1 0 0,1 0-1 0 0,-1 0 0 0 0,1 1 1 0 0,-8-1-1 0 0,6 1 29 0 0,1 1-274 0 0,-2-1 107 0 0,-16 2 269 0 0,17 1-79 0 0,0-1-1 0 0,0 2 1 0 0,1-1 0 0 0,-1 0 0 0 0,-9 9 0 0 0,0 4-326 0 0,13-12 166 0 0,-1 0 76 0 0,0 1 16 0 0,-19 32 230 0 0,2 1 0 0 0,1 2 0 0 0,-18 58 0 0 0,8-8-25 0 0,28-85-297 0 0,0 1 100 0 0,-5 20 80 0 0,4-19-53 0 0,1-1-101 0 0,-4 20 92 0 0,4-19-22 0 0,0-1-88 0 0,-3 19 27 0 0,3-19 71 0 0,1 0-34 0 0,-2 17-87 0 0,1-18 57 0 0,0-3-4 0 0,0 0 0 0 0,1 0 0 0 0,-1-1 0 0 0,1 1 0 0 0,-1 0 0 0 0,1 0 0 0 0,0 0 1 0 0,-1 0-1 0 0,1-1 0 0 0,0 1 0 0 0,0 0 0 0 0,1 2 0 0 0,-1-2 4 0 0,-1 3 22 0 0,0 0-122 0 0,-4 17 30 0 0,3-17 38 0 0,2 1 49 0 0,-9 53 183 0 0,8-53-133 0 0,0 0-77 0 0,-2 18-17 0 0,2-18-56 0 0,-1-1 9 0 0,-16 46 79 0 0,16-47 73 0 0,1 1-81 0 0,-18 42-114 0 0,16-43 260 0 0,1 1-153 0 0,-25 33 52 0 0,24-35 52 0 0,0 2-131 0 0,-11 12-15 0 0,10-13 51 0 0,1-1-101 0 0,-13 10 94 0 0,12-10 26 0 0,-14 9 98 0 0,15-10 68 0 0,1-2-193 0 0,0 0 0 0 0,1 1 0 0 0,-1-1 0 0 0,1 0 0 0 0,-1 1 0 0 0,1 0 0 0 0,-1-1 0 0 0,1 1 0 0 0,-1 0 0 0 0,1 0-1 0 0,-1 0 1 0 0,-1 1 0 0 0,0 1-1 0 0,-2-1 14 0 0,-1 0-66 0 0,-18 4 141 0 0,18-4-134 0 0,1-3 31 0 0,-18-1-7 0 0,18 2 23 0 0,-1-2-31 0 0,-42-23 231 0 0,43 22-239 0 0,5 3 40 0 0,0-1-1 0 0,0 1 1 0 0,0-1 0 0 0,0 1 0 0 0,0-1 0 0 0,0 1-1 0 0,0 0 1 0 0,-1-1 0 0 0,1 1 0 0 0,0-1 0 0 0,0 1-1 0 0,0 0 1 0 0,-1-1 0 0 0,1 1 0 0 0,0-1 0 0 0,0 1-1 0 0,-1 0 1 0 0,1-1 0 0 0,0 1 0 0 0,-1 0 0 0 0,1 0-1 0 0,0-1 1 0 0,-1 1 0 0 0,0-1 0 0 0,-11-13 14 0 0,5-2-116 0 0,6 12 108 0 0,-1-2-217 0 0,-3-19 30 0 0,3 19 22 0 0,2-1 102 0 0,0-21 9 0 0,0 21-53 0 0,2 0 146 0 0,36-102 57 0 0,-36 105-98 0 0,1-1-189 0 0,6-13 84 0 0,-6 14-74 0 0,0 0-46 0 0,8-11 212 0 0,-8 11-101 0 0,27 14-1380 0 0,-28-6 589 0 0,0 0 143 0 0,2 5 574 0 0,-3 0-9124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54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14 2332 0 0,'0'0'12955'0'0,"-2"4"-12483"0"0,-5 14-341 0 0,5-14 1335 0 0,-3-2-1333 0 0,-18 5 6011 0 0,28-8-6117 0 0,17-2 15 0 0,-17 3-76 0 0,1 0 13 0 0,212-16 234 0 0,41-2-125 0 0,-253 18-168 0 0,1-1 56 0 0,23-1 81 0 0,-23 2-66 0 0,0-1 55 0 0,1 1-930 0 0,75-4 2456 0 0,-54 3-4817 0 0,-7 0-4955 0 0,-19 3 3818 0 0,15 11-989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56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393 28 324 0 0,'0'0'10070'0'0,"1"-5"-8749"0"0,7-13-290 0 0,-6 14 4362 0 0,-8 5-5458 0 0,-17 4 173 0 0,13 1-106 0 0,-41 55 136 0 0,4 3 0 0 0,2 1 0 0 0,2 3 1 0 0,4 1-1 0 0,-53 130 0 0 0,82-173-39 0 0,1 0-1 0 0,2 1 1 0 0,0 0-1 0 0,2 0 0 0 0,1 1 1 0 0,1-1-1 0 0,1 36 1 0 0,2-48-1 0 0,1 0 1 0 0,1 0-1 0 0,1 0 0 0 0,0 0 1 0 0,1 0-1 0 0,0-1 1 0 0,1 0-1 0 0,1 1 0 0 0,0-2 1 0 0,1 1-1 0 0,1-1 0 0 0,0 0 1 0 0,0 0-1 0 0,18 18 1 0 0,3-4-1 0 0,2 0 0 0 0,0-3 0 0 0,2 0 0 0 0,66 35 0 0 0,-97-58-96 0 0,26 13 112 0 0,-23-12-5 0 0,0 1-22 0 0,16 8 85 0 0,-16-8 458 0 0,-1-1-390 0 0,14 9 31 0 0,-14-8 150 0 0,0-1-345 0 0,11 6 64 0 0,-11-6-59 0 0,0 0-2524 0 0,13 6 1443 0 0,-13-6-281 0 0,14-24-14677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08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0 261 1144 0 0,'0'0'5403'0'0,"1"-5"-4195"0"0,15-54 8098 0 0,-10 39-9621 0 0,-4 15 542 0 0,1 2-228 0 0,42-59 1087 0 0,-42 57-1129 0 0,1 2-16 0 0,10-12 39 0 0,-10 11 213 0 0,-1 1-22 0 0,26-35 279 0 0,-26 35-340 0 0,0 0-379 0 0,-2 2 267 0 0,-1 1-1 0 0,0-1 1 0 0,0 1-1 0 0,1-1 1 0 0,-1 1-1 0 0,0-1 1 0 0,1 1-1 0 0,-1-1 1 0 0,1 1-1 0 0,-1 0 1 0 0,1-1-1 0 0,-1 1 1 0 0,1 0-1 0 0,-1 0 1 0 0,1-1-1 0 0,-1 1 1 0 0,1 0-1 0 0,-1 0 1 0 0,1-1-1 0 0,-1 1 1 0 0,1 0-1 0 0,-1 0 1 0 0,1 0-1 0 0,-1 0 1 0 0,1 0-1 0 0,0 0 1 0 0,-1 0-1 0 0,1 0 1 0 0,-1 0-1 0 0,2 0 1 0 0,7 16-64 0 0,-9-15 56 0 0,2 5 18 0 0,-1 1 186 0 0,5 52 17 0 0,13 95-328 0 0,-17-148 125 0 0,1 0-1 0 0,-1 0 1 0 0,2 0-1 0 0,-1-1 1 0 0,0 1-1 0 0,1-1 1 0 0,0 0-1 0 0,0 0 1 0 0,1 0-1 0 0,0-1 1 0 0,-1 1-1 0 0,1-1 0 0 0,1 0 1 0 0,8 5-1 0 0,38 16 187 0 0,-45-22-95 0 0,22 6 128 0 0,-5-5-68 0 0,-5-2-104 0 0,0 0 0 0 0,1 0 0 0 0,-1-2 0 0 0,0-1 0 0 0,26-3 0 0 0,-39 2-61 0 0,-1 1 0 0 0,1-1 0 0 0,-1-1 1 0 0,0 1-1 0 0,0-1 0 0 0,0 0 0 0 0,9-6 0 0 0,-9 5-12 0 0,5-3 30 0 0,0-1-1 0 0,0 0 0 0 0,-1-1 0 0 0,0 0 0 0 0,0 0 0 0 0,-1-1 1 0 0,9-14-1 0 0,-10 14-109 0 0,24-33 48 0 0,-28 38 120 0 0,0 1-133 0 0,6-13 130 0 0,-7 13-19 0 0,1 0-210 0 0,20-38 927 0 0,-21 38-677 0 0,-2-2-168 0 0,4-18 203 0 0,-4 19-166 0 0,-1 0-39 0 0,-3-15 177 0 0,2 15-177 0 0,1 0-50 0 0,-3-14 215 0 0,2 14-51 0 0,1 0 15 0 0,-6-12-89 0 0,5 13 200 0 0,0 0-237 0 0,-8-12 11 0 0,7 12 105 0 0,-1 6-253 0 0,-1 3 215 0 0,0 0 0 0 0,0 0 0 0 0,1 1 0 0 0,0-1 0 0 0,-1 1 0 0 0,2 0 0 0 0,-1 0 0 0 0,1 1 0 0 0,0-1 0 0 0,-3 9 0 0 0,-4 12 121 0 0,2 0-1 0 0,1 0 0 0 0,-4 30 1 0 0,4-7 45 0 0,-21 167 187 0 0,12-82-262 0 0,6-84-132 0 0,-3 12 257 0 0,10-50-205 0 0,0 0 0 0 0,-9 23 1 0 0,8-24 59 0 0,-5 15 102 0 0,-1-1 0 0 0,-24 46 0 0 0,25-58-46 0 0,0-1 1 0 0,-1 0-1 0 0,-13 14 0 0 0,20-24 90 0 0,-2 1-75 0 0,-14 9 17 0 0,15-10-5 0 0,-1-1 9 0 0,-15 4-61 0 0,15-5-45 0 0,-1-1-26 0 0,-18 1 28 0 0,18-1 143 0 0,-2 0-124 0 0,-22-3-14 0 0,22 2 0 0 0,1 0 51 0 0,-76-26 472 0 0,79 25-546 0 0,-2 0 92 0 0,-11-7-65 0 0,1 1-1 0 0,0-2 0 0 0,0-1 0 0 0,-16-13 1 0 0,-3-8-342 0 0,31 29-3 0 0,1-1-797 0 0,-11-11 217 0 0,10 11-71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10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29 776 0 0,'0'0'16134'0'0,"1"-5"-16014"0"0,5-19 1157 0 0,-13 26-1512 0 0,-21 4 109 0 0,25-4 129 0 0,0-1 0 0 0,0 1 1 0 0,0-1-1 0 0,1 1 0 0 0,-1 0 0 0 0,1 0 0 0 0,-1 1 0 0 0,1-1 0 0 0,0 0 0 0 0,-1 1 0 0 0,1-1 0 0 0,1 1 0 0 0,-1 0 0 0 0,0 0 0 0 0,-1 3 1 0 0,3-6-1 0 0,-10 14 56 0 0,1-1 1 0 0,0 1-1 0 0,1 1 0 0 0,-9 23 1 0 0,-9 44 644 0 0,25-77-574 0 0,3 2 18 0 0,5 19-102 0 0,-5-23-31 0 0,-1 0 0 0 0,0-1 1 0 0,1 1-1 0 0,0 0 1 0 0,-1-1-1 0 0,1 1 0 0 0,0-1 1 0 0,0 0-1 0 0,1 1 0 0 0,-1-1 1 0 0,0 0-1 0 0,1 0 0 0 0,-1-1 1 0 0,5 3-1 0 0,-2 0-15 0 0,43 25 177 0 0,-44-27-262 0 0,-2-2 88 0 0,-1 0 0 0 0,1 1 0 0 0,-1-1-1 0 0,1 1 1 0 0,0-1 0 0 0,-1 1-1 0 0,1 0 1 0 0,-1-1 0 0 0,1 1 0 0 0,-1 0-1 0 0,0 0 1 0 0,3 2 0 0 0,-1-1 32 0 0,2 1 113 0 0,0-1-224 0 0,17 6 192 0 0,-17-6 74 0 0,0-1-174 0 0,15 4 16 0 0,-15-4-8 0 0,0 0-20 0 0,15 4 67 0 0,-15-4-94 0 0,1-1-1280 0 0,18 0 571 0 0,-18 0-68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11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47 3292 0 0,'0'0'15114'0'0,"-3"-3"-15201"0"0,2 2 91 0 0,0-1 1 0 0,-1 1-1 0 0,1-1 0 0 0,0 1 1 0 0,1-1-1 0 0,-1 1 1 0 0,0-1-1 0 0,0 0 0 0 0,1 1 1 0 0,-1-1-1 0 0,1 0 0 0 0,-1 0 1 0 0,1 1-1 0 0,0-1 0 0 0,-1 0 1 0 0,1 0-1 0 0,0 0 1 0 0,0 0-1 0 0,1 1 0 0 0,-1-1 1 0 0,1-2-1 0 0,-1-1 311 0 0,1 10-109 0 0,4 15 17 0 0,-4-16 796 0 0,3 28 1304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12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0 128 532 0 0,'3'-27'2660'0'0,"-2"22"3564"0"0,1 0-4348 0 0,6-16-594 0 0,-6 16 686 0 0,0 1-1183 0 0,28-34 760 0 0,-26 34-1031 0 0,-1 1-437 0 0,-2 2-27 0 0,0 0-1 0 0,1 0 1 0 0,-1 0-1 0 0,0 0 1 0 0,1 0 0 0 0,-1 0-1 0 0,0-1 1 0 0,0 1 0 0 0,0-1-1 0 0,1-2 1 0 0,2 7 26 0 0,0 0-41 0 0,0 1 0 0 0,0 0 0 0 0,-1 0 0 0 0,1 0 0 0 0,-1 0 1 0 0,0 1-1 0 0,0-1 0 0 0,3 7 0 0 0,20 49 252 0 0,-8-19-265 0 0,-16-37 20 0 0,1 2-56 0 0,1 4 7 0 0,0-1 0 0 0,1 0 1 0 0,0 1-1 0 0,1-2 0 0 0,0 1 1 0 0,1-1-1 0 0,-1 0 0 0 0,1 0 1 0 0,1 0-1 0 0,0-1 0 0 0,0-1 1 0 0,0 1-1 0 0,14 7 0 0 0,-13-9-75 0 0,1 0-1 0 0,-1 0 0 0 0,1-1 0 0 0,0-1 0 0 0,0 1 0 0 0,1-2 1 0 0,-1 1-1 0 0,0-2 0 0 0,1 1 0 0 0,-1-1 0 0 0,1-1 0 0 0,19-1 1 0 0,-21 0 45 0 0,0-1 1 0 0,-1 0-1 0 0,1 0 1 0 0,0-1-1 0 0,-1 0 1 0 0,1-1-1 0 0,-1 0 1 0 0,0 0-1 0 0,0-1 1 0 0,11-8-1 0 0,17-12 372 0 0,46-41-1 0 0,-69 54-149 0 0,-10 9-306 0 0,1-1 105 0 0,14-12-41 0 0,-14 12-129 0 0,-3 4 179 0 0,-1-1 0 0 0,1 1-1 0 0,-1 0 1 0 0,0 0 0 0 0,1-1 0 0 0,-1 1-1 0 0,1 0 1 0 0,-1 0 0 0 0,0-1-1 0 0,1 1 1 0 0,-1 0 0 0 0,0-1 0 0 0,0 1-1 0 0,1 0 1 0 0,-1-1 0 0 0,0 1-1 0 0,0-1 1 0 0,1 1 0 0 0,-1-1 0 0 0,0 1-1 0 0,0 0 1 0 0,0-1 0 0 0,0 1-1 0 0,0-1 1 0 0,0 0 0 0 0,0 0 8 0 0,0 1 0 0 0,0 0 0 0 0,1-1 0 0 0,-1 1 0 0 0,0-1 0 0 0,0 1 0 0 0,0-1-1 0 0,0 1 1 0 0,0-1 0 0 0,1 1 0 0 0,-1 0 0 0 0,0-1 0 0 0,0 1 0 0 0,1 0 0 0 0,-1-1 0 0 0,0 1 0 0 0,1 0 0 0 0,-1-1 0 0 0,0 1 0 0 0,1 0 0 0 0,-1-1 0 0 0,0 1 0 0 0,1 0 0 0 0,-1 0 0 0 0,1-1 0 0 0,3-3 143 0 0,9-12 53 0 0,-10 12 136 0 0,-3 4-326 0 0,1 0 0 0 0,-1-1 0 0 0,1 1 0 0 0,-1 0 0 0 0,0 0 0 0 0,1-1 1 0 0,-1 1-1 0 0,1 0 0 0 0,-1-1 0 0 0,0 1 0 0 0,1-1 0 0 0,-1 1 0 0 0,0 0 0 0 0,0-1 1 0 0,1 1-1 0 0,-1-1 0 0 0,0 1 0 0 0,0-1 0 0 0,0 1 0 0 0,0-1 0 0 0,1 1 0 0 0,-1-1 1 0 0,0 1-1 0 0,0-2 0 0 0,0 2 48 0 0,0-1 0 0 0,0 1 0 0 0,0-1 0 0 0,0 1-1 0 0,0-1 1 0 0,0 1 0 0 0,0-1 0 0 0,1 1 0 0 0,-1-1 0 0 0,0 1 0 0 0,0-1 0 0 0,1 1 0 0 0,-1-1 0 0 0,0 1 0 0 0,0 0 0 0 0,1-1 0 0 0,-1 1 0 0 0,0-1 0 0 0,1 1-1 0 0,-1 0 1 0 0,1-1 0 0 0,-1 1 0 0 0,0 0 0 0 0,2-1 0 0 0,8-17 199 0 0,-8 14 1672 0 0,-5-22-1863 0 0,3 21-90 0 0,-2 7-223 0 0,0 0 257 0 0,0-1 0 0 0,0 1 1 0 0,1 0-1 0 0,-1 0 0 0 0,0 0 1 0 0,1 1-1 0 0,-3 3 0 0 0,4-5 8 0 0,0 1-1 0 0,0-1 1 0 0,0 0 0 0 0,0 0-1 0 0,0 0 1 0 0,0 0-1 0 0,-1 0 1 0 0,1 0-1 0 0,0 1 1 0 0,-1-1 0 0 0,1 0-1 0 0,-1 0 1 0 0,1 0-1 0 0,-1 0 1 0 0,0 0-1 0 0,0 1 1 0 0,-11 17 87 0 0,-4 24 28 0 0,2 1 0 0 0,2 0 0 0 0,-7 51 0 0 0,-33 211 51 0 0,49-290-172 0 0,-10 49 204 0 0,-36 105-1 0 0,41-149-177 0 0,-1 0 0 0 0,-1-1 0 0 0,0-1 1 0 0,-2 0-1 0 0,0 0 0 0 0,-1-1 0 0 0,-1-1 1 0 0,-32 31-1 0 0,38-40-29 0 0,-1 0 0 0 0,0-1 0 0 0,0 0 1 0 0,-1-1-1 0 0,0 0 0 0 0,-17 7 0 0 0,-64 14 53 0 0,86-27-33 0 0,-3 0-17 0 0,-21 0 35 0 0,21 0-54 0 0,3 0 12 0 0,-18-4 90 0 0,18 4-86 0 0,0-1-36 0 0,-15-4 52 0 0,15 4-118 0 0,0-1-785 0 0,-14-5 227 0 0,14 5-225 0 0,1-1-1565 0 0,-12-5 10 0 0,12 6-1747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14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18 604 0 0,'0'0'15543'0'0,"-3"-3"-15441"0"0,-9-8-63 0 0,9 8 889 0 0,-3 3-1500 0 0,-54 3 588 0 0,54-3 2012 0 0,10 2-2163 0 0,13 8 80 0 0,-13-7-4 0 0,0-2 138 0 0,15 3-69 0 0,-14-3-144 0 0,1 0 159 0 0,1 1-23 0 0,17 3-175 0 0,-18-4 129 0 0,16 3-26 0 0,-16-3 284 0 0,-1 0-314 0 0,45 12 288 0 0,-45-11-74 0 0,-3-3-122 0 0,0 1 1 0 0,0 1-1 0 0,0-1 1 0 0,0 0 0 0 0,0 0-1 0 0,0 1 1 0 0,0-1-1 0 0,0 1 1 0 0,-1 0-1 0 0,1-1 1 0 0,2 2-1 0 0,-4-2 5 0 0,6 2-90 0 0,-1-1-280 0 0,45 9-32 0 0,-75-9 294 0 0,19-1 331 0 0,-1-1-168 0 0,-19-1 50 0 0,20 2 84 0 0,-1-1-163 0 0,-51-3-213 0 0,52 4 373 0 0,1-1-298 0 0,-18-2 67 0 0,17 3-119 0 0,1-1 53 0 0,-15-3 161 0 0,15 4 107 0 0,-1-1-286 0 0,-19-1-12 0 0,19 2 2 0 0,0-1 57 0 0,-53-7 145 0 0,53 8-29 0 0,1-1-219 0 0,-47-7 580 0 0,47 7-247 0 0,-1 1-448 0 0,-20-1 282 0 0,20 1 162 0 0,0 0-12 0 0,-17 1 37 0 0,18-1-107 0 0,-2 0-623 0 0,-17-1 428 0 0,18 1 904 0 0,1-1-948 0 0,-34-5 578 0 0,29 6-146 0 0,26 4-372 0 0,-11-2 55 0 0,25 2-282 0 0,-24-3 514 0 0,0-1-200 0 0,56 5-24 0 0,-55-4 233 0 0,-1-1-275 0 0,113 14 206 0 0,-113-13 29 0 0,0 0-558 0 0,17 1 523 0 0,-17-1-68 0 0,-5 0-88 0 0,1-1 64 0 0,0 1 1 0 0,0-1-1 0 0,0 1 1 0 0,0-1-1 0 0,0 0 1 0 0,0 0 0 0 0,-1 0-1 0 0,1 0 1 0 0,0 0-1 0 0,4 0 1 0 0,-1-1 7 0 0,1 2 173 0 0,0-1-498 0 0,16 1 288 0 0,-16 0 246 0 0,-1 0-298 0 0,53 3-180 0 0,-52-4 562 0 0,-5 0-465 0 0,1 1 126 0 0,-1 0-1 0 0,1-1 0 0 0,0 1 0 0 0,-1-1 1 0 0,1 1-1 0 0,0-1 0 0 0,-1 0 0 0 0,1 0 1 0 0,0 0-1 0 0,-1 0 0 0 0,3 0 0 0 0,-2 0-44 0 0,3 1-780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16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0 240 900 0 0,'0'0'9186'0'0,"3"3"-8099"0"0,1 0-1608 0 0,25 21 7193 0 0,-26-22-4581 0 0,3-1-1735 0 0,-4 0-237 0 0,-1-1-47 0 0,1 1 0 0 0,0 0 1 0 0,-1-1-1 0 0,1 1 1 0 0,0-1-1 0 0,0 0 0 0 0,0 1 1 0 0,-1-1-1 0 0,1 0 0 0 0,0 0 1 0 0,0 0-1 0 0,3-1 1 0 0,16-11-4 0 0,-17 9 77 0 0,0 1-101 0 0,25-23 30 0 0,-2-2 0 0 0,44-52 1 0 0,-69 77-79 0 0,1-1 4 0 0,1-1 69 0 0,11-12 2 0 0,-11 12-109 0 0,-2 0-69 0 0,8-11 41 0 0,-7 11 142 0 0,1 0-150 0 0,1 1 0 0 0,-1-1 0 0 0,0 0 0 0 0,0-1 0 0 0,0 1 0 0 0,4-7 0 0 0,-6 8 191 0 0,2-1-22 0 0,-1 1-108 0 0,30-26 291 0 0,-29 26-240 0 0,1 5-821 0 0,0 0 780 0 0,15 3-27 0 0,-18 0 96 0 0,89 234 185 0 0,-90-235-193 0 0,2 1 5 0 0,20 43 168 0 0,-21-43-46 0 0,-2-3-179 0 0,1-1 1 0 0,-1 1-1 0 0,0-1 0 0 0,1 1 1 0 0,-1-1-1 0 0,1 1 0 0 0,-1-1 1 0 0,1 0-1 0 0,0 1 0 0 0,-1-1 1 0 0,1 0-1 0 0,1 2 1 0 0,1 0 5 0 0,-1 2 88 0 0,-1-1-115 0 0,3 3-257 0 0,9 28-9109 0 0,-12-31 5461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17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47 712 0 0,'4'-1'1632'0'0,"19"-7"9205"0"0,-24 3-10958 0 0,0-2 236 0 0,-1-4-74 0 0,2 0 3963 0 0,-5 10-3796 0 0,-16-1-35 0 0,16 1-3 0 0,0 4-405 0 0,-12 9 151 0 0,12-9 169 0 0,5-2-77 0 0,0-1-1 0 0,0 1 1 0 0,0-1 0 0 0,0 1-1 0 0,0-1 1 0 0,0 1 0 0 0,-1-1-1 0 0,1 1 1 0 0,0-1 0 0 0,0 1-1 0 0,0-1 1 0 0,-1 1 0 0 0,1-1-1 0 0,0 1 1 0 0,-1-1 0 0 0,1 1-1 0 0,0-1 1 0 0,-1 0 0 0 0,1 1-1 0 0,-1-1 1 0 0,1 0 0 0 0,-1 1-1 0 0,1-1 1 0 0,-1 1-1 0 0,0-1-3 0 0,1 0 0 0 0,-1 0 0 0 0,1 1 0 0 0,0-1 0 0 0,-1 0 0 0 0,1 1 0 0 0,-1-1-1 0 0,1 0 1 0 0,0 1 0 0 0,-1-1 0 0 0,1 1 0 0 0,0-1 0 0 0,-1 1 0 0 0,1-1-1 0 0,0 1 1 0 0,0-1 0 0 0,-1 1 0 0 0,1-1 0 0 0,0 1 0 0 0,0-1 0 0 0,0 1-1 0 0,0-1 1 0 0,0 1 0 0 0,0 0 178 0 0,-3 4-98 0 0,-5 17 176 0 0,6-16 49 0 0,1 0-133 0 0,-5 34 574 0 0,5-32-594 0 0,-1 1-1 0 0,1 0 0 0 0,1-1 1 0 0,0 1-1 0 0,0 0 0 0 0,0-1 1 0 0,1 1-1 0 0,0-1 1 0 0,4 14-1 0 0,13 33 542 0 0,-16-49-593 0 0,1-1 0 0 0,7 15 52 0 0,-7-15-44 0 0,0-1-30 0 0,9 10-84 0 0,-9-10-8 0 0,-1-3-196 0 0,0 0 118 0 0,-1 0 0 0 0,1 0 0 0 0,0 0 0 0 0,-1 0 0 0 0,1 1 0 0 0,-1-1 0 0 0,1 1 0 0 0,-1-1 0 0 0,2 4 0 0 0,1-2-551 0 0,1-2-1089 0 0,15 3 647 0 0,-15-3-378 0 0,0-3-732 0 0,-1 2 1210 0 0,10-4-421 0 0,-2-5-3234 0 0,4-10 888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18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1 220 0 0,'0'0'21404'0'0,"-5"0"-21164"0"0,-18 2 7 0 0,17-2 1189 0 0,2 2-1825 0 0,-14 4 421 0 0,14-5 1005 0 0,-16 19-21836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19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0 1228 0 0,'0'0'15927'0'0,"0"6"-15786"0"0,3 21 1389 0 0,-3-27-1517 0 0,0 1 0 0 0,1-1 0 0 0,-1 1 0 0 0,0-1 0 0 0,0 1 0 0 0,1-1 0 0 0,-1 1 1 0 0,0-1-1 0 0,1 0 0 0 0,-1 1 0 0 0,0-1 0 0 0,1 0 0 0 0,-1 1 0 0 0,1-1 0 0 0,-1 0 0 0 0,1 1 0 0 0,-1-1 0 0 0,0 0 1 0 0,1 0-1 0 0,-1 0 0 0 0,1 1 0 0 0,-1-1 0 0 0,1 0 0 0 0,-1 0 0 0 0,2 0 0 0 0,-2 0-5 0 0,1 0-1 0 0,-1 0 0 0 0,1 0 1 0 0,-1 0-1 0 0,1 1 0 0 0,-1-1 0 0 0,1 0 1 0 0,-1 0-1 0 0,1 0 0 0 0,-1 1 1 0 0,1-1-1 0 0,-1 0 0 0 0,1 0 1 0 0,-1 1-1 0 0,0-1 0 0 0,1 0 1 0 0,-1 1-1 0 0,0-1 0 0 0,1 1 1 0 0,-1-1-1 0 0,0 0 0 0 0,1 1 0 0 0,-1-1 1 0 0,0 1-1 0 0,1 0 0 0 0,16 12 366 0 0,48 36 924 0 0,109 106 0 0 0,-152-131-1165 0 0,-1 0 1 0 0,-1 1 0 0 0,-2 2 0 0 0,0-1-1 0 0,-2 2 1 0 0,0 0 0 0 0,17 48 0 0 0,-23-44-87 0 0,0 1 0 0 0,-2 0 0 0 0,-2 1 1 0 0,-1 0-1 0 0,-1 0 0 0 0,-2 0 0 0 0,-2 0 1 0 0,-1 0-1 0 0,-1 1 0 0 0,-2-1 0 0 0,-2-1 1 0 0,-1 1-1 0 0,-1-1 0 0 0,-2 0 0 0 0,-1-1 0 0 0,-2 0 1 0 0,-18 34-1 0 0,12-30-72 0 0,-1-2 1 0 0,-2 0 0 0 0,-2-1-1 0 0,-54 59 1 0 0,56-70-997 0 0,-1-1 1 0 0,-1-2 0 0 0,-53 35 0 0 0,63-47-864 0 0,0 0 0 0 0,-1-1 0 0 0,1 0 0 0 0,-1-1 0 0 0,-28 5 0 0 0,8-1-3382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59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17 188 2280 0 0,'-13'-25'11654'0'0,"14"23"-11599"0"0,-1 0 0 0 0,0 0 0 0 0,0 1 0 0 0,0-1 1 0 0,0 0-1 0 0,0 0 0 0 0,0 1 0 0 0,0-1 0 0 0,-1 0 0 0 0,1 1 0 0 0,-1-3 0 0 0,-1-1 87 0 0,2 0 1903 0 0,0-2-1739 0 0,3-17-75 0 0,-3 18 261 0 0,2 1-545 0 0,3-12 72 0 0,-3 13 89 0 0,0 0-123 0 0,27-30-221 0 0,-26 31 338 0 0,2 0-137 0 0,13-7-34 0 0,-13 7 89 0 0,0 1-42 0 0,4 0 74 0 0,1 0 1 0 0,0 1 0 0 0,0 0 0 0 0,10 0 0 0 0,-18 1-62 0 0,-1 0 0 0 0,1 1 1 0 0,-1-1-1 0 0,1 0 0 0 0,-1 1 1 0 0,0 0-1 0 0,1-1 0 0 0,-1 1 1 0 0,1 0-1 0 0,-1-1 0 0 0,0 1 1 0 0,2 2-1 0 0,0-1-36 0 0,2 0-163 0 0,14 15 300 0 0,-16-12-52 0 0,8 13-110 0 0,-9-13 132 0 0,0 0-44 0 0,5 14-112 0 0,-5-14 250 0 0,-1 0-236 0 0,1 17 2 0 0,-1-16 146 0 0,0-1-57 0 0,1 17 100 0 0,-1-16 289 0 0,-2-1-299 0 0,0 24 946 0 0,1-23-1390 0 0,4 14 269 0 0,-3-15 134 0 0,-3 0-305 0 0,-5 12 287 0 0,5-13-172 0 0,1 1 16 0 0,-17 39 366 0 0,16-40-116 0 0,0 1-188 0 0,-6 17 125 0 0,5-17-108 0 0,-22 42 167 0 0,23-43 44 0 0,-1 0-106 0 0,-5 12-46 0 0,6-12 302 0 0,2-10-1272 0 0,-2-19 940 0 0,2 19-164 0 0,2 1-133 0 0,6-15 292 0 0,-6 15-66 0 0,1 0 8 0 0,25-46 1 0 0,41-59-1 0 0,-66 106 82 0 0,-3 3 0 0 0,1-1 0 0 0,0 0 1 0 0,-1 1-1 0 0,1-1 1 0 0,0 0-1 0 0,0 1 0 0 0,-1-1 1 0 0,1 1-1 0 0,0-1 1 0 0,1 1-1 0 0,-1 0 0 0 0,2-3 1 0 0,-1 2 9 0 0,1-3 7 0 0,-1 1-177 0 0,23-34 107 0 0,-22 34 52 0 0,0 1-6 0 0,-1 1-37 0 0,1 0 0 0 0,-1 0 0 0 0,1 0 0 0 0,-1 1 0 0 0,1 0 0 0 0,-1-1 0 0 0,1 1 0 0 0,0 0 0 0 0,0 0 0 0 0,-1 0 0 0 0,1 1 0 0 0,0-1 0 0 0,0 1 0 0 0,4-1 0 0 0,-1 1 291 0 0,-5 2-252 0 0,0-1 1 0 0,0 1-1 0 0,0-1 0 0 0,0 0 0 0 0,0 1 1 0 0,0-1-1 0 0,1 0 0 0 0,-1 0 1 0 0,0 1-1 0 0,3 0 0 0 0,-1 2 210 0 0,0 0-197 0 0,6 14-166 0 0,-7-13-29 0 0,0 0 176 0 0,4 14-62 0 0,-5-14 195 0 0,0 2-190 0 0,1 18 103 0 0,-1-18-56 0 0,-2-2-36 0 0,-3 17 84 0 0,3-17-55 0 0,1 1-18 0 0,-3 17 204 0 0,3-18-92 0 0,-2-1-150 0 0,-5 13 61 0 0,5-13-110 0 0,1 1-160 0 0,-4 17 221 0 0,4-17-10 0 0,0 0 152 0 0,-5 16 121 0 0,4-16 194 0 0,3-10-1148 0 0,1-16 739 0 0,-1 16 66 0 0,1 1-91 0 0,6-11 178 0 0,-6 11-64 0 0,0-1-240 0 0,9-18 144 0 0,1 0 1 0 0,26-38 0 0 0,-35 58 3 0 0,0-3 41 0 0,28-37 18 0 0,-28 40 35 0 0,1-2-61 0 0,14-14-9 0 0,-14 15-26 0 0,1 0 34 0 0,11-12-37 0 0,-12 12-36 0 0,1 1 155 0 0,11-10 59 0 0,-11 9-168 0 0,1 0-1 0 0,0 0 1 0 0,0 1-1 0 0,1 0 0 0 0,12-5 1 0 0,-14 6 66 0 0,0 0-3 0 0,11 2-26 0 0,-15 0-31 0 0,1 0 0 0 0,-1-1 0 0 0,0 1 1 0 0,1 0-1 0 0,-1 0 0 0 0,0 0 0 0 0,1 0 0 0 0,-1 1 0 0 0,0-1 1 0 0,1 0-1 0 0,-1 0 0 0 0,0 1 0 0 0,0-1 0 0 0,1 1 0 0 0,-1-1 0 0 0,2 2 1 0 0,2 0 37 0 0,-1 1 1 0 0,1-1-1 0 0,-1 1 1 0 0,0 0-1 0 0,0 0 1 0 0,0 0-1 0 0,0 1 1 0 0,-1-1-1 0 0,1 1 1 0 0,-1 0 0 0 0,0 0-1 0 0,0 0 1 0 0,0 0-1 0 0,-1 1 1 0 0,1-1-1 0 0,-1 1 1 0 0,0-1-1 0 0,-1 1 1 0 0,3 8-1 0 0,-3-7 145 0 0,0-1-67 0 0,1 19 42 0 0,-1-19-104 0 0,-1 3 69 0 0,0 21-7 0 0,0-22-83 0 0,-1 0-92 0 0,0 18 138 0 0,0-19-285 0 0,1 0-1158 0 0,0 18 239 0 0,0-18-965 0 0,8 23-8924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0:59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1740 0 0,'0'0'14076'0'0,"5"-2"-13503"0"0,15-3-72 0 0,-15 4 1139 0 0,-2 3-1521 0 0,13 7 4 0 0,-12-6 33 0 0,-4-2-144 0 0,0 0-1 0 0,1 1 1 0 0,-1-1-1 0 0,1 0 1 0 0,-1 0-1 0 0,1 0 1 0 0,0 1-1 0 0,0-1 1 0 0,-1 0-1 0 0,1 0 1 0 0,0 0-1 0 0,2 2 1 0 0,-2-2 22 0 0,1 3 183 0 0,0 0-206 0 0,2 14 46 0 0,-3-13-124 0 0,-2 0-86 0 0,-1 1-31 0 0,0 0-1 0 0,0-1 1 0 0,-1 1 0 0 0,1-1-1 0 0,-1 0 1 0 0,-1 0 0 0 0,-5 8-1 0 0,-24 19-7548 0 0,29-30 4587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00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60 1372 0 0,'0'0'2726'0'0,"-1"-5"-220"0"0,-1-19-257 0 0,1 19 1871 0 0,1-1-3198 0 0,-1-14 137 0 0,-5 36 501 0 0,-5 40-832 0 0,-23 157-742 0 0,27-131 217 0 0,4-56-226 0 0,2 0 233 0 0,-7 37-119 0 0,8-57 0 0 0,-1-1 38 0 0,-14 84 364 0 0,13-83-109 0 0,6-8-707 0 0,-1 1 340 0 0,0-1-1 0 0,1 1 0 0 0,-1-1 1 0 0,0 0-1 0 0,0-1 1 0 0,0 1-1 0 0,-1 0 0 0 0,1-1 1 0 0,0 1-1 0 0,-1-1 0 0 0,4-5 1 0 0,-4 5-33 0 0,2-1 52 0 0,10-12 35 0 0,-10 12-180 0 0,-1 1-147 0 0,10-11 234 0 0,-9 11-2 0 0,-1 0-34 0 0,37-28 49 0 0,-36 28-60 0 0,0 1-48 0 0,13-7 6 0 0,-13 7 61 0 0,1 0 60 0 0,13-6 102 0 0,-13 5-264 0 0,1 2-18 0 0,16-6 92 0 0,-16 5 138 0 0,0 2 148 0 0,2 0-190 0 0,0 1 0 0 0,0 0 0 0 0,-1 0 0 0 0,13 5 0 0 0,-15-5-62 0 0,-2 2 134 0 0,12 7-28 0 0,-12-8-13 0 0,-1 2-92 0 0,1 4 153 0 0,0 0 0 0 0,-1-1-1 0 0,0 1 1 0 0,-1 0 0 0 0,0 1 0 0 0,0-1-1 0 0,0 0 1 0 0,-2 12 0 0 0,0-14 166 0 0,-1-1 90 0 0,-2 2-202 0 0,0 0 1 0 0,0 0-1 0 0,-1-1 1 0 0,1 1-1 0 0,-2-1 0 0 0,1 0 1 0 0,-1 0-1 0 0,0-1 1 0 0,0 0-1 0 0,-9 6 1 0 0,12-8 17 0 0,1-3-152 0 0,0 0 0 0 0,0 0 0 0 0,1 1 0 0 0,-1-1 0 0 0,0 1 0 0 0,1-1 0 0 0,-1 1 0 0 0,1 0 0 0 0,-1 0 0 0 0,0 0 0 0 0,1 0 0 0 0,-2 1 0 0 0,-1 1 26 0 0,-1-1 0 0 0,-2-1-333 0 0,-20 3-304 0 0,20-3-258 0 0,1-2-2294 0 0,-2 0 2171 0 0,-4-1-247 0 0,-1 2-6850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01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336 3 120 0 0,'0'0'9958'0'0,"-6"-1"-8411"0"0,-18 0-385 0 0,18 1 4494 0 0,9 4-5305 0 0,22 30 432 0 0,-1 1-1 0 0,34 69 0 0 0,-48-81-667 0 0,0 0 0 0 0,-2 1 0 0 0,-1 0 0 0 0,-1 1 0 0 0,0-1 0 0 0,1 34-1 0 0,-5-23-38 0 0,-2 0 0 0 0,-1 0 0 0 0,-2 0 0 0 0,-1 0-1 0 0,-2-1 1 0 0,-16 54 0 0 0,5-38-1 0 0,-3-1 0 0 0,-1-1 1 0 0,-47 77-1 0 0,63-116-72 0 0,-11 18 75 0 0,-2 0 0 0 0,-31 37 0 0 0,7-15 55 0 0,14-16 158 0 0,-1-1 0 0 0,-56 47 0 0 0,82-76-523 0 0,-2-1-693 0 0,-13 6 193 0 0,13-6-96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02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53 1308 0 0,'0'0'5062'0'0,"-2"-3"-4198"0"0,-8-17 9020 0 0,7 17-9832 0 0,1 1-53 0 0,1 0-1 0 0,-1 1 1 0 0,0-1-1 0 0,0 0 1 0 0,-1 1-1 0 0,1 0 1 0 0,0-1-1 0 0,0 1 1 0 0,-1 0-1 0 0,1 0 1 0 0,-1 0-1 0 0,1 1 1 0 0,-1-1-1 0 0,1 0 1 0 0,-1 1-1 0 0,0 0 0 0 0,1-1 1 0 0,-1 1-1 0 0,1 0 1 0 0,-1 1-1 0 0,-4 0 1 0 0,-17-1-82 0 0,18 0 71 0 0,1 0-148 0 0,-68 6 1161 0 0,58-4-484 0 0,51-4-10 0 0,36-2-274 0 0,52-1-63 0 0,-58 2-467 0 0,-42 2 291 0 0,-18 1-165 0 0,1-1 117 0 0,59 0-1018 0 0,-60 1 808 0 0,-2 2-4139 0 0,13 6 1018 0 0,-13-7 360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03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22 996 0 0,'0'0'16917'0'0,"4"-3"-16844"0"0,9-9 177 0 0,-10 9 358 0 0,3 3-643 0 0,20 0-45 0 0,-20 0 197 0 0,36 0 161 0 0,-34 0-337 0 0,-1-1 54 0 0,20-1 86 0 0,-20 2-28 0 0,1 0-95 0 0,65 2 128 0 0,-66-1-42 0 0,-1-1-74 0 0,16 0 128 0 0,-16 0 57 0 0,1 1-284 0 0,21-1 34 0 0,-21 1 220 0 0,0-1-123 0 0,96 5 404 0 0,-97-5 595 0 0,-1 0-792 0 0,18 3 54 0 0,-17-2-126 0 0,20 9-10848 0 0,-21-7 7271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21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867 1 1080 0 0,'0'0'14163'0'0,"-4"2"-13613"0"0,-12 8-447 0 0,11-8 841 0 0,1-1-934 0 0,-15 5 202 0 0,14-5-18 0 0,-1 0-620 0 0,-47 12 733 0 0,48-11-497 0 0,-1 0 67 0 0,-41 18 195 0 0,0 3 0 0 0,1 1 0 0 0,1 2 0 0 0,2 2 0 0 0,1 2 0 0 0,1 2 0 0 0,1 2 0 0 0,2 1 0 0 0,-63 77 0 0 0,54-54 214 0 0,3 3-1 0 0,-49 88 1 0 0,81-127-188 0 0,2 0 0 0 0,1 0 0 0 0,0 1 0 0 0,2 1 1 0 0,0-1-1 0 0,2 1 0 0 0,1 0 0 0 0,1 0 1 0 0,0 0-1 0 0,2 1 0 0 0,3 31 0 0 0,0-38-61 0 0,2 0-1 0 0,0 0 1 0 0,1-1-1 0 0,1 1 1 0 0,1-1-1 0 0,0-1 1 0 0,1 1-1 0 0,1-1 1 0 0,13 18-1 0 0,6 5-4 0 0,1-2-1 0 0,46 44 1 0 0,-37-47 100 0 0,1-2 0 0 0,2-1 1 0 0,1-2-1 0 0,77 39 1 0 0,-28-16-4 0 0,-51-27 129 0 0,-35-22-179 0 0,-1-1 41 0 0,12 7-96 0 0,-12-7-140 0 0,1 1-1019 0 0,12 7 115 0 0,-12-8-1179 0 0,21-13-11214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34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34 88 0 0,'0'0'13941'0'0,"2"4"-14091"0"0,3 14 1 0 0,-3-14 157 0 0,-3-1-175 0 0,0 1 154 0 0,1-1 0 0 0,-1 1 1 0 0,-1-1-1 0 0,1 0 0 0 0,0 0 1 0 0,-1 0-1 0 0,0 1 0 0 0,1-1 1 0 0,-1-1-1 0 0,-1 1 0 0 0,-2 3 1 0 0,2-2 227 0 0,0-1-264 0 0,-12 8 111 0 0,12-8 822 0 0,-2-5-838 0 0,-14-4 98 0 0,15 5 22 0 0,6-2-288 0 0,9-10 133 0 0,-8 10-119 0 0,1 0-199 0 0,12-7 368 0 0,-12 8-196 0 0,16 17-219 0 0,-23-11 336 0 0,-6 15 36 0 0,7-14 16 0 0,-1-2 104 0 0,-9 9-98 0 0,9-9-22 0 0,0 0-71 0 0,1-1 82 0 0,-1-1 0 0 0,1 1 0 0 0,0 0 0 0 0,-1-1 0 0 0,1 0 0 0 0,-1 1 0 0 0,1-1 0 0 0,-1 0 0 0 0,0 0 0 0 0,1-1 0 0 0,-1 1 0 0 0,0 0 0 0 0,0-1 0 0 0,1 0 0 0 0,-4 0 0 0 0,0 1 291 0 0,2-4-9 0 0,-10-8-258 0 0,11 8 437 0 0,2-2-333 0 0,-3-16-220 0 0,3 16 126 0 0,3 0-160 0 0,2 0 8 0 0,1-1-1 0 0,-1 0 1 0 0,1 1-1 0 0,0 0 1 0 0,7-6-1 0 0,-8 8 196 0 0,0 0-53 0 0,11-11 56 0 0,-11 11-104 0 0,1 0-85 0 0,14-7 147 0 0,-15 7 20 0 0,1 0-86 0 0,14-8 41 0 0,-14 8-10 0 0,0 2-258 0 0,-1-2 164 0 0,17-3 134 0 0,-15 5-149 0 0,17-3 140 0 0,-17 3-103 0 0,-2 4-161 0 0,13 6 310 0 0,-13-7 461 0 0,-3 3-312 0 0,1 6-294 0 0,0 0-1 0 0,-1 0 0 0 0,-1 17 0 0 0,-1-21 16 0 0,0-2 211 0 0,-5 13-167 0 0,4-13-170 0 0,2 0 323 0 0,-4 15-36 0 0,3-15-207 0 0,-1 1 286 0 0,-55 127 481 0 0,-4-34-537 0 0,52-87-269 0 0,-1 0 0 0 0,-22 21 0 0 0,30-31 98 0 0,-2 2 129 0 0,0-1 16 0 0,-11 13 34 0 0,11-12-54 0 0,3-3-86 0 0,-1-1-1 0 0,1 1 1 0 0,0 0-1 0 0,-1 1 1 0 0,1-1 0 0 0,0 0-1 0 0,0 0 1 0 0,-1 1-1 0 0,1-1 1 0 0,-1 2-1 0 0,-1 0 83 0 0,0 1-81 0 0,-23 36 178 0 0,24-36 66 0 0,3-3-285 0 0,1 1 0 0 0,-1-1 1 0 0,1 0-1 0 0,-1 1 0 0 0,0-1 0 0 0,1 0 0 0 0,-1 1 1 0 0,0 0-1 0 0,1 2 0 0 0,1-1-36 0 0,4-3 78 0 0,20 0-102 0 0,-20-1 6 0 0,-2 1 88 0 0,18-2-73 0 0,-17 1 35 0 0,1 1-23 0 0,21-1-58 0 0,-21 0 43 0 0,0 1-9 0 0,20-3 90 0 0,-20 2-52 0 0,-1 1-18 0 0,17-1-15 0 0,-17 1 456 0 0,1 0-382 0 0,19 0-94 0 0,-20 0-40 0 0,0 0 106 0 0,17 0-87 0 0,-17-1 40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37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197 632 2260 0 0,'0'0'3857'0'0,"-1"-5"-2969"0"0,-6-13-198 0 0,6 14 4844 0 0,-1 0-5316 0 0,0 2-223 0 0,1 1-32 0 0,0 0-1 0 0,1 0 0 0 0,-1 0 0 0 0,0 0 0 0 0,0 0 0 0 0,1 0 1 0 0,-1 0-1 0 0,1-1 0 0 0,-1 1 0 0 0,1 0 0 0 0,-1 0 0 0 0,0-3 1 0 0,-5 5-71 0 0,-18 5-8 0 0,23-6 110 0 0,0 0 1 0 0,0 0-1 0 0,0 0 0 0 0,1 0 0 0 0,-1 0 1 0 0,0 0-1 0 0,0 1 0 0 0,1-1 0 0 0,-1 0 0 0 0,0 1 1 0 0,0-1-1 0 0,1 0 0 0 0,-1 1 0 0 0,0-1 1 0 0,1 1-1 0 0,-1-1 0 0 0,1 1 0 0 0,-1-1 0 0 0,1 1 1 0 0,-1 0-1 0 0,1-1 0 0 0,-1 1 0 0 0,1 0 1 0 0,-1-1-1 0 0,1 2 0 0 0,-9 10 148 0 0,-7 7 123 0 0,0 1 1 0 0,2 0-1 0 0,0 1 0 0 0,1 0 0 0 0,2 1 0 0 0,0 1 1 0 0,-12 33-1 0 0,22-51 146 0 0,2 1-161 0 0,-1 20-257 0 0,1-19-51 0 0,2-3 100 0 0,9 11 267 0 0,-9-11 6 0 0,-2-4-304 0 0,-1 0-1 0 0,1 0 0 0 0,0 0 1 0 0,0 0-1 0 0,-1 0 0 0 0,1 0 0 0 0,0 0 1 0 0,-1 0-1 0 0,1 1 0 0 0,0-1 1 0 0,0 0-1 0 0,-1 0 0 0 0,1 1 0 0 0,0-1 1 0 0,-1 0-1 0 0,1 1 0 0 0,-1-1 1 0 0,1 1-1 0 0,0-1 0 0 0,-1 1 0 0 0,1 0 1 0 0,0 0-8 0 0,1 0 1 0 0,-1 0 0 0 0,0 0 0 0 0,1 0-1 0 0,-1 0 1 0 0,1 0 0 0 0,-1 0 0 0 0,1-1-1 0 0,0 1 1 0 0,-1 0 0 0 0,1-1 0 0 0,0 1-1 0 0,1-1 1 0 0,23 6-2 0 0,-20-4 143 0 0,0-2 110 0 0,18 2-116 0 0,-18-1 100 0 0,2-2-245 0 0,-7 1 7 0 0,11-1 70 0 0,-1-1 1 0 0,1-1-1 0 0,-1 1 1 0 0,18-8-1 0 0,34-22 283 0 0,-59 30-432 0 0,-4 2 77 0 0,1 0 0 0 0,-1 0 0 0 0,1 0 1 0 0,0 0-1 0 0,-1-1 0 0 0,1 1 1 0 0,-1 0-1 0 0,1 0 0 0 0,-1-1 0 0 0,1 1 1 0 0,-1 0-1 0 0,1 0 0 0 0,-1-1 1 0 0,1 1-1 0 0,-1-1 0 0 0,1 1 0 0 0,-1 0 1 0 0,1-1-1 0 0,-1 1 0 0 0,0-1 1 0 0,1 1-1 0 0,-1-1 0 0 0,0 1 0 0 0,1-1 1 0 0,-1 0-1 0 0,0 1-3 0 0,1-1 1 0 0,-1 0-1 0 0,0 1 0 0 0,0-1 1 0 0,1 1-1 0 0,-1-1 1 0 0,1 1-1 0 0,-1 0 0 0 0,0-1 1 0 0,1 1-1 0 0,-1-1 1 0 0,1 1-1 0 0,-1 0 0 0 0,1-1 1 0 0,-1 1-1 0 0,1 0 0 0 0,-1-1 1 0 0,1 1-1 0 0,-1 0 1 0 0,1 0-1 0 0,0 0 0 0 0,-1 0 1 0 0,1-1-1 0 0,-1 1 1 0 0,2 0-1 0 0,-1 0-18 0 0,1-1 0 0 0,-1 0-1 0 0,1 0 1 0 0,-1 0 0 0 0,1 0 0 0 0,-1 0 0 0 0,1 0-1 0 0,-1 0 1 0 0,0 0 0 0 0,0 0 0 0 0,3-3 0 0 0,-4 3-1 0 0,4-2-49 0 0,-1 1 148 0 0,15-11 30 0 0,-14 15-22 0 0,13 5 10 0 0,-13-5 46 0 0,-3 0-207 0 0,-1-1 74 0 0,1 1-1 0 0,-1 0 1 0 0,1-1-1 0 0,-1 1 1 0 0,1 0-1 0 0,-1-1 0 0 0,0 1 1 0 0,0 0-1 0 0,0 0 1 0 0,0-1-1 0 0,0 4 1 0 0,0-4 1 0 0,1 4 35 0 0,3-2-91 0 0,14 11 134 0 0,-14-11 2 0 0,3-1 36 0 0,5 1-134 0 0,0-1 1 0 0,1 0-1 0 0,-1 0 1 0 0,1-1 0 0 0,0-1-1 0 0,-1 0 1 0 0,14-2-1 0 0,0-5-110 0 0,-1 0 0 0 0,0-2-1 0 0,0-1 1 0 0,41-23-1 0 0,-60 29 102 0 0,0 0-1 0 0,-1-1 0 0 0,1 0 1 0 0,-1 0-1 0 0,0 0 0 0 0,5-8 1 0 0,-3 5-8 0 0,-3 2 28 0 0,1 1 1 0 0,-1-1 0 0 0,0 0 0 0 0,-1-1 0 0 0,1 1 0 0 0,2-8 0 0 0,-5 10-11 0 0,2 0 117 0 0,-2-3 44 0 0,3-20-184 0 0,-2 20 135 0 0,-3 0-39 0 0,-3-19-236 0 0,4 19 1 0 0,-3 1 242 0 0,-3-6-92 0 0,0 1 0 0 0,-1 1 0 0 0,0-1 0 0 0,0 1 1 0 0,-1 0-1 0 0,-17-16 0 0 0,21 23 9 0 0,-1 0 170 0 0,-41-21-384 0 0,42 22 127 0 0,-1 4 217 0 0,-14 3 52 0 0,14-4-261 0 0,10 1-164 0 0,15 7 349 0 0,-15-7 139 0 0,3-1-176 0 0,25 1-716 0 0,1-2 0 0 0,-1-1 0 0 0,0-1-1 0 0,0-2 1 0 0,-1-1 0 0 0,1-2 0 0 0,-1-1-1 0 0,0-2 1 0 0,-1 0 0 0 0,0-3 0 0 0,33-18 0 0 0,-51 24 489 0 0,-1-1 0 0 0,0-1 0 0 0,-1 0 0 0 0,0 0 0 0 0,0-1 0 0 0,-1-1 0 0 0,0 0 1 0 0,-1 0-1 0 0,0-1 0 0 0,13-24 0 0 0,-12 16 390 0 0,-1 0 0 0 0,-1 0 0 0 0,-1-1 0 0 0,-1-1-1 0 0,-1 1 1 0 0,4-27 0 0 0,-8 42 104 0 0,-1-1 9 0 0,2-21-68 0 0,-1 21-213 0 0,0 1 284 0 0,3-19 67 0 0,-3 19 185 0 0,-1 0-473 0 0,1-19-61 0 0,0 19 2646 0 0,-6 11-2353 0 0,1-1-231 0 0,2-3-87 0 0,1 0 1 0 0,0 0-1 0 0,-1 1 0 0 0,1-1 0 0 0,0 0 1 0 0,-1 1-1 0 0,1-1 0 0 0,0 1 0 0 0,0 0 0 0 0,0-1 1 0 0,0 1-1 0 0,1 0 0 0 0,-1-1 0 0 0,0 1 1 0 0,1 0-1 0 0,-1 0 0 0 0,0 3 0 0 0,-77 344 1382 0 0,48-205-1389 0 0,14-66-292 0 0,5-22 450 0 0,2-2-168 0 0,8-48 16 0 0,1-1-206 0 0,-3 18 3 0 0,3-18 159 0 0,0 1-104 0 0,-3 51 240 0 0,2-52 1380 0 0,2-11-1525 0 0,0-20-243 0 0,-1 19-13 0 0,4 3 109 0 0,10-12 390 0 0,-11 12-15 0 0,15-16-233 0 0,-14 16-121 0 0,10-10 325 0 0,1 0 1 0 0,0 1 0 0 0,0 0-1 0 0,34-19 1 0 0,-45 30-79 0 0,0-1-88 0 0,38-17 20 0 0,-37 19 111 0 0,-1 3-44 0 0,0 0-104 0 0,14 4-544 0 0,-15-1 116 0 0,7 15 256 0 0,-7-15 262 0 0,-1-1-197 0 0,4 16 135 0 0,-5-15-255 0 0,1 1 25 0 0,26 76-40 0 0,-26-78 402 0 0,1 1-10 0 0,10 16-70 0 0,-11-19-82 0 0,1 1 1 0 0,-1-1-1 0 0,0 0 1 0 0,1 0-1 0 0,0 0 0 0 0,-1-1 1 0 0,1 1-1 0 0,0-1 1 0 0,0 1-1 0 0,0-1 1 0 0,0 0-1 0 0,0 0 0 0 0,0 0 1 0 0,1-1-1 0 0,2 1 1 0 0,-5-1 10 0 0,3 2-119 0 0,4-2 62 0 0,-1 1 32 0 0,0 0 16 0 0,1 0-1 0 0,-1 0 1 0 0,0-1 0 0 0,0 0-1 0 0,1-1 1 0 0,-1 0 0 0 0,0 0-1 0 0,11-3 1 0 0,27-12-37 0 0,-3-5 675 0 0,79-54-1 0 0,-117 73-440 0 0,-3 2-181 0 0,-1-1 0 0 0,1 1 0 0 0,0 0-1 0 0,-1 0 1 0 0,1 0 0 0 0,-1 0 0 0 0,1-1-1 0 0,-1 1 1 0 0,1 0 0 0 0,0 0 0 0 0,-1-1 0 0 0,1 1-1 0 0,-1-1 1 0 0,1 1 0 0 0,-1 0 0 0 0,1-1-1 0 0,-1 1 1 0 0,0-1 0 0 0,1 1 0 0 0,-1-1-1 0 0,0 1 1 0 0,1-1 0 0 0,-1 1 0 0 0,1-2-1 0 0,-1 1 1 0 0,0 1 0 0 0,0-1-1 0 0,1 1 1 0 0,-1-1-1 0 0,0 1 1 0 0,1-1-1 0 0,-1 1 1 0 0,0-1 0 0 0,1 1-1 0 0,-1-1 1 0 0,1 1-1 0 0,-1-1 1 0 0,1 1-1 0 0,-1 0 1 0 0,1-1 0 0 0,-1 1-1 0 0,1 0 1 0 0,0 0-1 0 0,-1-1 1 0 0,1 1-1 0 0,-1 0 1 0 0,1 0 0 0 0,0 0-1 0 0,0-1 1 0 0,1 1 5 0 0,-1-1 0 0 0,0 1 1 0 0,1-1-1 0 0,-1 0 1 0 0,0 1-1 0 0,1-1 0 0 0,-1 0 1 0 0,0 0-1 0 0,0 0 0 0 0,0 0 1 0 0,0 0-1 0 0,2-2 0 0 0,-2 1 10 0 0,3 0 660 0 0,0 4-592 0 0,13 8 52 0 0,-13-8 469 0 0,0 54-1607 0 0,1-6-10609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37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79 2580 0 0,'0'-38'10397'0'0,"0"-2"-7557"0"0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38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182 727 3380 0 0,'0'0'4487'0'0,"3"-3"-2922"0"0,1-2-966 0 0,1-2-13 0 0,2-1 5883 0 0,-8 3-6389 0 0,-2-16-182 0 0,2 16-31 0 0,-4 5-183 0 0,-9 3 306 0 0,1 1 1 0 0,0 0-1 0 0,-1 0 0 0 0,-20 12 1 0 0,-37 31 24 0 0,66-44-67 0 0,2 1 23 0 0,-11 14 60 0 0,11-14 115 0 0,1 0 88 0 0,0 4-38 0 0,1-1-1 0 0,0 0 0 0 0,0 1 1 0 0,1 14-1 0 0,0-21-188 0 0,1 0 0 0 0,-1 0 0 0 0,0 0-1 0 0,0 1 1 0 0,0-1 0 0 0,1 0 0 0 0,-1 0 0 0 0,1 0 0 0 0,-1 0 0 0 0,1 0 0 0 0,-1 0 0 0 0,1 0-1 0 0,-1 0 1 0 0,1-1 0 0 0,0 1 0 0 0,0 0 0 0 0,-1 0 0 0 0,1 0 0 0 0,0-1 0 0 0,0 1-1 0 0,0 0 1 0 0,1 0 0 0 0,0 0 18 0 0,2 3-19 0 0,0 0 0 0 0,0 0 0 0 0,0-1 0 0 0,0 0 0 0 0,1 0 1 0 0,0 0-1 0 0,-1-1 0 0 0,1 1 0 0 0,0-1 0 0 0,0 0 0 0 0,0 0 1 0 0,11 1-1 0 0,-4-1-54 0 0,0 0 0 0 0,0-1 0 0 0,0-1 0 0 0,19-1 0 0 0,-11-1 21 0 0,0-1 1 0 0,0-1 0 0 0,-1-1 0 0 0,1 0 0 0 0,-1-2 0 0 0,0 0 0 0 0,0-1-1 0 0,-1-1 1 0 0,0-1 0 0 0,-1 0 0 0 0,0-1 0 0 0,-1-1 0 0 0,0-1-1 0 0,-1 0 1 0 0,0-1 0 0 0,20-25 0 0 0,-9 5 56 0 0,-2-2 1 0 0,-1 0-1 0 0,-2-2 1 0 0,16-41-1 0 0,55-163 51 0 0,-34 54-1299 0 0,-57 183 1454 0 0,1-1 4 0 0,9-53-18 0 0,-10 54 50 0 0,-2 6-355 0 0,-1 0 78 0 0,1 0 1 0 0,-1-1-1 0 0,1 1 0 0 0,-1 0 1 0 0,1 0-1 0 0,-1-1 0 0 0,0 1 1 0 0,0-1-1 0 0,1 0 0 0 0,-1 1 1 0 0,-3-1-1 0 0,1 0-20 0 0,-4 7-72 0 0,-33 65 190 0 0,3 2 0 0 0,3 2 0 0 0,-33 107 0 0 0,53-137-221 0 0,7-21 293 0 0,-9 42 0 0 0,6-13-288 0 0,4-31-24 0 0,0 2 224 0 0,0 0-1 0 0,-5 43 1 0 0,12-63-36 0 0,-1 2 34 0 0,-3 21-2 0 0,3-21-135 0 0,0 0-160 0 0,-12 47 204 0 0,11-50 20 0 0,0 0 15 0 0,-5 13 89 0 0,5-13-22 0 0,2 1-86 0 0,-8 49-187 0 0,7-49 1577 0 0,25-10-1505 0 0,-23 5 113 0 0,0 0 0 0 0,0 0 0 0 0,0-1 0 0 0,0 1 0 0 0,-1 0 0 0 0,1 0 0 0 0,0-1-1 0 0,0 1 1 0 0,0 0 0 0 0,-1-1 0 0 0,1 1 0 0 0,0-1 0 0 0,0 1 0 0 0,-1-1 0 0 0,1 1 0 0 0,0-1 0 0 0,-1 1 0 0 0,1-1 0 0 0,-1 0 0 0 0,1 1-1 0 0,-1-1 1 0 0,1-1 0 0 0,10-10-32 0 0,10-6 64 0 0,1 2-1 0 0,46-26 1 0 0,-64 40-64 0 0,-2 2 34 0 0,0 0 1 0 0,-1-1-1 0 0,1 1 0 0 0,0-1 0 0 0,-1 1 0 0 0,1-1 0 0 0,0 0 0 0 0,-1 1 0 0 0,1-1 0 0 0,-1 0 0 0 0,1 0 0 0 0,1-2 0 0 0,1 1-27 0 0,1-1-27 0 0,1 3 43 0 0,19-2-77 0 0,-19 1 341 0 0,0 3-131 0 0,18 4-63 0 0,-18-5 88 0 0,-1 1 7 0 0,13 7-419 0 0,-1 0 0 0 0,25 17-1 0 0,-29-17-336 0 0,4 1-2422 0 0,4 5-4041 0 0,1 1 2664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39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252 114 1004 0 0,'0'0'4150'0'0,"4"3"-3647"0"0,9 9-14 0 0,-10-9 2695 0 0,0 0-2376 0 0,5 2-1240 0 0,14 7 10215 0 0,-15-8-8765 0 0,-3-2-314 0 0,0-5-860 0 0,11-7 90 0 0,-11 7-6 0 0,-2-1 109 0 0,9-11 3 0 0,-8 11-68 0 0,-1 0 172 0 0,6-12-97 0 0,-6 12 315 0 0,0-1-236 0 0,4-15-95 0 0,-5 15-43 0 0,0-1-4 0 0,1-16-25 0 0,-1 16 149 0 0,-2 5-379 0 0,0 0 250 0 0,0-1 1 0 0,0 1-1 0 0,0-1 1 0 0,0 0 0 0 0,0 1-1 0 0,0-1 1 0 0,1 1 0 0 0,-1-1-1 0 0,1 0 1 0 0,-1-3-1 0 0,0 5 3 0 0,-1-5 68 0 0,-30 2-44 0 0,25 2-188 0 0,0 3-14 0 0,-9 2 173 0 0,0 1-1 0 0,1 0 1 0 0,-1 1-1 0 0,1 1 0 0 0,1 0 1 0 0,-1 1-1 0 0,-12 10 1 0 0,7-3 18 0 0,1 0-1 0 0,0 1 1 0 0,2 0 0 0 0,-30 37 0 0 0,38-42 90 0 0,1 1 0 0 0,0 0 0 0 0,1 0 0 0 0,0 1 0 0 0,1 0 0 0 0,-9 25 1 0 0,14-33-10 0 0,0 2 14 0 0,-1 21-66 0 0,2-26-34 0 0,-1-1 0 0 0,1 1 0 0 0,0-1 0 0 0,0 0 0 0 0,0 1 0 0 0,0-1 1 0 0,0 1-1 0 0,0-1 0 0 0,1 0 0 0 0,-1 1 0 0 0,0-1 0 0 0,1 0 0 0 0,-1 1 0 0 0,1-1 0 0 0,-1 0 0 0 0,1 0 0 0 0,0 1 0 0 0,1 1 0 0 0,0 0-67 0 0,-1 0 12 0 0,0-1 0 0 0,-1 0 0 0 0,1 0 0 0 0,0 1 0 0 0,1-1 0 0 0,-1 0 1 0 0,0 0-1 0 0,1 0 0 0 0,-1 0 0 0 0,1-1 0 0 0,3 4 0 0 0,0 0-97 0 0,-4-2 78 0 0,1-1 0 0 0,0 0 0 0 0,-1 1-1 0 0,1-1 1 0 0,0 0 0 0 0,0-1 0 0 0,0 1 0 0 0,1 0 0 0 0,-1 0 0 0 0,0-1 0 0 0,1 0 0 0 0,4 3 0 0 0,3 1-167 0 0,-1 1-132 0 0,2 0-1 0 0,-1-1 0 0 0,13 5 0 0 0,6-1-3066 0 0,1 0 0 0 0,33 4 0 0 0,-52-11 2794 0 0,-2 0-2275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40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135 165 1560 0 0,'14'-24'2018'0'0,"-11"20"-370"0"0,0 0-236 0 0,22-36 2459 0 0,-22 36-1989 0 0,-3 2-1792 0 0,1 1 1 0 0,-1-1-1 0 0,1 1 0 0 0,-1-1 1 0 0,1 1-1 0 0,-1 0 0 0 0,1-1 1 0 0,0 1-1 0 0,0 0 0 0 0,0-1 0 0 0,0 1 1 0 0,2-2-1 0 0,-1 1 82 0 0,0-2 1844 0 0,1 0-1536 0 0,8-12-249 0 0,-9 12 451 0 0,1-17-653 0 0,-3 16-16 0 0,1 0 237 0 0,-25-1-684 0 0,20 5 341 0 0,-1 4 91 0 0,-17 13 66 0 0,1 2-1 0 0,1 0 1 0 0,1 1 0 0 0,0 1 0 0 0,2 1-1 0 0,0 0 1 0 0,-14 24 0 0 0,22-22-251 0 0,8-18 163 0 0,-1 0 68 0 0,1 1 134 0 0,-4 20-41 0 0,4-20-70 0 0,1-6-67 0 0,1 0 0 0 0,-1 1 0 0 0,0-1 0 0 0,1 0 0 0 0,-1 0 0 0 0,0 1 0 0 0,1-1 0 0 0,-1 0 0 0 0,0 0 0 0 0,0 1 0 0 0,1-1 0 0 0,-1 0 0 0 0,0 0-1 0 0,0 1 1 0 0,0-1 0 0 0,1 0 0 0 0,-1 1 0 0 0,0-1 0 0 0,0 0 0 0 0,0 1 0 0 0,0-1 0 0 0,0 1 0 0 0,0-1 0 0 0,0 0 0 0 0,0 1 0 0 0,0-1 0 0 0,0 0 0 0 0,0 1 0 0 0,0-1 0 0 0,0 0 0 0 0,0 1-1 0 0,0 0 1 0 0,0 0 7 0 0,0 0-1 0 0,0-1 0 0 0,-1 1 0 0 0,1 0 1 0 0,1 0-1 0 0,-1 0 0 0 0,0-1 0 0 0,0 1 0 0 0,0 0 1 0 0,0 0-1 0 0,0 0 0 0 0,1-1 0 0 0,-1 1 0 0 0,0 0 1 0 0,1 0-1 0 0,-1-1 0 0 0,1 1 0 0 0,-1 0 1 0 0,1-1-1 0 0,-1 1 0 0 0,1 0 0 0 0,-1-1 0 0 0,1 1 1 0 0,-1-1-1 0 0,1 1 0 0 0,1 0 0 0 0,16 13-10 0 0,-13-10 22 0 0,-3-4-5 0 0,0 0 0 0 0,0 0 1 0 0,0 1-1 0 0,-1-1 1 0 0,1 1-1 0 0,0-1 1 0 0,0 1-1 0 0,0 0 0 0 0,-1 0 1 0 0,1-1-1 0 0,2 3 1 0 0,1 0 13 0 0,0-1-19 0 0,1-2-34 0 0,16 1 40 0 0,-16-1 78 0 0,0-2 1 0 0,45-16 70 0 0,-46 16-207 0 0,-1-1 54 0 0,12-6-83 0 0,-12 6-12 0 0,0 1-137 0 0,15-11-247 0 0,-15 15 412 0 0,13 7 15 0 0,-13-7-32 0 0,1 2 119 0 0,-4-4-28 0 0,47 33-1577 0 0,9 1-7847 0 0,-35-23 6450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41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 2164 0 0,'0'0'8648'0'0,"3"-3"-7915"0"0,10-9-324 0 0,-9 9 1546 0 0,-1 6-1240 0 0,11 11-274 0 0,-10-10-181 0 0,1 14-41 0 0,-3-15-149 0 0,0 2 262 0 0,-1 0-87 0 0,-1 50-313 0 0,-4-22 373 0 0,3-27-156 0 0,0 0-130 0 0,-4 22-144 0 0,4-22-36 0 0,-1 0 97 0 0,-11 48 632 0 0,12-49 934 0 0,5-8-1566 0 0,11-7 76 0 0,-11 7 29 0 0,0-2-120 0 0,25-40-240 0 0,-27 41 195 0 0,2 0 116 0 0,2-3 74 0 0,0 1-1 0 0,0-1 1 0 0,1 1 0 0 0,-1 0 0 0 0,1 1-1 0 0,1 0 1 0 0,-1 0 0 0 0,1 1-1 0 0,0-1 1 0 0,0 2 0 0 0,0-1 0 0 0,0 1-1 0 0,13-3 1 0 0,-16 5 39 0 0,0 3 79 0 0,1-1-136 0 0,0 0 1 0 0,-1 1-1 0 0,1 0 0 0 0,0 0 1 0 0,-1 1-1 0 0,0 0 1 0 0,1 0-1 0 0,-1 0 0 0 0,0 0 1 0 0,-1 1-1 0 0,1 0 1 0 0,7 7-1 0 0,2 8-86 0 0,33 45-3368 0 0,-20-20-5785 0 0,-25-39 5641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42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107 118 2344 0 0,'1'-6'1728'0'0,"2"-6"-1475"0"0,9-30 7550 0 0,-11 37-5906 0 0,1 1-1445 0 0,16-40 1691 0 0,-16 39-1516 0 0,-3 14-1051 0 0,-20 122 808 0 0,-40 131-1 0 0,25-120-575 0 0,27-105 299 0 0,7-32-142 0 0,1 2 161 0 0,-6 20 61 0 0,5-20-84 0 0,1-2-236 0 0,-4 20-58 0 0,9-27 138 0 0,11-6 159 0 0,-13 8-108 0 0,-1-1 0 0 0,1 0 1 0 0,-1 1-1 0 0,1-1 0 0 0,-1 0 1 0 0,0 0-1 0 0,1 0 0 0 0,-1 0 0 0 0,0 0 1 0 0,0 0-1 0 0,0 0 0 0 0,0 0 1 0 0,0-1-1 0 0,0 1 0 0 0,1-3 0 0 0,10-13-68 0 0,-9 13 74 0 0,35-43 156 0 0,1 1-1 0 0,53-45 1 0 0,-70 74-347 0 0,-18 14 228 0 0,0 0-45 0 0,11-9-79 0 0,-11 9 200 0 0,1 1-111 0 0,14-6 74 0 0,-14 6-84 0 0,1 2-138 0 0,18 1 188 0 0,-17-1 94 0 0,5 6-120 0 0,-11-6-26 0 0,0 0 0 0 0,0 0 0 0 0,0 1 0 0 0,0-1 0 0 0,0 0 0 0 0,0 1 0 0 0,-1-1 0 0 0,1 1 0 0 0,0-1-1 0 0,0 0 1 0 0,0 1 0 0 0,-1 0 0 0 0,1-1 0 0 0,0 1 0 0 0,-1-1 0 0 0,1 1 0 0 0,0 0 0 0 0,-1 0 0 0 0,1-1 0 0 0,-1 1 0 0 0,1 0 0 0 0,0 1 0 0 0,4 8-45 0 0,0-1 1 0 0,0 1-1 0 0,3 14 0 0 0,-6-18 93 0 0,-3 0 71 0 0,-15 56-97 0 0,9-49-8 0 0,-1 0 0 0 0,0-1-1 0 0,-1 0 1 0 0,0 0 0 0 0,-1-1 0 0 0,-12 11 0 0 0,14-13 130 0 0,-1-1 0 0 0,0 0 0 0 0,0 0 0 0 0,0-1 0 0 0,-1-1 0 0 0,0 1 0 0 0,0-2 0 0 0,-20 9 0 0 0,26-12 32 0 0,-3-1-114 0 0,-18 5 24 0 0,19-4 5 0 0,-2-3-125 0 0,0 1 0 0 0,-1-1-1 0 0,1-1 1 0 0,0 0 0 0 0,0 0-1 0 0,1-1 1 0 0,-1 0 0 0 0,-10-5 0 0 0,-2-3-2925 0 0,-30-21 0 0 0,46 29-494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43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0 118 504 0 0,'16'23'11855'0'0,"-12"-21"-11154"0"0,14 6 54 0 0,-13-6 152 0 0,1-2-582 0 0,60-6 499 0 0,-60 5-854 0 0,-1 0-1 0 0,1 0 0 0 0,0-1 0 0 0,-1 0 0 0 0,1 0 0 0 0,-1-1 0 0 0,6-2 0 0 0,-6 2 105 0 0,-1 1 317 0 0,0-1 34 0 0,14-8-71 0 0,-14 8-103 0 0,1 0-299 0 0,14-9-128 0 0,-14 9 288 0 0,-2-1-223 0 0,25-32 201 0 0,-26 32 50 0 0,-3-1-367 0 0,-2-18 138 0 0,2 18-35 0 0,-1 5-16 0 0,1-1 126 0 0,-1 1 1 0 0,1 0-1 0 0,0-1 0 0 0,-1 1 1 0 0,1-1-1 0 0,0 1 0 0 0,-1-1 1 0 0,1 0-1 0 0,0 1 1 0 0,-1-1-1 0 0,0-1 0 0 0,-1 0-9 0 0,-2 0 0 0 0,0 2 86 0 0,-4 2 25 0 0,1-1-1 0 0,-1 1 1 0 0,1 0 0 0 0,-1 1 0 0 0,1 0 0 0 0,0 0-1 0 0,0 1 1 0 0,-11 7 0 0 0,12-7 14 0 0,0 1 0 0 0,0 0 0 0 0,0 1 0 0 0,0-1 1 0 0,1 1-1 0 0,0 1 0 0 0,0-1 0 0 0,1 1 0 0 0,0 0 0 0 0,0 0 0 0 0,0 0 1 0 0,1 1-1 0 0,0 0 0 0 0,-4 14 0 0 0,6-17-11 0 0,3 2 124 0 0,2 18-94 0 0,-2-22-136 0 0,0 1 0 0 0,0-1-1 0 0,1 0 1 0 0,-1 0 0 0 0,1 1-1 0 0,-1-1 1 0 0,1 0 0 0 0,0-1-1 0 0,0 1 1 0 0,1 0 0 0 0,-1-1 0 0 0,1 1-1 0 0,4 4 1 0 0,37 22-1041 0 0,-8-11-4349 0 0,54 19 1 0 0,-59-27 1763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47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20 296 2556 0 0,'-4'-3'2249'0'0,"-12"-9"10362"0"0,20 10-12433 0 0,11-8 125 0 0,-11 8 112 0 0,2 1-319 0 0,51-9 214 0 0,-21 3-2 0 0,45-12 114 0 0,-67 14-494 0 0,0 0 0 0 0,0-1 0 0 0,-1 0 0 0 0,0 0 0 0 0,0-2-1 0 0,-1 0 1 0 0,0 0 0 0 0,0-1 0 0 0,-1-1 0 0 0,0 1 0 0 0,16-21-1 0 0,-24 27-119 0 0,0-2 143 0 0,9-11 15 0 0,-9 11-111 0 0,-1 1 35 0 0,8-16 135 0 0,-8 15 8 0 0,-3 0 25 0 0,-1 1-83 0 0,0 0 0 0 0,0 1 0 0 0,0-1 0 0 0,-1 1 0 0 0,1-1 0 0 0,-1 1 0 0 0,0 0 0 0 0,0 0 0 0 0,0 0 0 0 0,0 0 1 0 0,0 1-1 0 0,-1-1 0 0 0,1 1 0 0 0,-1 0 0 0 0,-7-3 0 0 0,6 3 10 0 0,-2 1 94 0 0,-21-1-198 0 0,21 1 68 0 0,1 1-26 0 0,-7 0 32 0 0,1 1 0 0 0,-1 0-1 0 0,0 0 1 0 0,1 1 0 0 0,-1 1 0 0 0,1 0-1 0 0,0 1 1 0 0,0 0 0 0 0,0 1-1 0 0,1 0 1 0 0,-21 13 0 0 0,24-12 73 0 0,0 0 0 0 0,1 0 0 0 0,-1 1 0 0 0,1 0 0 0 0,1 0 0 0 0,-1 0 0 0 0,1 1 0 0 0,1 0 0 0 0,-10 17 0 0 0,13-20 127 0 0,-1 13-101 0 0,2-17-41 0 0,0 1 1 0 0,1-1 0 0 0,0 1 0 0 0,-1 0 0 0 0,1-1 0 0 0,0 1-1 0 0,0 0 1 0 0,0-1 0 0 0,0 1 0 0 0,0 0 0 0 0,0-1 0 0 0,0 1-1 0 0,1 0 1 0 0,-1-1 0 0 0,1 3 0 0 0,2 3 32 0 0,-1 1 1 0 0,1-1 0 0 0,0 0-1 0 0,0-1 1 0 0,1 1-1 0 0,0 0 1 0 0,0-1-1 0 0,1 0 1 0 0,6 7-1 0 0,54 48 127 0 0,-60-56-164 0 0,4 1-166 0 0,0 0 1 0 0,0 0-1 0 0,1-1 1 0 0,-1 0 0 0 0,20 6-1 0 0,-21-8-2 0 0,49 24-3303 0 0,-47-22 2520 0 0,17 6-1130 0 0,0-4-2847 0 0,8-1 2440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48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56 996 0 0,'6'-7'-106'0'0,"24"-24"8950"0"0,-27 28-6736 0 0,-2 2-2072 0 0,0 1 0 0 0,1 0 1 0 0,-1-1-1 0 0,0 0 1 0 0,0 1-1 0 0,1-1 0 0 0,-1 0 1 0 0,0 1-1 0 0,0-1 0 0 0,0 0 1 0 0,0 0-1 0 0,2-2 0 0 0,-2 2 13 0 0,2-1 524 0 0,4 3-439 0 0,17 2 85 0 0,-18-2 198 0 0,14 14 621 0 0,-18-11-809 0 0,0-1-155 0 0,-1-2-31 0 0,0 0 0 0 0,0 0 0 0 0,0 0 0 0 0,-1 1 0 0 0,1-1-1 0 0,0 0 1 0 0,-1 0 0 0 0,1 1 0 0 0,-1-1 0 0 0,1 1-1 0 0,-1-1 1 0 0,1 3 334 0 0,-2 2 4 0 0,0 18-150 0 0,0-18-79 0 0,1-1-181 0 0,-2 3-20 0 0,-1 0 0 0 0,0 0 1 0 0,0 0-1 0 0,0 0 0 0 0,-1 0 0 0 0,0-1 1 0 0,0 1-1 0 0,-8 8 0 0 0,-43 38-251 0 0,51-51 25 0 0,0 0 121 0 0,-14 10 94 0 0,13-10 13 0 0,1 0 18 0 0,-12 8 171 0 0,12-8-264 0 0,5-6-3351 0 0,0 1 3435 0 0,-1 1 1 0 0,1-1-1 0 0,0 1 1 0 0,0 0-1 0 0,0-1 1 0 0,0 1-1 0 0,0 0 1 0 0,0 0-1 0 0,0-1 1 0 0,3 0-1 0 0,-4 1-19 0 0,1 0 44 0 0,-1 0-1 0 0,1 1 1 0 0,-1-1-1 0 0,1 0 1 0 0,-1 0-1 0 0,1 0 1 0 0,0 1-1 0 0,-1-1 1 0 0,1 0 0 0 0,0 1-1 0 0,-1-1 1 0 0,1 1-1 0 0,0-1 1 0 0,0 1-1 0 0,0-1 1 0 0,0 1-1 0 0,-1-1 1 0 0,1 1-1 0 0,1-1 1 0 0,15-8-150 0 0,-4-2 14 0 0,1 0 0 0 0,30-16 0 0 0,36-23 48 0 0,-55 34 323 0 0,-20 13 115 0 0,0 0 189 0 0,16-11 185 0 0,-15 11 195 0 0,-5 2-793 0 0,1 1 1 0 0,-1-1-1 0 0,0 1 0 0 0,1-1 1 0 0,-1 0-1 0 0,0 1 1 0 0,0-1-1 0 0,1 0 0 0 0,-1 0 1 0 0,0 0-1 0 0,0 0 1 0 0,2-2-1 0 0,-1 1 76 0 0,2-1 352 0 0,-1 0-418 0 0,9-10 59 0 0,-9 9 996 0 0,-3 3-1237 0 0,-1 0 81 0 0,0-1 0 0 0,1 1 1 0 0,-1 0-1 0 0,0-1 0 0 0,0 1 1 0 0,0 0-1 0 0,0 0 0 0 0,0 0 1 0 0,0-1-1 0 0,0 1 0 0 0,-2 0 1 0 0,3 0 9 0 0,-3-2 330 0 0,-2 4-502 0 0,4 0 111 0 0,-10 3-33 0 0,1 0 1 0 0,0 0-1 0 0,1 1 0 0 0,-1 0 1 0 0,1 1-1 0 0,-11 8 1 0 0,11-4 267 0 0,0 1 0 0 0,1 0 1 0 0,-12 21-1 0 0,18-28 148 0 0,3 4-155 0 0,-1-3-206 0 0,0 0 90 0 0,0 0 0 0 0,0 0 0 0 0,1 0 1 0 0,0 0-1 0 0,0 0 0 0 0,0 0 0 0 0,0-1 1 0 0,1 1-1 0 0,0 0 0 0 0,0-1 1 0 0,5 8-1 0 0,1 0-351 0 0,1-1 1 0 0,1-1-1 0 0,0 0 0 0 0,0 0 1 0 0,1-1-1 0 0,0 0 1 0 0,1 0-1 0 0,16 8 1 0 0,16 5-3387 0 0,-29-15 1234 0 0,0 1 1 0 0,24 17-1 0 0,-35-22-59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48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224 395 1012 0 0,'0'0'7097'0'0,"2"-4"-6475"0"0,6-11-110 0 0,-6 11 421 0 0,0 4-888 0 0,-1 0 1 0 0,1 0-1 0 0,-1 0 1 0 0,1-1-1 0 0,-1 1 1 0 0,0-1-1 0 0,1 1 1 0 0,-1-1-1 0 0,0 0 1 0 0,0 1-1 0 0,1-1 1 0 0,0-1 0 0 0,1 0 68 0 0,2 0 330 0 0,-2-1 106 0 0,6-2-61 0 0,-1-1-1 0 0,0-1 1 0 0,0 1-1 0 0,-1-1 1 0 0,0-1-1 0 0,0 1 1 0 0,-1-1-1 0 0,9-15 1 0 0,-7 9-294 0 0,-1 0 0 0 0,-1-1 0 0 0,-1 1 0 0 0,0-1 0 0 0,5-24 1 0 0,7-37-116 0 0,5-12-314 0 0,-20 83 186 0 0,-3 13 239 0 0,-13 101-164 0 0,-55 202 0 0 0,53-247 231 0 0,-251 878 303 0 0,228-819-2007 0 0,37-118 865 0 0,0-1-464 0 0,0-1 195 0 0,-6 8 941 0 0,6-1-8791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49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1 133 1768 0 0,'3'-4'2178'0'0,"4"-5"-1454"0"0,0 0 1 0 0,1 1-1 0 0,0-1 0 0 0,0 1 0 0 0,1 1 0 0 0,0 0 0 0 0,0 0 0 0 0,1 1 0 0 0,11-6 1 0 0,-2 3-319 0 0,1 0 1 0 0,0 2 0 0 0,32-8 0 0 0,-43 13-157 0 0,0 0 0 0 0,0 1 0 0 0,0 0 0 0 0,0 1 0 0 0,14 0 0 0 0,-15 1-163 0 0,-3-1 120 0 0,-1 0 0 0 0,1 1-1 0 0,0 0 1 0 0,0 0 0 0 0,0 0 0 0 0,-1 1 0 0 0,1 0-1 0 0,-1 0 1 0 0,9 4 0 0 0,-8-3-76 0 0,1 1-102 0 0,0-1 0 0 0,-1 1-1 0 0,0 1 1 0 0,0-1 0 0 0,9 10 0 0 0,-8-7 9 0 0,-4-4-24 0 0,1 0 1 0 0,-1 0 0 0 0,-1 0 0 0 0,1 1 0 0 0,0-1 0 0 0,-1 0 0 0 0,0 1 0 0 0,0-1-1 0 0,0 1 1 0 0,0 0 0 0 0,0-1 0 0 0,-1 1 0 0 0,1 4 0 0 0,-1-5 51 0 0,1 2 34 0 0,-2 2-65 0 0,1-4-74 0 0,0 1 84 0 0,0 0-1 0 0,0-1 0 0 0,-1 1 0 0 0,0 0 1 0 0,1-1-1 0 0,-1 1 0 0 0,-1-1 1 0 0,1 1-1 0 0,0-1 0 0 0,-1 0 1 0 0,0 1-1 0 0,1-1 0 0 0,-1 0 1 0 0,-5 5-1 0 0,4-4-11 0 0,-1 1 1 0 0,0-1-1 0 0,0 0 1 0 0,0 0-1 0 0,0-1 0 0 0,-1 1 1 0 0,1-1-1 0 0,-1 0 1 0 0,0 0-1 0 0,0 0 0 0 0,0-1 1 0 0,-1 0-1 0 0,1 0 1 0 0,0 0-1 0 0,-1 0 0 0 0,0-1 1 0 0,1 0-1 0 0,-1-1 1 0 0,-9 1-1 0 0,-47-11-1966 0 0,21-3-5066 0 0,35 13 4005 0 0,-26-1-167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50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1 101 360 0 0,'19'-12'2094'0'0,"-15"9"1883"0"0,1 2-2996 0 0,18-2-142 0 0,-18 2 1476 0 0,2 1-1408 0 0,19 4-150 0 0,-20-3-46 0 0,0 1-216 0 0,9 4-118 0 0,0 1-1 0 0,0 0 1 0 0,17 13 0 0 0,-28-16-292 0 0,-2 0-38 0 0,9 15 66 0 0,-8-14 104 0 0,-2 1 14 0 0,5 18-78 0 0,-4-18-114 0 0,-2 0 150 0 0,-9 53-165 0 0,7-53-19 0 0,2-4 28 0 0,0-1 0 0 0,-1 1 0 0 0,1 0 0 0 0,0-1-1 0 0,-1 1 1 0 0,0-1 0 0 0,1 1 0 0 0,-1 0 0 0 0,0-1 0 0 0,0 1 0 0 0,0-1-1 0 0,-1 2 1 0 0,-1 1 52 0 0,1 1 33 0 0,-2-1-120 0 0,-10 14 42 0 0,11-13-92 0 0,1-5 43 0 0,0 1-1 0 0,1 0 1 0 0,-1 0-1 0 0,0 0 1 0 0,1 1-1 0 0,-1-1 1 0 0,1 0-1 0 0,0 0 1 0 0,-1 1-1 0 0,1-1 1 0 0,-1 3-1 0 0,-2-1 56 0 0,0-1-124 0 0,-11 6-12 0 0,11-6 213 0 0,-1-1-3 0 0,-16 2-209 0 0,16-2 361 0 0,0-2-258 0 0,-16-5-86 0 0,16 4 290 0 0,4 1-201 0 0,1 0 0 0 0,0-1 0 0 0,0 1-1 0 0,-1-1 1 0 0,1 1 0 0 0,-1 0 0 0 0,0-1-1 0 0,1 1 1 0 0,-1 0 0 0 0,0 0 0 0 0,1 0-1 0 0,-3-2 1 0 0,1 0-22 0 0,0-1-146 0 0,3-2 72 0 0,3-8 98 0 0,0 0 1 0 0,1 0-1 0 0,0 0 1 0 0,2 0-1 0 0,-1 1 1 0 0,2 0-1 0 0,-1 1 1 0 0,2-1-1 0 0,0 2 1 0 0,0-1-1 0 0,21-18 1 0 0,2 0-367 0 0,2 1 0 0 0,62-40 1 0 0,-66 54-3277 0 0,-25 12 321 0 0,1 3 422 0 0,22 3-76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50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0 140 2256 0 0,'0'0'11786'0'0,"2"5"-11323"0"0,4 14 67 0 0,-5-14-114 0 0,4-4-118 0 0,11 0-173 0 0,-1 0 0 0 0,1-1-1 0 0,-1-1 1 0 0,1 0-1 0 0,-1-1 1 0 0,1-1-1 0 0,-1 0 1 0 0,0-2-1 0 0,16-5 1 0 0,-20 6-112 0 0,0-1 0 0 0,0 0-1 0 0,-1-1 1 0 0,1 0 0 0 0,-1 0 0 0 0,-1-1 0 0 0,16-15 0 0 0,-21 19 185 0 0,-4 2-178 0 0,1-1-1 0 0,-1 0 1 0 0,1 1-1 0 0,0-1 0 0 0,0 1 1 0 0,0-1-1 0 0,0 1 1 0 0,0 0-1 0 0,0-1 0 0 0,0 1 1 0 0,0 0-1 0 0,3-2 1 0 0,-3 2 9 0 0,2-4-9 0 0,-1 0-86 0 0,6-15-55 0 0,-6 14 330 0 0,-4 3-48 0 0,-9-13-75 0 0,8 13-37 0 0,2 3-52 0 0,-1 0 1 0 0,0 1 0 0 0,0-1 0 0 0,0 0-1 0 0,1 0 1 0 0,-1 0 0 0 0,0 0 0 0 0,0 0-1 0 0,1-1 1 0 0,-1 1 0 0 0,0-1 0 0 0,-3 0-1 0 0,3 0-9 0 0,-4 0-42 0 0,0 4-72 0 0,-55 26 58 0 0,54-23 25 0 0,-1 0-1 0 0,1 0 0 0 0,1 1 1 0 0,-1 0-1 0 0,1 0 0 0 0,0 1 1 0 0,-8 14-1 0 0,10-17 77 0 0,1-1 81 0 0,1 2-76 0 0,-5 20-36 0 0,5-20 165 0 0,3 1-276 0 0,5 22-39 0 0,-5-25-261 0 0,1 0 1 0 0,0-1-1 0 0,0 1 0 0 0,0 0 0 0 0,1-1 0 0 0,-1 1 1 0 0,1-1-1 0 0,0 1 0 0 0,0-1 0 0 0,0 0 0 0 0,0-1 1 0 0,0 1-1 0 0,1 0 0 0 0,4 1 0 0 0,3 6-1906 0 0,-2-4-446 0 0,19 8 23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51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85 3208 0 0,'27'-45'9054'0'0,"-24"41"-6531"0"0,-3 2-2461 0 0,0 1 0 0 0,1-1 0 0 0,-1 1 1 0 0,1 0-1 0 0,-1-1 0 0 0,1 1 0 0 0,0 0 0 0 0,-1 0 1 0 0,1-1-1 0 0,0 1 0 0 0,0 0 0 0 0,2-2 0 0 0,-2 1 61 0 0,2-2 1429 0 0,-9 2-1546 0 0,4 1 17 0 0,0 0-9 0 0,1 0 0 0 0,0 0-1 0 0,0 0 1 0 0,0 1-1 0 0,-1-1 1 0 0,1 1 0 0 0,0-1-1 0 0,-1 1 1 0 0,1-1-1 0 0,-1 1 1 0 0,1 0 0 0 0,0 0-1 0 0,-1 0 1 0 0,1 0 0 0 0,-1 0-1 0 0,1 0 1 0 0,0 0-1 0 0,-1 0 1 0 0,-2 1 0 0 0,-76 24 239 0 0,76-23-242 0 0,-2 0-57 0 0,-15 8 60 0 0,16-8 47 0 0,0 1-12 0 0,-11 10 24 0 0,12-10-66 0 0,7 26-1085 0 0,-2-24 962 0 0,2-2-14 0 0,11 9 347 0 0,33 21 68 0 0,-42-30-213 0 0,-1 2-71 0 0,11 12 28 0 0,-11-13-143 0 0,-4-3 112 0 0,0 0 0 0 0,0-1 0 0 0,0 1 0 0 0,0 0 0 0 0,0-1 0 0 0,0 1 0 0 0,0-1 0 0 0,0 1 0 0 0,0 0 0 0 0,1-1-1 0 0,-1 1 1 0 0,0-1 0 0 0,1 1 0 0 0,-1 0 0 0 0,0-1 0 0 0,1 1 0 0 0,-1-1 0 0 0,0 1 0 0 0,1-1 0 0 0,-1 1 0 0 0,2 0 0 0 0,10 17-335 0 0,-4 3 546 0 0,-6-16-12 0 0,-2 1-746 0 0,0 0 520 0 0,-1 0 0 0 0,1 0 0 0 0,-1 0 0 0 0,0-1 0 0 0,0 1 0 0 0,-1 0 0 0 0,0 0 0 0 0,0-1 0 0 0,0 1 0 0 0,0-1 0 0 0,-1 0 0 0 0,0 0 0 0 0,0 0 0 0 0,-1 0 0 0 0,1 0 0 0 0,-1 0 0 0 0,0-1 0 0 0,0 0 0 0 0,-1 0 0 0 0,1 0 0 0 0,-1 0 0 0 0,0-1 0 0 0,-8 5 0 0 0,-5 3-51 0 0,0-1-1 0 0,0-1 1 0 0,-38 14-1 0 0,51-22 21 0 0,-1 1 78 0 0,-17 3-215 0 0,17-4-164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51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248 104 2748 0 0,'56'-43'9184'0'0,"-39"30"-8073"0"0,-13 9-390 0 0,0 1-94 0 0,12-11 101 0 0,-11 11 220 0 0,-5 2-940 0 0,0 1 1 0 0,0-1 0 0 0,0 1 0 0 0,0-1-1 0 0,0 1 1 0 0,1-1 0 0 0,-1 1-1 0 0,0-1 1 0 0,0 1 0 0 0,0 0-1 0 0,1-1 1 0 0,-1 1 0 0 0,0 0-1 0 0,1-1 1 0 0,-1 1 0 0 0,0 0-1 0 0,1-1 1 0 0,-1 1 0 0 0,1 0-1 0 0,-1-1 1 0 0,0 1 0 0 0,1 0-1 0 0,-1 0 1 0 0,1 0 0 0 0,-1-1-1 0 0,1 1 1 0 0,0 0 23 0 0,-1 0 0 0 0,1 0-1 0 0,-1 0 1 0 0,1-1 0 0 0,-1 1 0 0 0,0 0-1 0 0,1 0 1 0 0,-1-1 0 0 0,1 1 0 0 0,-1 0-1 0 0,0 0 1 0 0,1-1 0 0 0,-1 1-1 0 0,0 0 1 0 0,1-1 0 0 0,-1 1 0 0 0,0-1-1 0 0,1 1 1 0 0,-1 0 0 0 0,0-1 0 0 0,0 1-1 0 0,0-1 1 0 0,1 1 0 0 0,-1-1 0 0 0,0 1-1 0 0,0-1 1 0 0,-5-1-131 0 0,0 1 96 0 0,0 0-1 0 0,1 1 1 0 0,-1-1 0 0 0,0 1-1 0 0,0 0 1 0 0,0 0 0 0 0,0 1-1 0 0,-8 1 1 0 0,8 0 292 0 0,1-1-121 0 0,-12 6-100 0 0,12-5-88 0 0,0 0-98 0 0,-12 9 240 0 0,13-8-212 0 0,2-2-51 0 0,0 0 163 0 0,1 1 0 0 0,-1-1 0 0 0,0 1 0 0 0,1-1 0 0 0,-1 0 1 0 0,0 0-1 0 0,0 1 0 0 0,0-1 0 0 0,0 0 0 0 0,0 0 0 0 0,-2 1 0 0 0,2-1 14 0 0,-1 3 116 0 0,0 0-338 0 0,-5 12 86 0 0,5-12-59 0 0,3 3-35 0 0,2 9 128 0 0,1 0 1 0 0,1 0-1 0 0,0-1 1 0 0,2 0-1 0 0,14 28 1 0 0,1 0-25 0 0,-20-38 133 0 0,-1-3-49 0 0,-1 0 1 0 0,0 0-1 0 0,1 0 0 0 0,-1 0 1 0 0,1 0-1 0 0,0 0 0 0 0,-1 0 1 0 0,1 0-1 0 0,0 0 1 0 0,0-1-1 0 0,0 1 0 0 0,2 2 1 0 0,0 0 13 0 0,0 3 19 0 0,-3-2-20 0 0,4 16 172 0 0,-3-16 203 0 0,-2 1-144 0 0,-5 19-120 0 0,5-24-109 0 0,1 1 0 0 0,0-1-1 0 0,0 0 1 0 0,-1 0 0 0 0,1 0 0 0 0,-1 0 0 0 0,1 0 0 0 0,-1 1 0 0 0,0-1-1 0 0,1 0 1 0 0,-1 0 0 0 0,0 0 0 0 0,0 0 0 0 0,1-1 0 0 0,-1 1-1 0 0,0 0 1 0 0,0 0 0 0 0,0 0 0 0 0,0-1 0 0 0,0 1 0 0 0,-2 0 0 0 0,1 1 20 0 0,-3 1 10 0 0,0 0 0 0 0,0 0 1 0 0,0 0-1 0 0,-1-1 0 0 0,1 0 0 0 0,0 0 0 0 0,-1 0 1 0 0,0-1-1 0 0,1 0 0 0 0,-1 0 0 0 0,-6 1 0 0 0,2-1-62 0 0,-73 10-324 0 0,52-8 57 0 0,-3-4-1013 0 0,21 0 896 0 0,-36-3-8252 0 0,44 3 4855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52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0 132 2708 0 0,'0'0'7007'0'0,"2"4"-5562"0"0,7 13-434 0 0,-7-13 1779 0 0,4-2-2472 0 0,17 4 118 0 0,-17-4-18 0 0,1-1-236 0 0,7 1-106 0 0,-1 0 1 0 0,1-2-1 0 0,0 1 1 0 0,-1-2-1 0 0,1 1 1 0 0,-1-2-1 0 0,1 0 1 0 0,-1-1-1 0 0,0 0 1 0 0,0-1-1 0 0,0 0 1 0 0,0-1-1 0 0,0 0 1 0 0,15-10-1 0 0,7-13-35 0 0,-31 25 64 0 0,-2-1-94 0 0,10-13-43 0 0,-9 13 333 0 0,-1-1-191 0 0,6-15-38 0 0,-5 15-120 0 0,-5 1-32 0 0,-3-19 264 0 0,0 20-396 0 0,2 2 213 0 0,0-1 0 0 0,0 0 0 0 0,0 1 1 0 0,-1 0-1 0 0,1-1 0 0 0,0 1 0 0 0,-1 1 0 0 0,1-1 0 0 0,-1 0 0 0 0,1 1 0 0 0,-1 0 0 0 0,0 0 0 0 0,1 0 0 0 0,-1 0 0 0 0,1 0 0 0 0,-1 1 0 0 0,1 0 0 0 0,-5 1 0 0 0,-33 15 15 0 0,37-15 57 0 0,0 3 124 0 0,-14 14-33 0 0,13-15-150 0 0,5 2 199 0 0,-4 19-76 0 0,3-19-244 0 0,4 0-119 0 0,0 0 119 0 0,-2-3 49 0 0,0-1-1 0 0,0 0 1 0 0,0 1 0 0 0,0-1-1 0 0,1 0 1 0 0,-1 0 0 0 0,1 0-1 0 0,-1 0 1 0 0,1 0 0 0 0,3 3-1 0 0,4 3-193 0 0,0 1-1 0 0,0-1 1 0 0,15 10 0 0 0,29 9-3614 0 0,39 7-3279 0 0,-87-33 4927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52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20 627 2464 0 0,'13'-5'1111'0'0,"-1"0"0"0"0,0 0 1 0 0,-1-1-1 0 0,1-1 0 0 0,-1 0 0 0 0,-1-1 0 0 0,1 0 0 0 0,-1 0 0 0 0,0-1 0 0 0,-1 0 0 0 0,9-12 0 0 0,-15 18-428 0 0,1-1-37 0 0,11-11-118 0 0,-11 11 411 0 0,-1 0-710 0 0,-2 3-186 0 0,0 0-14 0 0,0 0-1 0 0,1 0 1 0 0,-1 0-1 0 0,0 0 1 0 0,0-1-1 0 0,0 1 1 0 0,0 0-1 0 0,0-1 1 0 0,0 1-1 0 0,-1-1 1 0 0,1 1-1 0 0,0-3 1 0 0,-5 3 31 0 0,-15-5 73 0 0,10 6 38 0 0,-74 47-279 0 0,73-41 23 0 0,0 0 1 0 0,0 1 0 0 0,1 1-1 0 0,-1 0 1 0 0,2 0 0 0 0,-1 1-1 0 0,-9 12 1 0 0,16-17-60 0 0,5 2-211 0 0,8 17 162 0 0,-11-22 188 0 0,0-1-1 0 0,1 1 1 0 0,-1-1-1 0 0,0 0 1 0 0,0 1-1 0 0,0-1 1 0 0,0 0 0 0 0,0 1-1 0 0,1-1 1 0 0,-1 0-1 0 0,0 0 1 0 0,0 1 0 0 0,1-1-1 0 0,-1 0 1 0 0,0 1-1 0 0,0-1 1 0 0,1 0-1 0 0,-1 0 1 0 0,0 0 0 0 0,1 1-1 0 0,-1-1 1 0 0,0 0-1 0 0,1 0 1 0 0,-1 0-1 0 0,0 0 1 0 0,1 0 0 0 0,-1 0-1 0 0,1 1 1 0 0,0-1-1 0 0,61 9-322 0 0,-50-9 279 0 0,1 0 0 0 0,0 0 1 0 0,0-1-1 0 0,-1-1 0 0 0,1 0 0 0 0,-1-1 0 0 0,0 0 0 0 0,17-7 0 0 0,-8 1-64 0 0,0-1 1 0 0,0-1-1 0 0,26-18 0 0 0,-33 19 120 0 0,0-1 0 0 0,-1-1 0 0 0,0 0 0 0 0,-1 0 0 0 0,-1-1 0 0 0,0-1 0 0 0,0 0 0 0 0,-1-1 0 0 0,-1 0 0 0 0,11-26 0 0 0,-7 10 117 0 0,-2 0-1 0 0,-1-2 0 0 0,-2 1 1 0 0,7-54-1 0 0,-2-24 523 0 0,-12 104-579 0 0,0 0 151 0 0,7-51 1048 0 0,-13 106-1057 0 0,-2 0 0 0 0,-14 56 0 0 0,-9 51-1128 0 0,25-105 457 0 0,3 61-10742 0 0,3-102 6956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53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61 244 0 0,'-8'-27'12118'0'0,"6"-1"-11784"0"0,2 22 1607 0 0,1 11-1718 0 0,1 0-511 0 0,1 5 508 0 0,-2-1-9095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54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252 168 472 0 0,'7'-6'-119'0'0,"14"-13"8227"0"0,-14 11-7050 0 0,-5 5-170 0 0,2 0-759 0 0,11-6 25 0 0,-11 7 560 0 0,0 0-167 0 0,11-7 161 0 0,-11 7 1104 0 0,-3 1-1789 0 0,-1 0 0 0 0,0 0 0 0 0,1 1 0 0 0,-1-1-1 0 0,0 0 1 0 0,1 0 0 0 0,-1 0 0 0 0,1 1 0 0 0,0-1-1 0 0,-1 0 1 0 0,1 1 0 0 0,-1-1 0 0 0,1 0 0 0 0,0 1-1 0 0,0-1 1 0 0,1 0 0 0 0,8-8 1409 0 0,14-27-211 0 0,-23 31-1199 0 0,-1 0-485 0 0,-3-16 434 0 0,3 15 519 0 0,-5 5-490 0 0,-17-6-87 0 0,17 5-36 0 0,-1 3-43 0 0,-19 3 53 0 0,19-4 17 0 0,0 3 28 0 0,-17 12-4 0 0,0 0-1 0 0,-32 29 1 0 0,42-28 203 0 0,11-12-105 0 0,0 0 114 0 0,-1 1 73 0 0,-6 16 21 0 0,7-16 214 0 0,3 1-473 0 0,3 28 252 0 0,1-31-179 0 0,18 10 27 0 0,-17-10-48 0 0,0-2 14 0 0,19 2 8 0 0,-19-2-165 0 0,0-2 17 0 0,20-3 30 0 0,-19 2 95 0 0,-1 0-84 0 0,20-10-78 0 0,-19 10 138 0 0,-2-2 98 0 0,16-9-108 0 0,-16 10-21 0 0,-1-1 126 0 0,36-28-191 0 0,-36 29 27 0 0,-2 8-390 0 0,4 17 617 0 0,-5-17 11 0 0,0-5-169 0 0,-1 0 0 0 0,1 0 0 0 0,-1 0 1 0 0,1 0-1 0 0,-1 0 0 0 0,1 1 0 0 0,-1-1 0 0 0,1 0 0 0 0,-1 0 1 0 0,1 0-1 0 0,-1 1 0 0 0,0-1 0 0 0,1 0 0 0 0,-1 0 0 0 0,1 1 1 0 0,-1-1-1 0 0,0 0 0 0 0,1 1 0 0 0,-1-1 0 0 0,0 1 0 0 0,0-1 1 0 0,1 0-1 0 0,-1 1 0 0 0,0-1 0 0 0,0 1 0 0 0,1-1 0 0 0,-1 1 1 0 0,0 0 6 0 0,0-1 1 0 0,1 1 0 0 0,-1-1-1 0 0,0 1 1 0 0,0-1 0 0 0,1 1-1 0 0,-1-1 1 0 0,0 1 0 0 0,1-1-1 0 0,-1 1 1 0 0,1-1 0 0 0,-1 1-1 0 0,0-1 1 0 0,1 0 0 0 0,-1 1-1 0 0,1-1 1 0 0,-1 0 0 0 0,1 0-1 0 0,-1 1 1 0 0,1-1 0 0 0,-1 0-1 0 0,1 0 1 0 0,0 1 0 0 0,2-1 7 0 0,-1 0 1 0 0,0 0 0 0 0,0 0 0 0 0,1 1 0 0 0,-1-1 0 0 0,0 1 0 0 0,0 0-1 0 0,0 0 1 0 0,0 0 0 0 0,3 1 0 0 0,1 1-9 0 0,0-1 64 0 0,2-2 107 0 0,9 1-112 0 0,-1-1 1 0 0,1-1 0 0 0,-1 0 0 0 0,0-1 0 0 0,1-1-1 0 0,-1-1 1 0 0,0 0 0 0 0,-1-1 0 0 0,1 0 0 0 0,-1-2-1 0 0,21-11 1 0 0,-21 9 92 0 0,-11 7-135 0 0,0-1 44 0 0,12-10-124 0 0,-12 10 110 0 0,-2-1-163 0 0,4-14 98 0 0,-5 14-155 0 0,-28 7-186 0 0,22-2 675 0 0,9 27-220 0 0,-4-22-93 0 0,0-5-7 0 0,0 0 0 0 0,0-1 0 0 0,0 1 1 0 0,1 0-1 0 0,-1 0 0 0 0,0 0 0 0 0,0-1 0 0 0,1 1 1 0 0,-1 0-1 0 0,0 0 0 0 0,1-1 0 0 0,-1 1 0 0 0,0 0 1 0 0,1-1-1 0 0,-1 1 0 0 0,1 0 0 0 0,-1-1 1 0 0,2 2-1 0 0,9 13-70 0 0,10 25 105 0 0,-19-36 25 0 0,-1 3-87 0 0,6 20 35 0 0,-5-20 141 0 0,-3 1 150 0 0,1 0-191 0 0,0-5-76 0 0,1-1 0 0 0,-1 1 0 0 0,-1 0 1 0 0,1-1-1 0 0,0 1 0 0 0,-1-1 0 0 0,1 1 0 0 0,-1-1 0 0 0,0 1 1 0 0,0-1-1 0 0,1 0 0 0 0,-2 1 0 0 0,-1 3 0 0 0,-4 7 43 0 0,-1 0 0 0 0,0-1-1 0 0,-1 0 1 0 0,0 0 0 0 0,-1-1 0 0 0,0 0-1 0 0,-1-1 1 0 0,0 0 0 0 0,0-1 0 0 0,-1 0-1 0 0,-1-1 1 0 0,-18 10 0 0 0,-6-2-238 0 0,-1-1 0 0 0,0-3 1 0 0,-1-1-1 0 0,-67 10 0 0 0,70-15-1118 0 0,0-3 0 0 0,-39 0 0 0 0,-74-13-8036 0 0,94 3 5045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58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148 324 2336 0 0,'0'0'16422'0'0,"6"0"-16420"0"0,2-1 40 0 0,0 0 1 0 0,-1-1 0 0 0,1 0-1 0 0,13-5 1 0 0,-17 5 1 0 0,1-1 51 0 0,105-79-399 0 0,-68 42-245 0 0,-38 36 396 0 0,-1 0 15 0 0,9-11 32 0 0,-9 11 2 0 0,-2-2-167 0 0,7-15 183 0 0,-6 15-9 0 0,-3-1-79 0 0,0-21 264 0 0,1 21 4 0 0,-2 3-391 0 0,-19-36 252 0 0,19 36 101 0 0,-2 2-122 0 0,-43-19-455 0 0,41 19 421 0 0,-1 0-46 0 0,-20-3-29 0 0,21 4 114 0 0,-1 1 37 0 0,-7 0-12 0 0,0 2 0 0 0,0-1 0 0 0,1 2 0 0 0,-1 0 0 0 0,1 0-1 0 0,0 1 1 0 0,-21 10 0 0 0,23-9 83 0 0,1 1 0 0 0,0 0 1 0 0,0 1-1 0 0,1 0 0 0 0,0 1 0 0 0,0-1 0 0 0,1 2 0 0 0,0-1 0 0 0,-13 19 0 0 0,18-23-9 0 0,0 0-3 0 0,-1 0 0 0 0,1 1 0 0 0,0 0 0 0 0,0-1 0 0 0,0 1 0 0 0,1 1 0 0 0,0-1 0 0 0,0 0 0 0 0,0 0 0 0 0,1 1 0 0 0,-2 10 0 0 0,3-8 13 0 0,1 1 1 0 0,0 0 0 0 0,0 0-1 0 0,1-1 1 0 0,0 1-1 0 0,1-1 1 0 0,0 1 0 0 0,0-1-1 0 0,1 0 1 0 0,0 0-1 0 0,0-1 1 0 0,1 1-1 0 0,0-1 1 0 0,0 0 0 0 0,1 0-1 0 0,0-1 1 0 0,0 1-1 0 0,8 5 1 0 0,15 12-625 0 0,0-2 1 0 0,63 36 0 0 0,-77-48-120 0 0,42 19-8505 0 0,-53-27 6891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1:59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2672 0 0,'0'0'7083'0'0,"6"-1"-6030"0"0,18-2-289 0 0,-19 3 764 0 0,1 1-1217 0 0,18 3-145 0 0,-18-3 510 0 0,-1 2-436 0 0,5 1-164 0 0,-1 2-1 0 0,0 0 0 0 0,0 0 0 0 0,0 0 0 0 0,-1 1 1 0 0,0 0-1 0 0,0 1 0 0 0,0 0 0 0 0,6 9 1 0 0,-1 0-243 0 0,-5-7 212 0 0,-1 1 0 0 0,-1 0 0 0 0,1 0 0 0 0,5 15-1 0 0,-7-14-128 0 0,-2-8 144 0 0,2 22 252 0 0,-3-19-357 0 0,0 0 150 0 0,-2-1 153 0 0,-2 59-420 0 0,2-59 236 0 0,-2-2-490 0 0,-1 0 440 0 0,2-3-7 0 0,0 1 1 0 0,1-1 0 0 0,-1 0 0 0 0,0 1 0 0 0,1-1 0 0 0,-1 1 0 0 0,0-1 0 0 0,1 1 0 0 0,0-1 0 0 0,-1 1 0 0 0,1 2-1 0 0,-7-12-162 0 0,6 8 145 0 0,1-1 1 0 0,-1 1 0 0 0,1 0-1 0 0,-1 0 1 0 0,1 0-1 0 0,-1-1 1 0 0,1 1 0 0 0,0 0-1 0 0,-1-1 1 0 0,1 1-1 0 0,-1 0 1 0 0,1-1 0 0 0,0 1-1 0 0,-1-1 1 0 0,1 1-1 0 0,0 0 1 0 0,0-1-1 0 0,-1 1 1 0 0,1-1 0 0 0,0 1-1 0 0,0-1 1 0 0,0 1-1 0 0,0-1 1 0 0,-1 1 0 0 0,1-1-1 0 0,0 1 1 0 0,0-1-1 0 0,0 1 1 0 0,0-1-1 0 0,0 1 1 0 0,0-1 0 0 0,0 1-1 0 0,0-1 1 0 0,1 1-1 0 0,-1-1 1 0 0,0 1 0 0 0,0-2-1 0 0,6-11-3 0 0,0 0 0 0 0,0-1 0 0 0,1 2 0 0 0,0-1 0 0 0,2 1 0 0 0,-1 0 0 0 0,18-18 0 0 0,-9 14 29 0 0,0 0 1 0 0,1 1-1 0 0,36-24 1 0 0,-49 36-897 0 0,1 0-1 0 0,0 0 1 0 0,-1 1 0 0 0,1-1-1 0 0,0 1 1 0 0,0 0 0 0 0,10-1-1 0 0,-13 2 676 0 0,3 0-2399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00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0 152 0 0,'0'0'9635'0'0,"6"0"-8370"0"0,17 1-233 0 0,-17-1 291 0 0,-2 2-799 0 0,14 4 130 0 0,-13-5-160 0 0,-2 1-206 0 0,13 7-61 0 0,-12-7-64 0 0,1 2 66 0 0,4 3-109 0 0,-3-3-137 0 0,-1 0 0 0 0,1 1 0 0 0,-1 0 0 0 0,0 0-1 0 0,0 0 1 0 0,-1 1 0 0 0,1 0 0 0 0,-1 0 0 0 0,0 0 0 0 0,-1 0 0 0 0,0 0 0 0 0,0 1 0 0 0,4 11 0 0 0,1 6 10 0 0,-7-19-146 0 0,0 2-47 0 0,3 20 182 0 0,-3-20-24 0 0,-2-1 237 0 0,0 5-194 0 0,-1-1 0 0 0,-1 0 0 0 0,1 0 0 0 0,-1 0 0 0 0,-1 0 0 0 0,0 0 0 0 0,-1-1 0 0 0,-7 13 0 0 0,10-19 39 0 0,0 0-54 0 0,0-1 1 0 0,0 0-1 0 0,0 1 1 0 0,-1-1-1 0 0,1 0 1 0 0,0-1-1 0 0,-1 1 1 0 0,1 0-1 0 0,-1-1 1 0 0,0 1-1 0 0,1-1 1 0 0,-1 0-1 0 0,0 0 1 0 0,-4 1-1 0 0,6-1 11 0 0,-3 0 203 0 0,3-5-187 0 0,1 1-1 0 0,0-1 1 0 0,1 0 0 0 0,-1 0 0 0 0,0 1-1 0 0,1-1 1 0 0,0 1 0 0 0,0-1 0 0 0,0 0-1 0 0,1 1 1 0 0,-1-1 0 0 0,4-4 0 0 0,-1-1-63 0 0,1 1 0 0 0,0 0-1 0 0,1 0 1 0 0,0 0 0 0 0,10-9 0 0 0,-4 3-11 0 0,-2 4 38 0 0,-1 0 0 0 0,1 0 0 0 0,1 1 0 0 0,-1 0 0 0 0,18-10 0 0 0,23-9-975 0 0,-46 26-93 0 0,1 0-137 0 0,-3 1 546 0 0,12-6 433 0 0,-4 7-5564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00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16 2548 0 0,'0'0'2998'0'0,"4"-3"-673"0"0,15-10 5293 0 0,-21 18-7374 0 0,-9 12-127 0 0,-1 0-1 0 0,0-1 1 0 0,-1-1 0 0 0,-25 24 0 0 0,-24 29-457 0 0,48-48 120 0 0,-19 36-1 0 0,30-50 191 0 0,3 1 35 0 0,0 20 79 0 0,3-17 22 0 0,1-5-87 0 0,0-1-1 0 0,0 1 0 0 0,1-1 0 0 0,0 0 0 0 0,0-1 0 0 0,0 1 0 0 0,0-1 0 0 0,0 0 0 0 0,0 0 0 0 0,1 0 0 0 0,0-1 0 0 0,-1 0 0 0 0,1 0 0 0 0,0 0 0 0 0,0-1 0 0 0,0 0 1 0 0,0 0-1 0 0,0-1 0 0 0,1 1 0 0 0,7-2 0 0 0,-4 2 7 0 0,-1 0 69 0 0,1-1-1 0 0,0 1 0 0 0,0-2 0 0 0,0 1 1 0 0,0-2-1 0 0,0 1 0 0 0,-1-1 0 0 0,1-1 0 0 0,0 1 1 0 0,-1-2-1 0 0,0 1 0 0 0,13-8 0 0 0,-15 5 7 0 0,1-1 0 0 0,-1 0 0 0 0,-1 0 0 0 0,1-1 0 0 0,8-14 0 0 0,-13 18-6 0 0,-1 2-74 0 0,0 1 0 0 0,-1-1 0 0 0,1 0 0 0 0,-1 0 1 0 0,0 0-1 0 0,0 1 0 0 0,1-1 0 0 0,-1 0 0 0 0,0 0 0 0 0,-1 0 1 0 0,1 0-1 0 0,0-2 0 0 0,-1-1 35 0 0,1-1 39 0 0,0 1 59 0 0,-3-17 31 0 0,2 16-98 0 0,0 0-159 0 0,-4-18 2 0 0,4 17 116 0 0,0 3-78 0 0,-5-16 161 0 0,5 15-24 0 0,-1 0-22 0 0,-1-8 957 0 0,-1-31-13150 0 0,4 38 7583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01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2576 0 0,'0'0'12227'0'0,"3"-2"-11615"0"0,11-8 16 0 0,-10 8 149 0 0,1 3-488 0 0,18 2-18 0 0,-18-2-129 0 0,1 2 83 0 0,-1-2-178 0 0,0 1-51 0 0,-1 0-1 0 0,0-1 1 0 0,1 2-1 0 0,-1-1 1 0 0,0 0-1 0 0,0 1 0 0 0,0 0 1 0 0,0 0-1 0 0,0 0 1 0 0,-1 0-1 0 0,7 7 1 0 0,-1 4-49 0 0,-1 0 1 0 0,0 0-1 0 0,-1 0 1 0 0,0 1-1 0 0,-1 0 1 0 0,5 22-1 0 0,-8-21-1794 0 0,4 73 4604 0 0,-8-83-2799 0 0,1 0 36 0 0,-4 51 2415 0 0,3-52 1056 0 0,6-9-3305 0 0,5-4-171 0 0,0-2 0 0 0,-1 0 1 0 0,0 0-1 0 0,11-17 0 0 0,-9 11-381 0 0,1 2 1 0 0,18-20-1 0 0,-12 19-314 0 0,0 1-1 0 0,1 1 1 0 0,0 0 0 0 0,1 1 0 0 0,30-12 0 0 0,-28 14-2987 0 0,1 2 1 0 0,34-8 0 0 0,-52 14-605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02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228 392 900 0 0,'0'0'15854'0'0,"4"2"-15401"0"0,-1-1-392 0 0,1 0-1 0 0,-1 0 1 0 0,0 0 0 0 0,0 0 0 0 0,0-1 0 0 0,1 1-1 0 0,-1-1 1 0 0,0 0 0 0 0,0 0 0 0 0,1 0 0 0 0,-1 0-1 0 0,0-1 1 0 0,1 1 0 0 0,-1-1 0 0 0,0 0 0 0 0,6-2-1 0 0,12-4 30 0 0,0-1-1 0 0,35-18 0 0 0,-48 21-40 0 0,0 0-1 0 0,0-1 1 0 0,-1 0-1 0 0,0 0 1 0 0,0 0-1 0 0,0-1 1 0 0,10-13-1 0 0,12-49 18 0 0,-28 64-176 0 0,1-2 28 0 0,4-22 119 0 0,-4 22-142 0 0,-2 0-112 0 0,2-21-20 0 0,-1 21 285 0 0,-1 1-44 0 0,-12-84 264 0 0,10 85-321 0 0,2 4 51 0 0,-1 0 1 0 0,1 0-1 0 0,-1 0 0 0 0,0-1 1 0 0,1 1-1 0 0,-1 0 0 0 0,0 0 0 0 0,0 0 1 0 0,0 1-1 0 0,0-1 0 0 0,0 0 1 0 0,0 0-1 0 0,-1-1 0 0 0,-4-3-104 0 0,5 4 92 0 0,0 0 0 0 0,-1 1 0 0 0,1-1 0 0 0,0 0-1 0 0,-1 0 1 0 0,1 0 0 0 0,-1 1 0 0 0,1-1 0 0 0,-1 1 0 0 0,1-1 0 0 0,-3 0-1 0 0,0 0-1 0 0,-1-1 72 0 0,-3 3 33 0 0,-11 0-101 0 0,0 2 0 0 0,0 1-1 0 0,0 0 1 0 0,0 1 0 0 0,-22 9-1 0 0,18-3 61 0 0,0 1 0 0 0,1 1-1 0 0,0 0 1 0 0,1 2-1 0 0,0 1 1 0 0,1 0 0 0 0,1 2-1 0 0,1 0 1 0 0,0 1-1 0 0,2 1 1 0 0,0 0-1 0 0,-24 42 1 0 0,30-44 264 0 0,9-16-277 0 0,-1 0 0 0 0,1 1 1 0 0,0-1-1 0 0,0 1 0 0 0,0-1 0 0 0,1 1 1 0 0,-1-1-1 0 0,1 1 0 0 0,-1 0 0 0 0,1-1 1 0 0,0 1-1 0 0,0 3 0 0 0,-1 4 61 0 0,2 0 0 0 0,-1 1 0 0 0,1-1 0 0 0,0 0-1 0 0,1 1 1 0 0,1-1 0 0 0,-1 0 0 0 0,2 0 0 0 0,-1-1 0 0 0,1 1-1 0 0,1-1 1 0 0,-1 1 0 0 0,2-1 0 0 0,-1-1 0 0 0,1 1 0 0 0,1-1 0 0 0,-1 0-1 0 0,2 0 1 0 0,-1-1 0 0 0,11 8 0 0 0,6 2-74 0 0,1-1 0 0 0,1-1 0 0 0,1-1 0 0 0,0-1 0 0 0,0-2 0 0 0,44 12 0 0 0,-5-13-2402 0 0,-61-9 1252 0 0,2-1-379 0 0,17 1-723 0 0,-18-1-1506 0 0,0 1 244 0 0,23 0-433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02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58 136 0 0,'0'0'3482'0'0,"2"-5"-743"0"0,6-16 6962 0 0,-8 16-9583 0 0,-4-16-39 0 0,3 16 447 0 0,-2 9-359 0 0,-28 34 651 0 0,29-34-664 0 0,2-3-157 0 0,-1 0 1 0 0,1 0 0 0 0,0-1 0 0 0,0 1 0 0 0,0 0-1 0 0,0-1 1 0 0,0 1 0 0 0,-1 0 0 0 0,1-1-1 0 0,0 1 1 0 0,0 0 0 0 0,-1-1 0 0 0,1 1 0 0 0,-1 0-1 0 0,1-1 1 0 0,-1 1 0 0 0,1-1 0 0 0,-2 2-1 0 0,-8 12 346 0 0,1 2-166 0 0,7-12 110 0 0,0 2-41 0 0,-58 138 733 0 0,52-120-1006 0 0,6-18 53 0 0,1 1 142 0 0,-1 10 73 0 0,0 0 1 0 0,2 0 0 0 0,0 0-1 0 0,1 0 1 0 0,5 31-1 0 0,-3-42-273 0 0,0-1 0 0 0,0 1 0 0 0,1 0 0 0 0,0-1 0 0 0,0 0 0 0 0,0 0 0 0 0,0 0 0 0 0,1 0 0 0 0,0-1-1 0 0,0 1 1 0 0,1-1 0 0 0,-1-1 0 0 0,1 1 0 0 0,-1-1 0 0 0,1 0 0 0 0,8 3 0 0 0,38 4-2362 0 0,-46-9 992 0 0,-1-1-760 0 0,17 2-1658 0 0,-16-2 188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03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0 472 0 0,'0'0'10442'0'0,"4"2"-9497"0"0,12 4-248 0 0,-11-4 2630 0 0,-7 3-3161 0 0,1 0-1 0 0,-1 0 1 0 0,0 0 0 0 0,0 0-1 0 0,0 0 1 0 0,-1 0-1 0 0,-4 6 1 0 0,5-7 1603 0 0,-1-1-1532 0 0,0 1 573 0 0,-14 19-2108 0 0,13-15 4040 0 0,2-2 4025 0 0,-2-4-6816 0 0,-14 2-4 0 0,13-3 1420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17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6 460 1700 0 0,'0'0'5215'0'0,"-1"5"-3673"0"0,-1 0-874 0 0,0 5-158 0 0,2-1 7834 0 0,5-10-8319 0 0,18-3 113 0 0,-18 2-123 0 0,2 1 109 0 0,29-9 45 0 0,6 0-100 0 0,-1-2-1 0 0,-1-2 0 0 0,49-24 1 0 0,-16 2 77 0 0,-57 29-256 0 0,-5 2 153 0 0,-1 0 1 0 0,0-1 0 0 0,0 0-1 0 0,0-1 1 0 0,-1 1-1 0 0,1-2 1 0 0,12-13-1 0 0,9-14-111 0 0,-28 32 16 0 0,-3 1 54 0 0,1 1 1 0 0,0-1-1 0 0,-1 0 1 0 0,1 1-1 0 0,0-1 1 0 0,0 0-1 0 0,1 1 1 0 0,-1-1-1 0 0,0 1 1 0 0,0 0-1 0 0,1-1 1 0 0,1 0-1 0 0,-2 1 11 0 0,2-4 142 0 0,-2 5-155 0 0,-1 0 0 0 0,1-1 0 0 0,0 1 0 0 0,-1-1 0 0 0,1 1 0 0 0,-1-1 0 0 0,1 1 0 0 0,-1-1 0 0 0,1 0 1 0 0,-1 1-1 0 0,0-1 0 0 0,1 0 0 0 0,-1 1 0 0 0,0-1 0 0 0,1 0 0 0 0,-1 1 0 0 0,0-1 0 0 0,0 0 0 0 0,0 0 0 0 0,7-17 80 0 0,15-31 11 0 0,-20 44-254 0 0,-2-1-14 0 0,1-2 216 0 0,0 0 34 0 0,-12-32-237 0 0,9 35 183 0 0,0 0 70 0 0,-23-32-288 0 0,22 34 389 0 0,0 0-137 0 0,-11-8-11 0 0,10 8-48 0 0,-1 2-151 0 0,-14-5 9 0 0,15 5 131 0 0,-3 1-214 0 0,-51-3 458 0 0,52 2-234 0 0,0 2-148 0 0,-18 4 169 0 0,18-4-122 0 0,1 0-343 0 0,-18 4 339 0 0,17-4 137 0 0,2 1 153 0 0,-75 27-14 0 0,74-27 14 0 0,0 0-88 0 0,-62 36-376 0 0,63-35 290 0 0,0 0-67 0 0,-30 27 22 0 0,31-27 66 0 0,-1 2-133 0 0,-11 14-86 0 0,11-15 116 0 0,1 1 41 0 0,-9 13 23 0 0,0 1 0 0 0,-14 32 0 0 0,24-47-96 0 0,0 1 101 0 0,-14 46 377 0 0,15-46-355 0 0,-1 1-71 0 0,-2 18 116 0 0,3-18-60 0 0,0 2 69 0 0,-3 25-47 0 0,3-25 67 0 0,1-1-111 0 0,1-1 3 0 0,-1 13 109 0 0,1 1 0 0 0,1-1 0 0 0,0 1 0 0 0,2-1 1 0 0,0 0-1 0 0,1 0 0 0 0,1 0 0 0 0,14 29 0 0 0,-11-32-45 0 0,-1-1 0 0 0,2 0 0 0 0,0-1 0 0 0,1 0 0 0 0,1-1 0 0 0,0 0 0 0 0,0-1-1 0 0,1 0 1 0 0,1-1 0 0 0,0 0 0 0 0,1-1 0 0 0,30 16 0 0 0,-36-23-23 0 0,1 0 1 0 0,-1 0-1 0 0,1-1 0 0 0,0 0 1 0 0,-1-1-1 0 0,1 0 0 0 0,0 0 1 0 0,0-1-1 0 0,0 0 1 0 0,0-1-1 0 0,16-3 0 0 0,-8 1-23 0 0,34-4 377 0 0,124-42-370 0 0,-172 47 166 0 0,2 1-274 0 0,48-17-92 0 0,-48 17 189 0 0,-4 1 4 0 0,0-1 1 0 0,0 1 0 0 0,0 0-1 0 0,0 0 1 0 0,-1-1 0 0 0,1 1-1 0 0,0-1 1 0 0,0 0 0 0 0,0 0-1 0 0,3-1 1 0 0,-1 0-271 0 0,11-3-3249 0 0,-7 3 1159 0 0,-1-2-4287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17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21 16 0 0,'0'0'2116'0'0,"-3"-3"-398"0"0,2 2-523 0 0,-9-16 9936 0 0,5 18-11122 0 0,-15 3-29 0 0,15-3-6 0 0,5 0 20 0 0,0-1 0 0 0,0 1 1 0 0,0-1-1 0 0,-1 1 0 0 0,1 0 0 0 0,0-1 1 0 0,0 1-1 0 0,0-1 0 0 0,0 1 1 0 0,-1-1-1 0 0,1 1 0 0 0,0-1 0 0 0,0 1 1 0 0,-1-1-1 0 0,1 1 0 0 0,-1-1 0 0 0,1 1 1 0 0,0-1-1 0 0,-1 1 0 0 0,1-1 1 0 0,-1 1-1 0 0,-12 15 196 0 0,-16 41 137 0 0,3 1-1 0 0,-28 87 1 0 0,53-140-236 0 0,-6 22 8 0 0,6-20-80 0 0,0 0 95 0 0,0-1-90 0 0,0 18 4 0 0,0-18 61 0 0,1 0-72 0 0,-4 16 26 0 0,4-16-19 0 0,1-1-73 0 0,3 18 95 0 0,-2-17 169 0 0,-1 0-31 0 0,6 18-227 0 0,-5-18 7 0 0,1-2 93 0 0,7 12 14 0 0,-7-12 68 0 0,1 1-103 0 0,10 14-89 0 0,-11-14 116 0 0,2-2 58 0 0,39 24-519 0 0,-39-25 437 0 0,-1 0 88 0 0,14 3-112 0 0,-14-4 100 0 0,1 0 16 0 0,16 2-119 0 0,-15-3-33 0 0,0 0 139 0 0,17-1-112 0 0,-17 1 139 0 0,1-1-53 0 0,19-2-197 0 0,-20 2-28 0 0,1 0 43 0 0,50-14-113 0 0,-52 13-41 0 0,0 0-341 0 0,12-7 355 0 0,-12 6-889 0 0,-1-6-7317 0 0,6-2 7547 0 0,-9 10 206 0 0,2-4-2035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18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20 2044 0 0,'0'0'11622'0'0,"-2"-3"-10967"0"0,1 3-394 0 0,-9-11-87 0 0,7 5 3082 0 0,-1 8-3136 0 0,-35 20 2257 0 0,36-20-1973 0 0,2 3-282 0 0,-2 15 79 0 0,2-15 856 0 0,29-13-19922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19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42 284 0 0,'0'0'4078'0'0,"3"-3"-2615"0"0,18-24 5530 0 0,-16 19-7292 0 0,-2 4 3019 0 0,-5 5-2893 0 0,1-1 169 0 0,-1 1 0 0 0,1 0 0 0 0,0-1 0 0 0,-1 1 0 0 0,1 0 1 0 0,0 0-1 0 0,-1 0 0 0 0,1 0 0 0 0,0 0 0 0 0,0 0 1 0 0,-2 2-1 0 0,2-2-11 0 0,-3 2-105 0 0,1 0 50 0 0,-51 40 402 0 0,50-40-68 0 0,0 0-119 0 0,-10 9 154 0 0,10-9 721 0 0,-1 3-530 0 0,-3 1-475 0 0,8-7 4 0 0,0 0-1 0 0,0 0 1 0 0,0 0-1 0 0,0 0 1 0 0,0 0-1 0 0,1 0 1 0 0,-1 0-1 0 0,0 0 1 0 0,0 0-1 0 0,0 0 1 0 0,0 0-1 0 0,0 0 1 0 0,0 0-1 0 0,0 0 1 0 0,0 0-1 0 0,0 0 1 0 0,0 0-1 0 0,0 0 1 0 0,1 0-1 0 0,-1 0 1 0 0,0 0-1 0 0,0 0 1 0 0,0 0-1 0 0,0 1 1 0 0,0-1-1 0 0,0 0 1 0 0,0 0-1 0 0,0 0 1 0 0,0 0-1 0 0,0 0 1 0 0,0 0-1 0 0,0 0 1 0 0,0 0-1 0 0,0 0 1 0 0,0 0-1 0 0,0 0 1 0 0,0 0-1 0 0,1 1 1 0 0,-1-1-1 0 0,0 0 1 0 0,0 0-1 0 0,0 0 1 0 0,0 0-1 0 0,0 0 1 0 0,0 0-1 0 0,0 0 1 0 0,0 0-1 0 0,0 0 1 0 0,0 0-1 0 0,0 0 1 0 0,-1 1-1 0 0,1-1 1 0 0,0 0-1 0 0,0 0 1 0 0,0 0-1 0 0,0 0 1 0 0,0 0-1 0 0,0 0 1 0 0,0 0-1 0 0,0 0 1 0 0,0 0 0 0 0,0 0-1 0 0,0 0 1 0 0,0 1-1 0 0,125-13 245 0 0,-57 6-233 0 0,1 3 0 0 0,68 7 0 0 0,-68-4-184 0 0,37 8 139 0 0,-100-7 61 0 0,1-1-19 0 0,20 1 104 0 0,27 2-1938 0 0,-26-4-7751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21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5 2196 0 0,'0'0'4479'0'0,"-5"-1"-3413"0"0,-22-2 6962 0 0,27 5-7993 0 0,1 1-1 0 0,0 0 1 0 0,0-1-1 0 0,0 1 1 0 0,0-1-1 0 0,0 0 1 0 0,0 1-1 0 0,1-1 1 0 0,-1 0-1 0 0,1 0 1 0 0,-1 1-1 0 0,1-1 1 0 0,2 2-1 0 0,34 31 128 0 0,-24-21-59 0 0,218 189 314 0 0,-182-165-81 0 0,71 40 0 0 0,-99-62-280 0 0,-19-14-252 0 0,2 2-6 0 0,43 26 143 0 0,-43-27-80 0 0,0 0-301 0 0,16 5 299 0 0,-16-6 145 0 0,-1 1-294 0 0,13 7 197 0 0,-13-7-1 0 0,0 0-506 0 0,11 10 607 0 0,-11-10 43 0 0,-2 0-325 0 0,8 11 338 0 0,-8-11 723 0 0,-1 2-897 0 0,1 16-61 0 0,-2-16 213 0 0,-1 0 31 0 0,-4 16-130 0 0,3-16 162 0 0,2-5-112 0 0,-1 0 0 0 0,1 0 0 0 0,-1 0 0 0 0,1 0 0 0 0,-1 0 0 0 0,1 0 0 0 0,-1 0 0 0 0,1 0 0 0 0,-1 0 0 0 0,1 0 0 0 0,-1 1 0 0 0,1-1 0 0 0,-1 0 0 0 0,1 0 0 0 0,-1 1 0 0 0,1-1 0 0 0,-1 0 0 0 0,1 0 0 0 0,0 1 0 0 0,-1-1 0 0 0,1 1 0 0 0,-1 0 0 0 0,-16 9-177 0 0,-41 10 539 0 0,52-17-376 0 0,1-2 157 0 0,-17 7-12 0 0,17-6-311 0 0,-1-1 67 0 0,-16 7 269 0 0,16-7 57 0 0,2 2-51 0 0,-33 17-259 0 0,0 2 0 0 0,1 2 0 0 0,-59 52 0 0 0,92-73 130 0 0,2-1 4 0 0,0-1-1 0 0,0 0 0 0 0,0 1 0 0 0,0-1 0 0 0,-1 0 0 0 0,1 1 1 0 0,0-1-1 0 0,0 0 0 0 0,-1 0 0 0 0,1 0 0 0 0,-3 1 0 0 0,0 1 44 0 0,0 1 177 0 0,0-1-465 0 0,-12 12 103 0 0,13-11 29 0 0,-1-1 299 0 0,-9 11-202 0 0,10-10-101 0 0,0 0 179 0 0,-8 12-1 0 0,8-12-128 0 0,0 0 250 0 0,-8 12-8 0 0,9-12-68 0 0,-1 0-200 0 0,-8 13 138 0 0,9-12 228 0 0,0-1-212 0 0,-5 12 64 0 0,5-12 126 0 0,0 0-392 0 0,-22 31 334 0 0,21-31-55 0 0,20 10-6 0 0,-14-12 73 0 0,3-1-199 0 0,57 3 239 0 0,0-2 0 0 0,91-10 1 0 0,5 0-303 0 0,45 4-208 0 0,-197 3 373 0 0,0 1 4 0 0,24 0 71 0 0,-23 0 325 0 0,-2 1-232 0 0,20 0-11 0 0,-19 0-54 0 0,0-1-144 0 0,20 0-106 0 0,-21 0-320 0 0,0 0-2241 0 0,17 1 270 0 0,-18-1-1740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22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1 848 0 0,'-6'11'2210'0'0,"7"-2"6494"0"0,8-6-245 0 0,-1-2-6972 0 0,-2-1-4511 0 0,1 1 3318 0 0,0-1-66 0 0,152 0-543 0 0,-49-3-4462 0 0,-105 2 2783 0 0,17-1-1179 0 0,-17 1 403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22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23 464 0 0,'0'0'15889'0'0,"5"2"-15785"0"0,51 3 361 0 0,-49-5-259 0 0,-1 1-129 0 0,20-1-34 0 0,-19 1 61 0 0,0-1 34 0 0,148-6 288 0 0,-82 0-930 0 0,1 1 521 0 0,-68 5 55 0 0,1-1-39 0 0,20-3 159 0 0,-21 4 396 0 0,2-1-293 0 0,60 0 784 0 0,-62 1-1055 0 0,0-1-3715 0 0,0-1 2487 0 0,6-2-471 0 0,0 4-3427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24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58 102 1300 0 0,'3'2'1590'0'0,"15"10"4804"0"0,-20-8-5680 0 0,-20 39 3865 0 0,19-39-3979 0 0,3-4-605 0 0,0 1 1 0 0,0-1-1 0 0,-1 1 0 0 0,1-1 1 0 0,0 1-1 0 0,0-1 1 0 0,-1 1-1 0 0,1-1 1 0 0,0 0-1 0 0,-1 1 0 0 0,1-1 1 0 0,-1 0-1 0 0,1 1 1 0 0,0-1-1 0 0,-1 0 0 0 0,1 1 1 0 0,-1-1-1 0 0,1 0 1 0 0,-1 0-1 0 0,1 1 1 0 0,-1-1-1 0 0,1 0 0 0 0,-1 0 1 0 0,1 0-1 0 0,-1 0 1 0 0,0 0 57 0 0,1 0 0 0 0,-1 0 0 0 0,1 1 0 0 0,-1-1 0 0 0,1 0 0 0 0,-1 0-1 0 0,1 0 1 0 0,-1 0 0 0 0,1 1 0 0 0,-1-1 0 0 0,1 0 0 0 0,0 0 0 0 0,-1 1 0 0 0,1-1 0 0 0,-1 0 0 0 0,1 1 0 0 0,0-1 0 0 0,-1 0 0 0 0,1 1 0 0 0,0-1 0 0 0,0 0 0 0 0,-1 1 0 0 0,1-1 0 0 0,0 1 0 0 0,0-1 0 0 0,0 1 0 0 0,-1 0 0 0 0,-4-3-54 0 0,0 0 5 0 0,-15-3 104 0 0,20-1 94 0 0,0-19-8 0 0,0 19-70 0 0,3 1-97 0 0,9-13-143 0 0,2 1 1 0 0,26-27-1 0 0,-37 41 127 0 0,2 0-56 0 0,14-11-18 0 0,-14 10-42 0 0,-4 4 102 0 0,1-1-1 0 0,0 1 1 0 0,0-1 0 0 0,-1 1-1 0 0,1-1 1 0 0,-1 0 0 0 0,1 0-1 0 0,0 0 1 0 0,-1 0-1 0 0,0 0 1 0 0,1 0 0 0 0,1-3-1 0 0,0 2 9 0 0,2-1 16 0 0,-1 2-57 0 0,50-9 66 0 0,-48 9-87 0 0,0 3 184 0 0,46 20-127 0 0,-48-20 368 0 0,-4 0-366 0 0,1 0 1 0 0,0-1-1 0 0,-1 1 0 0 0,1-1 0 0 0,0 1 1 0 0,0-1-1 0 0,0 0 0 0 0,0 1 0 0 0,0-1 0 0 0,0 0 1 0 0,0 1-1 0 0,2 1 0 0 0,-2-2-3 0 0,2 3 94 0 0,-2 2 41 0 0,-4 53-11 0 0,2-53-225 0 0,0 0-9 0 0,-2 13 119 0 0,-1 0-1 0 0,0 0 1 0 0,-13 32-1 0 0,-32 60-560 0 0,37-93 530 0 0,9-14 26 0 0,0-1 76 0 0,1 2 45 0 0,-9 12-2 0 0,8-13-18 0 0,1 0-181 0 0,-23 34 153 0 0,22-34-126 0 0,3-4-40 0 0,0 1 89 0 0,0-1 0 0 0,0 1 0 0 0,0 0 0 0 0,0-1 0 0 0,0 1 0 0 0,0-1 0 0 0,-1 1 0 0 0,1-1 0 0 0,0 1 0 0 0,0-1 0 0 0,-1 1 0 0 0,1-1 0 0 0,0 1 0 0 0,-1-1 0 0 0,1 1 0 0 0,-1-1 0 0 0,1 0 0 0 0,0 1 0 0 0,-1-1 1 0 0,0 1-1 0 0,-11 14 21 0 0,-12 22 18 0 0,22-33 2 0 0,-1-1-210 0 0,-9 11 188 0 0,9-10 622 0 0,1-1-940 0 0,-9 12 367 0 0,8-12 740 0 0,-7 16-871 0 0,8-16 1503 0 0,8-3-1268 0 0,17-1 23 0 0,-17 1 63 0 0,1-1-99 0 0,37-8-74 0 0,107-16-242 0 0,48-8-31 0 0,-142 24 372 0 0,-52 9-255 0 0,0-1 41 0 0,51-5-421 0 0,-50 5 568 0 0,-1 0-278 0 0,53-4-762 0 0,-52 5 466 0 0,19 19-10605 0 0,-20-15 7348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25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124 113 1408 0 0,'-1'-5'2096'0'0,"-4"-16"-546"0"0,4 16 4024 0 0,2 0-5248 0 0,4-13 48 0 0,-4 13 3323 0 0,-7 5-3998 0 0,-55 9 660 0 0,56-8-11 0 0,1 1-262 0 0,-6 2 182 0 0,-28 9 2919 0 0,82-21-3216 0 0,85-6 1 0 0,-51 8 66 0 0,275-42 217 0 0,-346 47-211 0 0,45-5 18 0 0,-39 6-4294 0 0,-1 0-4558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26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7 1200 0 0,'0'0'12615'0'0,"-4"-2"-12193"0"0,3 2-372 0 0,0-1 0 0 0,1 1 0 0 0,-1-1 0 0 0,1 1 0 0 0,-1 0 0 0 0,0-1 0 0 0,1 1 0 0 0,-1 0 0 0 0,0-1 0 0 0,1 1 0 0 0,-1 0 0 0 0,0 0 0 0 0,0 0 0 0 0,1 0 0 0 0,-1 0 0 0 0,0 0 0 0 0,0 0 0 0 0,1 0 0 0 0,-1 0 0 0 0,0 0 0 0 0,1 0 0 0 0,-2 0 0 0 0,3 17 114 0 0,1-12-104 0 0,0 1 170 0 0,39 92 426 0 0,-21-57-546 0 0,2-2 1 0 0,2 0-1 0 0,1-2 1 0 0,2-1-1 0 0,1-1 0 0 0,2-1 1 0 0,40 36-1 0 0,-23-34-53 0 0,1-1-1 0 0,1-3 0 0 0,88 43 1 0 0,-133-73-37 0 0,-4-2-18 0 0,0 1-1 0 0,0-1 1 0 0,1 1-1 0 0,-1-1 1 0 0,0 0-1 0 0,1 1 1 0 0,-1-1-1 0 0,0 0 1 0 0,1 1-1 0 0,-1-1 1 0 0,0 0-1 0 0,1 1 1 0 0,-1-1-1 0 0,1 0 1 0 0,-1 1-1 0 0,1-1 1 0 0,-1 0-1 0 0,1 0 1 0 0,-1 0-1 0 0,0 0 1 0 0,1 1-1 0 0,-1-1 1 0 0,1 0-1 0 0,-1 0 1 0 0,2 0 0 0 0,-2 0 0 0 0,1 0 1 0 0,-1 0 0 0 0,1 0-1 0 0,-1 0 1 0 0,1 0 0 0 0,-1 0-1 0 0,1 0 1 0 0,-1 1 0 0 0,0-1-1 0 0,1 0 1 0 0,-1 0 0 0 0,1 1 0 0 0,-1-1-1 0 0,1 0 1 0 0,-1 0 0 0 0,0 1-1 0 0,1-1 1 0 0,-1 0 0 0 0,0 1-1 0 0,1-1 1 0 0,-1 1 0 0 0,0-1 0 0 0,1 0-1 0 0,-1 1 1 0 0,0 0 0 0 0,4 1-7 0 0,13 8 86 0 0,-13-7-51 0 0,0-1-181 0 0,-3 0 131 0 0,0-1 10 0 0,0 0 0 0 0,0 0 0 0 0,0-1 0 0 0,0 1 1 0 0,0 0-1 0 0,1 0 0 0 0,-1 0 0 0 0,0-1 0 0 0,0 1 0 0 0,1-1 1 0 0,-1 1-1 0 0,3 0 0 0 0,-6-1 9 0 0,1 1 1 0 0,0 0 0 0 0,0-1-1 0 0,-1 1 1 0 0,1 0-1 0 0,0 0 1 0 0,0 0-1 0 0,0-1 1 0 0,0 1-1 0 0,0 1 1 0 0,0-1-1 0 0,-2 2 1 0 0,-1 2-25 0 0,3-4-5 0 0,0-1 21 0 0,0 1-1 0 0,0 0 0 0 0,0 0 0 0 0,0 0 0 0 0,0-1 1 0 0,0 1-1 0 0,0 0 0 0 0,0-1 0 0 0,-1 1 1 0 0,1-1-1 0 0,0 1 0 0 0,0-1 0 0 0,-3 1 0 0 0,-17 6-147 0 0,-73 36 334 0 0,3 5 1 0 0,-158 111 0 0 0,244-156-212 0 0,1 0-16 0 0,-15 11 47 0 0,14-10 44 0 0,3-3-39 0 0,0 0-1 0 0,1 0 0 0 0,-1 0 1 0 0,0 0-1 0 0,1 0 0 0 0,-1 0 1 0 0,1 1-1 0 0,-1-1 1 0 0,1 1-1 0 0,-2 2 0 0 0,-1 0-173 0 0,1-1-21 0 0,0 0 286 0 0,1 1-1 0 0,0-1 1 0 0,0 0-1 0 0,0 0 1 0 0,0 1 0 0 0,1-1-1 0 0,-1 1 1 0 0,1 0 0 0 0,0-1-1 0 0,0 1 1 0 0,0 5-1 0 0,5-6-32 0 0,11 7-34 0 0,-11-8 255 0 0,2-2-324 0 0,20 0 38 0 0,-19 0 158 0 0,1 0-7 0 0,127-6-166 0 0,391-5 104 0 0,-457 10-48 0 0,-1 7 1292 0 0,-61-6-379 0 0,-1 1-637 0 0,59 0 845 0 0,-58-1-630 0 0,-1 0-485 0 0,19 0-45 0 0,-19 0-52 0 0,1 0-4151 0 0,18 0 1768 0 0,-19 0-1874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28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4 299 848 0 0,'0'0'2021'0'0,"0"-6"-318"0"0,8-56 4931 0 0,-7 57-4963 0 0,-1 3-1593 0 0,1 0 0 0 0,-1 1 0 0 0,0-1 0 0 0,1 1 1 0 0,-1-1-1 0 0,1 1 0 0 0,0-1 0 0 0,-1 1 0 0 0,1-1 0 0 0,0 1 0 0 0,0 0 0 0 0,2-2 0 0 0,-1-1 55 0 0,0 0 753 0 0,0-1-767 0 0,0 2-35 0 0,5-15 1190 0 0,-3 22-1388 0 0,10 12 63 0 0,-11-12 137 0 0,-1 0 89 0 0,6 16 14 0 0,1-1-1 0 0,1-1 0 0 0,11 18 1 0 0,-18-33 143 0 0,2 2-129 0 0,2 1-71 0 0,0 1 1 0 0,1-1-1 0 0,0-1 1 0 0,0 1 0 0 0,1-1-1 0 0,-1-1 1 0 0,18 7-1 0 0,79 13 31 0 0,-82-22-301 0 0,0-2 0 0 0,0 0 0 0 0,1-2 0 0 0,28-6 0 0 0,-40 5 88 0 0,-1-2 0 0 0,1 1 0 0 0,-1-1 1 0 0,-1-1-1 0 0,1 0 0 0 0,-1-1 1 0 0,0 0-1 0 0,0 0 0 0 0,9-11 0 0 0,-5 7-28 0 0,-1-1 0 0 0,0-1 0 0 0,-1-1 0 0 0,0 1 0 0 0,-1-2 0 0 0,13-23 0 0 0,-7 14-20 0 0,-14 20 283 0 0,-1-2 42 0 0,23-47 303 0 0,-22 48 30 0 0,-2 0-345 0 0,5-14-78 0 0,-4 14 474 0 0,-1 0-554 0 0,4-18-10 0 0,-4 17 605 0 0,-3 2-564 0 0,2 2-102 0 0,0 0-1 0 0,0 0 1 0 0,-1 0-1 0 0,1 0 1 0 0,-1 0-1 0 0,1 0 1 0 0,-1 1-1 0 0,0-1 1 0 0,0 0-1 0 0,-1-2 1 0 0,-3 6-58 0 0,-15 6 195 0 0,15-7 87 0 0,1 3-99 0 0,-9 12 12 0 0,10-12-7 0 0,1 1 77 0 0,-36 83 792 0 0,23-31-620 0 0,2 11-95 0 0,-17 163 132 0 0,2 13 92 0 0,22-212-330 0 0,-1 0 0 0 0,-2 0 1 0 0,-1 0-1 0 0,-2-1 0 0 0,0-1 1 0 0,-3 0-1 0 0,0-1 1 0 0,-38 53-1 0 0,48-77-95 0 0,1 0-1 0 0,-1 0 1 0 0,0 0 0 0 0,0-1 0 0 0,-1 0-1 0 0,-8 5 1 0 0,5-3 46 0 0,5-3-55 0 0,-1 0 0 0 0,1 0 0 0 0,-1-1 0 0 0,0 0 0 0 0,0 0 0 0 0,0-1 0 0 0,0 1 0 0 0,0-1 1 0 0,-1 0-1 0 0,-6 0 0 0 0,8 0-25 0 0,-3-1 7 0 0,-1 1 0 0 0,1-1 0 0 0,0-1 0 0 0,0 1 0 0 0,-1-1 0 0 0,1-1 0 0 0,0 1 0 0 0,-11-5 0 0 0,12 4-21 0 0,-6-2 33 0 0,0-1 0 0 0,0 1-1 0 0,0-2 1 0 0,1 0 0 0 0,0 0-1 0 0,0-1 1 0 0,1-1 0 0 0,-19-16-1 0 0,17 14 9 0 0,-11-11-231 0 0,20 17-137 0 0,-1 0-216 0 0,-13-10-284 0 0,13 10-304 0 0,1 1-2601 0 0,-11-6 1573 0 0,10 4-3701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29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20 1048 0 0,'0'0'10614'0'0,"-2"-3"-9635"0"0,-9-10-368 0 0,9 9 2273 0 0,-2 7-2728 0 0,-4 2 19 0 0,1 0-1 0 0,0 1 1 0 0,1 0 0 0 0,-1 0-1 0 0,1 1 1 0 0,0 0-1 0 0,-8 13 1 0 0,5-5 232 0 0,1 1 1 0 0,0 0-1 0 0,1 1 0 0 0,-8 29 1 0 0,13-41 29 0 0,2 2-19 0 0,0 23-24 0 0,0-22 46 0 0,1-8-409 0 0,-1 1 1 0 0,1-1-1 0 0,-1 1 1 0 0,1 0-1 0 0,-1-1 1 0 0,1 1-1 0 0,-1-1 1 0 0,1 1-1 0 0,-1 0 1 0 0,1 0-1 0 0,-1-1 1 0 0,0 1-1 0 0,0 0 1 0 0,1-1-1 0 0,-1 1 1 0 0,0 0-1 0 0,0 0 1 0 0,0 0-1 0 0,0-1 1 0 0,0 2-1 0 0,0 0-1 0 0,0-1-1 0 0,0 1 1 0 0,1-1 0 0 0,-1 1-1 0 0,0-1 1 0 0,1 1-1 0 0,-1-1 1 0 0,1 1-1 0 0,-1-1 1 0 0,1 0-1 0 0,0 1 1 0 0,-1-1-1 0 0,1 0 1 0 0,1 2-1 0 0,4 4 72 0 0,0-1 0 0 0,0 1 0 0 0,0-1 0 0 0,0-1 0 0 0,1 1 0 0 0,0-1 0 0 0,0 0 0 0 0,1-1 0 0 0,-1 0 0 0 0,1 0 0 0 0,0-1 0 0 0,0 0 0 0 0,14 4 0 0 0,-18-6-61 0 0,2 1-27 0 0,16 3-23 0 0,-16-4-24 0 0,-1 1-475 0 0,17 4-111 0 0,-17-5-206 0 0,0 1-4578 0 0,15 5 1177 0 0,-15-6 148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29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22 3568 0 0,'0'0'5177'0'0,"2"-5"-3164"0"0,-2 4-2287 0 0,2-8-292 0 0,-1 2 4844 0 0,-7 19 1529 0 0,4-8-4016 0 0,-1 3-1461 0 0,3-7-306 0 0,-1 0 0 0 0,0 1 0 0 0,0-1 0 0 0,0 1 0 0 0,0-1 0 0 0,1 1 0 0 0,-1-1 0 0 0,0 1 0 0 0,0 0 0 0 0,1-1 0 0 0,-1 1 0 0 0,1 0-1 0 0,-1 0 1 0 0,0-1 0 0 0,1 1 0 0 0,-1 0 0 0 0,1 0 0 0 0,0 0 0 0 0,-1 1 404 0 0,-1 2-546 0 0,-8 13 87 0 0,8-12 13 0 0,0 0-1 0 0,-8 15 115 0 0,7-14-16 0 0,1-1-20 0 0,-21 42 5 0 0,20-43-142 0 0,3-2 32 0 0,0-1 47 0 0,0 0-1 0 0,0 0 1 0 0,0 0-1 0 0,-1 0 1 0 0,1 0-1 0 0,-1 0 1 0 0,1 0 0 0 0,0 0-1 0 0,-1 0 1 0 0,0 0-1 0 0,1 0 1 0 0,-1-1-1 0 0,0 1 1 0 0,1 0-1 0 0,-1 0 1 0 0,-1 0-1 0 0,-7 11 750 0 0,1 7-2322 0 0,11-44-11480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38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704 29 416 0 0,'0'0'12677'0'0,"2"-5"-11763"0"0,3-13-47 0 0,-3 13 2225 0 0,-9 5-3172 0 0,-19 0 88 0 0,25 0 2 0 0,0 0 1 0 0,-1 0 0 0 0,1 0 0 0 0,0 0 0 0 0,-1 0-1 0 0,1 0 1 0 0,0 0 0 0 0,0 1 0 0 0,-1-1-1 0 0,1 1 1 0 0,0-1 0 0 0,0 1 0 0 0,0-1-1 0 0,-1 1 1 0 0,1 0 0 0 0,0-1 0 0 0,0 1 0 0 0,0 0-1 0 0,0 0 1 0 0,-1 1 0 0 0,0 0 43 0 0,-28 16 200 0 0,2 1 1 0 0,1 2 0 0 0,0 0 0 0 0,2 2-1 0 0,-39 43 1 0 0,-91 140 107 0 0,109-135 77 0 0,2 2 0 0 0,-56 131 0 0 0,77-148-218 0 0,4 1-1 0 0,1 0 1 0 0,4 1-1 0 0,-13 98 0 0 0,24-134-142 0 0,2 0-1 0 0,0-1 1 0 0,1 1-1 0 0,2 0 0 0 0,0-1 1 0 0,1 1-1 0 0,1-1 1 0 0,1 0-1 0 0,1 0 0 0 0,1 0 1 0 0,1-1-1 0 0,0 0 1 0 0,2 0-1 0 0,0-1 0 0 0,1-1 1 0 0,1 1-1 0 0,1-2 1 0 0,0 0-1 0 0,2 0 0 0 0,0-2 1 0 0,0 0-1 0 0,23 17 1 0 0,-2-6 33 0 0,1-3 1 0 0,65 32 0 0 0,85 25 32 0 0,-73-34-155 0 0,-60-27 73 0 0,-4 0-11 0 0,-45-18 45 0 0,-1 1 14 0 0,15 4-7 0 0,-15-5-17 0 0,1 1-90 0 0,16 5-86 0 0,-16-5-217 0 0,1-1-2591 0 0,17 2 340 0 0,-17-2-2421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30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77 204 0 0,'0'0'6729'0'0,"-5"-2"-5321"0"0,-16-5-252 0 0,15 6 2798 0 0,2-1-3780 0 0,-11-6-30 0 0,11 6 1790 0 0,-2-3-1666 0 0,-3-8 5807 0 0,17 11-6038 0 0,-1 0 1 0 0,1 0-1 0 0,0 1 1 0 0,0 0-1 0 0,0 0 1 0 0,13 1-1 0 0,243-9 79 0 0,-117 1-64 0 0,-116 6-48 0 0,-8-2 124 0 0,-2 1 73 0 0,-16 3-31 0 0,1-1-61 0 0,38 1-1361 0 0,-35 1-3402 0 0,0 0-4414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31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1 284 0 0,'0'0'15802'0'0,"5"1"-15436"0"0,15 3 4 0 0,-15-3-55 0 0,-4 5-198 0 0,0 0 0 0 0,1 0 1 0 0,0 0-1 0 0,0-1 0 0 0,6 11 1 0 0,-6-13-89 0 0,7 25 112 0 0,1 0-1 0 0,2-1 1 0 0,22 39-1 0 0,-28-59-158 0 0,0 0-1 0 0,0-1 0 0 0,1 1 0 0 0,-1-1 0 0 0,1-1 1 0 0,1 1-1 0 0,-1-1 0 0 0,16 8 0 0 0,-11-6-207 0 0,6 5-170 0 0,-15-10 346 0 0,1 0 0 0 0,-1 0 1 0 0,1-1-1 0 0,0 1 0 0 0,-1-1 0 0 0,1 0 0 0 0,5 2 0 0 0,-4-2-61 0 0,7 3 36 0 0,0 1-200 0 0,0-1 1 0 0,0-1-1 0 0,0 0 0 0 0,0-1 0 0 0,0 0 0 0 0,19 0 1 0 0,-15-3-42 0 0,0-1 0 0 0,0 0 0 0 0,-1-1 0 0 0,1 0 0 0 0,-1-1 0 0 0,17-7 0 0 0,-30 10 321 0 0,7-3 50 0 0,0 0 1 0 0,0-1 0 0 0,0 0-1 0 0,-1 0 1 0 0,0-1 0 0 0,0 0-1 0 0,-1-1 1 0 0,1 1 0 0 0,-1-1 0 0 0,-1-1-1 0 0,8-9 1 0 0,-3 1 366 0 0,-9 11-166 0 0,1 0 71 0 0,7-15 53 0 0,-7 14-111 0 0,-1 2-31 0 0,6-16 56 0 0,-6 15 71 0 0,0 0-99 0 0,5-12 57 0 0,-5 13 558 0 0,-1-2-698 0 0,5-15 185 0 0,-4 16 1060 0 0,-2-1-1341 0 0,0-23 158 0 0,-6 31 12 0 0,1 0-166 0 0,-18 4 286 0 0,20-1-242 0 0,-7 10 49 0 0,2 1 1 0 0,0-1-1 0 0,0 2 1 0 0,-7 27-1 0 0,-18 80 452 0 0,18-63-543 0 0,-42 226 535 0 0,43-203-258 0 0,7-56-232 0 0,-14 40 0 0 0,5-19 57 0 0,14-39-162 0 0,-2 0 0 0 0,1 0 0 0 0,-1 0 1 0 0,-1-1-1 0 0,0 1 0 0 0,0-1 0 0 0,-1 0 1 0 0,0-1-1 0 0,0 1 0 0 0,-1-1 0 0 0,0-1 1 0 0,-1 1-1 0 0,0-1 0 0 0,0 0 0 0 0,-16 9 1 0 0,7-5 45 0 0,0-1 1 0 0,-1-1 0 0 0,0-1 0 0 0,-1-1-1 0 0,0 0 1 0 0,0-1 0 0 0,-37 6 0 0 0,50-12 16 0 0,0 0-73 0 0,-20-3 4 0 0,19 2 74 0 0,1-1-35 0 0,-20-5-139 0 0,19 5-203 0 0,3-1-301 0 0,-12-7-270 0 0,12 8-304 0 0,0-5-4401 0 0,-9-5 2186 0 0,10 9-1150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35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0 411 556 0 0,'0'0'17116'0'0,"3"-3"-16633"0"0,2-4 636 0 0,14-12 7282 0 0,-12 12-9337 0 0,-3 4 1020 0 0,-1 0-76 0 0,241-249 97 0 0,-199 202-289 0 0,-42 47 150 0 0,-2 1 20 0 0,0 1 0 0 0,-1-1 0 0 0,1 1-1 0 0,0-1 1 0 0,0 1 0 0 0,0 0-1 0 0,0-1 1 0 0,0 1 0 0 0,0 0-1 0 0,0 0 1 0 0,0-1 0 0 0,2 0 0 0 0,-2 1-11 0 0,2-3-82 0 0,0 1-127 0 0,1-1 253 0 0,23-29-1471 0 0,-23 35 1501 0 0,14 6-28 0 0,-13-6-19 0 0,-3 3 50 0 0,81 148-88 0 0,-61-91-108 0 0,-20-57 133 0 0,0 1-4 0 0,8 15 21 0 0,-8-15 22 0 0,0-1 7 0 0,5 16 16 0 0,-5-16 130 0 0,0 0-106 0 0,5 11 1369 0 0,20 29-18890 0 0,-26-43 16902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36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5 676 0 0,'0'0'10902'0'0,"5"-1"-10326"0"0,16-2-151 0 0,-16 2 4369 0 0,-8 5-4675 0 0,-9 11 115 0 0,10-11-113 0 0,-2 2 112 0 0,-28 52 759 0 0,-38 95 1 0 0,64-140-726 0 0,2 0-1 0 0,0 0 1 0 0,0 1-1 0 0,1 0 1 0 0,1 0-1 0 0,1 0 0 0 0,0 0 1 0 0,0 16-1 0 0,2-25-177 0 0,-1 0 0 0 0,1 0 0 0 0,0 0-1 0 0,0 1 1 0 0,1-1 0 0 0,-1 0 0 0 0,1-1-1 0 0,0 1 1 0 0,6 9 0 0 0,-6-10-49 0 0,3 5 61 0 0,0-1-1 0 0,1 0 0 0 0,0 0 0 0 0,0-1 0 0 0,1 0 0 0 0,0 0 0 0 0,0 0 1 0 0,1-1-1 0 0,-1 0 0 0 0,14 7 0 0 0,-16-11 7 0 0,0 2-10 0 0,15 11-78 0 0,-15-12 159 0 0,-4-2-162 0 0,1-1-1 0 0,-1 1 0 0 0,1-1 1 0 0,-1 1-1 0 0,1 0 1 0 0,-1 0-1 0 0,1-1 0 0 0,-1 1 1 0 0,0 0-1 0 0,1 0 0 0 0,-1 0 1 0 0,2 3-1 0 0,-1-3 13 0 0,2 2 336 0 0,-1 0-352 0 0,0-1-563 0 0,-1 0 1 0 0,1-1 0 0 0,0 1-1 0 0,0-1 1 0 0,0 1 0 0 0,0-1-1 0 0,0 0 1 0 0,0 0 0 0 0,0-1-1 0 0,1 1 1 0 0,-1-1 0 0 0,0 1-1 0 0,4-1 1 0 0,-1 0-4025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36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1 3268 0 0,'0'0'15682'0'0,"-5"1"-15456"0"0,-15 2 54 0 0,15-2 855 0 0,4 0-1080 0 0,0 1 0 0 0,0-1 0 0 0,0 1 1 0 0,0-1-1 0 0,0 0 0 0 0,0 1 0 0 0,-1-1 1 0 0,1 0-1 0 0,-1 0 0 0 0,-1 1 1 0 0,0 1 2603 0 0,-1-4-2651 0 0,-1 0 0 0 0,1 0 0 0 0,0 0 0 0 0,-1 1 0 0 0,1 0 0 0 0,-1-1 0 0 0,1 2 0 0 0,-1-1 0 0 0,1 0 0 0 0,-8 3 1 0 0,10-3-6 0 0,-3 1 605 0 0,1 1-496 0 0,2 0-1428 0 0,-7 5 3372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37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293 57 1292 0 0,'-3'-5'3006'0'0,"-6"-15"-694"0"0,7 15 3233 0 0,2 3-5404 0 0,-1 1 0 0 0,1-1 0 0 0,0 1-1 0 0,-1 0 1 0 0,1-1 0 0 0,-1 1 0 0 0,1 0-1 0 0,-1-1 1 0 0,0 1 0 0 0,0 0 0 0 0,1 0 0 0 0,-3-2-1 0 0,1 0 148 0 0,0-1 4541 0 0,8 7-4255 0 0,5 6-323 0 0,0 1-1 0 0,-1 0 0 0 0,0 1 0 0 0,0 0 0 0 0,-1 0 0 0 0,11 19 1 0 0,48 87 953 0 0,-59-99-1083 0 0,17 33 62 0 0,-2 0 0 0 0,-3 2 0 0 0,-1 1 0 0 0,-4 0-1 0 0,-1 1 1 0 0,-3 1 0 0 0,-3 0 0 0 0,-1 0 0 0 0,-4 1-1 0 0,-3 92 1 0 0,-5-107-41 0 0,-1 0 0 0 0,-2 0 0 0 0,-2-1 0 0 0,-2 0 0 0 0,-1 0 0 0 0,-32 69 0 0 0,30-84-241 0 0,0 0-1 0 0,-2 0 0 0 0,-1-2 0 0 0,-1 0 0 0 0,-1-1 1 0 0,-1 0-1 0 0,0-2 0 0 0,-2-1 0 0 0,-1 0 1 0 0,-36 24-1 0 0,-72 33-5131 0 0,40-35-5772 0 0,61-32 6004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39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27 213 1520 0 0,'0'0'3750'0'0,"-1"-5"-2195"0"0,-1-24 8921 0 0,-2 27-10141 0 0,-12-5 53 0 0,13 5 709 0 0,3-4-1000 0 0,4-14 22 0 0,-4 15 46 0 0,2 1-72 0 0,24-39 353 0 0,-23 38-461 0 0,2 1 110 0 0,15-11-131 0 0,1 1 1 0 0,35-18 0 0 0,-52 30-92 0 0,2 0-60 0 0,16-7 130 0 0,-16 7 110 0 0,0 1-201 0 0,27-2-135 0 0,-32 3 280 0 0,1 0 0 0 0,0 1-1 0 0,0-1 1 0 0,-1 1-1 0 0,1 0 1 0 0,0-1-1 0 0,-1 1 1 0 0,1 0-1 0 0,0 0 1 0 0,-1 0-1 0 0,0 0 1 0 0,3 2-1 0 0,-1-1 47 0 0,3 1 253 0 0,-2 2-151 0 0,11 15-131 0 0,-11-15-103 0 0,1 12 65 0 0,-5-15 7 0 0,1-1 1 0 0,0 0 0 0 0,-1 0-1 0 0,1 1 1 0 0,-1-1-1 0 0,1 0 1 0 0,-1 1-1 0 0,0-1 1 0 0,0 1-1 0 0,1-1 1 0 0,-1 0-1 0 0,0 1 1 0 0,0-1 0 0 0,0 1-1 0 0,-1-1 1 0 0,1 0-1 0 0,-1 3 1 0 0,-9 56-74 0 0,2-35 142 0 0,-1 1 0 0 0,-1-1-1 0 0,0 0 1 0 0,-3-1 0 0 0,-19 31-1 0 0,-24 30 272 0 0,45-66-198 0 0,8-14-34 0 0,3-4-96 0 0,0-1 0 0 0,0 1 0 0 0,0-1 0 0 0,0 0 0 0 0,0 1 0 0 0,0-1 0 0 0,0 0 0 0 0,0 1 0 0 0,0-1 0 0 0,0 1 0 0 0,0-1 0 0 0,0 0 0 0 0,-1 1 0 0 0,1-1 0 0 0,0 0 0 0 0,0 1 0 0 0,0-1 0 0 0,-1 1 0 0 0,1-1 0 0 0,0 0 0 0 0,0 0 0 0 0,0 1 0 0 0,-1-1 0 0 0,1 0 0 0 0,0 1 0 0 0,-1-1 0 0 0,1 0 0 0 0,-1 1 101 0 0,0 0 1 0 0,0 0-1 0 0,0 0 0 0 0,0 0 1 0 0,1 0-1 0 0,-1 0 0 0 0,0 0 1 0 0,1 0-1 0 0,-1 0 0 0 0,1 0 1 0 0,-1 0-1 0 0,1 0 0 0 0,0 1 1 0 0,-1 0-1 0 0,-3 18-50 0 0,4-16 297 0 0,4-2-386 0 0,12 4 59 0 0,-1-2 0 0 0,1 0 0 0 0,1-1 0 0 0,-1 0 0 0 0,0-1 0 0 0,23-1 1 0 0,-16 0-91 0 0,-17-1 22 0 0,3 0 79 0 0,95-6 846 0 0,-98 5-465 0 0,0 1-248 0 0,51-2 975 0 0,-51 1-905 0 0,-5 1-204 0 0,0 0 1 0 0,0-1 0 0 0,0 1 0 0 0,1 0 0 0 0,-1-1 0 0 0,0 1 0 0 0,0 0-1 0 0,0 0 1 0 0,0 0 0 0 0,1 0 0 0 0,-1 0 0 0 0,0 0 0 0 0,0 1-1 0 0,0-1 1 0 0,0 0 0 0 0,2 1 0 0 0,12 1-5063 0 0,-8-1 1479 0 0,6 6 1466 0 0,-3-2-3729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41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339 94 2304 0 0,'-3'-5'-2109'0'0,"-1"-2"3900"0"0,-10-14 13073 0 0,9 14-13436 0 0,3 3-1353 0 0,-3 2-195 0 0,-15-7 119 0 0,15 7 289 0 0,-1 1-210 0 0,-59-7 20 0 0,31 7 924 0 0,-51-8 0 0 0,-1-7 2530 0 0,81 14-3038 0 0,11 3-652 0 0,157 12 262 0 0,-30-4-31 0 0,197 22-205 0 0,-221-21 195 0 0,-103-10-162 0 0,0 1 81 0 0,18 3 41 0 0,-17-3 9 0 0,-2 0-118 0 0,19 0 15 0 0,-18-1 4 0 0,0 1-52 0 0,54 7 939 0 0,-31-6-3446 0 0,-23-2 1264 0 0,19-12-16733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43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62 676 0 0,'0'0'5654'0'0,"5"-1"-5139"0"0,20-5 7249 0 0,-32-24-7029 0 0,1 28-800 0 0,-16-4 89 0 0,16 4 56 0 0,1 2-114 0 0,-59 2 14 0 0,59-1 29 0 0,0 0-1 0 0,0 1 0 0 0,0-1 0 0 0,0 1 0 0 0,0 0 1 0 0,0 0-1 0 0,0 1 0 0 0,-4 3 0 0 0,6-5 6 0 0,-1 2-146 0 0,-1-1 64 0 0,-72 44 171 0 0,66-39-292 0 0,2 2 212 0 0,0 0 0 0 0,0 0 1 0 0,1 1-1 0 0,0 0 0 0 0,1 1 0 0 0,0-1 1 0 0,1 1-1 0 0,-6 14 0 0 0,-2 30 654 0 0,13-48-711 0 0,1-1-63 0 0,3 20 50 0 0,-3-20 41 0 0,2 1 6 0 0,-1-3 48 0 0,0 3 19 0 0,1 0 1 0 0,-1 1-1 0 0,2-1 0 0 0,-1 0 0 0 0,1 0 1 0 0,0 0-1 0 0,1 0 0 0 0,-1-1 0 0 0,1 1 0 0 0,0-1 1 0 0,1 0-1 0 0,0 0 0 0 0,9 8 0 0 0,25 12 123 0 0,-36-24-256 0 0,2-1-6 0 0,14 5-14 0 0,-14-5 202 0 0,1-2-167 0 0,-1 2 41 0 0,-4-1 8 0 0,1 0 0 0 0,-1 0 0 0 0,1 0 0 0 0,0 0 1 0 0,-1 0-1 0 0,1 0 0 0 0,0-1 0 0 0,-1 1 0 0 0,1 0 0 0 0,-1-1 0 0 0,1 0 1 0 0,-1 1-1 0 0,1-1 0 0 0,-1 0 0 0 0,1 1 0 0 0,-1-1 0 0 0,3-2 1 0 0,4-3 44 0 0,0 0 0 0 0,0 0 0 0 0,0-1 0 0 0,-1 0 0 0 0,0 0 0 0 0,0-1 0 0 0,8-12 0 0 0,-7 5-220 0 0,-1 5 147 0 0,-1 0-1 0 0,-1-1 1 0 0,0 0-1 0 0,0 0 1 0 0,-1 0-1 0 0,-1 0 0 0 0,0 0 1 0 0,0-1-1 0 0,-1 0 1 0 0,0 1-1 0 0,-1-14 1 0 0,-7-29 1 0 0,5 49-35 0 0,0 2 45 0 0,1 1 0 0 0,0 0 0 0 0,-1-1 0 0 0,1 1 0 0 0,-1 0 0 0 0,1 0 0 0 0,-1-1 0 0 0,0 1 0 0 0,0 0 0 0 0,0 0 0 0 0,-2-2 1 0 0,0-2-7 0 0,2 4 36 0 0,1 1 1 0 0,0-1-1 0 0,-1 1 0 0 0,1-1 1 0 0,-1 1-1 0 0,0 0 0 0 0,1-1 1 0 0,-1 1-1 0 0,0 0 0 0 0,0-1 0 0 0,0 1 1 0 0,0 0-1 0 0,-2-2 0 0 0,0 0 41 0 0,1 0 116 0 0,-3-2-170 0 0,-30-30 11 0 0,32 32 53 0 0,-1 0-75 0 0,-14-7-63 0 0,13 7-47 0 0,1 0 136 0 0,-35-23-152 0 0,35 23 150 0 0,27 9-10879 0 0,-18-5 8778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44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190 138 956 0 0,'0'0'1848'0'0,"2"-4"-394"0"0,6-11-290 0 0,-6 11 1923 0 0,1 0-2161 0 0,6-16 144 0 0,-7 15 1554 0 0,1 0-2033 0 0,5-14-242 0 0,-6 14 564 0 0,0 1-915 0 0,6-11-9 0 0,-5 11 1637 0 0,-4-2-1644 0 0,-1-16-43 0 0,1 17 781 0 0,0 10-1241 0 0,-6 18 478 0 0,6-17 85 0 0,0 0-16 0 0,-32 195 112 0 0,29-173-91 0 0,-32 258 163 0 0,37-252-99 0 0,2-1-221 0 0,1 74-137 0 0,-4-101 296 0 0,1 1-21 0 0,4 61 476 0 0,-5-62-365 0 0,1 0-315 0 0,1 62 1029 0 0,-2-68-849 0 0,0 1 0 0 0,0 0-1 0 0,0-1 1 0 0,0 1-1 0 0,0-1 1 0 0,0 1 0 0 0,0-1-1 0 0,-1 1 1 0 0,1-1-1 0 0,0 1 1 0 0,0 0 0 0 0,-1-1-1 0 0,1 1 1 0 0,0-1-1 0 0,-1 0 1 0 0,1 1 0 0 0,0-1-1 0 0,-1 1 1 0 0,1-1-1 0 0,-1 0 1 0 0,1 1 0 0 0,-2 0-1 0 0,2-1-23 0 0,-1 0 0 0 0,1 1 0 0 0,-1-1 0 0 0,1 0 0 0 0,0 1-1 0 0,-1-1 1 0 0,1 0 0 0 0,-1 1 0 0 0,1-1 0 0 0,0 1 0 0 0,0-1 0 0 0,-1 0-1 0 0,1 1 1 0 0,0-1 0 0 0,-1 1 0 0 0,1-1 0 0 0,0 1 0 0 0,0-1 0 0 0,0 1-1 0 0,0 0 1 0 0,0-1 0 0 0,0 1 0 0 0,0-1 0 0 0,0 2 0 0 0,-5-1 137 0 0,-13 5-98 0 0,14-4 82 0 0,-2-2 76 0 0,-18 2 38 0 0,18-1 126 0 0,2-3-183 0 0,-14-4-38 0 0,14 5-111 0 0,0-2 42 0 0,-13-7 72 0 0,13 8-186 0 0,0-2-179 0 0,-10-10 160 0 0,11 11 234 0 0,1 2-136 0 0,1 1 0 0 0,0-1 1 0 0,-1 1-1 0 0,1-1 0 0 0,0 1 1 0 0,0-1-1 0 0,-1 0 0 0 0,1 0 0 0 0,0 0 1 0 0,0 1-1 0 0,0-1 0 0 0,-2-2 1 0 0,2 1-11 0 0,-3 0-175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45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1 279 1120 0 0,'0'0'3104'0'0,"1"-5"-1939"0"0,7-19 1764 0 0,-7 19-2552 0 0,4-16 102 0 0,-4 16 1446 0 0,0 1-1683 0 0,27-72 2574 0 0,-25 71-2644 0 0,0 0-223 0 0,15-16 283 0 0,33-28 1 0 0,-48 46-41 0 0,0 0-11 0 0,13-9-73 0 0,-12 9 39 0 0,13-8 130 0 0,-13 8-193 0 0,-1 1-47 0 0,13-8 67 0 0,-12 8-15 0 0,0 1-70 0 0,14-6 13 0 0,-14 5-57 0 0,3 2-70 0 0,20 0 46 0 0,-20 0 54 0 0,-2 2-10 0 0,-1-1 38 0 0,0 1 1 0 0,0 0-1 0 0,0 0 0 0 0,0 1 0 0 0,0-1 0 0 0,0 1 1 0 0,-1-1-1 0 0,1 1 0 0 0,-1 0 0 0 0,0 1 0 0 0,1-1 1 0 0,-2 1-1 0 0,1-1 0 0 0,0 1 0 0 0,-1 0 0 0 0,0 0 1 0 0,0 0-1 0 0,0 0 0 0 0,0 0 0 0 0,0 0 0 0 0,-1 1 1 0 0,0-1-1 0 0,0 1 0 0 0,0-1 0 0 0,-1 1 0 0 0,1-1 1 0 0,-1 1-1 0 0,0-1 0 0 0,-1 7 0 0 0,0 5 39 0 0,0-1 0 0 0,-1 0 0 0 0,0 1 1 0 0,-1-1-1 0 0,-1 0 0 0 0,-1 0 0 0 0,0-1 0 0 0,0 0 0 0 0,-10 16 0 0 0,11-22-26 0 0,-1 1 0 0 0,0-1 1 0 0,-1-1-1 0 0,-10 13 0 0 0,-10 10 212 0 0,22-27-188 0 0,-7 4 218 0 0,-32 13 54 0 0,38-18-420 0 0,-2-2-551 0 0,-20 0 250 0 0,21 0-310 0 0,-1-1-342 0 0,-22-2-223 0 0,22 2-260 0 0,-1 0-693 0 0,0 1 1298 0 0,5 0 502 0 0,0 0 0 0 0,0 0 1 0 0,0 0-1 0 0,0-1 0 0 0,0 1 1 0 0,1-1-1 0 0,-1 0 0 0 0,0 1 0 0 0,0-1 1 0 0,-4-3-1 0 0,-14-5-1751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45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608 19 1676 0 0,'0'0'7866'0'0,"3"-3"-6788"0"0,12-13 6032 0 0,-16 22-6934 0 0,-8 57 1228 0 0,-7 65-147 0 0,9-42-940 0 0,-18 161-67 0 0,19-205-131 0 0,-2 0 0 0 0,-2 0 1 0 0,-28 71-1 0 0,25-88 78 0 0,-27 38 1 0 0,36-58-191 0 0,0 1 9 0 0,-1 0 1 0 0,1-1 0 0 0,-2 1 0 0 0,1-1 0 0 0,0 0 0 0 0,-1-1-1 0 0,0 1 1 0 0,-8 4 0 0 0,13-8-17 0 0,-9 5 38 0 0,0 0 0 0 0,0-1 1 0 0,-1 0-1 0 0,1-1 0 0 0,-1 0 0 0 0,0-1 0 0 0,-18 3 0 0 0,16-6-51 0 0,1-1 0 0 0,-1 0-1 0 0,1-1 1 0 0,0 0-1 0 0,0-1 1 0 0,-24-9-1 0 0,25 6-65 0 0,0 0 0 0 0,0-1-1 0 0,1-1 1 0 0,0 0 0 0 0,0 0-1 0 0,1 0 1 0 0,0-2 0 0 0,0 1-1 0 0,-10-16 1 0 0,8 8-976 0 0,1 0 0 0 0,1 0 0 0 0,1-1-1 0 0,-13-38 1 0 0,18 44-1045 0 0,0 1 1 0 0,1-1-1 0 0,-2-16 0 0 0,3 7 1098 0 0,2-16-2475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46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1 2128 0 0,'0'0'13722'0'0,"-2"4"-13227"0"0,-23 38 569 0 0,22-38-653 0 0,-13 15 1065 0 0,11-21-1318 0 0,-14-7 112 0 0,14 7 1287 0 0,3-1-1471 0 0,1 2-71 0 0,0 0-5 0 0,0 0-1 0 0,0 0 1 0 0,0 0-1 0 0,0 0 1 0 0,0 0 0 0 0,0 0-1 0 0,1 0 1 0 0,-1 0 0 0 0,0 0-1 0 0,1-1 1 0 0,-1 1 0 0 0,0-2-1 0 0,-4 4 43 0 0,-47 23 99 0 0,47-21-64 0 0,0-1-67 0 0,-45 19-1740 0 0,45-19 1169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47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0 189 340 0 0,'0'0'9453'0'0,"3"5"-8752"0"0,5 13-153 0 0,-6-14 676 0 0,4-3-933 0 0,19 0-39 0 0,-19-1-50 0 0,0-1-57 0 0,-1 0-137 0 0,7-1-49 0 0,0-1 0 0 0,0 0-1 0 0,-1-1 1 0 0,1 0-1 0 0,-1-1 1 0 0,15-7 0 0 0,-23 9-19 0 0,2 0 171 0 0,13-12 80 0 0,-13 12-16 0 0,-1-1-156 0 0,13-9 137 0 0,-13 10 5 0 0,-4 2-155 0 0,0 0 0 0 0,0 1 0 0 0,0-1 0 0 0,0 1 1 0 0,0-1-1 0 0,1 0 0 0 0,-1 1 0 0 0,0-1 0 0 0,0 1 0 0 0,0-1 0 0 0,1 1 1 0 0,-1-1-1 0 0,0 0 0 0 0,0 1 0 0 0,1-1 0 0 0,-1 1 0 0 0,1-1 0 0 0,-1 1 0 0 0,0 0 1 0 0,1-1-1 0 0,10-15 431 0 0,-2-3-501 0 0,-7 15 421 0 0,-1-2-325 0 0,2-16 38 0 0,-2 17 205 0 0,-2 0-340 0 0,-2-15 107 0 0,2 15 204 0 0,-3 2-270 0 0,-37-17-23 0 0,36 18 165 0 0,-1 3-253 0 0,-2 0 126 0 0,1 1 1 0 0,-1 0-1 0 0,1 0 0 0 0,-14 7 0 0 0,18-7-35 0 0,-3 0-4 0 0,-38 26 373 0 0,40-25-45 0 0,1 2-28 0 0,-1 1-290 0 0,0-1 246 0 0,0 0 1 0 0,1 1-1 0 0,-1-1 1 0 0,1 1-1 0 0,0 0 1 0 0,1 0-1 0 0,-1 0 0 0 0,1 1 1 0 0,1-1-1 0 0,-1 0 1 0 0,1 1-1 0 0,-1 10 1 0 0,2-13-83 0 0,0 1-75 0 0,-1 0-1 0 0,2 0 1 0 0,-1 0-1 0 0,0 0 0 0 0,1 0 1 0 0,0-1-1 0 0,0 1 1 0 0,1 0-1 0 0,-1 0 1 0 0,1-1-1 0 0,0 1 0 0 0,5 7 1 0 0,25 28 447 0 0,-20-28-649 0 0,1 0-1 0 0,0-1 1 0 0,0-1-1 0 0,1 0 1 0 0,1-1-1 0 0,26 13 1 0 0,6-2-3483 0 0,-2-6-3719 0 0,-37-11 3156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47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73 1324 0 0,'0'0'6257'0'0,"4"-2"-5465"0"0,11-6 7 0 0,-11 6 979 0 0,0-1-1470 0 0,13-8-176 0 0,-13 9 424 0 0,-1-1-284 0 0,-1 2-156 0 0,-1 0-1 0 0,0 0 1 0 0,1 0 0 0 0,-1-1 0 0 0,0 1 0 0 0,0 0 0 0 0,0 0-1 0 0,0-1 1 0 0,0 1 0 0 0,2-3 0 0 0,-3 3-99 0 0,0 1 0 0 0,0-1 0 0 0,0 0 0 0 0,0 1 0 0 0,-1-1 0 0 0,1 1 0 0 0,0-1 0 0 0,0 0 0 0 0,0 1 0 0 0,-1-1 0 0 0,1 1 0 0 0,0-1 0 0 0,-1 1 0 0 0,1-1 0 0 0,0 1 0 0 0,-1-1 0 0 0,1 1 0 0 0,-1-1 0 0 0,1 1 0 0 0,0-1 0 0 0,-1 1 0 0 0,0-1 0 0 0,0 1 6 0 0,1-1 0 0 0,-1 1 0 0 0,1 0 0 0 0,-1-1 0 0 0,1 1-1 0 0,-1-1 1 0 0,1 1 0 0 0,0-1 0 0 0,-1 1 0 0 0,1-1 0 0 0,0 1-1 0 0,-1-1 1 0 0,1 1 0 0 0,0-1 0 0 0,0 0 0 0 0,-1 1 0 0 0,1-1-1 0 0,0 1 1 0 0,0-1 0 0 0,0 0 0 0 0,0 1 0 0 0,0-2 0 0 0,-7 3 254 0 0,3 0-234 0 0,-11 2 211 0 0,0 0 0 0 0,0 2 0 0 0,0-1-1 0 0,-18 10 1 0 0,25-10-211 0 0,-4 2 218 0 0,1 1 1 0 0,-1 0-1 0 0,1 1 1 0 0,-18 17-1 0 0,21-15-74 0 0,0 0-1 0 0,1 1 1 0 0,0 0-1 0 0,-5 13 0 0 0,11-19 2 0 0,1 1-74 0 0,-1-1-78 0 0,1-1-17 0 0,0 1 1 0 0,0 0-1 0 0,0 0 1 0 0,1-1-1 0 0,0 1 1 0 0,0 0 0 0 0,0-1-1 0 0,0 1 1 0 0,1-1-1 0 0,-1 0 1 0 0,5 8-1 0 0,0-1-300 0 0,1-1 0 0 0,1-1 0 0 0,0 1 0 0 0,0-1 0 0 0,0 0 0 0 0,1-1-1 0 0,1 0 1 0 0,19 13 0 0 0,-18-14-1622 0 0,1-1 0 0 0,1 0-1 0 0,-1 0 1 0 0,19 5 0 0 0,-23-9-1475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48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81 32 0 0,'-2'-11'828'0'0,"-4"-36"9511"0"0,5 41-6624 0 0,1 1-3374 0 0,-3-7 602 0 0,-1 15-314 0 0,-4 33-75 0 0,-7 65-599 0 0,-17 282-37 0 0,29-228-2471 0 0,3-149 1741 0 0,0 70-5202 0 0,-5-79 6524 0 0,4 2-266 0 0,0 0-81 0 0,0-1 0 0 0,0 1-1 0 0,-1 0 1 0 0,1 0 0 0 0,0 0 0 0 0,-1 0 0 0 0,1 0 0 0 0,-1 0 0 0 0,1 0 0 0 0,-1 0 0 0 0,1 1-1 0 0,-4-2 1 0 0,4-2 676 0 0,-5-14-125 0 0,4 13 614 0 0,3-1-998 0 0,1-17-58 0 0,-1 17-14 0 0,1 2-78 0 0,1 0-128 0 0,0-1-1 0 0,0 0 1 0 0,1 1 0 0 0,-1 0-1 0 0,1-1 1 0 0,0 1-1 0 0,0 1 1 0 0,8-6-1 0 0,50-24 2 0 0,-43 24-52 0 0,36-8 279 0 0,-49 16-136 0 0,1 1 78 0 0,4 1-78 0 0,0 0 0 0 0,0 0-1 0 0,0 2 1 0 0,0-1-1 0 0,-1 1 1 0 0,1 1-1 0 0,-1 0 1 0 0,0 0-1 0 0,10 7 1 0 0,-16-9 111 0 0,0 3 193 0 0,40 58 888 0 0,-42-59-1191 0 0,0 1-100 0 0,4 9-487 0 0,-1 1 1 0 0,6 22 0 0 0,-8-25-3449 0 0,-1 1 0 0 0,1 26 1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48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1 142 3892 0 0,'0'-7'3366'0'0,"0"-1"-3071"0"0,3-50 9168 0 0,-3 51-6768 0 0,2 1-1717 0 0,15-45-987 0 0,-15 46-1141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49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1 104 2964 0 0,'0'0'16016'0'0,"3"3"-15968"0"0,1 1 37 0 0,0 0-1 0 0,-1 0 0 0 0,0 1 0 0 0,0-1 0 0 0,0 1 0 0 0,-1 0 0 0 0,4 8 0 0 0,-4-7-157 0 0,0 0 287 0 0,-1 0 1 0 0,1 0-1 0 0,0-1 1 0 0,0 1-1 0 0,6 10 1 0 0,-6-12-84 0 0,0 0 1022 0 0,2-1-615 0 0,11 9-141 0 0,-11-9 177 0 0,3-4-402 0 0,4 0-113 0 0,1-1-1 0 0,-1 0 0 0 0,0-1 1 0 0,-1 0-1 0 0,1-1 1 0 0,0 0-1 0 0,-1-1 1 0 0,0 0-1 0 0,0-1 0 0 0,-1 0 1 0 0,14-10-1 0 0,12-13-1747 0 0,47-50-1 0 0,-60 56-328 0 0,-2 6-1895 0 0,-16 15-8 0 0,-1-1 230 0 0,15-13-540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49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91 1848 0 0,'0'0'3053'0'0,"3"3"-1479"0"0,32 13 5635 0 0,-24-12-7281 0 0,-5-3 1654 0 0,1-1-980 0 0,20-2-103 0 0,-21 1-66 0 0,2-1 51 0 0,-1 1-448 0 0,8-3 316 0 0,0 0 1 0 0,0 0-1 0 0,-1-2 0 0 0,1 0 1 0 0,-1 0-1 0 0,24-16 0 0 0,1-6 276 0 0,-36 25-470 0 0,0 0-33 0 0,-2 1-69 0 0,0 1 1 0 0,1-1-1 0 0,-1 1 1 0 0,0-1-1 0 0,0 1 0 0 0,1-1 1 0 0,-1 1-1 0 0,1 0 1 0 0,-1 0-1 0 0,3-2 1 0 0,-10 2-122 0 0,-15-3 41 0 0,20 4 22 0 0,0 0-1 0 0,0-1 0 0 0,0 1 1 0 0,0 0-1 0 0,0 0 0 0 0,0 1 0 0 0,0-1 1 0 0,0 0-1 0 0,0 0 0 0 0,-1 0 1 0 0,1 1-1 0 0,0-1 0 0 0,1 0 1 0 0,-1 1-1 0 0,0-1 0 0 0,0 1 1 0 0,0-1-1 0 0,0 1 0 0 0,0 0 1 0 0,0-1-1 0 0,1 1 0 0 0,-1 0 1 0 0,-1 1-1 0 0,1-1-8 0 0,-11 6-43 0 0,1 1-1 0 0,-1 1 1 0 0,-18 18 0 0 0,27-24 149 0 0,2 2 4 0 0,-3 14 17 0 0,4-17-131 0 0,0-1-1 0 0,0 0 1 0 0,0 0-1 0 0,0 0 1 0 0,0 1 0 0 0,0-1-1 0 0,0 0 1 0 0,1 0-1 0 0,-1 0 1 0 0,1 0-1 0 0,-1 1 1 0 0,1-1-1 0 0,-1 0 1 0 0,1 0 0 0 0,-1 0-1 0 0,1 0 1 0 0,0 0-1 0 0,0 0 1 0 0,0-1-1 0 0,-1 1 1 0 0,1 0-1 0 0,2 1 1 0 0,-1 0-83 0 0,1 2-305 0 0,1-1 0 0 0,-1 0 0 0 0,1 0 0 0 0,0 0 0 0 0,0 0 0 0 0,0 0 0 0 0,0-1 0 0 0,1 1 0 0 0,-1-1 1 0 0,9 3-1 0 0,50 8-6611 0 0,-50-11 5738 0 0,21 3-3296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50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5 424 0 0,'0'0'2222'0'0,"-6"-1"-1597"0"0,-16-2-52 0 0,17 3 612 0 0,-1 0-1310 0 0,-16 1 182 0 0,16 0 6399 0 0,0-1-6123 0 0,-18 1-28 0 0,18 0 4006 0 0,1 1-3995 0 0,-15 6-41 0 0,15-5 229 0 0,5 4-206 0 0,-1 0-1 0 0,0 0 1 0 0,0 0 0 0 0,-4 11 0 0 0,-3 18 69 0 0,3 0-454 0 0,3-29 69 0 0,1 0-89 0 0,-6 19-122 0 0,5-20-72 0 0,1 0-174 0 0,-4 15-217 0 0,4-15 28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50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 2960 0 0,'0'0'2989'0'0,"9"-27"2039"0"0,5 1-3004 0 0,-1 4-2260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51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5 1740 0 0,'0'0'1597'0'0,"6"-1"-121"0"0,22-2 9728 0 0,-34 5-11198 0 0,-103 38 13 0 0,104-38-134 0 0,0 0 65 0 0,-13 5 86 0 0,14-5 64 0 0,-1 0-331 0 0,-13 7 154 0 0,13-6 365 0 0,8 0-484 0 0,35 23 364 0 0,-33-23-276 0 0,0 0 122 0 0,14 8-47 0 0,-15-8-106 0 0,1 2 71 0 0,0 2 71 0 0,1-1 1 0 0,-1 2-1 0 0,0-1 0 0 0,0 0 1 0 0,-1 1-1 0 0,0 0 1 0 0,-1 0-1 0 0,4 11 0 0 0,-4-8 94 0 0,-1 1-1 0 0,0-1 1 0 0,0 1-1 0 0,-1 0 1 0 0,-1-1-1 0 0,0 1 1 0 0,0 0-1 0 0,-2 0 1 0 0,1-1-1 0 0,-1 1 1 0 0,-1-1-1 0 0,-4 12 1 0 0,4-17-54 0 0,0 0 0 0 0,-1-1 1 0 0,0 1-1 0 0,0-1 0 0 0,0 0 1 0 0,-1 0-1 0 0,0 0 0 0 0,0-1 1 0 0,0 1-1 0 0,0-1 0 0 0,-1-1 1 0 0,0 1-1 0 0,0-1 0 0 0,1 0 1 0 0,-12 4-1 0 0,11-4-122 0 0,-4 1 47 0 0,0 0 0 0 0,0-1 0 0 0,0 0 0 0 0,-12 1 0 0 0,16-3 13 0 0,1 1-82 0 0,-1-2-79 0 0,-25 0-440 0 0,28-2-5 0 0,1 1 0 0 0,-1 0 1 0 0,1-1-1 0 0,0 1 0 0 0,0-1 1 0 0,-1 0-1 0 0,1 1 1 0 0,0-1-1 0 0,1 0 0 0 0,-1 0 1 0 0,0-1-1 0 0,0 1 1 0 0,1 0-1 0 0,0 0 0 0 0,-2-4 1 0 0,3 5 811 0 0,-3-2-3402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52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174 107 1784 0 0,'0'0'5186'0'0,"1"-5"-4116"0"0,17-43 3386 0 0,-16 44-2994 0 0,0 0-749 0 0,17-37 2232 0 0,-17 37-1836 0 0,-4 8-951 0 0,-38 106 463 0 0,5 1-1 0 0,-23 124 1 0 0,27-104-326 0 0,15-54-613 0 0,4-23-1308 0 0,7-33 1030 0 0,4-16-189 0 0,0 1-398 0 0,-4 16-307 0 0,4-16-658 0 0,-10 18-7318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52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4 190 876 0 0,'0'0'2960'0'0,"0"-5"-596"0"0,-1 4-2318 0 0,1-2 291 0 0,-1 0-1 0 0,0 0 1 0 0,1 0 0 0 0,0 0 0 0 0,0-1-1 0 0,0 1 1 0 0,0 0 0 0 0,0 0-1 0 0,1-1 1 0 0,-1 1 0 0 0,1 0-1 0 0,0 0 1 0 0,0 0 0 0 0,0 0-1 0 0,0 0 1 0 0,0 0 0 0 0,4-5-1 0 0,39-36 797 0 0,-33 35-1056 0 0,1 1 0 0 0,0 1-1 0 0,0 0 1 0 0,0 1 0 0 0,1 0 0 0 0,24-8 0 0 0,-19 8-386 0 0,-3 0-257 0 0,-13 5 510 0 0,1 0 1 0 0,-1 0-1 0 0,1 1 1 0 0,0-1-1 0 0,-1 1 1 0 0,1-1-1 0 0,-1 1 1 0 0,1 0-1 0 0,3 0 1 0 0,6-1-447 0 0,57-3-1565 0 0,-54 4 1634 0 0,-1 1 1 0 0,26 3 0 0 0,-26-2 324 0 0,39 3-408 0 0,4 1 1688 0 0,-52-6-427 0 0,1 1 165 0 0,18 1-48 0 0,-18-2 621 0 0,0 1-816 0 0,53 4 1683 0 0,-53-4-1798 0 0,-6 1-558 0 0,0 1 0 0 0,0-1 0 0 0,-1 1 0 0 0,1-1 1 0 0,-1 0-1 0 0,1 0 0 0 0,-1 1 0 0 0,0-1 0 0 0,-1 3 0 0 0,-1 2 0 0 0,-4 4-23 0 0,-15 15 42 0 0,1 0 0 0 0,-34 56 1 0 0,49-71-5 0 0,5-10-1 0 0,0 0 0 0 0,0 0-1 0 0,1 1 1 0 0,-1-1 0 0 0,0 0 0 0 0,1 1-1 0 0,-1-1 1 0 0,1 1 0 0 0,-1-1 0 0 0,1 1 0 0 0,0-1-1 0 0,0 1 1 0 0,0-1 0 0 0,-1 3 0 0 0,6 32 164 0 0,-5-35-174 0 0,0 0 1 0 0,0 0 0 0 0,0 0 0 0 0,0 0 0 0 0,0 0-1 0 0,1 0 1 0 0,-1 0 0 0 0,0 0 0 0 0,1 0 0 0 0,-1-1-1 0 0,0 1 1 0 0,1 0 0 0 0,0 0 0 0 0,-1 0 0 0 0,1-1-1 0 0,-1 1 1 0 0,1 0 0 0 0,0-1 0 0 0,-1 1 0 0 0,1 0-1 0 0,0-1 1 0 0,0 1 0 0 0,0-1 0 0 0,-1 1 0 0 0,1-1-1 0 0,1 1 1 0 0,-1 0 6 0 0,3 1 10 0 0,-1 0 0 0 0,0 0 0 0 0,1 0 0 0 0,-1 0 0 0 0,1 0 0 0 0,-1-1 0 0 0,1 1 0 0 0,0-1 0 0 0,0 0 0 0 0,0 0 1 0 0,-1-1-1 0 0,8 1 0 0 0,-7 0 22 0 0,3-1 7 0 0,1 1-1 0 0,0-1 1 0 0,-1 0 0 0 0,1-1 0 0 0,-1 0-1 0 0,14-2 1 0 0,-15 1 5 0 0,0 1 90 0 0,0 0-1 0 0,-1-1 0 0 0,1 0 1 0 0,0 0-1 0 0,-1 0 0 0 0,1-1 0 0 0,-1 0 1 0 0,7-5-1 0 0,-10 7-93 0 0,1-2 8 0 0,0 1 0 0 0,0-1-1 0 0,0 0 1 0 0,0 0 0 0 0,-1 0 0 0 0,0 0 0 0 0,1 0 0 0 0,-1-1 0 0 0,-1 1 0 0 0,1-1 0 0 0,2-6 0 0 0,-2 7-11 0 0,-1-1 96 0 0,0-31-323 0 0,-1 30 106 0 0,-1 1 0 0 0,0-1 0 0 0,0 1 0 0 0,-1 0 0 0 0,1-1 0 0 0,-1 1 0 0 0,0 0 0 0 0,0 0 0 0 0,-1 0 0 0 0,1 1 0 0 0,-1-1 0 0 0,0 0 0 0 0,-6-5 0 0 0,7 6 89 0 0,-10-14-629 0 0,-2 2-172 0 0,0 2-1297 0 0,8 8 931 0 0,-4-3-455 0 0,-5-7-3021 0 0,-12-11 535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54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9 157 1496 0 0,'0'0'4288'0'0,"-1"-4"-3700"0"0,-5-13-60 0 0,4 13 987 0 0,4-1-1340 0 0,4-17 106 0 0,-5 17 679 0 0,2 2-557 0 0,8-11 63 0 0,-9 10-22 0 0,2 1-50 0 0,54-44 1639 0 0,-54 44-1785 0 0,1 1-163 0 0,2-2-31 0 0,1 0-1 0 0,0 1 1 0 0,0 0-1 0 0,1 0 1 0 0,-1 1-1 0 0,0 0 1 0 0,12-1 0 0 0,-14 4 124 0 0,10 21 522 0 0,-13-18-698 0 0,2 22-59 0 0,-2-19 66 0 0,-2-1-31 0 0,-1 3-80 0 0,-1 14 141 0 0,-2 1 0 0 0,0-1 1 0 0,-12 39-1 0 0,2-26 169 0 0,-24 44-1 0 0,34-76-347 0 0,1 1 26 0 0,-23 42 59 0 0,22-43 70 0 0,4-10-2873 0 0,-2 2 2756 0 0,1 2 69 0 0,-1 0 0 0 0,1 1 0 0 0,0-1-1 0 0,0 1 1 0 0,0-1 0 0 0,0 1 0 0 0,0-1 0 0 0,0 0 0 0 0,0 1 0 0 0,1-1 0 0 0,-1 1 0 0 0,1-1 0 0 0,-1 1-1 0 0,1-1 1 0 0,-1 1 0 0 0,1-1 0 0 0,1-2 0 0 0,14-19 312 0 0,1 0 0 0 0,1 1 0 0 0,1 1 0 0 0,0 1-1 0 0,2 0 1 0 0,35-25 0 0 0,16-9 585 0 0,-66 50-651 0 0,-1 2-225 0 0,1 0 0 0 0,-1-1 1 0 0,0 0-1 0 0,1 0 0 0 0,5-4 0 0 0,0 0-84 0 0,-7 5 144 0 0,1 1-42 0 0,17-4 115 0 0,-17 4 194 0 0,-1 4-55 0 0,12 7-35 0 0,-12-8-209 0 0,-4-1-27 0 0,0-1 0 0 0,0 1 0 0 0,0-1 0 0 0,0 1 0 0 0,0-1-1 0 0,0 1 1 0 0,0-1 0 0 0,0 1 0 0 0,1-1 0 0 0,-1 1 0 0 0,0-1 0 0 0,0 1 0 0 0,0-1-1 0 0,1 1 1 0 0,-1-1 0 0 0,0 1 0 0 0,0-1 0 0 0,1 0 0 0 0,-1 1 0 0 0,0-1 0 0 0,1 0-1 0 0,-1 1 1 0 0,0-1 0 0 0,1 0 0 0 0,0 1 0 0 0,0 0 39 0 0,0 0 0 0 0,0 0 0 0 0,0 0 0 0 0,0 0 1 0 0,0 0-1 0 0,0 0 0 0 0,-1 0 0 0 0,1 0 0 0 0,0 0 0 0 0,-1 0 0 0 0,1 1 0 0 0,-1-1 0 0 0,1 0 0 0 0,-1 0 1 0 0,1 1-1 0 0,-1 1 0 0 0,7 23-72 0 0,-5-19 155 0 0,-1 0 3 0 0,2 22-178 0 0,-2-21 276 0 0,-2-1 170 0 0,-2 21-384 0 0,2-21-253 0 0,-1 0-7 0 0,-4 19 97 0 0,5-20 68 0 0,-1-1 157 0 0,-15 38 404 0 0,15-39-483 0 0,3-10-517 0 0,2-4 544 0 0,1 0-1 0 0,-1 1 1 0 0,1-1-1 0 0,1 1 1 0 0,0 0-1 0 0,0 0 1 0 0,11-13-1 0 0,-9 15 93 0 0,7-9-134 0 0,1 1-1 0 0,26-21 1 0 0,-20 22 204 0 0,0 1 0 0 0,1 0 0 0 0,45-18 0 0 0,-57 29-22 0 0,0 0 0 0 0,-1 0 1 0 0,1 1-1 0 0,11 0 0 0 0,-14 1-144 0 0,-7 0 0 0 0,1 0 1 0 0,-1 0-1 0 0,1 0 1 0 0,-1 0-1 0 0,1 0 1 0 0,-1 0-1 0 0,1 0 1 0 0,-1 1-1 0 0,1-1 0 0 0,0 0 1 0 0,-1 0-1 0 0,0 0 1 0 0,1 1-1 0 0,-1-1 1 0 0,1 0-1 0 0,-1 0 1 0 0,1 1-1 0 0,-1-1 1 0 0,1 0-1 0 0,-1 1 1 0 0,0-1-1 0 0,1 1 1 0 0,-1-1-1 0 0,0 0 1 0 0,1 1-1 0 0,-1 0 9 0 0,1-1-1 0 0,-1 1 1 0 0,0-1-1 0 0,1 1 1 0 0,-1-1-1 0 0,1 1 1 0 0,-1-1-1 0 0,1 0 0 0 0,-1 1 1 0 0,1-1-1 0 0,-1 0 1 0 0,1 1-1 0 0,0-1 1 0 0,-1 0-1 0 0,1 0 1 0 0,-1 1-1 0 0,1-1 0 0 0,0 0 1 0 0,-1 0-1 0 0,1 0 1 0 0,0 0-1 0 0,2 5 164 0 0,2 4-120 0 0,-1-1 1 0 0,0 1-1 0 0,-1 0 1 0 0,0 0 0 0 0,-1 0-1 0 0,0 1 1 0 0,0-1-1 0 0,0 14 1 0 0,0 34 454 0 0,-2-51-617 0 0,0 0-174 0 0,-3 63-4329 0 0,3-62 1077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54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3740 0 0,'25'-12'11933'0'0,"-25"13"-11877"0"0,1 1 1 0 0,-1-1 0 0 0,1 1-1 0 0,-1-1 1 0 0,1 0 0 0 0,-1 0-1 0 0,1 1 1 0 0,0-1 0 0 0,0 0-1 0 0,-1 0 1 0 0,1 0 0 0 0,2 2-1 0 0,-1-1 43 0 0,0 2 351 0 0,-2 2-270 0 0,0 20-47 0 0,0-19-352 0 0,-1-1-361 0 0,0 1 88 0 0,-1 5 55 0 0,-2 6-8375 0 0,-4 11 5509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55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0 156 2656 0 0,'0'0'2596'0'0,"9"-46"1725"0"0,3 5-1733 0 0,-1 13-1296 0 0,1 4-1048 0 0,10 7-2664 0 0,-5 36-4125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55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4 340 0 0,'0'0'10977'0'0,"6"-1"-10234"0"0,25-1 1100 0 0,-26 4-1497 0 0,12 8-57 0 0,-12-8-34 0 0,-3 2-53 0 0,9 12-148 0 0,-9-12 72 0 0,0 0-47 0 0,7 15 14 0 0,-7-14 53 0 0,-1 0-25 0 0,3 10 5 0 0,-1 0 0 0 0,1 25 0 0 0,-1-11 244 0 0,-2-24-353 0 0,-1 2-295 0 0,-1 19 216 0 0,0-20 491 0 0,1 0-472 0 0,0-2 11 0 0,-1-3 26 0 0,1 1 0 0 0,0 0 1 0 0,-1 0-1 0 0,1-1 0 0 0,0 1 1 0 0,0 0-1 0 0,0 0 0 0 0,0-1 1 0 0,0 1-1 0 0,1 0 0 0 0,-1-1 1 0 0,1 4-1 0 0,3-8-86 0 0,9-10 116 0 0,-12 12-26 0 0,0 0 0 0 0,1-1-1 0 0,-1 1 1 0 0,0 0-1 0 0,0 0 1 0 0,0 0 0 0 0,0-1-1 0 0,0 1 1 0 0,0-1-1 0 0,-1 1 1 0 0,1-1 0 0 0,0 1-1 0 0,0-3 1 0 0,8-17-97 0 0,14-17 313 0 0,41-53 0 0 0,-61 88-138 0 0,1-1-105 0 0,14-11 142 0 0,-14 12-98 0 0,0 0 31 0 0,6-3 23 0 0,1 0 0 0 0,1 0 0 0 0,-1 2 1 0 0,18-6-1 0 0,-23 9 145 0 0,0 1-57 0 0,18 2-146 0 0,-18-2-61 0 0,-1 1 104 0 0,15 3 60 0 0,-15-3-96 0 0,-1 2 104 0 0,14 9-80 0 0,-13-8 95 0 0,-2 0 95 0 0,4 6-131 0 0,-1 0 0 0 0,0 1-1 0 0,0 0 1 0 0,-1 0 0 0 0,-1 1 0 0 0,0-1-1 0 0,0 1 1 0 0,-1 0 0 0 0,-1 0 0 0 0,1 12 0 0 0,-1-14-325 0 0,-1-4-392 0 0,1 0-2052 0 0,4 17 9 0 0,-5-18-840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56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4072 0 0,'0'0'12630'0'0,"2"4"-11898"0"0,-1 0-581 0 0,1 0 0 0 0,-1-1 0 0 0,0 1 0 0 0,0 0 0 0 0,0 0 1 0 0,-1 0-1 0 0,0 0 0 0 0,1 0 0 0 0,-1 0 0 0 0,0-1 0 0 0,-1 1 1 0 0,1 0-1 0 0,-1 0 0 0 0,-1 5 0 0 0,-11 56-732 0 0,1-15-2966 0 0,11-46 1107 0 0,-9 26-7265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56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28 144 752 0 0,'-12'-48'6229'0'0,"3"15"-925"0"0,2 0-2944 0 0,18 4-4304 0 0,10 45-7329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57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73 2208 0 0,'0'0'2171'0'0,"4"-4"-343"0"0,10-12-422 0 0,-10 12-158 0 0,0 1 35 0 0,12-10-358 0 0,-12 10-245 0 0,0 0 63 0 0,12-6-274 0 0,-12 6 330 0 0,1 1-396 0 0,16-8-269 0 0,-16 8 283 0 0,1 2-305 0 0,18 0 30 0 0,-18 0 205 0 0,14 17 159 0 0,-19-16-497 0 0,0 0 0 0 0,1 0 0 0 0,-1 1 0 0 0,0-1 0 0 0,0 0 0 0 0,0 1 0 0 0,0-1 0 0 0,0 1 0 0 0,0-1 0 0 0,0 1-1 0 0,0 0 1 0 0,1 3 0 0 0,-1-2 1 0 0,0-2 9 0 0,0 0 0 0 0,0 1 0 0 0,0-1 0 0 0,0 1 1 0 0,0 0-1 0 0,0-1 0 0 0,-1 1 0 0 0,1 0 0 0 0,-1-1 0 0 0,1 1 0 0 0,-1 0 0 0 0,1 2 0 0 0,0 1 34 0 0,0 0 12 0 0,0 2-13 0 0,4 21 73 0 0,-4-22 6 0 0,-1 2-161 0 0,-2 22-17 0 0,2-22 185 0 0,-1-2-28 0 0,-4 22-153 0 0,4-22-114 0 0,0-1-28 0 0,-4 16-10 0 0,4-16 56 0 0,-7 13 195 0 0,7-14-67 0 0,0 0 111 0 0,-2 0-41 0 0,-7 12-245 0 0,8-12-76 0 0,4-10-1263 0 0,1-3 1358 0 0,1-1 1 0 0,0 0 0 0 0,1 1-1 0 0,0 0 1 0 0,1 0-1 0 0,10-12 1 0 0,2 2 476 0 0,1 1 0 0 0,0 1 0 0 0,32-21 1 0 0,-21 16 129 0 0,-28 20-394 0 0,0 0 1 0 0,0 0-1 0 0,0 0 0 0 0,1 1 1 0 0,-1-1-1 0 0,0 1 0 0 0,1 0 1 0 0,-1 0-1 0 0,5-2 0 0 0,14-4 189 0 0,35-15 282 0 0,-50 20-567 0 0,1 2 106 0 0,-1 0-33 0 0,1 0-1 0 0,-1 1 0 0 0,1 0 0 0 0,-1 0 0 0 0,1 1 0 0 0,7 3 0 0 0,-10-3-25 0 0,0 2 87 0 0,23 36 231 0 0,-25-36-385 0 0,-2 4 66 0 0,4 20 35 0 0,-4-20-64 0 0,0-1-27 0 0,-6 56-73 0 0,5-58 65 0 0,-1 2 12 0 0,-6 19 64 0 0,6-19 0 0 0,0-2 41 0 0,-5 14 61 0 0,5-14 672 0 0,6-10-1253 0 0,12-17 463 0 0,1 0 0 0 0,1 1 0 0 0,1 0 1 0 0,1 2-1 0 0,1 0 0 0 0,35-24 0 0 0,-51 41 98 0 0,0 0-74 0 0,16-6-86 0 0,-15 6 15 0 0,-1 1 74 0 0,2 0 21 0 0,1 0 1 0 0,-1 0-1 0 0,0 1 0 0 0,1 0 1 0 0,-1 1-1 0 0,1-1 0 0 0,-1 1 0 0 0,0 1 1 0 0,1-1-1 0 0,-1 1 0 0 0,0 1 0 0 0,0-1 1 0 0,0 1-1 0 0,11 7 0 0 0,-11-5 13 0 0,0 0-1 0 0,-1 0 1 0 0,0 1 0 0 0,0 0-1 0 0,0 0 1 0 0,0 0-1 0 0,-1 1 1 0 0,0-1 0 0 0,-1 1-1 0 0,7 13 1 0 0,-1-3-35 0 0,-4-9 86 0 0,56 86-614 0 0,-60-90-477 0 0,1 0-400 0 0,6 12-671 0 0,-7-11-1308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57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 2844 0 0,'3'-4'3433'0'0,"6"-5"-3491"0"0,-5 1 8901 0 0,0 10-8502 0 0,11 7 43 0 0,-11-6-6 0 0,-5 4-125 0 0,-6 23 522 0 0,-18 67-11240 0 0,23-91 7165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58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89 2676 0 0,'0'0'3418'0'0,"-2"-6"-510"0"0,0 0-1961 0 0,-5-16 5186 0 0,6 17-4647 0 0,-1-5-1418 0 0,-3-20 3787 0 0,4 21-7937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59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39 3316 0 0,'0'0'2943'0'0,"-4"-3"-681"0"0,2 2-1338 0 0,-8-6-887 0 0,2 5 7876 0 0,12-2-7690 0 0,11-10 37 0 0,-11 11-130 0 0,2 2 58 0 0,29-2-9 0 0,16 2-117 0 0,-29 5 15 0 0,-9-3-136 0 0,0 1 0 0 0,0 0 0 0 0,-1 1-1 0 0,1 1 1 0 0,-1-1 0 0 0,0 2 0 0 0,14 6-1 0 0,-22-8 23 0 0,-4-1 35 0 0,1-1 1 0 0,0 1-1 0 0,0 0 1 0 0,1-1-1 0 0,-1 1 1 0 0,0-1-1 0 0,0 1 1 0 0,1-1-1 0 0,-1 0 1 0 0,1 1-1 0 0,1 0 1 0 0,0 2 96 0 0,-5 0-12 0 0,-1 4-47 0 0,-1-1-1 0 0,1 0 1 0 0,-2 0-1 0 0,1-1 1 0 0,-1 1-1 0 0,0-1 1 0 0,-6 5-1 0 0,-48 44 188 0 0,40-38-146 0 0,16-14-247 0 0,-1 1 55 0 0,-10 12-57 0 0,10-12-80 0 0,-1 8-161 0 0,5-11 416 0 0,-1-1 0 0 0,1 1 0 0 0,-1 0 0 0 0,1-1 0 0 0,-1 1 0 0 0,1 0 0 0 0,0 0 1 0 0,-1-1-1 0 0,1 1 0 0 0,0 0 0 0 0,0 0 0 0 0,0-1 0 0 0,0 1 0 0 0,-1 0 0 0 0,1 0 0 0 0,0 0 0 0 0,0-1 1 0 0,0 1-1 0 0,1 0 0 0 0,-1 0 0 0 0,0 0 0 0 0,0-1 0 0 0,0 1 0 0 0,0 0 0 0 0,1 0 0 0 0,-1-1 1 0 0,1 2-1 0 0,10 18-100 0 0,1 0 0 0 0,19 22 1 0 0,2-1 100 0 0,-2 1 1 0 0,26 47 0 0 0,-55-86-30 0 0,-1-1 20 0 0,1 0 0 0 0,-1 1 0 0 0,0-1 0 0 0,1 1 1 0 0,-1-1-1 0 0,0 1 0 0 0,0-1 0 0 0,-1 1 0 0 0,1 0 0 0 0,0 0 0 0 0,-1-1 1 0 0,0 1-1 0 0,0 3 0 0 0,1 5 94 0 0,1-4-59 0 0,-1-5-27 0 0,-1 0 1 0 0,1 0 0 0 0,-1 1 0 0 0,0-1 0 0 0,0 0-1 0 0,1 0 1 0 0,-2 1 0 0 0,1-1 0 0 0,0 0 0 0 0,0 0-1 0 0,-1 0 1 0 0,0 3 0 0 0,-3 9 35 0 0,0 0 0 0 0,-1 0-1 0 0,-1 0 1 0 0,0-1 0 0 0,-1 0 0 0 0,0 0 0 0 0,-1-1 0 0 0,-1 0 0 0 0,0-1-1 0 0,0 1 1 0 0,-1-2 0 0 0,-1 1 0 0 0,0-1 0 0 0,0-1 0 0 0,-13 8-1 0 0,-4 3 95 0 0,-1-2-1 0 0,-1-1 1 0 0,0-1-1 0 0,-1-2 1 0 0,-48 15-1 0 0,61-22-42 0 0,14-6-66 0 0,1 0 0 0 0,0 0 0 0 0,0-1 0 0 0,0 1 0 0 0,-1-1 0 0 0,1 0 0 0 0,0 1 0 0 0,0-2-1 0 0,-5 1 1 0 0,-17 0 172 0 0,19 0-140 0 0,-2-1-272 0 0,-23-1-106 0 0,24 1-242 0 0,1-2-558 0 0,2 0 245 0 0,-10-6 667 0 0,2 6-8373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2:59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65 210 884 0 0,'0'0'3048'0'0,"-5"0"-462"0"0,-23 1 5561 0 0,27 1-8031 0 0,0-1 1 0 0,0 1-1 0 0,0-1 0 0 0,0 1 0 0 0,0-1 0 0 0,0 0 0 0 0,0 1 0 0 0,-1-1 1 0 0,1 0-1 0 0,-3 2 0 0 0,1 1 3402 0 0,6-1-3183 0 0,-2-2-290 0 0,1 0 1 0 0,-1 0-1 0 0,0 1 0 0 0,1-1 1 0 0,-1 0-1 0 0,0 1 1 0 0,0-1-1 0 0,0 0 0 0 0,0 1 1 0 0,2 3-1 0 0,4-6-69 0 0,20 1 105 0 0,-21 0 158 0 0,0-2-250 0 0,16-3-156 0 0,-16 4-120 0 0,-2-1-7 0 0,13-6 112 0 0,-13 7 7 0 0,0-2 34 0 0,13-7 99 0 0,-13 8 72 0 0,-1-2-9 0 0,7-11-52 0 0,-8 12-112 0 0,1-3-42 0 0,23-45-118 0 0,-24 46 190 0 0,-1-1-119 0 0,2-50 694 0 0,-4 50-413 0 0,0 1-201 0 0,-7-17 243 0 0,6 16-1 0 0,-1 2-34 0 0,2 2-50 0 0,-1 0 0 0 0,0 0-1 0 0,0-1 1 0 0,0 1-1 0 0,0 0 1 0 0,0 0 0 0 0,-1 1-1 0 0,1-1 1 0 0,-1 0-1 0 0,1 1 1 0 0,-1 0 0 0 0,1-1-1 0 0,-1 1 1 0 0,0 0 0 0 0,1 0-1 0 0,-6 0 1 0 0,1 2 105 0 0,1 1 1 0 0,0 0-1 0 0,0 1 1 0 0,0-1-1 0 0,0 1 1 0 0,-6 4-1 0 0,5-3-11 0 0,0 0 53 0 0,0 0 0 0 0,1 1-1 0 0,-1 0 1 0 0,1 0-1 0 0,0 1 1 0 0,0 0 0 0 0,1 0-1 0 0,0 0 1 0 0,0 0-1 0 0,0 1 1 0 0,1 0 0 0 0,0 0-1 0 0,-6 14 1 0 0,9-17 243 0 0,-2 11 44 0 0,3-12-405 0 0,-1-1 1 0 0,0 1 0 0 0,1-1 0 0 0,-1 1 0 0 0,1-1-1 0 0,0 1 1 0 0,0 0 0 0 0,0-1 0 0 0,0 1 0 0 0,0-1-1 0 0,1 1 1 0 0,-1 0 0 0 0,1-1 0 0 0,0 1 0 0 0,-1-1 0 0 0,1 1-1 0 0,0-1 1 0 0,1 0 0 0 0,-1 1 0 0 0,0-1 0 0 0,1 0-1 0 0,2 4 1 0 0,8 5-269 0 0,1-1 0 0 0,0 0-1 0 0,0-1 1 0 0,24 13 0 0 0,70 28-4829 0 0,-55-26-375 0 0,-14-8 1475 0 0,-4-6-687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3:21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409 145 704 0 0,'0'0'1380'0'0,"-3"-3"-118"0"0,-12-12 4515 0 0,13 11-5090 0 0,-12-29 4624 0 0,10 24-5793 0 0,3 5 848 0 0,-1 0-236 0 0,0 1-4 0 0,1 1 1 0 0,0-1-1 0 0,0 0 0 0 0,0 0 1 0 0,0 0-1 0 0,1 0 1 0 0,-1 0-1 0 0,1 0 1 0 0,-1 0-1 0 0,1 0 1 0 0,0 0-1 0 0,1 0 0 0 0,0-5 1 0 0,-1 3 1084 0 0,2 0-918 0 0,3-12-66 0 0,-9 32-216 0 0,-13 37-22 0 0,-175 407 1170 0 0,112-274-1228 0 0,15-30 1117 0 0,64-150-781 0 0,-4 15 169 0 0,3-15-389 0 0,0 0-138 0 0,11 15-10103 0 0,-7-16 6547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3:22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0 456 2004 0 0,'0'0'6298'0'0,"6"-1"-5038"0"0,11-4-642 0 0,1 1 0 0 0,1 1 0 0 0,-1 1-1 0 0,35 0 1 0 0,15-1-140 0 0,-2-3-157 0 0,202-22 573 0 0,-209 18-817 0 0,0-2 1 0 0,87-30-1 0 0,-137 39-50 0 0,0-1-1 0 0,0 0 1 0 0,0 0 0 0 0,0 0 0 0 0,-1-1-1 0 0,0 0 1 0 0,0-1 0 0 0,-1 0-1 0 0,1 0 1 0 0,-1-1 0 0 0,0 0 0 0 0,-1 0-1 0 0,0 0 1 0 0,0-1 0 0 0,8-15-1 0 0,2-24 170 0 0,-14 42-180 0 0,-1-1-8 0 0,6-57 19 0 0,-6 57 108 0 0,-1-1-173 0 0,0-19 180 0 0,0 20 46 0 0,0-1-72 0 0,0-19-68 0 0,0 19-56 0 0,-2 3-10 0 0,-7-14 17 0 0,7 14-136 0 0,-1 5 141 0 0,1 0 0 0 0,-1 0 0 0 0,0 0 0 0 0,1 0 0 0 0,-1 0 0 0 0,0 1 0 0 0,1-1 0 0 0,0 1 0 0 0,-1 0 1 0 0,1 0-1 0 0,-2 2 0 0 0,-30 28-58 0 0,28-26 33 0 0,-81 83 128 0 0,5 5 0 0 0,3 3 1 0 0,-73 118-1 0 0,62-49 46 0 0,78-147-170 0 0,-18 41-1 0 0,0-2 505 0 0,28-54-560 0 0,-1 2 27 0 0,0-1 0 0 0,0 0 0 0 0,0 0-1 0 0,-1 0 1 0 0,0 0 0 0 0,-5 5 0 0 0,6-6 203 0 0,1-3-299 0 0,1-1 164 0 0,-1 1 1 0 0,1 0-1 0 0,-1 0 1 0 0,1 0-1 0 0,-1 1 1 0 0,1-1-1 0 0,0 0 1 0 0,0 1-1 0 0,-3 2 1 0 0,1-1 613 0 0,4-9-684 0 0,0 1 38 0 0,0-1 0 0 0,1 1-1 0 0,0 0 1 0 0,0 0 0 0 0,1 0 0 0 0,-1 0 0 0 0,5-7 0 0 0,-4 8-126 0 0,1-1 70 0 0,-1 0 0 0 0,1 1 0 0 0,0-1 0 0 0,0 1 0 0 0,1-1 0 0 0,-1 1 0 0 0,8-4 0 0 0,1-2 172 0 0,0 2-1 0 0,0 0 0 0 0,0 0 1 0 0,1 1-1 0 0,15-5 0 0 0,1-1-57 0 0,11-2-406 0 0,51-11-1 0 0,-86 24 403 0 0,28 1-180 0 0,-28 0 34 0 0,-1 4 58 0 0,12 5 16 0 0,-12-6 53 0 0,-1 2-8 0 0,4 6 85 0 0,0 0 0 0 0,-1 0 0 0 0,0 1 0 0 0,8 16 0 0 0,-8-13 82 0 0,0-1-1 0 0,2 0 0 0 0,10 13 1 0 0,-16-22-172 0 0,1-1 0 0 0,0 0 1 0 0,1 0-1 0 0,-1 0 0 0 0,0-1 0 0 0,1 0 1 0 0,-1 1-1 0 0,1-2 0 0 0,0 1 0 0 0,8 2 1 0 0,-8-3-109 0 0,6 2 72 0 0,1 0-1 0 0,0 0 1 0 0,0-2 0 0 0,0 1-1 0 0,1-2 1 0 0,-1 1-1 0 0,22-4 1 0 0,-33 3 31 0 0,23-2 75 0 0,1-1 1 0 0,-1-1-1 0 0,0-1 1 0 0,0-2 0 0 0,-1 0-1 0 0,0-1 1 0 0,0-1-1 0 0,-1-2 1 0 0,0 0 0 0 0,29-20-1 0 0,-47 28 134 0 0,7-4-54 0 0,-10 6-155 0 0,-1 1 0 0 0,1-1 0 0 0,-1 1 0 0 0,1-1 0 0 0,-1 1 0 0 0,1-1 1 0 0,-1 1-1 0 0,1 0 0 0 0,-1-1 0 0 0,1 1 0 0 0,0 0 0 0 0,-1-1 0 0 0,1 1 0 0 0,-1 0 0 0 0,1 0 1 0 0,0 0-1 0 0,-1 0 0 0 0,1-1 0 0 0,0 1 0 0 0,0 0 0 0 0,0 0 8 0 0,-1 1 0 0 0,1-1 0 0 0,-1 0 0 0 0,0 0 0 0 0,1 0 0 0 0,-1 0 0 0 0,1 1 0 0 0,-1-1 0 0 0,0 0 0 0 0,1 0 0 0 0,-1 1 0 0 0,0-1 0 0 0,1 0 0 0 0,-1 1 0 0 0,0-1 0 0 0,1 0 0 0 0,-1 1 0 0 0,0-1 0 0 0,0 0 0 0 0,0 1 0 0 0,1-1 1 0 0,-1 1-1 0 0,0-1 0 0 0,0 0 0 0 0,0 1 0 0 0,0-1 0 0 0,0 1 0 0 0,1 0-5 0 0,-1-1 0 0 0,0 1 0 0 0,0 0 0 0 0,0-1 0 0 0,1 1 0 0 0,-1-1 0 0 0,0 1 0 0 0,0-1 0 0 0,1 1 0 0 0,-1-1 0 0 0,0 1 0 0 0,1-1 0 0 0,-1 0 0 0 0,1 1 0 0 0,-1-1 0 0 0,1 1 0 0 0,-1-1 0 0 0,1 0 0 0 0,-1 1 0 0 0,1-1 0 0 0,-1 6-28 0 0,-4 16 64 0 0,4-17-53 0 0,0 2-408 0 0,0 18-65 0 0,0-19-210 0 0,5 24-10193 0 0,-4-24 7486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3:22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0 118 2772 0 0,'11'-50'6069'0'0,"-6"16"-1017"0"0,0 0-2187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3:23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235 127 1056 0 0,'0'0'3982'0'0,"3"-2"-2431"0"0,23-19 5945 0 0,-19 14-7845 0 0,-4 4 988 0 0,-1-1-323 0 0,8-12 46 0 0,-8 11 370 0 0,0 2-286 0 0,1-2-193 0 0,0 0 0 0 0,0 0-1 0 0,0 0 1 0 0,-1-1 0 0 0,0 1 0 0 0,0-1 0 0 0,1-6 0 0 0,-3 11-250 0 0,0 1 1 0 0,-1-1 0 0 0,1 1 0 0 0,0-1 0 0 0,0 1-1 0 0,-1-1 1 0 0,1 1 0 0 0,0 0 0 0 0,-1-1 0 0 0,1 1-1 0 0,0-1 1 0 0,-1 1 0 0 0,1 0 0 0 0,-1 0 0 0 0,1-1-1 0 0,0 1 1 0 0,-1 0 0 0 0,1 0 0 0 0,-1-1-1 0 0,1 1 1 0 0,-1 0 0 0 0,1 0 0 0 0,-1 0 0 0 0,1 0-1 0 0,-2-1 1 0 0,2 1-2 0 0,-1 0 0 0 0,1 0 1 0 0,-1 0-1 0 0,1 0 0 0 0,-1 0 0 0 0,1 0 0 0 0,-1 0 0 0 0,1-1 0 0 0,-1 1 0 0 0,1 0 0 0 0,-1 0 1 0 0,1-1-1 0 0,0 1 0 0 0,-1 0 0 0 0,1 0 0 0 0,-1-1 0 0 0,1 1 0 0 0,0-1 0 0 0,-1 1 0 0 0,1 0 0 0 0,0-1 1 0 0,-1 1-1 0 0,1-1 0 0 0,0 1 0 0 0,-1-2 0 0 0,-4 2-48 0 0,-9 0 51 0 0,1 1 0 0 0,-1 0 0 0 0,1 1 0 0 0,-1 1 0 0 0,-18 5 0 0 0,-14 11-193 0 0,42-18 13 0 0,-1 3 8 0 0,-14 10 116 0 0,14-10 159 0 0,-2 18-22 0 0,6-18-214 0 0,2-2 107 0 0,1-1 0 0 0,-1 0 0 0 0,1 1 0 0 0,-1-1 0 0 0,0 1-1 0 0,0 0 1 0 0,0-1 0 0 0,0 1 0 0 0,0 0 0 0 0,1 3 0 0 0,5 4-28 0 0,1-1 0 0 0,0 1 1 0 0,13 10-1 0 0,5 4 137 0 0,-20-17-109 0 0,0-1-20 0 0,-1 0 0 0 0,0 1 0 0 0,1-1 0 0 0,-2 1-1 0 0,1 0 1 0 0,-1 1 0 0 0,0-1 0 0 0,4 10 0 0 0,-2 3-77 0 0,-4-14 143 0 0,-4 0 120 0 0,1 0-56 0 0,-1 0 0 0 0,0 0 0 0 0,-1-1 1 0 0,1 1-1 0 0,-1 0 0 0 0,0-1 1 0 0,0 1-1 0 0,0-1 0 0 0,-1 0 0 0 0,0 0 1 0 0,1-1-1 0 0,-1 1 0 0 0,-1-1 1 0 0,1 0-1 0 0,0 0 0 0 0,-1 0 0 0 0,1 0 1 0 0,-1-1-1 0 0,0 0 0 0 0,0 0 0 0 0,-9 3 1 0 0,-31 9 292 0 0,-55 7-560 0 0,94-20-301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3:23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8861 0 0,'0'0'3732'0'0,"30"-8"3813"0"0,-9-18-4593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3:28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25 323 932 0 0,'0'0'15590'0'0,"-4"-2"-15801"0"0,-13-8 310 0 0,13 8 40 0 0,7-15-1030 0 0,0 1 874 0 0,1-1 1 0 0,8-19-1 0 0,-11 31 345 0 0,2 2-225 0 0,25-35 250 0 0,-25 34-490 0 0,-1 0-271 0 0,6-16 436 0 0,-6 16 148 0 0,0 3-181 0 0,0 0-1 0 0,-1-1 0 0 0,1 1 0 0 0,-1 0 0 0 0,0 0 0 0 0,1-1 0 0 0,-1 1 0 0 0,0-1 1 0 0,0 1-1 0 0,2-3 0 0 0,0 1 112 0 0,0 0-59 0 0,29-29-19 0 0,-28 29 110 0 0,-2 2-151 0 0,-1 0-1 0 0,1 0 1 0 0,-1 0 0 0 0,1-1-1 0 0,-1 1 1 0 0,1 0-1 0 0,-1-1 1 0 0,0 1 0 0 0,1-1-1 0 0,0-2 1 0 0,20-12-348 0 0,-19 14 310 0 0,1-1 174 0 0,38-24 73 0 0,-38 24-310 0 0,-3 2 93 0 0,0 0 31 0 0,0 0 0 0 0,0 0 1 0 0,0 0-1 0 0,0 0 0 0 0,0 1 0 0 0,0-1 0 0 0,1 0 0 0 0,-1 0 1 0 0,0 1-1 0 0,0-1 0 0 0,3 0 0 0 0,-2 0 2 0 0,2-1-80 0 0,1 1 13 0 0,-1 0 54 0 0,0 0-1 0 0,1 0 1 0 0,-1 1 0 0 0,0-1-1 0 0,0 1 1 0 0,1 1 0 0 0,-1-1-1 0 0,0 0 1 0 0,7 3 0 0 0,-6-2 8 0 0,-1 2-126 0 0,14 7-5 0 0,-14-7 142 0 0,0 2 194 0 0,60 82-222 0 0,-62-83 22 0 0,1 1-1 0 0,-1-1 0 0 0,0 1 0 0 0,0 0 0 0 0,0-1 1 0 0,2 10-1 0 0,-1-1-52 0 0,-1-9 153 0 0,-1 4 53 0 0,4 21-265 0 0,-4-22-123 0 0,-1 0 203 0 0,2 18 195 0 0,-2-19-216 0 0,0 0-51 0 0,-2 17 56 0 0,2-17 226 0 0,-2 1-52 0 0,-15 49-188 0 0,15-51-74 0 0,0 0 61 0 0,-23 47-11 0 0,22-47 604 0 0,0 0-675 0 0,-22 27 166 0 0,23-29-47 0 0,1-1 0 0 0,-1 0 0 0 0,0 1 0 0 0,-1-1 0 0 0,1 0 0 0 0,0 0 0 0 0,-1 0 0 0 0,1-1 0 0 0,-1 1 0 0 0,1 0 0 0 0,-1-1 0 0 0,0 0 0 0 0,-3 2 0 0 0,-9-23-871 0 0,18-8 975 0 0,-3 23 692 0 0,1-2-705 0 0,24-80-1028 0 0,-23 83 1146 0 0,1-2-301 0 0,15-41 3 0 0,-16 45 89 0 0,6-12-108 0 0,3-6 162 0 0,0 2 36 0 0,1 0-1 0 0,1 1 1 0 0,14-16-1 0 0,-6 13 27 0 0,-15 15-129 0 0,-1 1-60 0 0,-1 0 284 0 0,35-28-390 0 0,-35 30 360 0 0,1-1-151 0 0,14-9-117 0 0,-14 9 165 0 0,-1 1 106 0 0,14-4-1 0 0,-14 5-70 0 0,2 0-311 0 0,18-4 24 0 0,-18 4 623 0 0,-4 2-415 0 0,-1-1-1 0 0,1 1 1 0 0,0-1-1 0 0,0 1 1 0 0,-1-1-1 0 0,1 0 1 0 0,0 0 0 0 0,0 0-1 0 0,0 0 1 0 0,-1 0-1 0 0,4 0 1 0 0,1-1-60 0 0,-1 2 82 0 0,0 1 199 0 0,15 7-336 0 0,-15-7 89 0 0,-2 1 128 0 0,22 33 29 0 0,-23-33-266 0 0,1 4 68 0 0,5 17 383 0 0,7 37 0 0 0,-14-56-427 0 0,0 3-131 0 0,1 23-29 0 0,-2-23 148 0 0,0-1 133 0 0,-1 18 258 0 0,1-18 78 0 0,-9 31-198 0 0,8-32-107 0 0,-8 53-59 0 0,8-53 184 0 0,1-12-1024 0 0,-4-17 737 0 0,3 17 341 0 0,1 0-26 0 0,8-26-498 0 0,14-43 0 0 0,-20 70 481 0 0,0-1-204 0 0,8-19-86 0 0,-8 18 172 0 0,1 2 94 0 0,22-44 96 0 0,-23 44-481 0 0,1 1 50 0 0,7-15 188 0 0,-7 14-242 0 0,-2 3 232 0 0,0 1 0 0 0,1-1 0 0 0,-1 1 0 0 0,0-1 0 0 0,0 1 0 0 0,-1-1 0 0 0,1 0 0 0 0,0 1 0 0 0,0-4 0 0 0,2 1-15 0 0,-1-1-28 0 0,9-13 209 0 0,-8 14 272 0 0,1 1-590 0 0,12-11 46 0 0,-12 11-60 0 0,-1 0-108 0 0,6-2 271 0 0,0 0 1 0 0,1 1-1 0 0,-1 0 1 0 0,1 1-1 0 0,-1 0 1 0 0,1 0-1 0 0,0 1 1 0 0,1 0 0 0 0,16 0-1 0 0,-21 1-40 0 0,0 1 116 0 0,17-3-52 0 0,-17 3 173 0 0,0 0-130 0 0,17-2 8 0 0,-17 2-140 0 0,1 0-258 0 0,19-1 274 0 0,-20 1 809 0 0,0 1-1115 0 0,15 1 211 0 0,-16-1 219 0 0,-5 0-258 0 0,0-1 192 0 0,0 1-1 0 0,0-1 0 0 0,0 1 0 0 0,0-1 0 0 0,0 1 1 0 0,0-1-1 0 0,1 1 0 0 0,-1-1 0 0 0,0 1 1 0 0,0-1-1 0 0,0 1 0 0 0,0-1 0 0 0,1 1 0 0 0,-1-1 1 0 0,0 1-1 0 0,1-1 0 0 0,-1 1 0 0 0,0-1 0 0 0,1 0 1 0 0,-1 1-1 0 0,1 0 0 0 0,0-1-3 0 0,-1 1 1 0 0,1 0-1 0 0,-1-1 1 0 0,1 1-1 0 0,-1 0 0 0 0,1 0 1 0 0,-1-1-1 0 0,1 1 0 0 0,-1 0 1 0 0,0 0-1 0 0,1 0 0 0 0,-1 0 1 0 0,0-1-1 0 0,0 1 1 0 0,0 0-1 0 0,0 0 0 0 0,0 0 1 0 0,0 0-1 0 0,0 0 0 0 0,0 0 1 0 0,0 0-1 0 0,0-1 0 0 0,0 2 1 0 0,-6 60 179 0 0,-15 30 114 0 0,19-88-376 0 0,1 2-81 0 0,-9 53 622 0 0,9-53-525 0 0,3-1 174 0 0,0 0-119 0 0,3 14-103 0 0,-1-17-195 0 0,14 8-319 0 0,-14-8-401 0 0,4-2-349 0 0,-6 0 1626 0 0,18 1-4111 0 0,37-3-1 0 0,-23-7 1487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3:29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0 48 0 0,'0'0'6195'0'0,"-6"0"-5002"0"0,-18 0-82 0 0,18 0 3929 0 0,3 3-4950 0 0,-4 3-12 0 0,1 1-1 0 0,0 0 1 0 0,0 0 0 0 0,1 1 0 0 0,0-1 0 0 0,0 1 0 0 0,1 0 0 0 0,0 1 0 0 0,-5 11 0 0 0,-4 10 135 0 0,0 2 212 0 0,5-4-413 0 0,3-9 209 0 0,0 1-1 0 0,1 0 1 0 0,-1 35-1 0 0,4-47-192 0 0,1-1-1 0 0,0 0 1 0 0,1 1 0 0 0,0-1-1 0 0,0 0 1 0 0,0 0-1 0 0,1 0 1 0 0,0 0 0 0 0,0 0-1 0 0,1 0 1 0 0,0 0 0 0 0,0-1-1 0 0,1 1 1 0 0,0-1-1 0 0,0 0 1 0 0,0 0 0 0 0,1 0-1 0 0,7 7 1 0 0,-8-11-47 0 0,-1 0 0 0 0,1 1 0 0 0,0-2 0 0 0,0 1 0 0 0,0 0 0 0 0,0-1 0 0 0,0 0 0 0 0,0 0 0 0 0,0 0 0 0 0,7 1 0 0 0,-4-1 40 0 0,-2 0-549 0 0,4-2-609 0 0,0 1 560 0 0,9-1-165 0 0,5-6-3259 0 0,10-6 1092 0 0,-8-3-94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3:29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89 580 0 0,'-4'-2'3308'0'0,"-86"-51"7189"0"0,87 50-9745 0 0,-2 0-150 0 0,-38-23-2892 0 0,39 24 91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3:30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29 181 2396 0 0,'-25'-13'10138'0'0,"25"8"-9430"0"0,-3-21 1475 0 0,3 25-2171 0 0,1-1 0 0 0,0 1 0 0 0,0-1 0 0 0,0 1 0 0 0,-1 0 0 0 0,1 0 0 0 0,1-1 0 0 0,-1 1 0 0 0,0 0 0 0 0,0 0 0 0 0,2-1 0 0 0,-3 2-2 0 0,3-4 405 0 0,2 5-518 0 0,23 1 200 0 0,-26-1-85 0 0,-1 0-1 0 0,1 1 1 0 0,-1-1 0 0 0,0 0-1 0 0,1 0 1 0 0,-1 1-1 0 0,0-1 1 0 0,0 1 0 0 0,2 2-1 0 0,1 2 21 0 0,1-1 1 0 0,-1 1-1 0 0,-1 0 0 0 0,1 0 1 0 0,-1 1-1 0 0,3 6 0 0 0,-4-8-23 0 0,1 1-4 0 0,-1 1-1 0 0,0 0 0 0 0,-1-1 1 0 0,1 1-1 0 0,-1 0 0 0 0,0 0 1 0 0,-1 13-1 0 0,0-14-3 0 0,4 45-10 0 0,-4-9 57 0 0,-3-34 6 0 0,1-1-21 0 0,0-2-101 0 0,1 2-102 0 0,-2 20 98 0 0,2-20 230 0 0,-1-2-221 0 0,1-1-21 0 0,-1 1 0 0 0,0-1 0 0 0,0 0 0 0 0,-1 0 0 0 0,1 0 0 0 0,-1 0 0 0 0,-5 5 0 0 0,5-6-27 0 0,2-5 134 0 0,1 1 1 0 0,-1-1-1 0 0,1 1 1 0 0,-1-1 0 0 0,0 0-1 0 0,0 1 1 0 0,0-1-1 0 0,0 1 1 0 0,0 0-1 0 0,0-1 1 0 0,0 1 0 0 0,-3-2-1 0 0,3 2 3 0 0,-2-4-106 0 0,1 0-136 0 0,-15-53-700 0 0,16 52 770 0 0,2-2-124 0 0,6-52 7 0 0,-6 55 568 0 0,1-2 3 0 0,3-6-146 0 0,0 1 0 0 0,1-1 0 0 0,0 1 0 0 0,1 0 0 0 0,0 1 0 0 0,12-15 0 0 0,24-18 634 0 0,76-59-1 0 0,-114 98-812 0 0,1 1 24 0 0,1-1-1 0 0,0 1 1 0 0,0 1-1 0 0,0-1 1 0 0,0 1-1 0 0,14-4 1 0 0,-18 6 20 0 0,3 0 142 0 0,-6 1-158 0 0,1 0 0 0 0,-1 1 0 0 0,1-1 0 0 0,0 0 0 0 0,-1 0 1 0 0,1 1-1 0 0,0-1 0 0 0,-1 0 0 0 0,1 0 0 0 0,0 0 0 0 0,-1 0 0 0 0,1 0 0 0 0,0 0 0 0 0,-1 0 0 0 0,1 0 1 0 0,0 0-1 0 0,-1 0 0 0 0,1 0 0 0 0,0 0 0 0 0,-1 0 0 0 0,1-1 0 0 0,0 1 0 0 0,-1 0 0 0 0,1-1 0 0 0,1 1-10 0 0,-1-1 0 0 0,0 1 0 0 0,0-1-1 0 0,1 1 1 0 0,-1 0 0 0 0,0-1 0 0 0,1 1-1 0 0,-1 0 1 0 0,0 0 0 0 0,1 0-1 0 0,-1 0 1 0 0,0 0 0 0 0,1 0 0 0 0,-1 0-1 0 0,0 1 1 0 0,1-1 0 0 0,1 1 0 0 0,1 0 15 0 0,1 1 0 0 0,-1-1 0 0 0,1 1 1 0 0,-1 0-1 0 0,0 0 0 0 0,0 0 0 0 0,0 0 0 0 0,0 1 1 0 0,-1-1-1 0 0,1 1 0 0 0,-1 0 0 0 0,1 0 1 0 0,-1 1-1 0 0,0-1 0 0 0,0 1 0 0 0,-1-1 0 0 0,4 6 1 0 0,1 1 23 0 0,4 7 30 0 0,7 42 48 0 0,19 87 358 0 0,-36-141-474 0 0,1 0 34 0 0,16 43 296 0 0,-16-43-584 0 0,1-2-636 0 0,-1 0-11 0 0,5 8 1325 0 0,-2-7-3723 0 0,2-1-3640 0 0,18 6 3048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3:31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44 556 0 0,'22'-15'10308'0'0,"-26"12"-10249"0"0,3 2-45 0 0,0-1 1 0 0,0 1-1 0 0,0 0 0 0 0,-1-1 0 0 0,1 1 1 0 0,0 0-1 0 0,-1 0 0 0 0,1 0 1 0 0,-1 0-1 0 0,1 0 0 0 0,-3-1 120 0 0,-3 3-20 0 0,-93 14 1787 0 0,94-14-971 0 0,1 1-679 0 0,-7 4 408 0 0,14-1 721 0 0,27-1-786 0 0,1-3-448 0 0,1-2 0 0 0,-1-1 0 0 0,44-10 1 0 0,21-1-48 0 0,-4 6 64 0 0,-26 0-354 0 0,-4 3-750 0 0,-54 4 412 0 0,-2 2-1197 0 0,19 4-231 0 0,-18-5-1305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3:32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10 1252 0 0,'-5'-1'2557'0'0,"-39"-5"9373"0"0,32 4-12923 0 0,6 2 2062 0 0,2 2-911 0 0,1 1-196 0 0,-1 1 0 0 0,0-1 0 0 0,1 1 0 0 0,-1-1 0 0 0,1 1 0 0 0,-4 6 0 0 0,5-6 161 0 0,0 0-110 0 0,1 4 141 0 0,0-1 0 0 0,0 0 0 0 0,1 1 1 0 0,0 0-1 0 0,1 7 0 0 0,-1-8 198 0 0,20 1-199 0 0,0-1 0 0 0,0 0-1 0 0,1-2 1 0 0,41 6 0 0 0,-20-3-60 0 0,-10-2-121 0 0,55 20-1 0 0,-32-9-29 0 0,-50-15 71 0 0,10 7-83 0 0,-1-1 38 0 0,0 1 0 0 0,0 1 0 0 0,-1 0 0 0 0,-1 0-1 0 0,1 2 1 0 0,10 12 0 0 0,-21-21 39 0 0,1 6-121 0 0,0 0 0 0 0,1-1 0 0 0,0 1 0 0 0,0-1 0 0 0,7 10 0 0 0,-2-3 17 0 0,-7-10 239 0 0,-3 1-45 0 0,-14 46-146 0 0,12-49-41 0 0,1 1 5 0 0,-26 21 60 0 0,-1-1 0 0 0,-1-1 0 0 0,-62 35 0 0 0,56-36 134 0 0,-154 103-293 0 0,187-123 270 0 0,-1 1 51 0 0,-9 9-43 0 0,10-9-102 0 0,0 1-203 0 0,-9 12 351 0 0,10-12-17 0 0,3-4-114 0 0,1 1 10 0 0,0 0 0 0 0,-1 0 0 0 0,1 0 0 0 0,0 0 0 0 0,-1 0 0 0 0,1 1 0 0 0,-1-1 0 0 0,0 0 0 0 0,1 1-1 0 0,1 2 1 0 0,-3-4-5 0 0,4 3 29 0 0,3-2 48 0 0,62 4-153 0 0,188-7 359 0 0,-190 3-152 0 0,-43-1-196 0 0,-18 0 110 0 0,2 1-91 0 0,22-1 159 0 0,-23 0-190 0 0,0 0 250 0 0,20 0 102 0 0,-21 0 899 0 0,1 1-974 0 0,53-1-2850 0 0,-54-1-97 0 0,25-8-8140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3:33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276 307 848 0 0,'0'0'10972'0'0,"-3"2"-9861"0"0,-3 7-282 0 0,8-5 811 0 0,15-5 451 0 0,-11 1-2750 0 0,1-1 700 0 0,-2-1 114 0 0,17-11-144 0 0,0 0 1 0 0,-1-1 0 0 0,-1-1 0 0 0,31-28 0 0 0,-48 40 193 0 0,1-2-233 0 0,11-12 114 0 0,-11 12 56 0 0,8-13 6 0 0,-10 15-223 0 0,5-15 36 0 0,-5 14 59 0 0,-1 0 10 0 0,0-1-156 0 0,4-14 84 0 0,-4 14-44 0 0,-2 0 199 0 0,-4-18-175 0 0,4 17-23 0 0,-1 1 83 0 0,-1-1 34 0 0,-1 0 0 0 0,1 1 1 0 0,-1-1-1 0 0,0 1 1 0 0,-1 0-1 0 0,1 0 0 0 0,-1 1 1 0 0,0-1-1 0 0,-7-4 1 0 0,8 7-146 0 0,0-1 10 0 0,-11-5 146 0 0,11 6 12 0 0,-2 1-126 0 0,-3 0 75 0 0,0 0 0 0 0,0 1 1 0 0,-1 0-1 0 0,1 0 0 0 0,0 1 0 0 0,0 0 1 0 0,0 1-1 0 0,0 0 0 0 0,0 1 0 0 0,0-1 1 0 0,0 2-1 0 0,1-1 0 0 0,-15 9 0 0 0,-7 6-130 0 0,0 1 0 0 0,-49 42 0 0 0,65-49 93 0 0,1 1 1 0 0,0 0-1 0 0,1 1 0 0 0,1 0 0 0 0,0 1 0 0 0,1 0 0 0 0,-14 28 1 0 0,16-26 26 0 0,-1 16 286 0 0,8 26 154 0 0,1-55-418 0 0,0 0 0 0 0,1-1 0 0 0,-1 1 0 0 0,1-1 1 0 0,0 1-1 0 0,0 0 0 0 0,3 5 0 0 0,-1-1 24 0 0,-2-5-10 0 0,-1 1-1 0 0,1-1 1 0 0,1 0-1 0 0,-1 1 1 0 0,0-1-1 0 0,1 0 1 0 0,0 0-1 0 0,0 0 1 0 0,0 0 0 0 0,3 5-1 0 0,3 1 42 0 0,1 3 38 0 0,1 1 0 0 0,0-2 0 0 0,1 1-1 0 0,0-1 1 0 0,0-1 0 0 0,1 0 0 0 0,1-1 0 0 0,24 14 0 0 0,-11-9-274 0 0,2-1-1 0 0,0-2 1 0 0,41 12 0 0 0,-41-15-695 0 0,1-1 1 0 0,50 5-1 0 0,-58-11-1610 0 0,1 0 1 0 0,30-5-1 0 0,-18-1-124 0 0,-2-1 172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3:33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22 2084 0 0,'0'0'10304'0'0,"2"-3"-9420"0"0,7-12-256 0 0,-7 11 2546 0 0,-6 7-3043 0 0,-2 3-28 0 0,-1 0-1 0 0,1 0 1 0 0,1 0 0 0 0,-1 1 0 0 0,1 0-1 0 0,0 1 1 0 0,0-1 0 0 0,-3 10 0 0 0,-28 65 675 0 0,30-67-817 0 0,-2 4 195 0 0,7-17-144 0 0,0 0 0 0 0,1 0 0 0 0,-1 0 0 0 0,0 0 0 0 0,1 1 0 0 0,0-1 0 0 0,-1 0 0 0 0,1 0 0 0 0,0 0 0 0 0,0 4 0 0 0,0-2 31 0 0,-1 4 83 0 0,1-1 1 0 0,-1 0 0 0 0,2 1-1 0 0,-1-1 1 0 0,1 0 0 0 0,0 1 0 0 0,0-1-1 0 0,1 0 1 0 0,0 0 0 0 0,0 0-1 0 0,1 0 1 0 0,0-1 0 0 0,0 1-1 0 0,0-1 1 0 0,1 1 0 0 0,0-1-1 0 0,0 0 1 0 0,7 7 0 0 0,-7-10-224 0 0,0 0 1 0 0,1-1-1 0 0,-1 1 1 0 0,1-1 0 0 0,-1 0-1 0 0,1 0 1 0 0,0 0-1 0 0,0-1 1 0 0,0 1 0 0 0,0-1-1 0 0,6 1 1 0 0,-7-2 27 0 0,6 2-453 0 0,1 0 0 0 0,-1 0 1 0 0,1-1-1 0 0,18-1 0 0 0,-21 0 115 0 0,7 0-1568 0 0,5-1 551 0 0,-2-3-2782 0 0,6-1 1144 0 0,-18 4-208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3:34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121 184 3756 0 0,'-30'-53'7372'0'0,"28"49"-5569"0"0,0-1-281 0 0,-19-43 2909 0 0,19 44-3332 0 0,-1 0-603 0 0,1 0-390 0 0,-1 1-1 0 0,0 0 1 0 0,0 0 0 0 0,0 0-1 0 0,-1 0 1 0 0,1 0 0 0 0,-1 1-1 0 0,-4-3 1 0 0,4 3-207 0 0,0-1-1794 0 0,-1 1 1378 0 0,-3-2 300 0 0,2-1-7577 0 0,9 2 4278 0 0,17-14-446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3:35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8 109 260 0 0,'0'0'15145'0'0,"-2"-4"-14901"0"0,1-2 24 0 0,-1 1-1 0 0,1-1 1 0 0,0 1 0 0 0,1-1 0 0 0,-1 1 0 0 0,2-11 0 0 0,-1 10-215 0 0,3 2-311 0 0,35-27 93 0 0,-34 29 35 0 0,0 0 44 0 0,15-5 133 0 0,-14 5-49 0 0,1 2 66 0 0,27-1-79 0 0,-32 1 10 0 0,0 0 0 0 0,1 0 1 0 0,-1 0-1 0 0,0 1 1 0 0,1-1-1 0 0,-1 0 1 0 0,0 1-1 0 0,0-1 1 0 0,1 1-1 0 0,-1 0 0 0 0,0-1 1 0 0,0 1-1 0 0,2 1 1 0 0,8 5 50 0 0,-10-6-50 0 0,1 0 1 0 0,-1 0-1 0 0,1 0 0 0 0,-1 1 0 0 0,0-1 0 0 0,1 0 0 0 0,-1 1 1 0 0,0-1-1 0 0,0 1 0 0 0,0-1 0 0 0,0 1 0 0 0,1 2 0 0 0,0 0 16 0 0,2 1 109 0 0,-2 1 30 0 0,4 58-235 0 0,-8-46 114 0 0,-1-1 0 0 0,0 0 0 0 0,-1 1 0 0 0,-1-1-1 0 0,-10 23 1 0 0,-4 16-106 0 0,9-26 103 0 0,8-25-77 0 0,1 0-5 0 0,-6 14 11 0 0,5-14 318 0 0,0-1-120 0 0,-5 13-35 0 0,5-13 158 0 0,2 2-293 0 0,1 0 33 0 0,0-4 14 0 0,-1 0 1 0 0,1 0 0 0 0,-1 0-1 0 0,0 0 1 0 0,0 0-1 0 0,0 0 1 0 0,0 0 0 0 0,0 0-1 0 0,0 0 1 0 0,-1 3 0 0 0,1-5-35 0 0,0 1 1 0 0,0-1-1 0 0,0 1 1 0 0,0-1-1 0 0,0 1 1 0 0,0-1-1 0 0,1 1 1 0 0,-1-1-1 0 0,0 0 1 0 0,0 1-1 0 0,0-1 0 0 0,1 1 1 0 0,-1-1-1 0 0,0 1 1 0 0,1-1-1 0 0,-1 0 1 0 0,0 1-1 0 0,1-1 1 0 0,-1 0-1 0 0,0 1 1 0 0,1-1-1 0 0,-1 0 1 0 0,1 1-1 0 0,-1-1 1 0 0,1 0-1 0 0,0 1 1 0 0,-1-1 2 0 0,1 0-1 0 0,-1 0 1 0 0,1 0 0 0 0,-1 1 0 0 0,1-1-1 0 0,-1 0 1 0 0,0 0 0 0 0,1 1 0 0 0,-1-1-1 0 0,1 0 1 0 0,-1 1 0 0 0,0-1 0 0 0,1 1-1 0 0,-1-1 1 0 0,0 0 0 0 0,0 1 0 0 0,1-1-1 0 0,-1 1 1 0 0,0-1 0 0 0,0 1 0 0 0,0-1-1 0 0,0 1 1 0 0,1-1 0 0 0,-1 1 0 0 0,0-1-1 0 0,0 1 1 0 0,6 2-82 0 0,19 6 207 0 0,-19-7-42 0 0,2-2-50 0 0,278-14-184 0 0,-281 13 180 0 0,2 1-151 0 0,19 0 314 0 0,-20 0 110 0 0,-1 2-569 0 0,14 5 241 0 0,-14-5-35 0 0,-2 0-3021 0 0,-2-1 2291 0 0,8 7 803 0 0,-1-5-7740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3:44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0 107 480 0 0,'0'0'3827'0'0,"3"-4"-2502"0"0,6-13-276 0 0,-7 13 2484 0 0,1 0-2840 0 0,6-11 102 0 0,-7 11 3265 0 0,1-9-4442 0 0,14-17 5650 0 0,-16 29-5329 0 0,1-2 341 0 0,5 2-234 0 0,6 0-88 0 0,40-5-100 0 0,100 2 0 0 0,-101 6-312 0 0,-28-2 300 0 0,-17 0 112 0 0,-2 1-128 0 0,18 2-122 0 0,-17-2 149 0 0,1 0-403 0 0,21 0 17 0 0,-21 0-35 0 0,-2 0-1598 0 0,16 1 630 0 0,-15-1-678 0 0,19-15-6151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3:45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0 252 0 0,'0'0'7613'0'0,"-3"3"-7277"0"0,-13 11 1606 0 0,12-12-1753 0 0,-13 6 83 0 0,13-6 2555 0 0,4-1-2819 0 0,0-1 1 0 0,0 1-1 0 0,0-1 1 0 0,0 1-1 0 0,0-1 1 0 0,-1 1 0 0 0,1-1-1 0 0,0 1 1 0 0,0-1-1 0 0,-1 0 1 0 0,1 1 0 0 0,0-1-1 0 0,-1 1 1 0 0,1-1-1 0 0,0 0 1 0 0,-1 1-1 0 0,1-1 1 0 0,0 0 0 0 0,-1 1-1 0 0,1-1 1 0 0,-1 0-1 0 0,1 0 1 0 0,-1 1 0 0 0,1-1-1 0 0,-1 0 1 0 0,0 0-1 0 0,1 0 34 0 0,-1 1 0 0 0,1-1 0 0 0,-1 0 0 0 0,1 0 0 0 0,-1 0 0 0 0,1 1 0 0 0,0-1 0 0 0,-1 0 0 0 0,1 0-1 0 0,-1 1 1 0 0,1-1 0 0 0,0 0 0 0 0,-1 1 0 0 0,1-1 0 0 0,0 0 0 0 0,-1 1 0 0 0,1-1 0 0 0,0 1 0 0 0,-1-1 0 0 0,1 1 0 0 0,0-1-1 0 0,0 1 1 0 0,0-1 0 0 0,0 1 0 0 0,-1-1 0 0 0,1 1 0 0 0,-1 1-29 0 0,1-1 1 0 0,-1 1-1 0 0,0-1 0 0 0,0 1 0 0 0,0-1 1 0 0,0 1-1 0 0,-1-1 0 0 0,1 0 1 0 0,0 0-1 0 0,0 0 0 0 0,-2 2 0 0 0,0 0 627 0 0,2-3-639 0 0,1 0 0 0 0,-1 0 1 0 0,1 0-1 0 0,0 1 0 0 0,-1-1 1 0 0,1 0-1 0 0,-1 0 0 0 0,1 0 0 0 0,-1 1 1 0 0,1-1-1 0 0,0 0 0 0 0,-1 0 1 0 0,1 1-1 0 0,0-1 0 0 0,-1 0 1 0 0,1 1-1 0 0,0-1 0 0 0,-1 0 0 0 0,1 1 1 0 0,0-1-1 0 0,0 1 0 0 0,-1-1 1 0 0,1 0-1 0 0,0 1 0 0 0,0-1 1 0 0,0 2-1 0 0,0-2 21 0 0,-1 0 0 0 0,1 1 0 0 0,0-1 0 0 0,0 1-1 0 0,0-1 1 0 0,0 1 0 0 0,-1-1 0 0 0,1 0 0 0 0,0 1 0 0 0,0-1 0 0 0,-1 0 0 0 0,1 1 0 0 0,0-1 0 0 0,-1 0 0 0 0,1 1-1 0 0,0-1 1 0 0,-1 0 0 0 0,1 0 0 0 0,-1 1 0 0 0,1-1 0 0 0,0 0 0 0 0,-1 0 0 0 0,1 0 0 0 0,-1 1 0 0 0,1-1 0 0 0,-1 0-1 0 0,4 3 3 0 0,13 15 157 0 0,-10-18-233 0 0,20 2-27 0 0,-20-2 19 0 0,1 0 94 0 0,24 1 121 0 0,-23-1-39 0 0,0 0-111 0 0,42 3 364 0 0,-16-3-402 0 0,-25 0 87 0 0,-1 0-87 0 0,62-3 37 0 0,-65 3-52 0 0,3-1-50 0 0,22 0 80 0 0,-22 0 17 0 0,-2 1 118 0 0,18-2-137 0 0,-18 1 29 0 0,0 1 70 0 0,17-1 2 0 0,-17 1 82 0 0,-1-1-449 0 0,53-1 252 0 0,-52 2-253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3:46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22 1808 0 0,'-3'-3'1906'0'0,"-14"-9"8647"0"0,13 10-10399 0 0,3 1-118 0 0,1 1 0 0 0,0 0 0 0 0,-1-1-1 0 0,1 1 1 0 0,-1-1 0 0 0,1 1 0 0 0,-1 0-1 0 0,1 0 1 0 0,-1-1 0 0 0,0 1 0 0 0,1 0 0 0 0,-1 0-1 0 0,1-1 1 0 0,-1 1 0 0 0,1 0 0 0 0,-1 0-1 0 0,0 0 1 0 0,1 0 0 0 0,-1 0 0 0 0,1 0-1 0 0,-1 0 1 0 0,0 0 0 0 0,1 0 0 0 0,-1 0 0 0 0,1 1-1 0 0,-1-1 1 0 0,0 0 0 0 0,1 0 0 0 0,-1 1-1 0 0,4 18 390 0 0,-3-19-425 0 0,2 5 53 0 0,1 1 148 0 0,0 3-135 0 0,8 19 103 0 0,18 33-1 0 0,66 94 420 0 0,-83-139-620 0 0,1 0-1 0 0,0-2 1 0 0,16 15 0 0 0,-23-23 26 0 0,-2-2 21 0 0,-3-3-18 0 0,0 1-1 0 0,0-1 0 0 0,0 0 1 0 0,0 1-1 0 0,0-1 0 0 0,0 0 1 0 0,1 0-1 0 0,-1 0 0 0 0,1 0 1 0 0,1 2-1 0 0,0 0 199 0 0,0 0-304 0 0,47 46-33 0 0,-47-46 194 0 0,0 1-194 0 0,11 12 412 0 0,-17-11-215 0 0,-8 14-132 0 0,8-15 59 0 0,0 0-35 0 0,-246 266 216 0 0,180-202 991 0 0,66-65-962 0 0,-1 1 42 0 0,-11 10 129 0 0,11-11 84 0 0,-10 12-18 0 0,11-12 257 0 0,-1 0-528 0 0,-27 27-3239 0 0,28-27 1715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5:14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2624 0 0,'0'0'8242'0'0,"5"1"-7391"0"0,16 1-155 0 0,-16-1 564 0 0,0-2-7332 0 0,15-3 3786 0 0,-15 3 399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5:35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355 426 736 0 0,'0'0'12025'0'0,"1"5"-11611"0"0,2 15-29 0 0,-2-15 1040 0 0,-6-7-1547 0 0,-12-7-14 0 0,12 7 300 0 0,1 1-178 0 0,-15-4-31 0 0,14 3 106 0 0,0 1-641 0 0,-47-11 1029 0 0,47 11-382 0 0,0 0-249 0 0,-17-2 141 0 0,17 3 62 0 0,0-1 0 0 0,-5 0 0 0 0,0 1 1 0 0,0 0-1 0 0,-15 2 0 0 0,20-1 10 0 0,-3 1-228 0 0,0-1 96 0 0,0 1 0 0 0,0 0 1 0 0,-7 4-1 0 0,8-3 110 0 0,2-2 93 0 0,1 5-209 0 0,0 0 171 0 0,-1-1 1 0 0,1 0-1 0 0,-10 8 0 0 0,11-10 140 0 0,2 2-158 0 0,-9 49 233 0 0,9-48 100 0 0,1 1-264 0 0,0 21-33 0 0,0-21-115 0 0,1-2 126 0 0,4 18-148 0 0,-4-17 71 0 0,1-1-124 0 0,19 36 839 0 0,-19-37-479 0 0,1-1-179 0 0,7 12-335 0 0,-7-11 755 0 0,-2-4-541 0 0,-1 0 38 0 0,0 0 0 0 0,1 0 0 0 0,-1 1 0 0 0,1-1 0 0 0,-1 0 0 0 0,0 0 0 0 0,1 1 0 0 0,-1-1 0 0 0,1 0 1 0 0,-1 1-1 0 0,0-1 0 0 0,1 0 0 0 0,-1 1 0 0 0,0-1 0 0 0,0 0 0 0 0,1 1 0 0 0,-1-1 0 0 0,0 1 0 0 0,0-1 0 0 0,0 1 1 0 0,1-1-1 0 0,-1 0 0 0 0,0 1 0 0 0,0-1 0 0 0,0 1 0 0 0,0 0-11 0 0,0-1-1 0 0,0 1 1 0 0,0-1-1 0 0,0 1 1 0 0,1-1 0 0 0,-1 1-1 0 0,0-1 1 0 0,0 1-1 0 0,0-1 1 0 0,1 0 0 0 0,-1 1-1 0 0,0-1 1 0 0,0 1-1 0 0,1-1 1 0 0,-1 0 0 0 0,0 1-1 0 0,1-1 1 0 0,-1 0-1 0 0,1 1 1 0 0,-1-1 0 0 0,0 0-1 0 0,1 0 1 0 0,-1 1-1 0 0,1-1 1 0 0,-1 0 0 0 0,1 0-1 0 0,0 0 23 0 0,-1 0 0 0 0,0 0-1 0 0,1 0 1 0 0,-1 1 0 0 0,1-1-1 0 0,-1 0 1 0 0,1 0 0 0 0,-1 0-1 0 0,1 0 1 0 0,-1 1 0 0 0,0-1 0 0 0,1 0-1 0 0,-1 0 1 0 0,0 1 0 0 0,1-1-1 0 0,-1 0 1 0 0,0 1 0 0 0,1-1 0 0 0,-1 0-1 0 0,0 1 1 0 0,1-1 0 0 0,-1 0-1 0 0,0 1 1 0 0,0-1 0 0 0,1 1-1 0 0,13 13 323 0 0,36 3-729 0 0,-44-16 993 0 0,-1 0-712 0 0,18 2-76 0 0,-18-2 240 0 0,1 0-93 0 0,16 1 206 0 0,-16-2-248 0 0,0 0 330 0 0,22 0-133 0 0,-21 0-267 0 0,-2-1-389 0 0,18-3 485 0 0,-18 3 458 0 0,2 0-258 0 0,19-3-247 0 0,-20 2 110 0 0,-1 1 17 0 0,14-5-152 0 0,-14 4 27 0 0,-1 1 88 0 0,14-6 164 0 0,-14 5-132 0 0,1 1 56 0 0,14-6-1 0 0,-15 5-113 0 0,1 0 63 0 0,12-7 202 0 0,-12 7-42 0 0,-1 0-225 0 0,13-6 39 0 0,-13 5-78 0 0,0 1 211 0 0,33-26 336 0 0,-33 26-387 0 0,-2-2-40 0 0,10-11 42 0 0,-9 12-44 0 0,0-2 148 0 0,9-12-57 0 0,-10 13-180 0 0,1-1 11 0 0,18-40 210 0 0,-19 40 5 0 0,-1 1-33 0 0,5-13-90 0 0,-4 12-71 0 0,-1-1-27 0 0,3-19-64 0 0,-2 18 218 0 0,-2 1-63 0 0,0-19 108 0 0,0 18-143 0 0,-1 1-98 0 0,-1-18 80 0 0,1 18 112 0 0,-1 1 36 0 0,-5-19-193 0 0,5 18 30 0 0,1 2 6 0 0,-5-15 176 0 0,5 15-18 0 0,-1-1-78 0 0,-6-14 41 0 0,6 15-5 0 0,0-1-24 0 0,-9-15-122 0 0,-1 1 1 0 0,-23-30 0 0 0,32 46-21 0 0,-1-1 36 0 0,-11-12 100 0 0,11 12-126 0 0,0 1 84 0 0,-32-30-383 0 0,33 30 415 0 0,-1 0 100 0 0,-14-9-145 0 0,14 8-3 0 0,-1 1 68 0 0,-41-28-161 0 0,12 14 169 0 0,28 15-130 0 0,1-1 25 0 0,-45-17 226 0 0,45 19-215 0 0,-1-1-52 0 0,-17-3 8 0 0,17 3 134 0 0,-1 1-132 0 0,-22-6-6 0 0,22 6 61 0 0,1-1 126 0 0,-20-3 5 0 0,19 4-28 0 0,1 0-53 0 0,-16-4-8 0 0,17 4 10 0 0,-1-1-330 0 0,-18-4 286 0 0,18 5 84 0 0,0-1-164 0 0,-19-3 28 0 0,19 4 154 0 0,1 0-132 0 0,-15-3 2 0 0,15 3 615 0 0,1-1-708 0 0,-1 0-170 0 0,-4-2 648 0 0,0 3-7376 0 0,10 7 3367 0 0,0 22-517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5:36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55 684 0 0,'0'0'12922'0'0,"-2"-4"-12889"0"0,-4-20-73 0 0,2 22 41 0 0,-11-7-16 0 0,11 6 302 0 0,-1 2-485 0 0,-13-3 149 0 0,13 2 162 0 0,0 1-368 0 0,-55-3 656 0 0,54 4-332 0 0,-1 1-335 0 0,-90 2-255 0 0,91-3 635 0 0,1 1-283 0 0,-16 3-1 0 0,15-4 260 0 0,2 3-61 0 0,-25 18 75 0 0,14-16-7894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5:58.9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95 271 136 0 0,'0'0'3761'0'0,"-5"-2"-3398"0"0,-15-6-243 0 0,15 6 97 0 0,1 0-111 0 0,-11-6 50 0 0,11 5 2232 0 0,1 1-1980 0 0,-9-10 113 0 0,9 10 2015 0 0,1-3-2114 0 0,-18-72 2518 0 0,19 72-2762 0 0,2 0-87 0 0,14-43-34 0 0,-13 44 38 0 0,0-2-182 0 0,0 1 78 0 0,0-1 1 0 0,1 1 0 0 0,-1 0 0 0 0,1 0-1 0 0,5-7 1 0 0,-8 11 67 0 0,2-3-17 0 0,0 4-75 0 0,-1-1 26 0 0,1 1 1 0 0,-1-1-1 0 0,0 0 0 0 0,1 0 0 0 0,-1 0 0 0 0,0 0 0 0 0,0 1 0 0 0,1-2 0 0 0,-1 1 0 0 0,0 0 0 0 0,1-1 0 0 0,-2 1 9 0 0,4-2 64 0 0,2 4-329 0 0,16 1 372 0 0,-16-1-5 0 0,-3 2-170 0 0,13 11 206 0 0,-12-11 16 0 0,-1 2-309 0 0,9 13 167 0 0,-9-14 103 0 0,-3-3-239 0 0,-1-1 127 0 0,1 1-1 0 0,0 0 0 0 0,0-1 0 0 0,0 1 0 0 0,0 0 0 0 0,0-1 0 0 0,0 1 1 0 0,1 0-1 0 0,-1-1 0 0 0,0 1 0 0 0,0 0 0 0 0,0-1 0 0 0,1 1 0 0 0,-1-1 1 0 0,0 1-1 0 0,0 0 0 0 0,1-1 0 0 0,-1 1 0 0 0,1-1 0 0 0,-1 1 0 0 0,0-1 1 0 0,2 1-1 0 0,-1 0-1 0 0,-1 0 0 0 0,1-1 0 0 0,-1 1 0 0 0,1 0 0 0 0,-1 0 0 0 0,1-1 0 0 0,-1 1 0 0 0,1 0 0 0 0,-1 0 0 0 0,0 0 0 0 0,1-1 0 0 0,-1 1 0 0 0,0 0 0 0 0,0 0 0 0 0,0 0 0 0 0,1 1 0 0 0,2 10 189 0 0,-2-11-200 0 0,0 0 0 0 0,-1 0 1 0 0,1 0-1 0 0,-1 0 0 0 0,1 0 1 0 0,-1 1-1 0 0,1-1 1 0 0,-1 0-1 0 0,1 0 0 0 0,-1 0 1 0 0,0 1-1 0 0,0-1 0 0 0,0 0 1 0 0,0 0-1 0 0,0 1 1 0 0,0 1-1 0 0,1 25 104 0 0,0-21-29 0 0,-1 0 246 0 0,1 20 39 0 0,-1-20-228 0 0,-1-1-204 0 0,-28 115 170 0 0,27-115 136 0 0,1 1-293 0 0,0-1 100 0 0,-1 1 0 0 0,0-1 1 0 0,0 1-1 0 0,-4 7 0 0 0,4-9-203 0 0,1 0 20 0 0,2-11 4 0 0,7-23-44 0 0,1 0-1 0 0,26-52 0 0 0,-25 60 100 0 0,-8 15 166 0 0,1 1-39 0 0,10-19 57 0 0,5-10-314 0 0,-15 29 246 0 0,-2 2-34 0 0,-1 1 0 0 0,1 0 1 0 0,0-1-1 0 0,0 1 0 0 0,-1 0 0 0 0,2 0 0 0 0,-1 0 0 0 0,0-1 1 0 0,0 1-1 0 0,1 1 0 0 0,-1-1 0 0 0,1 0 0 0 0,2-2 0 0 0,-3 2-6 0 0,1 1 0 0 0,-1 0 1 0 0,0-1-1 0 0,1 0 0 0 0,-1 1 0 0 0,0-1 0 0 0,0 1 0 0 0,0-1 0 0 0,0 0 0 0 0,-1 0 0 0 0,1 0 0 0 0,0-2 0 0 0,0 1-28 0 0,1 0 0 0 0,-1 0 0 0 0,0 0 0 0 0,1 0 0 0 0,0 0 0 0 0,0 0 0 0 0,0 1 0 0 0,0-1 0 0 0,0 1 0 0 0,0-1 0 0 0,1 1 0 0 0,-1 0 0 0 0,4-2 0 0 0,-6 3 70 0 0,4-2-115 0 0,33 4 280 0 0,-33 1-183 0 0,0 1 1 0 0,0-1 0 0 0,0 1 0 0 0,-1 0-1 0 0,0 0 1 0 0,1 0 0 0 0,-1 1-1 0 0,0-1 1 0 0,3 5 0 0 0,-3-4-96 0 0,-3-2 72 0 0,1 0 11 0 0,0-1-1 0 0,0 1 1 0 0,0 0-1 0 0,0-1 0 0 0,0 1 1 0 0,0-1-1 0 0,0 1 0 0 0,0-1 1 0 0,0 0-1 0 0,1 1 1 0 0,1 0-1 0 0,-2-1-4 0 0,2 4-50 0 0,-2-4 61 0 0,0 1 0 0 0,0-1 0 0 0,0 1 0 0 0,0-1 0 0 0,0 1 0 0 0,0-1 0 0 0,-1 1 0 0 0,1 0-1 0 0,-1-1 1 0 0,1 5 0 0 0,1-2 62 0 0,-1 1-123 0 0,4 16 177 0 0,-4-16-15 0 0,-1 0-13 0 0,3 15 74 0 0,-3-15-163 0 0,0 2-150 0 0,0 18 264 0 0,0-19-24 0 0,-3 59 906 0 0,3-59-538 0 0,-7-29-722 0 0,5 18 288 0 0,3 0-275 0 0,1-17 179 0 0,-1 16 131 0 0,0 0-231 0 0,4-17 101 0 0,5-11-231 0 0,-9 29 449 0 0,1-1-99 0 0,5-14-220 0 0,-5 15 32 0 0,0-1 168 0 0,8-16-172 0 0,-8 16 147 0 0,1 1-76 0 0,8-16-27 0 0,-8 16 180 0 0,-1 0-110 0 0,10-12 176 0 0,-9 12-177 0 0,0 0 65 0 0,11-14-115 0 0,-10 14-33 0 0,0 1 70 0 0,10-11 10 0 0,-10 11-55 0 0,13-7 92 0 0,-14 8 7 0 0,2 2-242 0 0,14-3 186 0 0,-14 3 60 0 0,0 3 20 0 0,15 5-91 0 0,-15-6 232 0 0,13 12-161 0 0,-14-11 52 0 0,-1 2-74 0 0,11 14 168 0 0,2 8-21 0 0,-13-20-159 0 0,0 0-61 0 0,9 37 258 0 0,-6-26-151 0 0,-5-12-31 0 0,1 1 46 0 0,5 19-2 0 0,1 4 80 0 0,-7-24 258 0 0,0-1-425 0 0,6 12-97 0 0,-5-12-188 0 0,1 0-411 0 0,27 24-6943 0 0,-20-20 7003 0 0,-5-5-1648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5:59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23 1792 0 0,'0'0'2209'0'0,"2"-4"-433"0"0,7-10-254 0 0,-6 10 3049 0 0,-5 11-4552 0 0,-18 86-352 0 0,19-88-1133 0 0,-1 1-1138 0 0,-2 18 361 0 0,3-18 428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5:59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96 1800 0 0,'0'0'3080'0'0,"-20"-30"597"0"0,6 8-97 0 0,1-5-1076 0 0,36 10-13717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00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64 0 0,'0'0'13349'0'0,"1"6"-13257"0"0,2 19-42 0 0,-2-18-42 0 0,0-2-38 0 0,5 18 36 0 0,-4-17 34 0 0,-1-1-36 0 0,3 66 734 0 0,-5-4 294 0 0,0-61-624 0 0,1-1-1210 0 0,-3 12 1192 0 0,6-34-308 0 0,-3 12-161 0 0,2 1 12 0 0,49-85 410 0 0,-49 85-548 0 0,2-2-17 0 0,46-58 146 0 0,-47 61-88 0 0,0-1 169 0 0,10-11 56 0 0,-10 11-128 0 0,1 1-94 0 0,-2 1 153 0 0,0 0-1 0 0,0 0 0 0 0,1 0 0 0 0,0 0 0 0 0,-1 1 0 0 0,1-1 1 0 0,0 1-1 0 0,-1 0 0 0 0,1 0 0 0 0,0 0 0 0 0,0 0 1 0 0,0 1-1 0 0,6-2 0 0 0,-4 2 342 0 0,0 3-306 0 0,7 6 19 0 0,-1-1-1 0 0,-1 2 1 0 0,1-1-1 0 0,10 15 1 0 0,-6 1 147 0 0,19 43 1 0 0,-32-64-294 0 0,0 2 58 0 0,19 46 239 0 0,-20-48-96 0 0,2 1-1051 0 0,6 15-679 0 0,-7-15-1727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02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486 129 712 0 0,'0'0'6823'0'0,"1"-5"-6451"0"0,8-48 2803 0 0,-8 48-172 0 0,-1 0-2765 0 0,5-50 1855 0 0,-5 49-1835 0 0,-5 9-825 0 0,-15 5 530 0 0,15-6 80 0 0,3 3-105 0 0,-22 52 272 0 0,22-51-206 0 0,-4 19-80 0 0,4-19 72 0 0,1 0-9 0 0,-1 1 64 0 0,-5 22 112 0 0,5-21-61 0 0,1-1-102 0 0,-4 24 70 0 0,4-23-84 0 0,0-1 28 0 0,-2 38-174 0 0,-13 105 373 0 0,9-110-236 0 0,5-34 87 0 0,1 0-78 0 0,-15 54 64 0 0,14-54-30 0 0,0-1 78 0 0,-8 18-127 0 0,8-17 110 0 0,0-2-4 0 0,-39 64-154 0 0,38-65 231 0 0,0 0-49 0 0,-10 9-140 0 0,9-9 83 0 0,1 0 72 0 0,-35 18-12 0 0,33-19-88 0 0,1 0-18 0 0,-15 5-27 0 0,14-5 214 0 0,-1-1-231 0 0,-19 3-49 0 0,19-3 281 0 0,1-2-198 0 0,-15-3 120 0 0,15 3-177 0 0,4 0-7 0 0,0 0 72 0 0,0 0-1 0 0,0-1 1 0 0,0 1-1 0 0,0 0 1 0 0,-1 0-1 0 0,1 0 1 0 0,0 1-1 0 0,0-1 0 0 0,-1 0 1 0 0,1 0-1 0 0,-3 0 1 0 0,1-1 14 0 0,-1-1 111 0 0,0 0-112 0 0,-79-63-233 0 0,80 63 272 0 0,-1 1-173 0 0,-4-6 454 0 0,5 5-1360 0 0,1 1 0 0 0,-1-1 0 0 0,1 0 0 0 0,0 0 0 0 0,0-1 0 0 0,0 1 0 0 0,-1-4 0 0 0,2 3-1952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03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137 126 64 0 0,'0'0'1745'0'0,"-4"-2"-595"0"0,-11-8-171 0 0,11 7 3528 0 0,1 0-4183 0 0,1 0-108 0 0,-1 1 1 0 0,1-1-1 0 0,-1 1 0 0 0,0 0 1 0 0,0 0-1 0 0,0 0 0 0 0,0 0 1 0 0,-1 1-1 0 0,1-1 1 0 0,-5 0-1 0 0,3 0-33 0 0,4 3-218 0 0,-1-1 44 0 0,0 0 0 0 0,0 0-1 0 0,0 1 1 0 0,0-1 0 0 0,1 0 0 0 0,-1-1 0 0 0,0 1-1 0 0,0 0 1 0 0,0 0 0 0 0,0-1 0 0 0,-3-1-1 0 0,3 2 6 0 0,-4-1 1311 0 0,0 1-921 0 0,-16-3-80 0 0,16 3 2270 0 0,10-3-2614 0 0,-2 1 29 0 0,-2 1-9 0 0,1 0 0 0 0,0 0 1 0 0,-1 0-1 0 0,1 0 0 0 0,0 0 1 0 0,0 0-1 0 0,0 1 0 0 0,0-1 0 0 0,0 0 1 0 0,0 1-1 0 0,0-1 0 0 0,0 0 1 0 0,0 1-1 0 0,0-1 0 0 0,0 1 1 0 0,0 0-1 0 0,0-1 0 0 0,0 1 1 0 0,0 0-1 0 0,3-1 0 0 0,118-11 45 0 0,-64 7-127 0 0,-8 0 204 0 0,58-12-251 0 0,-102 16 77 0 0,1 0 41 0 0,22-1 98 0 0,-22 1 116 0 0,-2 1 53 0 0,31-7 251 0 0,13 1-38 0 0,-10 9-8726 0 0,-34-2 5396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05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460 64 884 0 0,'0'0'8256'0'0,"-2"-4"-7708"0"0,-17-35 2803 0 0,17 35-2011 0 0,2 4-1346 0 0,0 0 5 0 0,-1 0 1 0 0,1 0-1 0 0,0 0 1 0 0,-1 0-1 0 0,1-1 0 0 0,-1 1 1 0 0,1 0-1 0 0,0 0 1 0 0,-1 0-1 0 0,1 0 1 0 0,0 0-1 0 0,-1 0 1 0 0,1-1-1 0 0,0 1 0 0 0,-1 0 1 0 0,1 0-1 0 0,0 0 1 0 0,0-1-1 0 0,-1 1 1 0 0,1 0-1 0 0,0 0 1 0 0,0-1-1 0 0,-1 1 0 0 0,1 0 1 0 0,0-1-1 0 0,0 1 1 0 0,0 0-1 0 0,-1-1 1 0 0,1 0-1 0 0,0 1 14 0 0,0-1 0 0 0,-1 1 0 0 0,1-1 0 0 0,-1 1-1 0 0,1-1 1 0 0,0 1 0 0 0,-1-1 0 0 0,1 1 0 0 0,-1-1 0 0 0,1 1 0 0 0,-1-1-1 0 0,1 1 1 0 0,-1 0 0 0 0,1-1 0 0 0,-1 1 0 0 0,0 0 0 0 0,1-1 0 0 0,-1 1 0 0 0,0 0-1 0 0,1 0 1 0 0,-1 0 0 0 0,1-1 0 0 0,-1 1 0 0 0,0 0 0 0 0,1 0 0 0 0,-1 0-1 0 0,0 0 1 0 0,1 0 0 0 0,-2 1 0 0 0,-20-2 47 0 0,16 1 91 0 0,1 0-436 0 0,-17 2 244 0 0,17-1 235 0 0,0 0-216 0 0,-15 3 93 0 0,15-2-60 0 0,0-1 26 0 0,-40 16-132 0 0,41-15 254 0 0,0 1-140 0 0,-16 17 127 0 0,0 2-1 0 0,0 0 0 0 0,2 1 0 0 0,1 1 0 0 0,1 0 1 0 0,2 1-1 0 0,0 1 0 0 0,-18 47 0 0 0,11-14 204 0 0,2 1-1 0 0,3 1 1 0 0,-9 68-1 0 0,20-100-108 0 0,2 0 0 0 0,1 0 0 0 0,2 0 0 0 0,5 55 0 0 0,-2-64-115 0 0,1 0 0 0 0,1-1-1 0 0,1 1 1 0 0,1-1 0 0 0,0-1 0 0 0,1 1 0 0 0,1-2 0 0 0,12 18 0 0 0,3-1 126 0 0,2-1-1 0 0,1-2 1 0 0,37 34 0 0 0,-61-62-184 0 0,1 0-80 0 0,11 12 31 0 0,-11-11 113 0 0,-1-1-50 0 0,11 11-20 0 0,-10-10 226 0 0,-1-1-183 0 0,12 10-2 0 0,-12-9 16 0 0,19 4-10527 0 0,-17-7 6630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06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0 275 720 0 0,'0'0'6629'0'0,"5"-2"-6478"0"0,13-8 114 0 0,-14 8 723 0 0,-4 0-951 0 0,1 1 0 0 0,-1-1 0 0 0,1 1 0 0 0,-1 0 0 0 0,1 0 0 0 0,0-1 0 0 0,0 1 0 0 0,-1 0 0 0 0,1 0-1 0 0,0 0 1 0 0,0 0 0 0 0,2-2 0 0 0,-2 2 22 0 0,2-2 936 0 0,-1-1-618 0 0,7-12-82 0 0,-6 12 671 0 0,-2-1-599 0 0,3-14-23 0 0,-2 14 171 0 0,-1 0-225 0 0,15-39 208 0 0,-14 40 284 0 0,0-1-838 0 0,13-47 586 0 0,-14 46-351 0 0,1 1-88 0 0,3-14-75 0 0,-3 14-19 0 0,-1 1-2 0 0,6-14-111 0 0,-5 13 299 0 0,0 1-33 0 0,2-5-735 0 0,-10 20-9384 0 0,5-9 10322 0 0,-1 2-2414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07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42 132 464 0 0,'0'0'7589'0'0,"0"6"-7569"0"0,0 22 329 0 0,1-22-260 0 0,2 15 74 0 0,0 1 0 0 0,-1-1 0 0 0,-1 0 0 0 0,-2 32 0 0 0,-6-6 193 0 0,-11 50-100 0 0,16-90-145 0 0,1-2 42 0 0,-1 2-243 0 0,-1 1 590 0 0,1 0 1 0 0,0-1-1 0 0,0 1 0 0 0,-1 10 1 0 0,-1-33-350 0 0,4 14-140 0 0,-1 0 0 0 0,0 0 0 0 0,1 0 0 0 0,-1 0 0 0 0,1 0 0 0 0,0 0 0 0 0,-1 0 0 0 0,1 0 0 0 0,0 0 0 0 0,0-1 1 0 0,-1 1-1 0 0,1 0 0 0 0,0 0 0 0 0,0 0 0 0 0,0 0 0 0 0,1-1 0 0 0,-1 1 0 0 0,0 0 0 0 0,1-2 0 0 0,5-60-190 0 0,-2 37 146 0 0,-2 21 27 0 0,-1 0-84 0 0,1-1-84 0 0,1-7 144 0 0,1 1 0 0 0,1-1 0 0 0,0 1 0 0 0,1 1 0 0 0,8-14 0 0 0,47-62 1068 0 0,-28 42-371 0 0,16-17-119 0 0,-20 26-45 0 0,-26 32-673 0 0,-2 4 161 0 0,-1 0 1 0 0,0 0-1 0 0,1 0 0 0 0,-1 0 0 0 0,1 0 1 0 0,-1 0-1 0 0,1 0 0 0 0,-1 0 1 0 0,0 0-1 0 0,1-1 0 0 0,-1 1 0 0 0,1 0 1 0 0,-1 0-1 0 0,0 0 0 0 0,1-1 0 0 0,-1 1 1 0 0,1 0-1 0 0,-1-1 0 0 0,0 1 1 0 0,0 0-1 0 0,1-1 0 0 0,-1 1 0 0 0,0 0 1 0 0,1-1-1 0 0,-1 1 0 0 0,0 0 0 0 0,0-1 1 0 0,1 0 10 0 0,-1 0 1 0 0,1 0 0 0 0,0 0-1 0 0,-1 0 1 0 0,1 0 0 0 0,0 1-1 0 0,0-1 1 0 0,0 0 0 0 0,-1 1-1 0 0,1-1 1 0 0,0 0-1 0 0,0 1 1 0 0,0-1 0 0 0,0 1-1 0 0,0-1 1 0 0,0 1 0 0 0,1-1-1 0 0,16-4-102 0 0,-14 3-23 0 0,1 4-56 0 0,14 3 243 0 0,-14-4 270 0 0,-1 3-317 0 0,11 10 72 0 0,-11-10 6 0 0,-2 1-9 0 0,21 73 185 0 0,-22-72-279 0 0,0 1 199 0 0,0 21-75 0 0,-1-20-227 0 0,0-1 103 0 0,0 23 218 0 0,0-23-210 0 0,0 0-218 0 0,-1 20 61 0 0,0-20 704 0 0,0-1-515 0 0,-2 17-171 0 0,2-17 315 0 0,-1-1-245 0 0,-4 14 40 0 0,5-15 484 0 0,-2-7-1497 0 0,-7-10 870 0 0,7 10 68 0 0,3-3 70 0 0,0-17 105 0 0,0 17-147 0 0,2 0-23 0 0,2-16-62 0 0,-3 16 28 0 0,2 0 153 0 0,4-10-48 0 0,1 1 1 0 0,1 0 0 0 0,15-22 0 0 0,11-2 81 0 0,2 1 0 0 0,42-33 0 0 0,-76 68-161 0 0,2 1 227 0 0,11-6 4 0 0,-11 6-18 0 0,1 2-388 0 0,18-2 97 0 0,-17 2 158 0 0,-3 3 139 0 0,36 30-126 0 0,-36-29-57 0 0,-1 1 172 0 0,22 44 147 0 0,-23-44-202 0 0,-1 2-143 0 0,6 19 35 0 0,-5-19 226 0 0,-1-1-162 0 0,4 21 54 0 0,-4-20-61 0 0,0-1-70 0 0,7 55 213 0 0,-8-56 90 0 0,0 1-29 0 0,-1 19-111 0 0,1-19 52 0 0,-1 0-348 0 0,-5 51 1596 0 0,5-51-1501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08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2556 0 0,'0'0'12019'0'0,"3"3"-11805"0"0,0 0-138 0 0,0-1 0 0 0,0 1 0 0 0,0-1 0 0 0,1 1 0 0 0,-1-1 0 0 0,1 0 0 0 0,-1-1 0 0 0,1 1 0 0 0,4 1 0 0 0,-3-2 43 0 0,-1 3-112 0 0,13 11 263 0 0,-13-12-80 0 0,-2 3-244 0 0,0-1 77 0 0,-1 0 0 0 0,0 1 0 0 0,0-1 0 0 0,0 0 0 0 0,-1 1 0 0 0,0-1 0 0 0,0 1 0 0 0,0-1 0 0 0,-1 1 0 0 0,1-1 0 0 0,-1 0 0 0 0,-1 1 0 0 0,1-1 0 0 0,-4 9 0 0 0,-1-1-189 0 0,0 0 1 0 0,-1 0 0 0 0,-1-1-1 0 0,-15 20 1 0 0,20-28-1056 0 0,0-1-810 0 0,-10 12-1203 0 0,10-11 406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09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71 996 0 0,'0'-32'2736'0'0,"0"26"2640"0"0,0-1-4072 0 0,1-2-907 0 0,0-2 232 0 0,0 5 2590 0 0,0 74-3125 0 0,-4-24-23 0 0,5 48-1 0 0,-1 19 281 0 0,-2-47-338 0 0,3 5 434 0 0,-4-35-210 0 0,2-27 769 0 0,5-9-958 0 0,14-6-116 0 0,-14 5 116 0 0,-5 2-105 0 0,1-1 53 0 0,-1 0 0 0 0,1 1 0 0 0,0-1 0 0 0,-1 1 1 0 0,1-1-1 0 0,0 1 0 0 0,0 0 0 0 0,0-1 0 0 0,0 1 0 0 0,0 0 0 0 0,3-3 0 0 0,-3 3-1 0 0,2-4 36 0 0,0 2-135 0 0,31-29 222 0 0,-30 29-237 0 0,0 1 152 0 0,13-7 13 0 0,-13 7-161 0 0,1 0-56 0 0,16-7 104 0 0,-15 7 51 0 0,-1 2-83 0 0,17-2 65 0 0,-17 2 28 0 0,1 1-115 0 0,18 5 56 0 0,-19-4 184 0 0,0 1-27 0 0,80 65-88 0 0,-81-64-69 0 0,-1 0 101 0 0,7 12-98 0 0,-7-12 121 0 0,-1 1-183 0 0,5 13 16 0 0,-6-13 406 0 0,-2 2-246 0 0,0-1-36 0 0,0-1 0 0 0,-1 1 0 0 0,1 0 0 0 0,-1 0 1 0 0,-1-1-1 0 0,1 1 0 0 0,-1-1 0 0 0,0 1 0 0 0,0-1 0 0 0,0 0 0 0 0,-1 0 1 0 0,0-1-1 0 0,-6 7 0 0 0,-4-3 103 0 0,0 0 1 0 0,0-1-1 0 0,0-1 0 0 0,-1 0 1 0 0,-21 5-1 0 0,31-10 144 0 0,-3-2-179 0 0,3 1-89 0 0,-1 0-25 0 0,0 0 0 0 0,0 0 1 0 0,0-1-1 0 0,0 1 0 0 0,0-2 0 0 0,0 1 1 0 0,0-1-1 0 0,1 0 0 0 0,-10-4 1 0 0,0-2-379 0 0,11 6-920 0 0,-1-3-974 0 0,-13-11-1204 0 0,13 12 380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09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57 612 0 0,'3'-9'-144'0'0,"6"-23"9567"0"0,-6 21-8060 0 0,-2 7 956 0 0,3 6-1975 0 0,8 9-139 0 0,-1 0 0 0 0,0 0 0 0 0,0 1 0 0 0,-2 0 0 0 0,1 1 0 0 0,9 19 0 0 0,9 10 111 0 0,13 16 232 0 0,-2 3 0 0 0,48 103 0 0 0,-71-128-451 0 0,-2 0 0 0 0,-1 1 1 0 0,-2 1-1 0 0,-2 0 1 0 0,-1 0-1 0 0,3 55 1 0 0,-10-69-12 0 0,-2-1 0 0 0,0 0 0 0 0,-2 0-1 0 0,-1 1 1 0 0,0-2 0 0 0,-2 1 0 0 0,-1 0 0 0 0,0-1 0 0 0,-2-1 0 0 0,0 1 0 0 0,-17 27 0 0 0,8-22-16 0 0,0 0-1 0 0,-1-1 1 0 0,-2-1 0 0 0,-1-1-1 0 0,0-1 1 0 0,-2-1 0 0 0,-43 31-1 0 0,-73 43 433 0 0,136-93-363 0 0,-1-1-334 0 0,-15 8-177 0 0,15-7-223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12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2 96 0 0,'0'0'6157'0'0,"-6"-1"-5358"0"0,-18 1-217 0 0,17-1 531 0 0,2 2-674 0 0,-15 3 80 0 0,15-4 624 0 0,0 2-419 0 0,-46 13 2441 0 0,45-14-1238 0 0,1 0-1607 0 0,-12 3 435 0 0,37-7 726 0 0,20-3-1377 0 0,85-5-88 0 0,126 4-1 0 0,-216 8-382 0 0,11 2-611 0 0,23 3-1740 0 0,-63-6 1273 0 0,-1 3-441 0 0,-1-1 1008 0 0,6 4-365 0 0,0-4-2487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12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0 2516 0 0,'-5'2'1654'0'0,"-14"3"-84"0"0,15-4 3978 0 0,-1 1-4692 0 0,-12 6-31 0 0,12-7 1588 0 0,11 0-2172 0 0,18 1-133 0 0,-18-2 152 0 0,3 0-21 0 0,486 11 19 0 0,-436-9-201 0 0,-53-2 254 0 0,0 1-308 0 0,17 0-127 0 0,-17-1 102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13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38 324 0 0,'-4'-2'2188'0'0,"-11"-7"-426"0"0,11 7 1982 0 0,0 0-2816 0 0,-10-10-139 0 0,11 9 2308 0 0,-1 1-2751 0 0,4 2-279 0 0,0-1 0 0 0,-1 1 0 0 0,1-1 0 0 0,0 1-1 0 0,-1 0 1 0 0,1-1 0 0 0,-1 1 0 0 0,1 0 0 0 0,-1-1 0 0 0,1 1 0 0 0,0 0 0 0 0,-1-1 0 0 0,1 1 0 0 0,-1 0 0 0 0,0 0-1 0 0,1 0 1 0 0,-1 0 0 0 0,1 0 0 0 0,-1-1 0 0 0,1 1 0 0 0,-1 0 0 0 0,1 0 0 0 0,-1 0 0 0 0,1 0 0 0 0,-1 0 0 0 0,1 1-1 0 0,-2-1 1 0 0,8 14 515 0 0,28 37-721 0 0,-26-39 359 0 0,133 207-52 0 0,-113-168-30 0 0,-2 2 0 0 0,25 71-1 0 0,-46-97-204 0 0,-5-21 78 0 0,1 0 45 0 0,-2 1-158 0 0,-1 3 157 0 0,0 0-1 0 0,-1 0 1 0 0,0-1-1 0 0,-1 1 0 0 0,0-1 1 0 0,0 1-1 0 0,-1-1 0 0 0,0 0 1 0 0,-1-1-1 0 0,-9 12 1 0 0,-40 35-214 0 0,-2-2 1 0 0,-68 49 0 0 0,-31 27-78 0 0,103-86 198 0 0,49-40 243 0 0,0-1-77 0 0,3 0-648 0 0,-9 6 1335 0 0,2-5-7237 0 0,11 0 3166 0 0,14 14-309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14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698 601 88 0 0,'0'0'5727'0'0,"2"-5"-4566"0"0,5-14-145 0 0,-5 14 3981 0 0,-3 0-4757 0 0,-4-17-167 0 0,4 16 90 0 0,-2 4-139 0 0,-33-22 553 0 0,32 23-446 0 0,-1-1-74 0 0,-15-4-77 0 0,15 5 202 0 0,-1-1-27 0 0,-16-4-245 0 0,16 5 414 0 0,0 0-401 0 0,-58-11 334 0 0,58 11-280 0 0,-1 0 62 0 0,-21-4-114 0 0,21 4 193 0 0,0 0-161 0 0,-54-6 221 0 0,36 4-103 0 0,3 4-256 0 0,-43 0 579 0 0,58 0-388 0 0,5-1-35 0 0,1 0 0 0 0,-1 0 0 0 0,0 0 0 0 0,0 0 0 0 0,0 1-1 0 0,0-1 1 0 0,1 1 0 0 0,-1-1 0 0 0,0 1 0 0 0,-3 1 0 0 0,0 0 196 0 0,0-1 70 0 0,-18 7-353 0 0,17-6-63 0 0,2-1 240 0 0,-35 23 111 0 0,35-22-153 0 0,0 2-124 0 0,-13 12-103 0 0,13-12 162 0 0,3-4 62 0 0,1 0-1 0 0,-1 0 1 0 0,1 0 0 0 0,-1 0 0 0 0,1 1 0 0 0,-1-1 0 0 0,1 0 0 0 0,-1 0 0 0 0,1 1-1 0 0,-1-1 1 0 0,1 0 0 0 0,0 1 0 0 0,-1-1 0 0 0,1 0 0 0 0,-1 1 0 0 0,1-1 0 0 0,0 1-1 0 0,0-1 1 0 0,-1 1 0 0 0,1-1 0 0 0,0 1 0 0 0,0-1 0 0 0,-1 1 0 0 0,1-1-1 0 0,0 1 1 0 0,0 0 0 0 0,0 0-24 0 0,0-1-1 0 0,0 1 1 0 0,-1-1-1 0 0,1 1 1 0 0,0-1-1 0 0,0 1 0 0 0,0-1 1 0 0,-1 0-1 0 0,1 1 1 0 0,0-1-1 0 0,-1 1 1 0 0,1-1-1 0 0,0 1 1 0 0,-1-1-1 0 0,1 0 1 0 0,0 1-1 0 0,-1-1 1 0 0,1 0-1 0 0,-1 1 1 0 0,1-1-1 0 0,-1 0 0 0 0,1 0 1 0 0,-1 1-1 0 0,1-1 1 0 0,-1 0-1 0 0,0 0 1 0 0,-2 4-114 0 0,-7 12 312 0 0,7-12-148 0 0,1 1-160 0 0,-4 11 241 0 0,2 0 0 0 0,0 0 0 0 0,-2 19 0 0 0,5-28-169 0 0,2 2 71 0 0,0 0-1 0 0,1 0 1 0 0,4 14 0 0 0,-5-17-46 0 0,1-1-163 0 0,-1-1 177 0 0,12 41-124 0 0,-11-41 293 0 0,0 1-252 0 0,7 15 75 0 0,-6-16 186 0 0,0 1-151 0 0,31 36 19 0 0,-30-37 54 0 0,-4-3-98 0 0,0-1 0 0 0,0 1 0 0 0,0-1 1 0 0,1 0-1 0 0,-1 1 0 0 0,0-1 0 0 0,0 1 1 0 0,1-1-1 0 0,-1 0 0 0 0,0 1 0 0 0,1-1 0 0 0,-1 0 1 0 0,0 1-1 0 0,1-1 0 0 0,-1 0 0 0 0,1 0 1 0 0,-1 1-1 0 0,0-1 0 0 0,1 0 0 0 0,-1 0 0 0 0,1 0 1 0 0,-1 0-1 0 0,1 1 0 0 0,-1-1 0 0 0,1 0 0 0 0,0 0 1 0 0,-1 0 7 0 0,0 0 0 0 0,1 0 0 0 0,-1 0 0 0 0,1 0 0 0 0,-1 0 0 0 0,1 0 0 0 0,-1 1 0 0 0,1-1 0 0 0,-1 0 0 0 0,0 0 1 0 0,1 0-1 0 0,-1 1 0 0 0,1-1 0 0 0,-1 0 0 0 0,0 1 0 0 0,1-1 0 0 0,-1 0 0 0 0,0 1 0 0 0,1-1 0 0 0,-1 0 0 0 0,0 1 0 0 0,0-1 1 0 0,1 0-1 0 0,-1 1 0 0 0,0-1 0 0 0,0 1 0 0 0,4 2-135 0 0,64 27 16 0 0,-64-29 479 0 0,2 0-412 0 0,19 4 144 0 0,-19-4 32 0 0,0 0-177 0 0,18 1 3 0 0,-18-2 181 0 0,0 0-202 0 0,54-2 218 0 0,-54 1-30 0 0,0 0-100 0 0,18-4 166 0 0,-18 4 110 0 0,-1-1-220 0 0,15-7-115 0 0,-15 6 136 0 0,-1 1-8 0 0,13-8-142 0 0,-13 8-45 0 0,0 0 76 0 0,31-26 399 0 0,-31 24-332 0 0,-1 1-83 0 0,13-13 103 0 0,-12 13-33 0 0,-1-2-94 0 0,11-11 132 0 0,-10 12-45 0 0,-1-1-97 0 0,10-15 80 0 0,-10 15 164 0 0,0 1-33 0 0,6-15-137 0 0,-6 15-69 0 0,-1-2 213 0 0,6-15-12 0 0,-6 16-114 0 0,-1 0 52 0 0,11-44-4 0 0,-11 44-195 0 0,0 0 67 0 0,2-17-53 0 0,-2 17 27 0 0,0 0 53 0 0,4-20 176 0 0,-5 19 1 0 0,0 0-119 0 0,1-30 168 0 0,-5-61-1 0 0,3 92-195 0 0,0-2 110 0 0,-12-47-1 0 0,11 50-6 0 0,0-2-92 0 0,0 2 12 0 0,-2-9 21 0 0,-1 1 0 0 0,0 0 0 0 0,-1 0 0 0 0,0 1 0 0 0,-1 0 1 0 0,-16-20-1 0 0,-6-1-147 0 0,-46-39 0 0 0,28 40 141 0 0,38 26-48 0 0,-18-10-6 0 0,-1 2 1 0 0,0 0-1 0 0,0 2 1 0 0,-43-10-1 0 0,20 5-308 0 0,20 8 363 0 0,26 6 102 0 0,-1 1-120 0 0,-20-6-58 0 0,19 5 116 0 0,2 1-24 0 0,-14-4-12 0 0,15 4-8 0 0,-12-3-27 0 0,-5-4-136 0 0,14 7-1218 0 0,0 1 0 0 0,0 0 0 0 0,0 0 0 0 0,0 1 0 0 0,-10 1 0 0 0,12-1-2406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16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418 52 2256 0 0,'0'0'7923'0'0,"1"-5"-7548"0"0,1 1-168 0 0,1-16 4509 0 0,-6 16-4719 0 0,2 3 23 0 0,0 0-1 0 0,0 0 1 0 0,0 0-1 0 0,0 0 0 0 0,0 0 1 0 0,0 0-1 0 0,0 0 0 0 0,0-1 1 0 0,0 1-1 0 0,0 0 0 0 0,1-1 1 0 0,-1 1-1 0 0,0-2 0 0 0,-3 5-14 0 0,-11 5-42 0 0,11-5 291 0 0,-14 11-326 0 0,15-11 312 0 0,0 2-267 0 0,-26 39 328 0 0,27-38-294 0 0,0 0-29 0 0,-3 14-35 0 0,3-14 157 0 0,1 2 67 0 0,-6 18-137 0 0,5-19-54 0 0,1 1 167 0 0,-12 66 48 0 0,12-66-245 0 0,1 0 19 0 0,-3 21-36 0 0,3-21 157 0 0,-1-1-129 0 0,-5 56 248 0 0,6-57-135 0 0,0-4-75 0 0,0 0 1 0 0,1-1-1 0 0,-1 1 0 0 0,0 0 1 0 0,0-1-1 0 0,0 1 0 0 0,0 0 0 0 0,1 0 1 0 0,-1-1-1 0 0,0 1 0 0 0,0 0 0 0 0,0 0 1 0 0,-1-1-1 0 0,1 1 0 0 0,0 0 0 0 0,0-1 1 0 0,0 1-1 0 0,0 0 0 0 0,-1 0 0 0 0,1-1 1 0 0,0 1-1 0 0,-1-1 0 0 0,1 1 0 0 0,-1 0 1 0 0,1 0 8 0 0,-1 0 0 0 0,1-1 0 0 0,-1 1 1 0 0,1-1-1 0 0,0 1 0 0 0,0 0 0 0 0,-1 0 1 0 0,1-1-1 0 0,0 1 0 0 0,0 0 1 0 0,0-1-1 0 0,0 1 0 0 0,-1 0 0 0 0,1 0 1 0 0,0-1-1 0 0,0 1 0 0 0,1 0 0 0 0,-1-1 1 0 0,0 1-1 0 0,0 0 0 0 0,0 0 0 0 0,0-1 1 0 0,1 1-1 0 0,-1 0 0 0 0,-1 6-60 0 0,-4 19 15 0 0,4-20 106 0 0,0 1-159 0 0,-14 57 88 0 0,4-35 243 0 0,10-25-288 0 0,-2 1 103 0 0,-6 18 7 0 0,7-17-160 0 0,-1-1 41 0 0,-8 15 160 0 0,9-14-142 0 0,-2-1 106 0 0,-9 15-13 0 0,10-14-96 0 0,1-3 106 0 0,-9 13-150 0 0,8-13 174 0 0,-1 1-112 0 0,-11 11 86 0 0,11-12-6 0 0,1 0 3 0 0,-37 22-141 0 0,36-24 130 0 0,-2 0-51 0 0,-17 2-25 0 0,18-2 106 0 0,-1-1 338 0 0,-18-1-128 0 0,18 1 38 0 0,1-2-480 0 0,2 0-9 0 0,2 1-4 0 0,0 0 0 0 0,0 0 1 0 0,0 0-1 0 0,-1 0 0 0 0,1 0 0 0 0,0 1 0 0 0,-1-1 1 0 0,1 0-1 0 0,-1 1 0 0 0,1-1 0 0 0,-1 1 1 0 0,-2-1-1 0 0,2-3-1538 0 0,-6-13-1867 0 0,5 12 172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16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5 1448 0 0,'0'0'7003'0'0,"-6"-1"-6519"0"0,-20-2 8499 0 0,30 5-8893 0 0,11 6-119 0 0,-11-5 26 0 0,53-3 73 0 0,-40-1-47 0 0,148 5 304 0 0,10 5-177 0 0,-149-7-142 0 0,-20-2 129 0 0,1 1-146 0 0,6-1 1222 0 0,34 3-13927 0 0,-41-3 8961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17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36 784 0 0,'0'0'9043'0'0,"-4"-3"-8358"0"0,-14-10 6199 0 0,36-6-6604 0 0,-11 18-324 0 0,830 12 615 0 0,-758-8-227 0 0,-37-1-48 0 0,-36-1-30 0 0,1-1 142 0 0,20 0-131 0 0,-20 1 290 0 0,-1-1-427 0 0,60 3 430 0 0,-59-2-457 0 0,0-1-54 0 0,0 0-224 0 0,5 1 144 0 0,1-1-8810 0 0,5 16 33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19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331 541 1464 0 0,'0'0'13845'0'0,"-3"-4"-14451"0"0,2 2 637 0 0,-1-1 0 0 0,0 1 0 0 0,0 0 0 0 0,0-1 0 0 0,0 1 0 0 0,-1 0 0 0 0,1 0 0 0 0,-1 1 0 0 0,1-1 0 0 0,-1 0 0 0 0,1 1 0 0 0,-6-2 0 0 0,4 1-91 0 0,-3 2 32 0 0,-17 2 128 0 0,18-2-35 0 0,-1 1-371 0 0,-17 4 200 0 0,18-4 0 0 0,0 0-50 0 0,-17 3 180 0 0,17-3 21 0 0,2 1-167 0 0,-14 4 35 0 0,14-5 355 0 0,-2 1-34 0 0,-18 4-25 0 0,18-5 140 0 0,3 1-247 0 0,-13 6-214 0 0,12-6-69 0 0,1 1 155 0 0,-36 25-331 0 0,35-25 310 0 0,4-1-50 0 0,-1 0 81 0 0,0-1 0 0 0,0 1 0 0 0,-1-1 0 0 0,1 1 0 0 0,0-1 0 0 0,0 1 0 0 0,-1-1 0 0 0,1 0 0 0 0,-1 1 0 0 0,-1 0 0 0 0,0 2 162 0 0,0 0 16 0 0,-9 12 63 0 0,9-12-4 0 0,2 0-237 0 0,-5 15-50 0 0,4-14 12 0 0,2 0 56 0 0,-3 17-24 0 0,3-16 141 0 0,0-1-6 0 0,3 19-87 0 0,-3-19 28 0 0,1-3-40 0 0,0 0 1 0 0,0-1-1 0 0,0 1 0 0 0,0 0 1 0 0,-1 0-1 0 0,1 0 1 0 0,0-1-1 0 0,-1 1 1 0 0,0 0-1 0 0,1 3 0 0 0,0-1-40 0 0,3 1 18 0 0,1 1 22 0 0,1 1 0 0 0,-1-1-1 0 0,2 0 1 0 0,-1-1 0 0 0,1 1-1 0 0,-1-1 1 0 0,1 0 0 0 0,1-1-1 0 0,12 7 1 0 0,-16-10-5 0 0,3 0-35 0 0,20 3 105 0 0,-20-3 118 0 0,0-1-9 0 0,9-1-153 0 0,-1 0-1 0 0,1 0 1 0 0,0-2 0 0 0,-1 0 0 0 0,0-1 0 0 0,0-1-1 0 0,0 0 1 0 0,0 0 0 0 0,-1-2 0 0 0,18-10 0 0 0,-12 6 48 0 0,-1 0 1 0 0,-1-2 0 0 0,1 0 0 0 0,-2-1-1 0 0,0-1 1 0 0,-1 0 0 0 0,27-34 0 0 0,-38 43-11 0 0,-1 0 0 0 0,-1 0 0 0 0,1-1 0 0 0,4-11 0 0 0,-5 11-108 0 0,-2 3-65 0 0,1-3 148 0 0,2-26 252 0 0,-1-43 0 0 0,-3 68-282 0 0,-1 1 142 0 0,-3-16-151 0 0,-1 0 1 0 0,-1 0-1 0 0,-1 1 1 0 0,-12-25-1 0 0,-11-9 371 0 0,20 42-363 0 0,-1 0 0 0 0,0 1-1 0 0,0 0 1 0 0,-2 1 0 0 0,1 0 0 0 0,-2 1-1 0 0,1 0 1 0 0,-1 1 0 0 0,-26-13 0 0 0,-5 1 389 0 0,-90-29 0 0 0,71 29-95 0 0,59 20-202 0 0,4 2-100 0 0,-1-1 1 0 0,0 1-1 0 0,1 0 0 0 0,-1-1 1 0 0,1 1-1 0 0,-1-1 0 0 0,1 0 1 0 0,-1 1-1 0 0,1-1 0 0 0,-1 0 0 0 0,1 0 1 0 0,-2-1-1 0 0,-1-1 24 0 0,-1 1 131 0 0,1 0-280 0 0,0 0-670 0 0,-7-5 1519 0 0,7 6-4605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21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0 138 128 0 0,'0'0'5246'0'0,"3"-3"-4547"0"0,-2 1-588 0 0,0 1 1 0 0,0-1 0 0 0,0 1 0 0 0,0-1 0 0 0,1 1 0 0 0,-1 0 0 0 0,0 0 0 0 0,1-1 0 0 0,2-1 2736 0 0,-3-2-2442 0 0,4-17-46 0 0,-4 17 1598 0 0,1 1-1733 0 0,5-12-82 0 0,-6 11 579 0 0,1 1-817 0 0,3-16 233 0 0,-4 15 2336 0 0,-1 0-2395 0 0,1-2-163 0 0,-1-3 114 0 0,0-1-5730 0 0,-4 17 2045 0 0,-9 3 2136 0 0,9-6-463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23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0 108 1480 0 0,'0'0'11369'0'0,"2"-5"-11254"0"0,7-19 504 0 0,-7 23-591 0 0,-1-1 1 0 0,1 1-1 0 0,-1 0 0 0 0,1 0 0 0 0,-1 0 0 0 0,1 0 1 0 0,0 1-1 0 0,-1-1 0 0 0,1 0 0 0 0,2 0 0 0 0,-1-1 436 0 0,4 2-556 0 0,59 4 342 0 0,-62 0-352 0 0,12 11 23 0 0,-12-11 102 0 0,9 13 123 0 0,-11-13-24 0 0,-1 1-6 0 0,4 13-32 0 0,-4-13-94 0 0,-1 2-65 0 0,1 24-13 0 0,-1-23 28 0 0,-1-1 99 0 0,-1 6 64 0 0,-1 7-56 0 0,0 0 1 0 0,-2 0-1 0 0,-14 39 1 0 0,12-42-71 0 0,5-12 0 0 0,0 0 39 0 0,-6 16 166 0 0,6-16-79 0 0,0 0-168 0 0,-5 14 68 0 0,5-14 493 0 0,2-11-1112 0 0,0-17 652 0 0,0 17-13 0 0,2 0-157 0 0,6-17 99 0 0,1 0 1 0 0,2 1-1 0 0,0 0 0 0 0,1 0 1 0 0,2 2-1 0 0,16-21 0 0 0,33-30-139 0 0,-60 68 266 0 0,1-1-22 0 0,11-10-12 0 0,-11 10-60 0 0,0 1 119 0 0,1-1-102 0 0,1-1-20 0 0,-1 1 0 0 0,1-1-1 0 0,0 1 1 0 0,0 0 0 0 0,1 1 0 0 0,-1-1-1 0 0,1 2 1 0 0,0-1 0 0 0,10-2 0 0 0,7 3 59 0 0,-18 1-1 0 0,-2 4-129 0 0,14 10 16 0 0,-14-10 76 0 0,-1 1 43 0 0,9 11-69 0 0,-9-11-43 0 0,-3-3 66 0 0,1 1-1 0 0,-1 0 1 0 0,0-1 0 0 0,1 1-1 0 0,-1-1 1 0 0,1 1-1 0 0,-1-1 1 0 0,1 1 0 0 0,0-1-1 0 0,-1 1 1 0 0,3 1 0 0 0,-1 1 2 0 0,0 1-93 0 0,0 1 91 0 0,4 17 93 0 0,-5-17-103 0 0,0 0 109 0 0,0 18-61 0 0,-1-18 72 0 0,1 0-27 0 0,-6 59 131 0 0,4-59-254 0 0,0 0-73 0 0,-3 17 314 0 0,3-18 195 0 0,-1-9-574 0 0,-5-12 97 0 0,6 12-20 0 0,2-1 253 0 0,6-17 66 0 0,-5 16-312 0 0,2 1-101 0 0,19-26 108 0 0,2 1-1 0 0,56-52 1 0 0,-66 70 226 0 0,0 1 1 0 0,16-10-1 0 0,-22 15-98 0 0,-2 2-94 0 0,-1-1 105 0 0,0 1 0 0 0,1 0 0 0 0,0 1 1 0 0,-1-1-1 0 0,10-2 0 0 0,16-7-333 0 0,-28 12 277 0 0,0 0-1 0 0,0 0 0 0 0,-1 0 1 0 0,1 1-1 0 0,0-1 0 0 0,0 1 0 0 0,0 0 1 0 0,-1 0-1 0 0,1 1 0 0 0,0-1 0 0 0,0 1 1 0 0,0 0-1 0 0,5 2 0 0 0,-8-3-14 0 0,1 1-20 0 0,1 0 1 0 0,-1 0 0 0 0,0 1-1 0 0,1-1 1 0 0,-1 1 0 0 0,0 0-1 0 0,0-1 1 0 0,0 1 0 0 0,0 0-1 0 0,-1 0 1 0 0,1 0-1 0 0,0 1 1 0 0,-1-1 0 0 0,0 0-1 0 0,1 0 1 0 0,0 4 0 0 0,-1-4 16 0 0,2 3 13 0 0,-1 0 1 0 0,1 1-1 0 0,-1-1 1 0 0,0 1 0 0 0,-1-1-1 0 0,0 1 1 0 0,2 7-1 0 0,-3-8 66 0 0,2 0 124 0 0,-2 3-31 0 0,1 23-125 0 0,0-23-124 0 0,-1 28 8 0 0,0-29 226 0 0,-2 22-184 0 0,2-23-117 0 0,1-1-899 0 0,2 17-85 0 0,-2-17-946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24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32 135 620 0 0,'0'0'4294'0'0,"-3"-2"-3323"0"0,-11-12 8249 0 0,12 10-9303 0 0,0 2 363 0 0,-5-7-582 0 0,4 2 3631 0 0,7 5-3330 0 0,12-6 186 0 0,-12 6 106 0 0,3 0-292 0 0,119-25 230 0 0,220-20-1 0 0,-267 43-386 0 0,-37 3-40 0 0,-35 1 256 0 0,-1 0 38 0 0,67-3-2452 0 0,-55 8-517 0 0,-14-3 2065 0 0,1 0-2593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24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16 448 0 0,'0'0'5095'0'0,"-5"2"-4458"0"0,-15 2-18 0 0,15-2 3110 0 0,1-1-2965 0 0,-14 6 30 0 0,14-5 4065 0 0,10-2-4631 0 0,134-5 150 0 0,-89 1-267 0 0,174-14 68 0 0,-218 17-281 0 0,0 1 49 0 0,23-1 247 0 0,-23 1 102 0 0,-1-1-342 0 0,20-1 97 0 0,-19 2 254 0 0,-1-1-163 0 0,54 1-3872 0 0,-53 0-26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26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611 192 956 0 0,'0'0'3926'0'0,"0"-6"-2630"0"0,-6-49 4388 0 0,5 49-5100 0 0,0 2-357 0 0,-20-36 578 0 0,19 36-421 0 0,-2 2-288 0 0,-10-10 264 0 0,10 10-41 0 0,0-1-205 0 0,-38-22 396 0 0,37 23-522 0 0,-16-9 117 0 0,17 9 95 0 0,-1 0-255 0 0,-50-11 257 0 0,50 12-283 0 0,-2 1 114 0 0,-20-1 40 0 0,20 1 68 0 0,2 0-186 0 0,-52 5 94 0 0,51-4 88 0 0,0 0-74 0 0,-59 14 10 0 0,46-9-34 0 0,0 1 0 0 0,0 1 0 0 0,1 0 0 0 0,-22 13 0 0 0,28-12-41 0 0,0 0 1 0 0,0 1-1 0 0,0 1 1 0 0,2 0-1 0 0,-12 14 0 0 0,17-18 18 0 0,0 0 0 0 0,1 1-1 0 0,0-1 1 0 0,0 1-1 0 0,1 0 1 0 0,0 0-1 0 0,0 0 1 0 0,1 1-1 0 0,0-1 1 0 0,0 1-1 0 0,1-1 1 0 0,0 1 0 0 0,1 13-1 0 0,-2 4-45 0 0,1-17 45 0 0,1 0 1 0 0,0 1 0 0 0,1-1-1 0 0,3 16 1 0 0,-2-16 19 0 0,-1 7-17 0 0,2-1 1 0 0,0 0 0 0 0,1 1-1 0 0,1-1 1 0 0,0 0 0 0 0,1-1-1 0 0,0 0 1 0 0,15 23 0 0 0,-19-33-6 0 0,4 6 10 0 0,1 0 0 0 0,0-1 0 0 0,1 1 0 0 0,-1-2 0 0 0,2 1 0 0 0,-1-1 1 0 0,1 0-1 0 0,1-1 0 0 0,-1 0 0 0 0,12 6 0 0 0,-3-1 60 0 0,-10-8-72 0 0,1 1 0 0 0,0-1 0 0 0,-1 0 1 0 0,1-1-1 0 0,1 0 0 0 0,-1 0 0 0 0,0-1 0 0 0,1 0 0 0 0,-1-1 0 0 0,1 0 0 0 0,0-1 0 0 0,-1 0 0 0 0,1 0 0 0 0,0-1 0 0 0,12-2 1 0 0,-7 1 19 0 0,1-1 1 0 0,19-5 0 0 0,-30 6-80 0 0,1 0 48 0 0,0 0 0 0 0,0 0-1 0 0,0 0 1 0 0,-1-1 0 0 0,1 0 0 0 0,7-6 0 0 0,3-2-88 0 0,-9 8 115 0 0,-1-1 1 0 0,0 0-1 0 0,0-1 1 0 0,8-7-1 0 0,4-3-44 0 0,-14 12 59 0 0,1-1 1 0 0,-1 0-1 0 0,0 1 0 0 0,0-2 0 0 0,0 1 0 0 0,0 0 0 0 0,3-6 1 0 0,6-7 83 0 0,5-6-210 0 0,-7 3 96 0 0,-2 5 132 0 0,-1 0 0 0 0,-1-1 1 0 0,0 1-1 0 0,-1-1 0 0 0,-1-1 1 0 0,-1 1-1 0 0,5-29 0 0 0,-9 38-124 0 0,0 0-1 0 0,0 0 0 0 0,-1 0 0 0 0,0 0 0 0 0,0 0 0 0 0,-3-9 0 0 0,2 7-42 0 0,1 5 31 0 0,-7-19-49 0 0,-1 7 21 0 0,-32-44-1775 0 0,36 54 192 0 0,0 0 0 0 0,-1 0 1 0 0,0 1-1 0 0,1 0 0 0 0,-8-5 1 0 0,-6-2-2567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27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518 810 220 0 0,'0'0'4584'0'0,"5"2"-3703"0"0,14 6-152 0 0,-14-7 3327 0 0,-7 4-3582 0 0,-5 13 100 0 0,5-14 84 0 0,-3-2-342 0 0,-26 11 173 0 0,-1-3 0 0 0,-1 0 1 0 0,1-3-1 0 0,-68 8 0 0 0,84-13-472 0 0,-4-2-106 0 0,-3-3 77 0 0,-60-7 128 0 0,70 7-134 0 0,-11-3-7 0 0,5-2 34 0 0,13 6 37 0 0,1-1 1 0 0,-1 1-1 0 0,1-1 1 0 0,0 0-1 0 0,-1 0 1 0 0,1-1-1 0 0,1 1 1 0 0,-1-1-1 0 0,0-1 1 0 0,-4-4-1 0 0,7 4-26 0 0,-1 1-1 0 0,1 0 1 0 0,0-1 0 0 0,0 1-1 0 0,1-1 1 0 0,0 0 0 0 0,-1 0-1 0 0,1 0 1 0 0,1 0 0 0 0,-1 1-1 0 0,1-1 1 0 0,0 0 0 0 0,0 0-1 0 0,0 0 1 0 0,1 0 0 0 0,1-6-1 0 0,2-7 70 0 0,0 0-1 0 0,1 0 1 0 0,1 1-1 0 0,10-22 0 0 0,42-75-378 0 0,-8 15 76 0 0,-23 51 260 0 0,-20 36-45 0 0,0 0-1 0 0,-1-1 1 0 0,0 0-1 0 0,0 0 0 0 0,-2 0 1 0 0,4-16-1 0 0,2-29-91 0 0,-10 52 113 0 0,0-2-153 0 0,-1-6 98 0 0,0 1-1 0 0,0-1 1 0 0,-1 1-1 0 0,-1 0 1 0 0,-1 0 0 0 0,-6-17-1 0 0,-1 11-192 0 0,-27-31-1 0 0,35 47 249 0 0,1 3-39 0 0,0-1-1 0 0,0 1 0 0 0,0-1 0 0 0,0 1 0 0 0,1-1 0 0 0,-1 0 1 0 0,0 0-1 0 0,1 0 0 0 0,-1 0 0 0 0,0 0 0 0 0,1 0 1 0 0,-3-3-1 0 0,1 2-14 0 0,-3-1 132 0 0,0 3-33 0 0,-17 1-186 0 0,21-1 116 0 0,1 0 0 0 0,0 0-1 0 0,0 0 1 0 0,0 0 0 0 0,0 0 0 0 0,0 0 0 0 0,0 1-1 0 0,0-1 1 0 0,0 0 0 0 0,0 1 0 0 0,0-1 0 0 0,0 1-1 0 0,0-1 1 0 0,0 1 0 0 0,0 0 0 0 0,0-1-1 0 0,0 1 1 0 0,1 0 0 0 0,-1-1 0 0 0,0 1 0 0 0,-1 2-1 0 0,1-1 56 0 0,-3 0 19 0 0,1 1 1 0 0,1 1 0 0 0,-1-1 0 0 0,0 0-1 0 0,1 1 1 0 0,0-1 0 0 0,0 1-1 0 0,0 0 1 0 0,0 0 0 0 0,0 0 0 0 0,1 0-1 0 0,-2 7 1 0 0,2-8-92 0 0,-4 10 90 0 0,1 1 0 0 0,0-1-1 0 0,1 1 1 0 0,-2 24 0 0 0,4-19-76 0 0,1-1 0 0 0,1 0 0 0 0,0 0-1 0 0,2 0 1 0 0,0 0 0 0 0,1 0 0 0 0,8 25 0 0 0,6 0 25 0 0,1-1-1 0 0,3-1 1 0 0,26 41 0 0 0,63 110-324 0 0,-55-91 243 0 0,-52-94 46 0 0,9 20-65 0 0,-4 1-2 0 0,-5-18 58 0 0,8 29-79 0 0,-9-28 75 0 0,-1 1 1 0 0,-1 0-1 0 0,0-1 1 0 0,-1 1-1 0 0,0 0 0 0 0,-1-1 1 0 0,0 1-1 0 0,0-1 1 0 0,-2 1-1 0 0,-3 13 0 0 0,-10 15-33 0 0,10-33 69 0 0,0-1-11 0 0,5-3-6 0 0,0 0 1 0 0,0-1-1 0 0,-1 0 1 0 0,1 1-1 0 0,-1-1 1 0 0,1 0-1 0 0,-1 0 0 0 0,0 0 1 0 0,0 0-1 0 0,0 0 1 0 0,0 0-1 0 0,-5 3 1 0 0,-8 5-26 0 0,-8 5 118 0 0,-43 21 0 0 0,52-30-130 0 0,11-4 23 0 0,0-1 1 0 0,0 0 0 0 0,1 0-1 0 0,-1 0 1 0 0,0 0 0 0 0,0 0-1 0 0,0-1 1 0 0,0 1 0 0 0,-4-1-1 0 0,-10 2-287 0 0,8 0 117 0 0,4-1 38 0 0,1 0 0 0 0,0 0-1 0 0,0-1 1 0 0,0 0 0 0 0,0 1 0 0 0,0-1 0 0 0,-1-1-1 0 0,-4 0 1 0 0,-3 0-254 0 0,-7 0-174 0 0,-10 0-2811 0 0,-3-1 842 0 0,24 2 202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29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456 542 2480 0 0,'0'0'6413'0'0,"1"-5"-5848"0"0,4-17-194 0 0,-4 16 2170 0 0,-2 0-2416 0 0,-1 0-16 0 0,0-1-1 0 0,0 1 1 0 0,-1-1-1 0 0,0 1 0 0 0,-3-6 1 0 0,3 8-34 0 0,-1 1-307 0 0,-11-10 278 0 0,14 12-58 0 0,0 0 1 0 0,-1 0 0 0 0,1 0 0 0 0,0 0-1 0 0,-1 0 1 0 0,1 0 0 0 0,-1 0 0 0 0,1 0-1 0 0,-1 1 1 0 0,0-1 0 0 0,1 1 0 0 0,-3-1-1 0 0,-1-1 17 0 0,1 0 69 0 0,-1 1-126 0 0,-12-4 115 0 0,12 3-41 0 0,0 1-23 0 0,-14-3 81 0 0,15 2-104 0 0,-2 1 87 0 0,-55-6-240 0 0,55 6 140 0 0,-1 2-34 0 0,-21 2 23 0 0,20-3-45 0 0,4 2 67 0 0,-52 16 44 0 0,49-16 17 0 0,3 1-83 0 0,-15 8 99 0 0,14-8 2 0 0,-1 1-20 0 0,-15 10-111 0 0,16-10 161 0 0,1 0-61 0 0,-13 11 114 0 0,13-11 20 0 0,1 0 32 0 0,-10 13-111 0 0,10-12 141 0 0,0 0-63 0 0,-19 45 332 0 0,20-45-581 0 0,1 0 200 0 0,-5 14 189 0 0,-3 9-102 0 0,7-23-28 0 0,1 1-10 0 0,-2 18-201 0 0,2-17 264 0 0,2-2-117 0 0,13 48-119 0 0,-11-48 163 0 0,0-1-130 0 0,12 10 92 0 0,-12-11-191 0 0,1 1 158 0 0,35 26-185 0 0,-36-28-31 0 0,2 1 188 0 0,63 35 437 0 0,-65-36-409 0 0,2-1-281 0 0,56 11-37 0 0,-54-11 539 0 0,1-1-210 0 0,22 0-161 0 0,-22 0 130 0 0,-3-1-192 0 0,17-3 40 0 0,-17 3 238 0 0,0-1-207 0 0,15-3 140 0 0,-15 4-109 0 0,0-2 40 0 0,15-8 127 0 0,-15 8-202 0 0,0-1 169 0 0,5-6-97 0 0,0 0-1 0 0,0-1 1 0 0,-1 0 0 0 0,15-24 0 0 0,-2-15 62 0 0,-20 43 18 0 0,0 1 7 0 0,13-57-256 0 0,-14 57 181 0 0,6-78 290 0 0,-7 76-293 0 0,0-22 91 0 0,0 22-116 0 0,0 0 28 0 0,-3-23 153 0 0,3 23-177 0 0,-1 0-6 0 0,-1-25 168 0 0,1 25 20 0 0,0 1-198 0 0,0 3 36 0 0,-1-9-28 0 0,-1 1-1 0 0,-1-1 1 0 0,0 1-1 0 0,0 0 1 0 0,-1 0-1 0 0,-1 1 1 0 0,-13-22-1 0 0,5 14 22 0 0,0 1 0 0 0,-23-23 0 0 0,-3 7 37 0 0,-60-37 0 0 0,31 33-118 0 0,64 36 162 0 0,0-1-141 0 0,-19-7-107 0 0,18 8 292 0 0,1 0 67 0 0,-3 0-650 0 0,-1 0 1 0 0,1 1-1 0 0,-1 0 0 0 0,-14 1 0 0 0,16 1-1231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30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579 184 2688 0 0,'5'-31'12191'0'0,"-4"26"-12018"0"0,0-18-100 0 0,0 18 1293 0 0,-5 2-1483 0 0,-32-21 210 0 0,33 22 367 0 0,3 1-456 0 0,0 0 1 0 0,0 1 0 0 0,0-1-1 0 0,-1 1 1 0 0,1-1-1 0 0,0 1 1 0 0,0-1 0 0 0,0 0-1 0 0,-1 1 1 0 0,1-1-1 0 0,0 1 1 0 0,-1-1 0 0 0,1 1-1 0 0,0-1 1 0 0,-1 1-1 0 0,1 0 1 0 0,-1-1 0 0 0,1 1-1 0 0,-1-1 1 0 0,0 1-1 0 0,-11-13 224 0 0,2-3-132 0 0,7 12 186 0 0,1 0-509 0 0,-23-38 247 0 0,23 46-34 0 0,-1 3 12 0 0,0 1 0 0 0,0 0 1 0 0,0 0-1 0 0,-1 15 1 0 0,3-16 7 0 0,0 0-76 0 0,-9 63 103 0 0,-3 0 0 0 0,-40 123 1 0 0,39-152 13 0 0,7-21-29 0 0,0-1 1 0 0,-1 0-1 0 0,-16 27 0 0 0,9-25 106 0 0,-32 37 0 0 0,44-55-50 0 0,2-2-92 0 0,0 1 0 0 0,-1-1 0 0 0,1 1 0 0 0,0-1 0 0 0,0 0 0 0 0,-1 1 0 0 0,1-1 0 0 0,0 0 0 0 0,-1 0 0 0 0,1 0 0 0 0,-1 0 0 0 0,-2 1 0 0 0,0 0-20 0 0,0 2 11 0 0,2-4 43 0 0,0 1 1 0 0,1-1-1 0 0,-1 1 1 0 0,1-1 0 0 0,-1 1-1 0 0,1 0 1 0 0,0 0-1 0 0,-1 0 1 0 0,1 0-1 0 0,0 0 1 0 0,-1 0-1 0 0,-1 2 1 0 0,2-1-1 0 0,-4 1-98 0 0,0-1-61 0 0,-9 2 211 0 0,0-1 1 0 0,-1 0 0 0 0,0-1-1 0 0,-18 0 1 0 0,26-2 50 0 0,5-1-132 0 0,1-1 0 0 0,-1 2 0 0 0,1-1 0 0 0,-1 0 0 0 0,0 0 0 0 0,0 0 0 0 0,1 1 0 0 0,-1-1 0 0 0,0 1 0 0 0,0 0 0 0 0,0-1 0 0 0,-3 1 0 0 0,1-1-2 0 0,-2 0 73 0 0,1-2 145 0 0,-43-26-401 0 0,43 26 215 0 0,2-1-724 0 0,0-1 141 0 0,-2-3 21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31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 1048 0 0,'0'0'18528'0'0,"5"0"-18363"0"0,52-6-56 0 0,43 2 71 0 0,-24 4-114 0 0,107 8-91 0 0,-177-8 67 0 0,0 0-142 0 0,19 2 142 0 0,-18-2-30 0 0,-1 1-54 0 0,53 3-2077 0 0,-54-4 868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32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1176 0 0,'0'0'8312'0'0,"3"-2"-7272"0"0,39-16 2729 0 0,-38 17-2353 0 0,1 0-1279 0 0,14-4-115 0 0,-14 4 786 0 0,1 2-599 0 0,20 2 91 0 0,-19-2-85 0 0,-1 0-51 0 0,140 14 279 0 0,577 72-211 0 0,-557-66-77 0 0,46 8 251 0 0,-139-19 943 0 0,-67-9-1015 0 0,0 0-136 0 0,10 1 44 0 0,11 2-2606 0 0,-9-1-8486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33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293 546 1628 0 0,'0'0'5883'0'0,"4"-1"-5583"0"0,18-8 6481 0 0,-18 7-6619 0 0,11-6 219 0 0,-11 6-65 0 0,-4 1-363 0 0,-1 0 46 0 0,1 0 0 0 0,-1-1 0 0 0,1 1-1 0 0,-1 0 1 0 0,0 0 0 0 0,1 0 0 0 0,-1-1 0 0 0,0 1 0 0 0,0 0 0 0 0,0 0 0 0 0,-1-1 0 0 0,0 1-3 0 0,0-3 51 0 0,-3 3 13 0 0,-20-6 146 0 0,19 7-530 0 0,-20-1 223 0 0,19 0 67 0 0,1 3-101 0 0,-16 2-6 0 0,17-3 179 0 0,-1 1-108 0 0,-15 5 100 0 0,16-6 46 0 0,0 1-116 0 0,-33 19 150 0 0,34-19-206 0 0,-15 15 193 0 0,16-13-161 0 0,-10 13 91 0 0,9-13 16 0 0,4-2-123 0 0,0-1 79 0 0,0 1 0 0 0,-1-1 0 0 0,1 1 0 0 0,0-1 0 0 0,-1 1 0 0 0,0-1 0 0 0,1 1 0 0 0,-1-1 0 0 0,0 0 0 0 0,0 1 0 0 0,-1 1 0 0 0,0 0-24 0 0,0 2 45 0 0,2 2 46 0 0,2 26 12 0 0,0-29-36 0 0,0 0 1 0 0,0 1 0 0 0,1-1-1 0 0,-1-1 1 0 0,1 1-1 0 0,0 0 1 0 0,0-1 0 0 0,0 1-1 0 0,4 2 1 0 0,-4-2-57 0 0,-1-4 22 0 0,0 1 0 0 0,-1 0 0 0 0,1 0 0 0 0,0 0 1 0 0,-1-1-1 0 0,1 1 0 0 0,-1 1 0 0 0,0-1 0 0 0,1 0 0 0 0,-1 0 1 0 0,0 1-1 0 0,2 1 0 0 0,-3-3 14 0 0,5 4 126 0 0,-1-2-178 0 0,15 7 54 0 0,-15-6 59 0 0,1-2-45 0 0,14 3-21 0 0,-14-3 189 0 0,3-2-259 0 0,3 1 73 0 0,1 0 0 0 0,-1-1-1 0 0,0-1 1 0 0,1 0 0 0 0,-1-1-1 0 0,0 0 1 0 0,0 0 0 0 0,0-1-1 0 0,-1-1 1 0 0,14-7 0 0 0,-18 9 66 0 0,1-1-77 0 0,0 0-1 0 0,-1 0 1 0 0,1 0-1 0 0,-1-1 1 0 0,10-10-1 0 0,-1 0 198 0 0,3-5-41 0 0,-9 3-213 0 0,-5 10 19 0 0,0 1 1 0 0,-1-1 0 0 0,0 0-1 0 0,0 0 1 0 0,0 0-1 0 0,-1 0 1 0 0,0 0 0 0 0,-1-1-1 0 0,1 1 1 0 0,-1-1-1 0 0,-1 1 1 0 0,0-1 0 0 0,0 1-1 0 0,0-1 1 0 0,-1 1-1 0 0,0 0 1 0 0,0-1 0 0 0,-1 1-1 0 0,-4-12 1 0 0,4 14 28 0 0,0 0 1 0 0,0 0 0 0 0,-1 0-1 0 0,0 1 1 0 0,0-1-1 0 0,0 1 1 0 0,0 0-1 0 0,-6-6 1 0 0,-3-2-14 0 0,9 7 24 0 0,-1 1 1 0 0,1-1-1 0 0,-1 1 1 0 0,-1 0-1 0 0,1 1 1 0 0,0-1-1 0 0,-8-4 1 0 0,-12-9 113 0 0,-155-108 835 0 0,74 56-285 0 0,88 58-495 0 0,-3-6 120 0 0,-10-27 292 0 0,29 42-609 0 0,-1 0 0 0 0,1 0-1 0 0,0 0 1 0 0,0 0 0 0 0,0 0-1 0 0,0-1 1 0 0,0 1 0 0 0,1 0 0 0 0,-2-5-1 0 0,1 1-148 0 0,-1 0-658 0 0,8-23-13746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35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93 1644 0 0,'-23'-16'10130'0'0,"23"16"-10118"0"0,0-1-1 0 0,0 1 0 0 0,0-1 0 0 0,1 0 0 0 0,-1 1 0 0 0,0-1 0 0 0,0 1 0 0 0,0-1 1 0 0,1 0-1 0 0,-1 1 0 0 0,0-1 0 0 0,1 1 0 0 0,-1-1 0 0 0,0 1 0 0 0,1-1 1 0 0,-1 1-1 0 0,0-1 0 0 0,1 1 0 0 0,-1 0 0 0 0,1-1 0 0 0,-1 1 0 0 0,1 0 0 0 0,-1-1 1 0 0,2 0-1 0 0,-1 1 30 0 0,-1 0 1 0 0,1 0-1 0 0,-1-1 0 0 0,1 1 1 0 0,-1 0-1 0 0,1-1 1 0 0,-1 1-1 0 0,1-1 1 0 0,-1 1-1 0 0,0-1 1 0 0,1 1-1 0 0,-1 0 0 0 0,0-1 1 0 0,1 0-1 0 0,-1 1 1 0 0,0-1-1 0 0,1 1 1 0 0,-1-1-1 0 0,0 1 0 0 0,0-1 1 0 0,0 0-1 0 0,0 1 1 0 0,1-1-1 0 0,-1 0 1 0 0,4-3 19 0 0,11-8 66 0 0,-11 9 517 0 0,0 0-618 0 0,11-10 27 0 0,-11 10 289 0 0,0 1-376 0 0,11-7-23 0 0,-11 7 241 0 0,1 2-410 0 0,16 2 316 0 0,-15-2-138 0 0,10 20-18 0 0,-13-16 136 0 0,3 21 154 0 0,-5-20-255 0 0,0 0 158 0 0,-6 61 44 0 0,4-58-208 0 0,1-6 46 0 0,0 0 1 0 0,-1 0 0 0 0,1 0 0 0 0,0 1-1 0 0,-1-1 1 0 0,0 0 0 0 0,1 0 0 0 0,-1 0-1 0 0,-1 3 1 0 0,-1 1 41 0 0,1 0 26 0 0,-3 13 71 0 0,3-15-111 0 0,0 0 184 0 0,1 1-240 0 0,1-4 82 0 0,-3 17-564 0 0,8-18-470 0 0,8-15 400 0 0,3-5 674 0 0,1 0 0 0 0,1 2-1 0 0,1 0 1 0 0,1 1 0 0 0,0 1 0 0 0,1 1 0 0 0,0 0 0 0 0,45-20 0 0 0,-62 33 27 0 0,53 2 256 0 0,-52 1-476 0 0,-1 2-2 0 0,-3-3 94 0 0,2 2 8 0 0,0 0 0 0 0,0 0 0 0 0,0 0 0 0 0,-1 0 0 0 0,1 0 0 0 0,-1 1 0 0 0,1-1 0 0 0,-1 1 0 0 0,0 0 0 0 0,0-1 0 0 0,0 1 0 0 0,0 0 0 0 0,-1 0 0 0 0,1 0 0 0 0,-1 0 0 0 0,2 6 0 0 0,1 14 150 0 0,-3-21-151 0 0,0 0 0 0 0,-1 0 0 0 0,1 0-1 0 0,-1 0 1 0 0,0 0 0 0 0,0 0-1 0 0,0 0 1 0 0,0 0 0 0 0,0 0 0 0 0,0 0-1 0 0,0 0 1 0 0,-1 0 0 0 0,1 0-1 0 0,-2 3 1 0 0,-3 10 235 0 0,-22 65 232 0 0,25-75-521 0 0,4-12-573 0 0,0 1 615 0 0,1-1-1 0 0,0 0 1 0 0,0 1-1 0 0,1 0 1 0 0,-1 0-1 0 0,1 0 0 0 0,1 0 1 0 0,-1 1-1 0 0,7-7 1 0 0,-10 11 14 0 0,38-40 298 0 0,-24 26-255 0 0,5 1-62 0 0,-9 7 15 0 0,10-4 33 0 0,1 0 0 0 0,1 1 0 0 0,24-8 0 0 0,-42 17 238 0 0,3 1-147 0 0,-4 0-155 0 0,1 0 95 0 0,0 0-1 0 0,0 0 0 0 0,0 0 1 0 0,0 1-1 0 0,0-1 0 0 0,0 1 1 0 0,0 1-1 0 0,0-1 1 0 0,-1 1-1 0 0,1-1 0 0 0,0 1 1 0 0,7 5-1 0 0,-6-1-89 0 0,0 0 0 0 0,0 0 0 0 0,0 1 0 0 0,-1 0 0 0 0,0 0 0 0 0,0 1 0 0 0,0-1 0 0 0,-1 1 0 0 0,-1 0 1 0 0,1 0-1 0 0,-1 0 0 0 0,-1 1 0 0 0,1-1 0 0 0,1 16 0 0 0,-3-19-1815 0 0,0 2-1907 0 0,4 22 166 0 0,-4-22-482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35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15 1036 0 0,'0'0'7287'0'0,"-5"-1"-6401"0"0,-21-4 6623 0 0,33 4-7321 0 0,127-6-1234 0 0,-102 7-2032 0 0,0 2-1 0 0,43 8 1 0 0,-48-4-119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35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3 2752 0 0,'0'0'7086'0'0,"-4"3"-5446"0"0,0 0-1273 0 0,-2 2 1564 0 0,6-3 500 0 0,31-5-1196 0 0,16-3-872 0 0,86 2-3413 0 0,-41 2-4727 0 0,-53 1 4227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36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504 111 2784 0 0,'0'0'2409'0'0,"2"-3"-196"0"0,3-5-546 0 0,-1 1 0 0 0,0-1 1 0 0,-1 0-1 0 0,4-11 0 0 0,-2-1-1155 0 0,-5 15-324 0 0,-18-8-94 0 0,15 10-10 0 0,-18-3-10 0 0,17 4-80 0 0,-1 0 137 0 0,-1 1-154 0 0,-18-3 57 0 0,18 3 64 0 0,-1 1-131 0 0,-20 0 88 0 0,21 0-60 0 0,0 1 42 0 0,-13 4 11 0 0,0 0 0 0 0,1 1 0 0 0,-1 1 0 0 0,1 1 0 0 0,1 1 0 0 0,-25 16 0 0 0,12-4-3 0 0,0 1 0 0 0,2 1-1 0 0,0 1 1 0 0,2 2 0 0 0,-37 46-1 0 0,56-61-49 0 0,0 0-1 0 0,1 1 1 0 0,1 0-1 0 0,0 0 1 0 0,-6 20-1 0 0,10-29-17 0 0,0 2 147 0 0,2 2 33 0 0,3 29-203 0 0,1-30 221 0 0,-2-1-116 0 0,-1 0-58 0 0,1-1 0 0 0,0 1 0 0 0,0-1-1 0 0,0 0 1 0 0,0 0 0 0 0,1 0 0 0 0,-1 0 0 0 0,1-1 0 0 0,0 1 0 0 0,1-1 0 0 0,-1 0 0 0 0,9 5 0 0 0,45 9 116 0 0,-37-12-21 0 0,-18-4-110 0 0,0 0 1 0 0,0-1-1 0 0,0 0 0 0 0,0 1 0 0 0,0-1 0 0 0,0 0 0 0 0,0-1 1 0 0,0 1-1 0 0,3-1 0 0 0,-5 1 10 0 0,76-8 404 0 0,-56 6-280 0 0,-18 2-103 0 0,-1 0-1 0 0,1 0 1 0 0,0-1 0 0 0,-1 0 0 0 0,1 1-1 0 0,0-1 1 0 0,-1 0 0 0 0,1 0 0 0 0,3-2-1 0 0,12-5 329 0 0,-4 1-90 0 0,0 0 0 0 0,-1-1 1 0 0,0 0-1 0 0,-1-1 1 0 0,1-1-1 0 0,-2 0 0 0 0,16-16 1 0 0,-15 10 36 0 0,0 0 1 0 0,-1-1-1 0 0,17-36 1 0 0,-26 48-285 0 0,0 2 12 0 0,-1 0-1 0 0,1 0 1 0 0,-1 0 0 0 0,0 0 0 0 0,0 0 0 0 0,0-1 0 0 0,0 1 0 0 0,-1 0-1 0 0,1-5 1 0 0,0-2 34 0 0,5-24 229 0 0,-6 8-270 0 0,-1 4-421 0 0,-2 1-1 0 0,-6-29 0 0 0,3 43-1582 0 0,-4 2-485 0 0,-1 0 0 0 0,1 1 0 0 0,-22-5 0 0 0,-12-1-3858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51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443 607 252 0 0,'0'0'11376'0'0,"1"-5"-10952"0"0,3-16-142 0 0,-3 16 2641 0 0,-4 2-2765 0 0,1 2-172 0 0,1 0-1 0 0,-1 0 1 0 0,1 0-1 0 0,0 0 1 0 0,-1-1-1 0 0,1 1 1 0 0,0 0 0 0 0,0-1-1 0 0,0 1 1 0 0,-2-3 187 0 0,0 2-326 0 0,-13-5 34 0 0,12 5 36 0 0,-1 0 254 0 0,-15-3-280 0 0,15 4 321 0 0,-1 0-248 0 0,-17-3-202 0 0,17 3 555 0 0,0 0-357 0 0,-16-1 130 0 0,16 2 127 0 0,0 0-131 0 0,-111 22-1026 0 0,111-21 910 0 0,0 0 46 0 0,0 0 1 0 0,0 1-1 0 0,-1 0 0 0 0,1 0 0 0 0,0 0 0 0 0,-9 6 0 0 0,10-6-65 0 0,1 0 122 0 0,-57 37 263 0 0,57-36-227 0 0,4-1-148 0 0,-1-1 20 0 0,1 1-1 0 0,-1-1 1 0 0,1 1 0 0 0,-1-1-1 0 0,0 0 1 0 0,1 1 0 0 0,-1-1-1 0 0,0 0 1 0 0,0 0 0 0 0,0 0-1 0 0,-2 2 1 0 0,1-1 4 0 0,0 2 79 0 0,-1 1-112 0 0,-8 14-91 0 0,9-15 175 0 0,0 1-15 0 0,-14 39-402 0 0,14-40 435 0 0,1 2-116 0 0,1 2 111 0 0,-1-1-1 0 0,1 1 1 0 0,1 0 0 0 0,-1-1-1 0 0,3 11 1 0 0,-1-13 0 0 0,-1 0-167 0 0,6 14 180 0 0,-5-14-99 0 0,1 0 112 0 0,7 14-40 0 0,-7-14-1 0 0,0-1-298 0 0,10 14 311 0 0,-9-14 107 0 0,-3-3-129 0 0,1 0 0 0 0,0 0 0 0 0,-1 0 0 0 0,1 0 0 0 0,-1 0 0 0 0,1 0 0 0 0,-1 0 0 0 0,1 0 0 0 0,-1 0 0 0 0,0 1 0 0 0,3 2 0 0 0,-4-4-3 0 0,4 4 213 0 0,1-2-54 0 0,17 8-115 0 0,-17-7-100 0 0,-1-1 54 0 0,1 0 1 0 0,-1 0-1 0 0,1 0 1 0 0,0 0-1 0 0,-1-1 1 0 0,1 0 0 0 0,0 0-1 0 0,0 0 1 0 0,8 0-1 0 0,21 5 37 0 0,-27-5 71 0 0,0-1-60 0 0,21-3 2 0 0,-21 2 75 0 0,-1 1-49 0 0,18-4-16 0 0,-18 3 116 0 0,0-1-117 0 0,20-7 20 0 0,-19 7-120 0 0,-1-1 42 0 0,66-31 275 0 0,-68 32-284 0 0,0-1 34 0 0,15-8 2 0 0,-15 9 123 0 0,14-9-128 0 0,-14 9-5 0 0,0-1 24 0 0,12-10-30 0 0,-12 10-58 0 0,-3 2 32 0 0,-1 1 1 0 0,0-1 0 0 0,0 1-1 0 0,0-1 1 0 0,0 1 0 0 0,0 0-1 0 0,0-1 1 0 0,1 1 0 0 0,-1-1-1 0 0,0 1 1 0 0,0-1-1 0 0,0 1 1 0 0,1 0 0 0 0,-1-1-1 0 0,0 1 1 0 0,1 0 0 0 0,-1-1-1 0 0,0 1 1 0 0,1 0 0 0 0,-1-1-1 0 0,1 1 1 0 0,-1 0 0 0 0,0 0-1 0 0,1-1 1 0 0,0 1 0 0 0,8-9 25 0 0,-9 8-23 0 0,0 1 0 0 0,0-1 0 0 0,0 0 1 0 0,0 1-1 0 0,0-1 0 0 0,1 1 0 0 0,-1-1 0 0 0,0 1 0 0 0,0-1 0 0 0,1 1 1 0 0,-1-1-1 0 0,0 1 0 0 0,1-1 0 0 0,-1 1 0 0 0,1 0 0 0 0,-1-1 0 0 0,0 1 1 0 0,1 0-1 0 0,-1-1 0 0 0,1 1 0 0 0,-1 0 0 0 0,1-1 0 0 0,0 1 0 0 0,0-1-13 0 0,1 0 0 0 0,-1 1-1 0 0,0-1 1 0 0,0 0 0 0 0,0 0-1 0 0,1 0 1 0 0,-1 0-1 0 0,0 0 1 0 0,0 0 0 0 0,0 0-1 0 0,-1 0 1 0 0,1-1-1 0 0,1-1 1 0 0,10-16-12 0 0,-9 14 195 0 0,-1-1-71 0 0,23-48 24 0 0,-22 49-220 0 0,-3 4 74 0 0,0-1 0 0 0,0 1 0 0 0,0-1 0 0 0,1 1 0 0 0,-1 0 0 0 0,1-1 0 0 0,-1 1 0 0 0,1-1 0 0 0,0 1 0 0 0,-1 0 0 0 0,3-3 0 0 0,-1 1-16 0 0,0-2 157 0 0,-1-1 21 0 0,6-56-138 0 0,-7 56 306 0 0,0-2-279 0 0,-3-24-76 0 0,3 25 192 0 0,-1 0-7 0 0,-2-20-162 0 0,2 20 31 0 0,0 0-44 0 0,-3-19 128 0 0,3 19-108 0 0,0 1 115 0 0,-13-53 156 0 0,12 53-81 0 0,0 1-124 0 0,-17-47 114 0 0,17 46-60 0 0,2 6-109 0 0,0-1 0 0 0,0 1 1 0 0,0-1-1 0 0,0 0 0 0 0,0 1 0 0 0,0-1 1 0 0,0 1-1 0 0,0-1 0 0 0,0 0 0 0 0,0 1 1 0 0,-1-1-1 0 0,1 1 0 0 0,0-1 0 0 0,0 1 1 0 0,-1-1-1 0 0,1 1 0 0 0,0-1 0 0 0,0 1 1 0 0,-1-1-1 0 0,1 1 0 0 0,-1-1 0 0 0,1 1 0 0 0,0-1 1 0 0,-1 1-1 0 0,0-1 0 0 0,1 1-6 0 0,-1-1 0 0 0,0 1 0 0 0,1-1 0 0 0,-1 0 0 0 0,1 1 0 0 0,-1-1 0 0 0,1 0 0 0 0,-1 1 0 0 0,1-1 0 0 0,0 0 0 0 0,-1 0 0 0 0,1 1 0 0 0,0-1 0 0 0,0 0 0 0 0,-1 0 0 0 0,1 1 0 0 0,0-3 0 0 0,-3-2-48 0 0,-12-15 72 0 0,12 14-40 0 0,-1 1 61 0 0,-82-99-84 0 0,82 101 37 0 0,0-1 9 0 0,-35-26 23 0 0,-52-30 1 0 0,87 57 76 0 0,2 3-110 0 0,0 0 1 0 0,1 0-1 0 0,-1-1 1 0 0,0 1-1 0 0,1-1 1 0 0,-1 0-1 0 0,0 1 1 0 0,1-1-1 0 0,-1 0 1 0 0,1 0-1 0 0,-1 0 1 0 0,-1-2-1 0 0,-1 1-12 0 0,-1-1 67 0 0,1 1-44 0 0,-11-6-22 0 0,11 5 116 0 0,0 1-136 0 0,-11-7 127 0 0,11 6-46 0 0,0 1-178 0 0,2 1-829 0 0,-7-7 2267 0 0,5 6-5066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52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9 1980 0 0,'0'0'12787'0'0,"-4"-1"-12802"0"0,-14-5 79 0 0,14 5 1348 0 0,-2 2-1138 0 0,-4 1-316 0 0,0 1 1 0 0,-1 0 0 0 0,1 1 0 0 0,1 0 0 0 0,-1 1 0 0 0,1 0 0 0 0,-1 0-1 0 0,1 1 1 0 0,1 0 0 0 0,-1 1 0 0 0,1 0 0 0 0,0 0 0 0 0,1 0 0 0 0,0 1 0 0 0,-8 10-1 0 0,0 3 34 0 0,1 0 0 0 0,0 0 0 0 0,1 1 0 0 0,2 1 0 0 0,0 0-1 0 0,-10 33 1 0 0,10-16 79 0 0,1 0 0 0 0,-9 77 0 0 0,17-101 13 0 0,1-13-75 0 0,1 0 0 0 0,0 0 0 0 0,0 0 0 0 0,0 0 1 0 0,0-1-1 0 0,0 1 0 0 0,0 0 0 0 0,2 3 1 0 0,2 18-10 0 0,-2-12 48 0 0,1 1 0 0 0,0-1-1 0 0,1 1 1 0 0,1-1 0 0 0,0 0 0 0 0,0-1-1 0 0,1 1 1 0 0,1-1 0 0 0,0 0 0 0 0,8 10 0 0 0,8 1-5 0 0,0 0 0 0 0,1-1 1 0 0,1-1-1 0 0,37 22 1 0 0,-35-24-63 0 0,-24-16 159 0 0,2 0 78 0 0,12 8-124 0 0,-12-7 64 0 0,-2 0 3 0 0,35 23-188 0 0,-34-23 449 0 0,0-2-459 0 0,14 6-93 0 0,-14-6-355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54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38 1596 0 0,'0'0'7137'0'0,"-3"3"-6965"0"0,0 0 17 0 0,0-1-1 0 0,0 0 1 0 0,0 1 0 0 0,0-1 0 0 0,0-1-1 0 0,0 1 1 0 0,-1 0 0 0 0,1-1 0 0 0,-1 0 0 0 0,1 0-1 0 0,-1 0 1 0 0,-4 1 0 0 0,-42 2-319 0 0,39-3 327 0 0,5-1-93 0 0,1 1-154 0 0,-48 9-766 0 0,47-9 846 0 0,5-1-27 0 0,0 0 0 0 0,0-1 0 0 0,0 1 0 0 0,-1 0 0 0 0,1 0 0 0 0,0 0 0 0 0,0 0 1 0 0,0 0-1 0 0,0 1 0 0 0,-1-1 0 0 0,1 0 0 0 0,0 1 0 0 0,0-1 0 0 0,0 0 0 0 0,-2 2 0 0 0,-13 3 2912 0 0,-2 1-2592 0 0,14-5 1514 0 0,9-4-1824 0 0,54-20 453 0 0,52-5-812 0 0,-89 22 283 0 0,-17 5 116 0 0,19-4-41 0 0,-17 3-60 0 0,-1 0-26 0 0,0 1 182 0 0,16-4-139 0 0,-16 4-128 0 0,0 0 224 0 0,48-11 13 0 0,-48 11 205 0 0,16-3-648 0 0,-16 4 118 0 0,-1-1-877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55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5 24 0 0,'0'0'13336'0'0,"-4"-2"-13395"0"0,3 2 75 0 0,1-1 0 0 0,-1 1 0 0 0,0 0 0 0 0,1 0 1 0 0,-1-1-1 0 0,0 1 0 0 0,0 0 0 0 0,1 0 1 0 0,-1 0-1 0 0,0 0 0 0 0,0 0 0 0 0,0 0 1 0 0,1 0-1 0 0,-1 0 0 0 0,0 0 0 0 0,0 0 0 0 0,1 0 1 0 0,-1 1-1 0 0,0-1 0 0 0,0 0 0 0 0,1 1 1 0 0,-2-1-1 0 0,2 1-12 0 0,-1 0 0 0 0,1 0 0 0 0,0 1 0 0 0,0-1 0 0 0,0 0 0 0 0,0 0 0 0 0,0 0-1 0 0,0 0 1 0 0,0 0 0 0 0,0 0 0 0 0,0 0 0 0 0,0 0 0 0 0,0 0 0 0 0,1 0 0 0 0,-1 0 0 0 0,0 0 0 0 0,1 0 0 0 0,-1 0 0 0 0,1 0 0 0 0,-1 0 0 0 0,1 0 0 0 0,-1 0 0 0 0,1 0 0 0 0,0 0 0 0 0,-1 0 0 0 0,2 0 0 0 0,7 14 148 0 0,-6-11 81 0 0,1-1-514 0 0,11 12 419 0 0,2-1 0 0 0,0-1 0 0 0,1-1 0 0 0,0 0-1 0 0,1-2 1 0 0,0 0 0 0 0,26 10 0 0 0,-25-11 285 0 0,-16-6-340 0 0,0-1 56 0 0,2 0-451 0 0,18 5-168 0 0,-19-5 170 0 0,2 0 98 0 0,17 5 218 0 0,-18-6 494 0 0,-1 1-300 0 0,13 3-187 0 0,-14-3 93 0 0,1 0-281 0 0,0 0 335 0 0,1 1-243 0 0,0 0 0 0 0,1 0 0 0 0,-1-1 0 0 0,1 0 0 0 0,8 2 0 0 0,-13 1-115 0 0,5 17-146 0 0,-10-19 338 0 0,1 0 0 0 0,-1 0 1 0 0,0 0-1 0 0,0 0 0 0 0,0 0 0 0 0,0 0 1 0 0,0-1-1 0 0,-5 3 0 0 0,0 1-214 0 0,-39 28 568 0 0,44-31-266 0 0,-2 1-238 0 0,-59 46-204 0 0,60-48 483 0 0,0 2-74 0 0,-38 26-601 0 0,37-28 636 0 0,2 2-7 0 0,-28 33-135 0 0,28-33 181 0 0,1 0-581 0 0,1 0 565 0 0,-1 0-1 0 0,1-1 1 0 0,1 1-1 0 0,-1 0 1 0 0,1-1 0 0 0,-1 1-1 0 0,1 0 1 0 0,0 0-1 0 0,0 0 1 0 0,2 7-1 0 0,-1-6 1476 0 0,5-5-1666 0 0,19-1 144 0 0,-19 1 29 0 0,0-1-70 0 0,56-9-7 0 0,-55 9 108 0 0,-1 0-126 0 0,20-4 106 0 0,-19 4-96 0 0,-2 1-88 0 0,19-3 116 0 0,-19 2 75 0 0,1 1-103 0 0,18-2-99 0 0,-18 1 227 0 0,0 1-61 0 0,89-8 109 0 0,-89 7-220 0 0,-1 1-235 0 0,18-1 330 0 0,-18 1 23 0 0,1 0-52 0 0,22 1-1984 0 0,-15 16-3525 0 0,-10-13 2717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6:59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208 1 676 0 0,'0'0'14217'0'0,"-1"5"-14402"0"0,-2 15 100 0 0,2-15 253 0 0,-1-5-236 0 0,1 1 64 0 0,-1 1 1 0 0,1-1-1 0 0,-1 0 0 0 0,1 0 0 0 0,0 1 0 0 0,-1-1 0 0 0,1 0 0 0 0,0 1 0 0 0,-1 2 0 0 0,-2-1 31 0 0,3-2-530 0 0,1 1 502 0 0,-2-1 0 0 0,1 0 0 0 0,0 1 0 0 0,0-1 0 0 0,0 0 0 0 0,-1 0 0 0 0,1 0 0 0 0,0 0 0 0 0,-3 1 0 0 0,1 1 248 0 0,0 0-286 0 0,-10 9 151 0 0,10-9 75 0 0,0-1-415 0 0,-10 9 204 0 0,10-9 278 0 0,0 1-339 0 0,-6 8 18 0 0,0-1 0 0 0,1 1 1 0 0,0 0-1 0 0,1 1 0 0 0,-11 22 0 0 0,16-29 13 0 0,0 0 23 0 0,-5 14-6 0 0,5-14-16 0 0,1 0 42 0 0,-5 15 1 0 0,4-15 46 0 0,1 0-28 0 0,-5 17 40 0 0,4-17 50 0 0,1 0 12 0 0,-5 17 57 0 0,5-16 98 0 0,0 0-201 0 0,-4 18-52 0 0,4-18 111 0 0,0 1-163 0 0,-2 1 17 0 0,-4 49 201 0 0,7-51-258 0 0,-1 1 22 0 0,-2 19 90 0 0,2-19 100 0 0,0-1 53 0 0,0 18-12 0 0,1-18-72 0 0,0 1 39 0 0,0 19-16 0 0,0-20-132 0 0,0 2 91 0 0,1 10 32 0 0,0 1 0 0 0,1-1 0 0 0,1 0 0 0 0,1 1 0 0 0,1-1 0 0 0,0-1 0 0 0,1 1 0 0 0,1-1 0 0 0,1 0 0 0 0,0-1 0 0 0,1 1 0 0 0,1-2 0 0 0,1 1 0 0 0,22 25 0 0 0,-7-14 130 0 0,0-1 1 0 0,2-1-1 0 0,0-1 1 0 0,2-2 0 0 0,64 37-1 0 0,-90-57-146 0 0,-2-2-99 0 0,0 1 0 0 0,-1-1 0 0 0,1 1 1 0 0,0-1-1 0 0,-1 1 0 0 0,1 0 0 0 0,0 0 1 0 0,-1 0-1 0 0,1-1 0 0 0,-1 2 0 0 0,1-1 1 0 0,1 2-1 0 0,0-1 17 0 0,3 1 113 0 0,-2 0-59 0 0,12 7-155 0 0,-11-8 70 0 0,-2 1-39 0 0,13 5 23 0 0,-12-6 264 0 0,0 1-92 0 0,12 7-10 0 0,-12-8 382 0 0,1 0-654 0 0,13 4-372 0 0,-14-5-492 0 0,17-21-14166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01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82 1096 0 0,'0'0'4681'0'0,"2"-4"-4443"0"0,5-11 1699 0 0,-2 1 0 0 0,7-29 0 0 0,-11 38 842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03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16 532 0 0,'0'0'10598'0'0,"4"-3"-10398"0"0,-3 2 162 0 0,9-7-861 0 0,-2 5 4695 0 0,-5 4-4214 0 0,0 0 1 0 0,0 1-1 0 0,0 0 1 0 0,0-1-1 0 0,0 1 1 0 0,-1 0-1 0 0,1 0 1 0 0,0 1 0 0 0,-1-1-1 0 0,0 1 1 0 0,1-1-1 0 0,1 5 1 0 0,-3-7 48 0 0,2 4-15 0 0,0 0 80 0 0,7 11-18 0 0,-8-11 6 0 0,12 12 118 0 0,-12-12-156 0 0,1-1-150 0 0,24 29 152 0 0,-25-28 63 0 0,1-1 94 0 0,28 24 472 0 0,-28-25-490 0 0,2 0-114 0 0,13 6 129 0 0,-14-7-78 0 0,1 1-44 0 0,51 9 437 0 0,-49-10-564 0 0,-6 0 6 0 0,1 0 39 0 0,0-1 0 0 0,0 1 0 0 0,0-1 0 0 0,0 0 0 0 0,0 0 0 0 0,0 1 0 0 0,0-1-1 0 0,0 0 1 0 0,0-1 0 0 0,0 1 0 0 0,2-1 0 0 0,1 1-2 0 0,2 0 210 0 0,-1 0-18 0 0,17-2-122 0 0,-17 1 145 0 0,-1 0-43 0 0,-1-1-265 0 0,0 0 0 0 0,0-1 1 0 0,0 1-1 0 0,0-1 0 0 0,-1 0 0 0 0,1 0 1 0 0,-1 0-1 0 0,1-1 0 0 0,-1 1 0 0 0,0-1 1 0 0,0 1-1 0 0,-1-1 0 0 0,3-4 0 0 0,-3 3-345 0 0,0 0-463 0 0,20-40-1547 0 0,-20 42 1289 0 0,5-28-7649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04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539 71 1504 0 0,'4'-4'780'0'0,"8"-11"7303"0"0,-14 11-7671 0 0,-3-6-698 0 0,-15-18 5562 0 0,17 25-4656 0 0,-2 2-540 0 0,-14-4-36 0 0,14 4-165 0 0,4 2-88 0 0,0 0 224 0 0,0 0-1 0 0,-1 0 1 0 0,1 0 0 0 0,0 0-1 0 0,-1-1 1 0 0,1 1-1 0 0,-1 0 1 0 0,1-1-1 0 0,-1 1 1 0 0,1-1 0 0 0,-2 1-1 0 0,2-1 4 0 0,-3 2 67 0 0,1 1 24 0 0,-7 13-149 0 0,0 0-1 0 0,0 0 1 0 0,2 1 0 0 0,0 0-1 0 0,-7 25 1 0 0,3-11 212 0 0,6-11-91 0 0,-7 40 0 0 0,5-26 3 0 0,3-15-84 0 0,1 1 0 0 0,-3 29-1 0 0,1-4 50 0 0,-43 149-134 0 0,47-189 78 0 0,0 1-31 0 0,-6 18-47 0 0,3-13 157 0 0,-7 11 107 0 0,8-14-49 0 0,-1 0 0 0 0,1-1 0 0 0,-2 0 0 0 0,1 0 0 0 0,-1 0 0 0 0,0 0 0 0 0,0-1 0 0 0,-12 9 0 0 0,13-12-15 0 0,1-1-74 0 0,-14 5 59 0 0,14-5 67 0 0,-2-1-164 0 0,-18 1 27 0 0,18-2 61 0 0,0 0 43 0 0,-18 0 33 0 0,18 0-70 0 0,1 0-51 0 0,-16-2 47 0 0,16 1 101 0 0,-2 0-112 0 0,-28-1-951 0 0,18 1-3093 0 0,1 1-4436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04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65 1480 0 0,'0'0'2849'0'0,"1"-6"-1531"0"0,0-17-182 0 0,-1 17 5350 0 0,-1 1-6388 0 0,-3-20 166 0 0,3 27-251 0 0,0-1 0 0 0,0 1 1 0 0,0-1-1 0 0,0 1 1 0 0,0-1-1 0 0,0 1 0 0 0,-1-1 1 0 0,1 0-1 0 0,0 0 1 0 0,-3 2-1 0 0,1 0 32 0 0,1 1 73 0 0,-23 44 323 0 0,22-42-263 0 0,2-1-81 0 0,-5 14-52 0 0,4-14 399 0 0,2 2-141 0 0,8 55 732 0 0,-7-57-849 0 0,13 13 119 0 0,-12-14-183 0 0,2-2 125 0 0,33 23-1532 0 0,-19-16-2309 0 0,-1-3-3478 0 0,6-1 5107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05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1572 0 0,'0'0'11082'0'0,"-2"5"-10944"0"0,-5 17 6150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06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1 158 480 0 0,'0'0'5034'0'0,"1"-5"-3974"0"0,5-18 6718 0 0,-5 18-7457 0 0,3-23 7103 0 0,-1 26-7346 0 0,7-4-63 0 0,0 2-1 0 0,-1-1 1 0 0,1 2 0 0 0,1-1 0 0 0,-1 1 0 0 0,1 1 0 0 0,-1 0 0 0 0,21-2-1 0 0,10-2-79 0 0,26-6 288 0 0,-17 2-130 0 0,20-1-84 0 0,-64 10-15 0 0,-4 0-6 0 0,1 0 0 0 0,-1 0 0 0 0,0 0 0 0 0,0 1 0 0 0,0-1 0 0 0,1 1 0 0 0,-1 0 0 0 0,0-1 0 0 0,1 1 0 0 0,3 1 0 0 0,1-1-3 0 0,0-1 21 0 0,22-4-54 0 0,-23 5-46 0 0,0-1-60 0 0,15-3 189 0 0,-16 4-40 0 0,1-1-24 0 0,-4 1 586 0 0,21-2-517 0 0,41-1-11005 0 0,-58 4 7112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15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1 356 1400 0 0,'0'0'1297'0'0,"1"-6"-392"0"0,3-41 5977 0 0,-4 34-7254 0 0,0 6 2396 0 0,1 2-1791 0 0,4-14-24 0 0,-4 15 65 0 0,0-1-269 0 0,3-15-11 0 0,-3 15 272 0 0,1 1-295 0 0,6-16 42 0 0,-6 15 404 0 0,0 0-420 0 0,20-40-1 0 0,-19 41 6 0 0,-1-1 30 0 0,8-13-5 0 0,-8 14-73 0 0,1 0-240 0 0,24-30 143 0 0,-24 31 87 0 0,2 1-162 0 0,-1 1 230 0 0,0 0 0 0 0,1 0 0 0 0,-1 0 0 0 0,1 1 0 0 0,-1 0 0 0 0,1-1 0 0 0,-1 2 0 0 0,1-1 0 0 0,6 2 0 0 0,-5-1 124 0 0,-2 0-170 0 0,0 1 1 0 0,-1 0-1 0 0,1 0 0 0 0,-1 0 0 0 0,1 0 0 0 0,-1 0 1 0 0,0 1-1 0 0,0-1 0 0 0,0 1 0 0 0,0 0 0 0 0,-1 0 1 0 0,3 4-1 0 0,-4-7 74 0 0,3 4 80 0 0,-2 1 5 0 0,9 14-19 0 0,-8-14-9 0 0,-2-1-84 0 0,5 16-102 0 0,-5-15 136 0 0,-1 0 7 0 0,2 19-84 0 0,-2-18 21 0 0,0 0 13 0 0,-13 90 283 0 0,11-89-259 0 0,1 0 3 0 0,-5 21 38 0 0,5-21-37 0 0,-1-2-28 0 0,-5 14 16 0 0,5-14 29 0 0,0-1-25 0 0,-5 12-35 0 0,5-12-59 0 0,0 0-6 0 0,-10 13 52 0 0,9-13 146 0 0,1-4-375 0 0,-1 0 272 0 0,1-1 1 0 0,-1 1-1 0 0,1 0 0 0 0,0-1 0 0 0,-1 1 0 0 0,1-1 0 0 0,0 0 0 0 0,-1 0 0 0 0,1 0 0 0 0,-2-1 1 0 0,4-5 58 0 0,-2-20-96 0 0,2 20 30 0 0,6-25-118 0 0,-5 26 132 0 0,0 1-78 0 0,5-15-52 0 0,-4 15 19 0 0,0 0 96 0 0,82-176 245 0 0,-81 177-303 0 0,0-1 99 0 0,10-16 83 0 0,-10 16-3 0 0,-1 0-150 0 0,1-1 0 0 0,-1 1 0 0 0,1 0-1 0 0,0 0 1 0 0,0 0 0 0 0,1 1 0 0 0,5-7-1 0 0,-6 7 93 0 0,0 1-131 0 0,2-2-13 0 0,1 0 0 0 0,-1 0 0 0 0,1 1 0 0 0,0 0 0 0 0,0 0 0 0 0,1 1 0 0 0,11-6 1 0 0,-13 8-73 0 0,1 2-79 0 0,16 3 209 0 0,-16-3 33 0 0,-2 1-110 0 0,15 7 93 0 0,-14-7 38 0 0,-2 2-118 0 0,0-2 110 0 0,0 1-23 0 0,0-1-1 0 0,-1 1 0 0 0,1 0 0 0 0,-1-1 0 0 0,0 1 0 0 0,0 0 0 0 0,0 1 0 0 0,0-1 0 0 0,0 0 0 0 0,-1 0 0 0 0,1 1 0 0 0,1 5 0 0 0,0 6 21 0 0,-1 0 1 0 0,-1-1-1 0 0,0 1 0 0 0,-1 0 0 0 0,-3 19 1 0 0,-6 26 453 0 0,2-30-396 0 0,6-25-20 0 0,-1 1 0 0 0,-7 15-114 0 0,7-16-2 0 0,1 0 83 0 0,-6 13 100 0 0,5-13 237 0 0,0-1-278 0 0,-7 10-8 0 0,9-14-90 0 0,-1 0 1 0 0,0 0-1 0 0,1-1 1 0 0,-1 1 0 0 0,0 0-1 0 0,1-1 1 0 0,-1 1-1 0 0,1-1 1 0 0,-1 1-1 0 0,1 0 1 0 0,-1-1 0 0 0,1 1-1 0 0,-1-1 1 0 0,1 0-1 0 0,0 1 1 0 0,-1-1-1 0 0,1 1 1 0 0,0-1-1 0 0,-1 0 1 0 0,1 1 0 0 0,0-1-1 0 0,0 0 1 0 0,-1 0-1 0 0,-1-3-57 0 0,3-2 18 0 0,3-16 64 0 0,-3 16 80 0 0,4-16-255 0 0,-3 17 128 0 0,0-1 95 0 0,-1 0-87 0 0,20-49 142 0 0,-19 50-223 0 0,1 0 6 0 0,8-15 84 0 0,-9 15 36 0 0,1 0-122 0 0,9-15 13 0 0,-9 15 143 0 0,1 0-103 0 0,26-34-35 0 0,-27 36 102 0 0,-1 2-18 0 0,-1 0 0 0 0,1 0 1 0 0,-1 0-1 0 0,1-1 0 0 0,-1 1 0 0 0,0 0 0 0 0,0-1 0 0 0,0 1 0 0 0,0-1 0 0 0,0 1 0 0 0,0-1 0 0 0,1-1 0 0 0,0-1 13 0 0,2-1-5 0 0,1 1-163 0 0,11-10-13 0 0,-12 10 63 0 0,-3 4 96 0 0,-1-1-1 0 0,0 1 1 0 0,0-1-1 0 0,1 1 1 0 0,-1-1-1 0 0,0 1 1 0 0,1 0-1 0 0,-1-1 1 0 0,0 1-1 0 0,1 0 1 0 0,-1-1 0 0 0,0 1-1 0 0,1 0 1 0 0,-1 0-1 0 0,1-1 1 0 0,-1 1-1 0 0,1 0 1 0 0,-1 0-1 0 0,0 0 1 0 0,1 0-1 0 0,-1-1 1 0 0,1 1-1 0 0,-1 0 1 0 0,1 0-1 0 0,0 0 1 0 0,-1 0-4 0 0,1 0 0 0 0,-1 0 1 0 0,1 0-1 0 0,-1 0 0 0 0,1 0 0 0 0,-1 0 1 0 0,1 0-1 0 0,-1-1 0 0 0,1 1 0 0 0,-1 0 1 0 0,1 0-1 0 0,-1-1 0 0 0,0 1 0 0 0,1 0 1 0 0,-1 0-1 0 0,0-1 0 0 0,1 1 0 0 0,-1 0 1 0 0,1-1-1 0 0,-1 1 0 0 0,0-1 0 0 0,0 1 1 0 0,1 0-1 0 0,-1-1 0 0 0,0 0 0 0 0,5-1 57 0 0,13-4-48 0 0,-1 1 1 0 0,35-6 0 0 0,-46 10 131 0 0,1 2-236 0 0,20 4-15 0 0,-21-4 57 0 0,0 1 94 0 0,47 22-221 0 0,-47-21 120 0 0,-3 1 21 0 0,8 9 21 0 0,-8-10 55 0 0,-1 2 83 0 0,7 13 28 0 0,-7-13 17 0 0,-2 1-70 0 0,2 18-45 0 0,-2 1-1 0 0,-3 28 1 0 0,1-29-41 0 0,1-19 90 0 0,0 2 55 0 0,-5 17-28 0 0,4-18-97 0 0,1 0-98 0 0,-3 17 104 0 0,4-17 258 0 0,-1 0-244 0 0,-1 16-83 0 0,1-17-37 0 0,1 2-4768 0 0,0 20 2364 0 0,0-20 373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16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23 190 1684 0 0,'0'0'1526'0'0,"-4"-2"-290"0"0,-11-5-193 0 0,11 5 2363 0 0,6-3-2751 0 0,25-41 1675 0 0,-24 42-1994 0 0,15-15 412 0 0,-14 16-699 0 0,37-25 36 0 0,-37 26 102 0 0,2 1-263 0 0,17-4 61 0 0,-18 3-36 0 0,1 4 32 0 0,15 2 41 0 0,-16-2 9 0 0,-1 1-47 0 0,11 9-24 0 0,-11-9-16 0 0,-1 2-13 0 0,9 14 160 0 0,-9-15 59 0 0,-1 1-46 0 0,6 12-30 0 0,-5-13-114 0 0,-3 3-2 0 0,2-1 58 0 0,-1-4 0 0 0,0 0-1 0 0,-1-1 0 0 0,1 1 1 0 0,-1 0-1 0 0,0 0 1 0 0,1 0-1 0 0,-1 0 0 0 0,0 0 1 0 0,0 0-1 0 0,0 0 0 0 0,-1 0 1 0 0,1 0-1 0 0,0 0 1 0 0,-1 0-1 0 0,0 3 0 0 0,-9 29 102 0 0,-14 33 0 0 0,19-54-113 0 0,0-1 0 0 0,-2 0 0 0 0,1 0 0 0 0,-1 0 0 0 0,-1-1 0 0 0,-11 13 0 0 0,7-5-109 0 0,10-13 99 0 0,-1-1 41 0 0,0 0 99 0 0,-9 14 29 0 0,9-14 97 0 0,0-1-65 0 0,-8 13 30 0 0,9-13 1126 0 0,0 0-1222 0 0,-6 11 6 0 0,6-11 114 0 0,4-9-358 0 0,8-13 157 0 0,-8 13-88 0 0,1 1-40 0 0,87-100 95 0 0,-66 77 177 0 0,146-142-441 0 0,-149 149 210 0 0,20-20 551 0 0,-38 36-488 0 0,0 1-72 0 0,27-31-228 0 0,-27 30 208 0 0,-2 3 58 0 0,-1-1 0 0 0,1 1-1 0 0,0-1 1 0 0,1 1 0 0 0,-1-1-1 0 0,0 1 1 0 0,0 0 0 0 0,0 0-1 0 0,1 0 1 0 0,2-2 0 0 0,-1 0-52 0 0,-1-1 32 0 0,9-10-58 0 0,-9 10 180 0 0,-5 2-53 0 0,-15-13-194 0 0,13 18 37 0 0,-14 5 55 0 0,15-6 44 0 0,0 0 113 0 0,-5 5-73 0 0,0 0 0 0 0,1 0-1 0 0,-1 1 1 0 0,1 0 0 0 0,1 1 0 0 0,0 0 0 0 0,-8 13 0 0 0,-33 66 9 0 0,45-82-36 0 0,0 0 84 0 0,1 1-1 0 0,-1 0 1 0 0,1-1-1 0 0,1 1 1 0 0,-2 11-1 0 0,2-11-58 0 0,0-2 61 0 0,0 2-50 0 0,0 20-41 0 0,1-20 130 0 0,0-1 197 0 0,0-5-312 0 0,0 12 24 0 0,2 1 0 0 0,-1-1 0 0 0,2 1 0 0 0,0-1 1 0 0,0 0-1 0 0,6 15 0 0 0,-6-21-5 0 0,1-1 0 0 0,0 1 0 0 0,0 0 0 0 0,0-1 0 0 0,1 0 0 0 0,0 0 0 0 0,0-1 0 0 0,1 1 0 0 0,-1-1 0 0 0,1 0 0 0 0,0 0 0 0 0,11 5 0 0 0,4 4 123 0 0,41 17 1 0 0,-58-29-216 0 0,1 0 0 0 0,14 5 57 0 0,-15-5 264 0 0,2 0-117 0 0,-3-1 48 0 0,52 14-2790 0 0,-50-14 1750 0 0,0-1 0 0 0,0 1 0 0 0,0-1 0 0 0,0 0-1 0 0,0 0 1 0 0,0 0 0 0 0,0-1 0 0 0,0 0 0 0 0,0 0 0 0 0,0 0 0 0 0,0-1 0 0 0,4-1 0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17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43 448 0 0,'0'0'1061'0'0,"3"-4"-1"0"0,10-14 4758 0 0,-11 13-4845 0 0,2-3-1797 0 0,-2 1 4062 0 0,-3 7-3062 0 0,1-1 0 0 0,-1 1 0 0 0,0 0 0 0 0,1 0 0 0 0,-1 0-1 0 0,1 0 1 0 0,-1 0 0 0 0,1 0 0 0 0,-1 0 0 0 0,0 1 0 0 0,1-1 0 0 0,-1 0 0 0 0,1 0 0 0 0,-1 0 0 0 0,1 0 0 0 0,-1 1 0 0 0,1-1 0 0 0,-1 0 0 0 0,1 1 0 0 0,-1-1 0 0 0,1 0 0 0 0,-1 1 0 0 0,1-1 0 0 0,-1 1 0 0 0,1 0 0 0 0,-3 2-127 0 0,0-1 0 0 0,0 2 0 0 0,1-1 1 0 0,0 0-1 0 0,-1 0 0 0 0,1 1 0 0 0,0-1 0 0 0,1 1 1 0 0,-1 0-1 0 0,1 0 0 0 0,-2 6 0 0 0,3-9-36 0 0,-13 25 207 0 0,11-21-113 0 0,0 1-86 0 0,-5 19-45 0 0,6-18 22 0 0,1 22 192 0 0,0-23-43 0 0,1 0-52 0 0,0-4-109 0 0,0 4 94 0 0,0 0 0 0 0,1 0 0 0 0,0 0 0 0 0,0 0 1 0 0,0-1-1 0 0,1 1 0 0 0,0-1 0 0 0,0 1 0 0 0,0-1 0 0 0,1 0 1 0 0,0 0-1 0 0,0-1 0 0 0,0 1 0 0 0,0-1 0 0 0,10 8 0 0 0,36 11-390 0 0,-43-21-339 0 0,-3 0-206 0 0,14 4-268 0 0,-14-4-365 0 0,2 0-3891 0 0,15 8 2532 0 0,-16-8-48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17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2752 0 0,'0'0'13143'0'0,"-1"6"-13007"0"0,-1 18-108 0 0,1-18 3018 0 0,1 0-2819 0 0,-1 16-162 0 0,1-16 1520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19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84 856 0 0,'0'0'13538'0'0,"-5"-1"-13604"0"0,-16-2-1 0 0,15 2 402 0 0,2 2-58 0 0,-15 4 125 0 0,14-4 3206 0 0,9-4-3414 0 0,13-10-3 0 0,-13 10-39 0 0,2 1-96 0 0,6-3-101 0 0,9-3 16 0 0,53-5-79 0 0,74-2 64 0 0,-103 11 158 0 0,36-1-76 0 0,-58 4-151 0 0,-17 1-7 0 0,0 0 63 0 0,19-2 145 0 0,-19 2 190 0 0,1 0-293 0 0,88-6 1163 0 0,-89 5-1212 0 0,-1 0-3498 0 0,0 0 2716 0 0,6-2 107 0 0,-2 3-7330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20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61 1276 0 0,'0'0'4905'0'0,"2"-4"-3996"0"0,7-34 7429 0 0,-8 26-8996 0 0,-1 5 1849 0 0,-2 12-1265 0 0,-10 39 415 0 0,-13 91-1 0 0,3-12-92 0 0,-26 175 894 0 0,47-292-1104 0 0,-1 17-40 0 0,-4 6 401 0 0,-3 30-568 0 0,9-54 635 0 0,-1 1-480 0 0,0 16 82 0 0,1-16 1611 0 0,1-8-1664 0 0,1 1 0 0 0,-1 0 0 0 0,1-1 0 0 0,-1 1 0 0 0,0-1 0 0 0,1 1 0 0 0,-1-1 1 0 0,0 0-1 0 0,1-2 0 0 0,1 1-35 0 0,-3 1 19 0 0,0 1 14 0 0,1-1 1 0 0,-1 0-1 0 0,0 1 1 0 0,1-1-1 0 0,-1 1 1 0 0,1-1-1 0 0,0 1 1 0 0,-1-1-1 0 0,1 1 1 0 0,0-1-1 0 0,2-2 1 0 0,-2 2-10 0 0,2-3-6 0 0,-1 0 95 0 0,23-48-213 0 0,-22 48 61 0 0,-3 4 58 0 0,0-1 0 0 0,1 0 1 0 0,0 0-1 0 0,-1 1 0 0 0,1-1 1 0 0,0 1-1 0 0,0-1 0 0 0,0 1 1 0 0,0-1-1 0 0,0 1 0 0 0,0-1 1 0 0,3-1-1 0 0,-2 1 1 0 0,1-3 66 0 0,-1 1 13 0 0,26-36-297 0 0,-25 36 86 0 0,-2 3 127 0 0,-1 0 1 0 0,1-1-1 0 0,0 1 0 0 0,0 0 0 0 0,0-1 0 0 0,0 1 0 0 0,-1 0 1 0 0,2 0-1 0 0,-1 0 0 0 0,0 0 0 0 0,2-2 0 0 0,-2 3 3 0 0,1-4 32 0 0,1 1-41 0 0,9-8 25 0 0,-9 8-135 0 0,0 0 97 0 0,10-7-97 0 0,11-4-338 0 0,-20 12 543 0 0,2-1-78 0 0,15-5 49 0 0,-16 6-101 0 0,1 1 74 0 0,17 0-26 0 0,-17 1 195 0 0,0 0-173 0 0,18 3-115 0 0,-18-2 125 0 0,0 1 10 0 0,18 5-109 0 0,-19-5-5 0 0,-4 0 70 0 0,1-1 0 0 0,-1 0 0 0 0,0 0 0 0 0,0 0 0 0 0,0 0 0 0 0,1-1 0 0 0,-1 1 0 0 0,0 0 0 0 0,1-1 0 0 0,-1 1 0 0 0,1 0 0 0 0,2 0 0 0 0,-3-1-3 0 0,4 3 49 0 0,-2 0-12 0 0,9 9 40 0 0,-9-9-2 0 0,0 1-173 0 0,9 11 106 0 0,-8-12-99 0 0,-2 2 125 0 0,6 11-110 0 0,-6-12 25 0 0,-2-3 56 0 0,0 0 1 0 0,0-1-1 0 0,0 1 1 0 0,-1 0-1 0 0,1-1 1 0 0,0 1-1 0 0,0-1 1 0 0,1 1-1 0 0,-1 0 1 0 0,0-1-1 0 0,0 1 1 0 0,0 0-1 0 0,0-1 1 0 0,0 1-1 0 0,1-1 1 0 0,-1 1-1 0 0,0-1 0 0 0,0 1 1 0 0,1 0-1 0 0,-1-1 1 0 0,1 1-1 0 0,-1 0 1 0 0,5 11 94 0 0,-2 21-109 0 0,-2-27 78 0 0,-2 0-116 0 0,-14 54 96 0 0,13-54-63 0 0,-1-1 62 0 0,1-3-30 0 0,-3 7 2 0 0,0-1 0 0 0,-1-1 0 0 0,-1 1 0 0 0,1-1 0 0 0,-1 0 1 0 0,0 0-1 0 0,-11 7 0 0 0,9-9 23 0 0,-1 2 21 0 0,0-2 1 0 0,0 1 0 0 0,0-1-1 0 0,-1-1 1 0 0,0 0 0 0 0,0 0-1 0 0,0-1 1 0 0,0-1 0 0 0,0 0 0 0 0,0 0-1 0 0,-22-1 1 0 0,-30-4 171 0 0,51 2-196 0 0,0-1 0 0 0,1 0-1 0 0,-15-5 1 0 0,20 5-42 0 0,0 0-249 0 0,0 1-397 0 0,0-1 15 0 0,-6-2 553 0 0,7 3-4034 0 0,-1 1-3814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21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8 1136 0 0,'0'0'2091'0'0,"-5"-1"-436"0"0,-19-5 6777 0 0,25 24-8114 0 0,0-1-1 0 0,1 1 1 0 0,7 26 0 0 0,82 374 1613 0 0,-77-363-1726 0 0,-4 0 0 0 0,5 60 0 0 0,-14-92-67 0 0,0 0 0 0 0,-2-1-1 0 0,0 1 1 0 0,-2 0-1 0 0,0 0 1 0 0,-2-1 0 0 0,-14 42-1 0 0,6-31 38 0 0,-3 0 0 0 0,0-1 0 0 0,-2-1-1 0 0,-2-1 1 0 0,-1-1 0 0 0,0 0 0 0 0,-3-2-1 0 0,0 0 1 0 0,-1-2 0 0 0,-49 37 0 0 0,10-12-23 0 0,25-23-162 0 0,35-24-506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28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106 202 1636 0 0,'0'0'7518'0'0,"2"-4"-7006"0"0,8-14 6958 0 0,-12 14-7439 0 0,-19-34 1372 0 0,19 34-654 0 0,2 4-747 0 0,-1 0-1 0 0,1 0 1 0 0,-1 0-1 0 0,1-1 1 0 0,-1 1-1 0 0,1 0 1 0 0,-1 0-1 0 0,1 0 0 0 0,-1 0 1 0 0,1-1-1 0 0,-1 1 1 0 0,1 0-1 0 0,-1-1 1 0 0,1 1-1 0 0,0 0 1 0 0,-1-1-1 0 0,1 1 1 0 0,0 0-1 0 0,-1-1 1 0 0,1 1-1 0 0,0-1 1 0 0,0 1-1 0 0,-1 0 1 0 0,1-1-1 0 0,0 0 1 0 0,-1 0-4 0 0,1 1 1 0 0,0 0-1 0 0,0-1 1 0 0,0 1 0 0 0,-1-1-1 0 0,1 1 1 0 0,0-1-1 0 0,-1 1 1 0 0,1 0-1 0 0,0-1 1 0 0,-1 1 0 0 0,1 0-1 0 0,-1-1 1 0 0,1 1-1 0 0,0 0 1 0 0,-1 0-1 0 0,1-1 1 0 0,-1 1-1 0 0,1 0 1 0 0,-1 0 0 0 0,1 0-1 0 0,-1-1 1 0 0,1 1-1 0 0,-1 0 1 0 0,0 0-1 0 0,-4-1-574 0 0,-17-1 637 0 0,17 1 185 0 0,1-1-351 0 0,-12-4 247 0 0,12 4-50 0 0,3 1-201 0 0,1-1 106 0 0,-1 1 0 0 0,1 0 0 0 0,-1-1 0 0 0,0 1-1 0 0,1 0 1 0 0,-1 0 0 0 0,0 0 0 0 0,0 0 0 0 0,0-1 0 0 0,0 1-1 0 0,-1-1 1 0 0,0 1 2 0 0,0-3-7 0 0,3-2-175 0 0,-1 0 150 0 0,0 4 27 0 0,0 0-1 0 0,0 0 1 0 0,0 1 0 0 0,0-1-1 0 0,1 0 1 0 0,-1 0 0 0 0,1 0-1 0 0,-1 0 1 0 0,1 0 0 0 0,1-2-1 0 0,12-11 74 0 0,-11 12-181 0 0,1 1 19 0 0,5-3 108 0 0,1 1 0 0 0,-1 1 0 0 0,13-4 0 0 0,-15 5-61 0 0,-2 1 162 0 0,19-3-87 0 0,-18 3-7 0 0,0 1 113 0 0,20 0-203 0 0,-19 0-102 0 0,-2 2 77 0 0,16 5-30 0 0,-15-6 206 0 0,-3 3 90 0 0,12 12-209 0 0,-12-13 135 0 0,2 20-43 0 0,-3-18-16 0 0,0 1 41 0 0,-3 2-237 0 0,-20 95 142 0 0,20-98 129 0 0,-2 1-172 0 0,-6 19 49 0 0,7-19 98 0 0,0-2-30 0 0,-17 38 4 0 0,17-38-68 0 0,1 1-175 0 0,-4 14 42 0 0,4-15 31 0 0,0 1 283 0 0,-5 20 27 0 0,10-22-267 0 0,11 6 15 0 0,-11-7 332 0 0,4-3-232 0 0,2 1-22 0 0,50-12 78 0 0,70-21-19 0 0,-124 31 94 0 0,-4 3-183 0 0,-1-1 0 0 0,1 0 0 0 0,0 0 0 0 0,0 0-1 0 0,0 0 1 0 0,0 0 0 0 0,-1 0 0 0 0,1 0-1 0 0,0-1 1 0 0,0 1 0 0 0,-1-1 0 0 0,1 1 0 0 0,2-2-1 0 0,8-2 14 0 0,2 0 216 0 0,0 0-4003 0 0,-5 6-44 0 0,2 4 2299 0 0,-10-5 833 0 0,3 1-2452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30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361 1 188 0 0,'0'0'19820'0'0,"2"4"-20188"0"0,4 13 320 0 0,-1-7 83 0 0,0 0-1 0 0,1 0 0 0 0,1-1 1 0 0,-1 0-1 0 0,10 10 0 0 0,1 1-168 0 0,-1 4 150 0 0,0 1-1 0 0,-2 0 1 0 0,-1 1 0 0 0,0 0 0 0 0,-2 1 0 0 0,-2 0-1 0 0,0 1 1 0 0,9 54 0 0 0,-15-59 37 0 0,-1 0 0 0 0,-1 1 1 0 0,-1-1-1 0 0,-1 0 0 0 0,-1 0 0 0 0,-2 0 1 0 0,0 0-1 0 0,-1 0 0 0 0,-1-1 0 0 0,-1 0 0 0 0,-14 31 1 0 0,-5-2-51 0 0,-3-1 0 0 0,-2-1 0 0 0,-1-2 1 0 0,-3-1-1 0 0,-2-2 0 0 0,-1-1 0 0 0,-3-2 1 0 0,-55 43-1 0 0,66-58 693 0 0,-41 45 1 0 0,68-67-152 0 0,1-4-507 0 0,1 1 0 0 0,-1 0-1 0 0,1 0 1 0 0,-1 0 0 0 0,1 0 0 0 0,-1 0-1 0 0,1 1 1 0 0,0-1 0 0 0,0 0 0 0 0,-3 4-1 0 0,1-2 243 0 0,0 0-1090 0 0,-10 7 398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36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49 165 1472 0 0,'0'0'10362'0'0,"-5"-1"-9564"0"0,-18-1-313 0 0,18 2 5494 0 0,1-2-5637 0 0,3 1-329 0 0,1 1 22 0 0,-1 0 0 0 0,1-1 0 0 0,-1 1-1 0 0,0 0 1 0 0,1-1 0 0 0,-1 1 0 0 0,1 0-1 0 0,-1-1 1 0 0,1 1 0 0 0,-1-1 0 0 0,1 1-1 0 0,-1-1 1 0 0,1 1 0 0 0,0-1 0 0 0,-1 1-1 0 0,1-1 1 0 0,-1 1 0 0 0,1-1 0 0 0,0 1 0 0 0,0-1-1 0 0,-1 0 1 0 0,1 1 0 0 0,0-2 0 0 0,1 0 2 0 0,1 0 0 0 0,-1 1 0 0 0,1-1 0 0 0,-1 0 0 0 0,1 1 0 0 0,0-1 0 0 0,0 1 0 0 0,0 0 0 0 0,0 0 0 0 0,0 0 0 0 0,3-2 0 0 0,28-14 1 0 0,2 1 0 0 0,0 2 0 0 0,1 1 1 0 0,52-12-1 0 0,-14 10-131 0 0,94-8 1 0 0,-145 20-534 0 0,-19 2 502 0 0,0 1 0 0 0,0 0 0 0 0,0 0 0 0 0,0 0 0 0 0,0 1 0 0 0,0-1 0 0 0,0 1 0 0 0,6 1 0 0 0,12 2-574 0 0,-17-2-420 0 0,0 0-494 0 0,15 7-757 0 0,-15-7-1093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37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9 113 1716 0 0,'0'0'2621'0'0,"-3"3"-333"0"0,-2 3 3032 0 0,8-4-2008 0 0,22-7-1041 0 0,49-21-3459 0 0,-61 21 2086 0 0,53-15-783 0 0,0 2 0 0 0,1 3-1 0 0,107-10 1 0 0,-167 24 90 0 0,-5 1-195 0 0,0 0 0 0 0,0 0 1 0 0,0 0-1 0 0,-1 0 0 0 0,1 0 0 0 0,0 0 0 0 0,0 0 0 0 0,0-1 0 0 0,-1 1 0 0 0,1 0 0 0 0,0-1 0 0 0,1-1 0 0 0,2 1 10 0 0,1 0 121 0 0,0 0-395 0 0,17 0 59 0 0,-17 0 77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44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155 260 292 0 0,'0'0'8641'0'0,"1"-4"-7869"0"0,6-12-16 0 0,-5 11 4310 0 0,0 2-4966 0 0,5-10 60 0 0,-14 26 76 0 0,5-10 2009 0 0,-26 1-2761 0 0,23-4 799 0 0,4-1-278 0 0,0-1 0 0 0,0 1 0 0 0,0 0 0 0 0,0-1 0 0 0,0 1 1 0 0,-1 0-1 0 0,1 0 0 0 0,0 0 0 0 0,0 0 0 0 0,-3-1 0 0 0,1-1 196 0 0,3-4-417 0 0,0-18 126 0 0,0 19 113 0 0,2 1 101 0 0,3-3-196 0 0,0 1 0 0 0,0-1 1 0 0,1 1-1 0 0,0 0 0 0 0,0 0 0 0 0,0 0 1 0 0,1 1-1 0 0,15-10 0 0 0,-6 4 9 0 0,2 1 0 0 0,33-16 0 0 0,6 4 201 0 0,41-6 126 0 0,-92 27-349 0 0,1 2 126 0 0,24-1-109 0 0,-23 0-57 0 0,-2 2 14 0 0,-6-1 112 0 0,7 0-7 0 0,0 0 0 0 0,0 1 0 0 0,0 0 0 0 0,0 0 0 0 0,-1 1 0 0 0,1 0 0 0 0,-1 0 0 0 0,1 1 0 0 0,-1-1 0 0 0,0 2 0 0 0,0-1 0 0 0,0 0 0 0 0,0 1 0 0 0,0 0 0 0 0,9 10 0 0 0,-14-13 29 0 0,5 4-11 0 0,-1 1 0 0 0,0 0-1 0 0,0 0 1 0 0,-1 1-1 0 0,1 0 1 0 0,-2 0 0 0 0,1 0-1 0 0,3 10 1 0 0,-1 1 37 0 0,-5-13-40 0 0,-1 2 50 0 0,1 23-16 0 0,-1-22 124 0 0,-1-1-39 0 0,-2 12-70 0 0,0-1 0 0 0,-2 0 0 0 0,0 0 0 0 0,-15 33 0 0 0,-12 4-58 0 0,-2-2 1 0 0,-3-1 0 0 0,-1-3-1 0 0,-3 0 1 0 0,-2-3 0 0 0,-88 74-1 0 0,-12-8-294 0 0,139-109 410 0 0,0 0-57 0 0,-35 25-76 0 0,36-25 1209 0 0,-2-1-1353 0 0,-45 8 230 0 0,45-9 645 0 0,7-7-823 0 0,1 0 126 0 0,1 1 0 0 0,-1-1-1 0 0,1 1 1 0 0,0-1 0 0 0,0 1 0 0 0,7-6-1 0 0,-7 6-15 0 0,-1 1-1 0 0,2-1 0 0 0,-1 1 0 0 0,0 0 0 0 0,1 0 0 0 0,0 0 0 0 0,6-4 0 0 0,14-9 146 0 0,11-11-405 0 0,-13 15 244 0 0,0 1-1 0 0,0 1 0 0 0,38-13 0 0 0,-56 23 90 0 0,2 1 53 0 0,-2 0-135 0 0,0-1-5 0 0,0 1 1 0 0,0 0-1 0 0,0 0 1 0 0,0 1-1 0 0,0 0 0 0 0,0 0 1 0 0,0 0-1 0 0,-1 0 1 0 0,1 1-1 0 0,0 0 1 0 0,5 2-1 0 0,33 27 159 0 0,-33-20-155 0 0,1-1 0 0 0,1 0-1 0 0,0-1 1 0 0,0-1 0 0 0,16 9 0 0 0,8-3 101 0 0,-27-14-93 0 0,-3-1 27 0 0,7 0 162 0 0,-1 0-127 0 0,0-1-1 0 0,-1 0 1 0 0,1 0-1 0 0,0-2 1 0 0,18-7-1 0 0,-11 3 38 0 0,6-3-225 0 0,0-1 0 0 0,-1-1 0 0 0,-1 0 0 0 0,0-2 0 0 0,-1-1 0 0 0,-1-1 0 0 0,36-37 0 0 0,-53 51-1568 0 0,-1-1-1087 0 0,11-12-1159 0 0,-11 12 343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45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161 189 1596 0 0,'-3'-4'1756'0'0,"-10"-30"8265"0"0,10 22-10668 0 0,3 7 1751 0 0,-3 1-921 0 0,2 2-163 0 0,-1 0 0 0 0,1 0 0 0 0,-1 0 0 0 0,0 0 0 0 0,0 0 1 0 0,0 1-1 0 0,0-1 0 0 0,0 1 0 0 0,0-1 0 0 0,0 1 0 0 0,0 0 0 0 0,-1 0 0 0 0,1 0 0 0 0,0 0 0 0 0,-4-1 0 0 0,1 1 65 0 0,-1 0-94 0 0,-20-1-114 0 0,19 1 289 0 0,1 1 8 0 0,-18 1-38 0 0,18 0 946 0 0,1 0-786 0 0,-14 0 194 0 0,32-8 401 0 0,37-11-315 0 0,286-42 131 0 0,-264 50-792 0 0,-67 9-15 0 0,13-2 11 0 0,7-1-1048 0 0,-1 4 277 0 0,-18 0-459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45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14 1700 0 0,'0'0'5573'0'0,"-4"-2"-4415"0"0,-11-7-369 0 0,11 7 2294 0 0,2 5-2841 0 0,1 0-16 0 0,0 1-1 0 0,-1-1 1 0 0,2 0 0 0 0,-1 0-1 0 0,0 1 1 0 0,1-1 0 0 0,-1 0-1 0 0,1 1 1 0 0,0-1-1 0 0,0 0 1 0 0,1 7 0 0 0,0-5 362 0 0,2-2-362 0 0,8 11 40 0 0,-9-11-161 0 0,3 0 14 0 0,47 26 448 0 0,95 39 1 0 0,-63-32-332 0 0,-80-34-351 0 0,-3-2 113 0 0,0 0 0 0 0,0 0 0 0 0,-1 0 0 0 0,1 0 0 0 0,0 0 1 0 0,-1 1-1 0 0,1-1 0 0 0,0 0 0 0 0,-1 0 0 0 0,1 1 0 0 0,0-1 0 0 0,-1 0 0 0 0,1 1 0 0 0,0-1 0 0 0,-1 1 1 0 0,1-1-1 0 0,-1 1 0 0 0,1-1 0 0 0,-1 1 0 0 0,1-1 0 0 0,-1 1 0 0 0,0-1 0 0 0,1 1 0 0 0,-1 0 1 0 0,1 0 0 0 0,-1 0 0 0 0,1-1 1 0 0,-1 1-1 0 0,0-1 1 0 0,1 1-1 0 0,-1-1 1 0 0,1 1-1 0 0,-1-1 1 0 0,1 1-1 0 0,-1-1 1 0 0,1 1-1 0 0,0-1 1 0 0,-1 1-1 0 0,1-1 1 0 0,-1 0-1 0 0,1 0 1 0 0,0 1-1 0 0,-1-1 0 0 0,1 0 1 0 0,0 0-1 0 0,0 0 1 0 0,-1 1-1 0 0,1-1 1 0 0,0 0-1 0 0,0 0 3 0 0,0 0 0 0 0,0 0-1 0 0,-1 0 1 0 0,1 0 0 0 0,0 0 0 0 0,-1 0-1 0 0,1 1 1 0 0,0-1 0 0 0,-1 0-1 0 0,1 0 1 0 0,-1 1 0 0 0,1-1 0 0 0,0 0-1 0 0,-1 1 1 0 0,1-1 0 0 0,-1 1-1 0 0,1-1 1 0 0,-1 1 0 0 0,1-1 0 0 0,-1 1-1 0 0,1-1 1 0 0,-1 1 0 0 0,1 0-1 0 0,-1 0-4 0 0,0-1 0 0 0,1 1-1 0 0,-1-1 1 0 0,1 1 0 0 0,-1 0 0 0 0,1-1-1 0 0,-1 0 1 0 0,1 1 0 0 0,-1-1-1 0 0,1 1 1 0 0,-1-1 0 0 0,1 1-1 0 0,-1-1 1 0 0,1 0 0 0 0,0 0-1 0 0,-1 1 1 0 0,1-1 0 0 0,0 0-1 0 0,-1 0 1 0 0,1 0 0 0 0,0 0-1 0 0,-1 1 1 0 0,2-1 0 0 0,0 4-75 0 0,0 1 50 0 0,8 13 82 0 0,-12-14 66 0 0,-3 7-98 0 0,-1 1-1 0 0,-1-2 1 0 0,0 1 0 0 0,-1-1-1 0 0,0 0 1 0 0,-12 11-1 0 0,-67 62-136 0 0,56-56-78 0 0,-46 42 93 0 0,-88 83 274 0 0,161-148 365 0 0,4-2-537 0 0,1-1 3 0 0,-1 1 1 0 0,1-1-1 0 0,0 1 0 0 0,-1-1 0 0 0,1 1 0 0 0,0-1 1 0 0,0 0-1 0 0,0 0 0 0 0,0 1 0 0 0,0-1 0 0 0,2 2 1 0 0,-2-1 10 0 0,2 2 117 0 0,5-4 181 0 0,115-7 487 0 0,150-3-199 0 0,-198 13-520 0 0,-68-3-39 0 0,-1 0 15 0 0,20 1-154 0 0,-20-1 172 0 0,1 0-135 0 0,19 2 79 0 0,-20-2 156 0 0,0 1-567 0 0,18 2 4 0 0,-18-2-436 0 0,33-1-14617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48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91 840 0 0,'0'0'4175'0'0,"1"-5"-3083"0"0,18-37 4336 0 0,-16 38-3270 0 0,-4 3-2146 0 0,1 0 1 0 0,0 1-1 0 0,1-1 0 0 0,-1 1 0 0 0,0-1 0 0 0,0 1 0 0 0,0-1 1 0 0,0 1-1 0 0,0-1 0 0 0,0 1 0 0 0,1-1 0 0 0,-1 1 0 0 0,0-1 1 0 0,0 1-1 0 0,1-1 0 0 0,-1 1 0 0 0,0-1 0 0 0,1 1 0 0 0,-1 0 0 0 0,0-1 1 0 0,1 1-1 0 0,0-1 0 0 0,9-14 1885 0 0,-10 14-1886 0 0,0 1 1 0 0,0-1-1 0 0,0 1 0 0 0,0-1 1 0 0,0 1-1 0 0,0-1 0 0 0,0 1 1 0 0,0-1-1 0 0,1 1 1 0 0,-1-1-1 0 0,0 1 0 0 0,0-1 1 0 0,0 1-1 0 0,1-1 0 0 0,-1 1 1 0 0,0 0-1 0 0,1-1 0 0 0,-1 1 1 0 0,0-1-1 0 0,1 1 0 0 0,-1 0 1 0 0,0-1-1 0 0,1 1 0 0 0,-1 0 1 0 0,1 0-1 0 0,-1-1 0 0 0,1 1 1 0 0,0 0-1 0 0,3 15 200 0 0,-4-14-220 0 0,1 4-53 0 0,-1 1-48 0 0,3 50 437 0 0,-2-51-177 0 0,0 0-27 0 0,1 3-54 0 0,0 0 0 0 0,0 0 0 0 0,1 0 0 0 0,0 0-1 0 0,1 0 1 0 0,-1-1 0 0 0,2 1 0 0 0,-1-1 0 0 0,1 0 0 0 0,0-1 0 0 0,0 1 0 0 0,1-1 0 0 0,0 0 0 0 0,0 0 0 0 0,8 5 0 0 0,-9-6-14 0 0,1-1 1 0 0,-1 0 0 0 0,1 0 0 0 0,0 0 0 0 0,1-1 0 0 0,6 3-1 0 0,32 10-89 0 0,-41-15 216 0 0,2 1-100 0 0,16 7-166 0 0,-16-7-271 0 0,-1-1-94 0 0,18 3-255 0 0,-18-3-245 0 0,0 0-251 0 0,1 0 591 0 0,3 1 172 0 0,9-3-7382 0 0,19 0 5301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48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614 189 824 0 0,'0'0'1552'0'0,"2"-4"-380"0"0,9-10-100 0 0,-8 10-103 0 0,-1 1 7 0 0,7-12-102 0 0,-6 11 170 0 0,-1 0-13 0 0,3-5-254 0 0,0-1 0 0 0,-1 0 0 0 0,0 1 0 0 0,-1-2 0 0 0,0 1 0 0 0,-1 0 0 0 0,0-1 0 0 0,2-19 1 0 0,-4 29-774 0 0,0 0 1 0 0,0 0-1 0 0,0 0 1 0 0,0 0 0 0 0,-1 1-1 0 0,1-1 1 0 0,0 0 0 0 0,0 0-1 0 0,0 0 1 0 0,-1 1 0 0 0,1-1-1 0 0,0 0 1 0 0,-1 0 0 0 0,1 1-1 0 0,-1-1 1 0 0,1 0-1 0 0,-2 0 1 0 0,2 0 17 0 0,-1 0 0 0 0,1 1 0 0 0,-1-1-1 0 0,1 1 1 0 0,-1-1 0 0 0,1 0 0 0 0,-1 0 0 0 0,1 1 0 0 0,0-1-1 0 0,-1 0 1 0 0,1 0 0 0 0,0 0 0 0 0,0 1 0 0 0,0-1 0 0 0,0 0 0 0 0,0 0-1 0 0,0-1 1 0 0,-6 3-4 0 0,-15 4 3 0 0,16-4 379 0 0,1 2-375 0 0,-14 9 129 0 0,13-9 0 0 0,1 1-184 0 0,-4 4 109 0 0,1 0 1 0 0,-1 0 0 0 0,2 1 0 0 0,-1 0 0 0 0,1 0-1 0 0,1 1 1 0 0,-1-1 0 0 0,2 1 0 0 0,-6 15 0 0 0,7-16-7 0 0,-5 28 194 0 0,6-29-227 0 0,-1 30 57 0 0,20 317 555 0 0,-16-345-653 0 0,0 1 0 0 0,-1-1 0 0 0,0 0 0 0 0,-1 0 0 0 0,-2 14 0 0 0,-1 2 70 0 0,0-4 3 0 0,0 1-1 0 0,-1-1 0 0 0,-2 0 0 0 0,0 0 0 0 0,-1 0 0 0 0,-1-1 0 0 0,-1 0 0 0 0,-1-1 0 0 0,-1 0 0 0 0,-1-1 0 0 0,0-1 0 0 0,-1 0 0 0 0,-1 0 0 0 0,-1-1 0 0 0,-1-1 1 0 0,-18 14-1 0 0,19-19 91 0 0,14-9-154 0 0,-1 1-1 0 0,0-2 1 0 0,0 1-1 0 0,0 0 1 0 0,-1-1 0 0 0,1 1-1 0 0,-7 1 1 0 0,0 1 27 0 0,-6 1-29 0 0,0 0 1 0 0,0-1-1 0 0,0-1 0 0 0,-1 0 0 0 0,1-1 1 0 0,-1-1-1 0 0,0-1 0 0 0,-22-2 0 0 0,33 2 24 0 0,0-1 102 0 0,-50-9 98 0 0,51 9-268 0 0,0 0-858 0 0,-16-3 2 0 0,15 3-1755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49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0 668 0 0,'0'0'14641'0'0,"-5"2"-14579"0"0,-15 5 352 0 0,15-5 50 0 0,1 3-299 0 0,-7 12-39 0 0,1 1 1 0 0,1 0 0 0 0,0 1-1 0 0,-5 19 1 0 0,12-33 22 0 0,1-3-131 0 0,0 1-1 0 0,1-1 1 0 0,-1 0-1 0 0,0 0 1 0 0,1 0-1 0 0,0 0 1 0 0,-1 0-1 0 0,1 1 1 0 0,0-1-1 0 0,0 4 1 0 0,0 0 41 0 0,-1 1 142 0 0,4 0-36 0 0,-3-2-105 0 0,0-3-27 0 0,1 0 1 0 0,-1 0-1 0 0,0-1 0 0 0,1 1 0 0 0,-1 0 0 0 0,1 0 0 0 0,-1 0 1 0 0,1-1-1 0 0,0 1 0 0 0,0 0 0 0 0,0-1 0 0 0,0 1 0 0 0,0-1 1 0 0,0 1-1 0 0,2 2 0 0 0,2 1 51 0 0,-1 0-1 0 0,1 0 1 0 0,0 0 0 0 0,0 0-1 0 0,1-1 1 0 0,-1 1 0 0 0,1-1-1 0 0,0-1 1 0 0,0 1 0 0 0,0-1-1 0 0,1 0 1 0 0,-1-1 0 0 0,12 4-1 0 0,-3-2-173 0 0,4 2 336 0 0,-15-4-112 0 0,1 0-288 0 0,14 4-213 0 0,-14-4 70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49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27 2684 0 0,'0'0'4517'0'0,"1"-6"-2810"0"0,-1 5-1982 0 0,0-10-137 0 0,-1 2 4523 0 0,1 10-3915 0 0,-1-1-1 0 0,1 0 0 0 0,-1 0 0 0 0,1 0 1 0 0,-1 1-1 0 0,0-1 0 0 0,1 0 0 0 0,-1 1 1 0 0,1-1-1 0 0,0 1 0 0 0,-1-1 0 0 0,1 0 1 0 0,-1 1-1 0 0,1-1 0 0 0,0 1 0 0 0,-1-1 1 0 0,1 1-1 0 0,0-1 0 0 0,-1 1 1 0 0,1 0-1 0 0,0-1 0 0 0,0 1 0 0 0,0-1 1 0 0,-1 1-1 0 0,1 0 0 0 0,0 0 0 0 0,-2 4 145 0 0,1-4-393 0 0,1 0 70 0 0,0-1 1 0 0,0 1-1 0 0,-1 0 1 0 0,1 0-1 0 0,0-1 1 0 0,-1 1-1 0 0,1 0 1 0 0,0 0 0 0 0,-1-1-1 0 0,1 1 1 0 0,-1-1-1 0 0,0 1 1 0 0,1 0-1 0 0,-1-1 1 0 0,1 1 0 0 0,-1-1-1 0 0,-1 1 1 0 0,-1 2 1746 0 0,5-7-1781 0 0,4-14 284 0 0,-8 23-1634 0 0,0-1 594 0 0,-2 6 564 0 0,3-6-3410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52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655 42 2364 0 0,'4'-2'1774'0'0,"18"-5"9533"0"0,-23 2-11199 0 0,-5-19 447 0 0,1 23-652 0 0,-22-2-144 0 0,21 4 169 0 0,-16 3 23 0 0,17-3 75 0 0,-1 1 12 0 0,-15 8 48 0 0,1 0 0 0 0,0 2 0 0 0,-37 27 0 0 0,40-26 126 0 0,-20 15-268 0 0,1 3 0 0 0,2 0 0 0 0,1 2-1 0 0,1 2 1 0 0,2 1 0 0 0,2 1-1 0 0,1 1 1 0 0,2 2 0 0 0,-22 47 0 0 0,22-35 264 0 0,3 2 1 0 0,2 1-1 0 0,2 1 1 0 0,3 0 0 0 0,2 1-1 0 0,-10 113 1 0 0,21-141-152 0 0,2-1 1 0 0,1 1-1 0 0,1 0 1 0 0,1-1-1 0 0,2 0 1 0 0,1 0-1 0 0,13 41 1 0 0,-10-46 2 0 0,1-1 1 0 0,0 0 0 0 0,2 0-1 0 0,1-1 1 0 0,0-1 0 0 0,2 0 0 0 0,0-1-1 0 0,1 0 1 0 0,20 17 0 0 0,-1-5 52 0 0,2-2 0 0 0,2-2 1 0 0,53 30-1 0 0,127 51 128 0 0,-215-106 131 0 0,0 0 75 0 0,11 7-63 0 0,-11-7 45 0 0,1 0-310 0 0,-2 0-68 0 0,-2-1-38 0 0,1 0 0 0 0,-1 0 0 0 0,0 0 1 0 0,1 0-1 0 0,-1 0 0 0 0,1-1 0 0 0,-1 1 0 0 0,0-1 0 0 0,1 1 1 0 0,0-1-1 0 0,-1 1 0 0 0,3-1 0 0 0,0 2-1083 0 0,15 5-138 0 0,-14-5-1133 0 0,23 9-10513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54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11 2236 0 0,'-26'12'12439'0'0,"22"-13"-12469"0"0,-14-5 144 0 0,14 4 118 0 0,-2 3-241 0 0,-59 8-148 0 0,-32 2 1890 0 0,91-10-791 0 0,0-1-890 0 0,-13-1 734 0 0,19 1-710 0 0,0-1 0 0 0,1 0 0 0 0,-1 1 1 0 0,0-1-1 0 0,0 1 0 0 0,1-1 0 0 0,-1 1 0 0 0,0-1 0 0 0,1 1 0 0 0,-1-1 0 0 0,0 1 0 0 0,1-1 0 0 0,-1 1 0 0 0,1-1 1 0 0,-1 1-1 0 0,1-1 0 0 0,-1 1 0 0 0,1 0 0 0 0,0-1 0 0 0,-1 1 0 0 0,1 0 0 0 0,-1 0 0 0 0,1-1 0 0 0,0 1 0 0 0,-1 0 0 0 0,1 0 1 0 0,4-3-117 0 0,1 2-4 0 0,92-14 223 0 0,-91 14-239 0 0,189-3 323 0 0,-173 4-208 0 0,10 3-120 0 0,-28-3 87 0 0,2 0-90 0 0,19 0-30 0 0,-20 0 121 0 0,0 1-24 0 0,18-1-43 0 0,-18 0 108 0 0,-1 1-87 0 0,53 3-56 0 0,-52-4 91 0 0,0 1-119 0 0,15 2-408 0 0,29 3 1381 0 0,-34-5-5246 0 0,-4 0-4480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56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23 151 580 0 0,'0'0'12566'0'0,"-3"-2"-12065"0"0,-13-8-177 0 0,12 8 1718 0 0,6-2-1850 0 0,7-12-129 0 0,-7 12-136 0 0,1 0-39 0 0,7-12 94 0 0,-7 12 40 0 0,-1 3-3 0 0,-1 0 1 0 0,1 0-1 0 0,-1 0 0 0 0,0 0 1 0 0,1 0-1 0 0,-1-1 1 0 0,0 1-1 0 0,1 0 0 0 0,-1-1 1 0 0,1-2-1 0 0,1 1 34 0 0,2 0-15 0 0,30-25 4 0 0,-32 25-182 0 0,2 0 14 0 0,37-25-239 0 0,-38 25 244 0 0,2 3 33 0 0,26-2 308 0 0,-30 3-197 0 0,1 0 0 0 0,-1-1 0 0 0,1 1 0 0 0,-1 0 0 0 0,0 0 0 0 0,1 1-1 0 0,-1-1 1 0 0,0 0 0 0 0,0 1 0 0 0,0-1 0 0 0,0 1 0 0 0,0 0-1 0 0,0 0 1 0 0,3 4 0 0 0,0 0 9 0 0,0 0 0 0 0,0 0 1 0 0,-1 1-1 0 0,5 9 0 0 0,-3 0 22 0 0,-1 0 1 0 0,-1 1-1 0 0,0-1 1 0 0,-1 1-1 0 0,-1-1 1 0 0,0 1-1 0 0,-2 0 0 0 0,-2 30 1 0 0,1-26-33 0 0,-2-1-1 0 0,0 0 1 0 0,-1 0 0 0 0,-9 26 0 0 0,10-38-53 0 0,-39 112 598 0 0,40-114-717 0 0,-1-2 139 0 0,-10 19 140 0 0,8-24 12 0 0,-17-6-150 0 0,17 5-22 0 0,5 1 27 0 0,1 0 0 0 0,-1 0 1 0 0,1 1-1 0 0,-1-1 0 0 0,0 0 0 0 0,1 0 1 0 0,-1 0-1 0 0,0 0 0 0 0,0 0 0 0 0,0 0 0 0 0,0 1 1 0 0,0-1-1 0 0,0 0 0 0 0,0 0 0 0 0,0 0 1 0 0,0 0-1 0 0,0 0 0 0 0,0 0 0 0 0,-1-1 1 0 0,0-25-157 0 0,3 12 112 0 0,1-1 0 0 0,0 1 0 0 0,1 0 1 0 0,12-26-1 0 0,39-56-498 0 0,-31 65 498 0 0,2 1 0 0 0,2 2 0 0 0,38-34 0 0 0,-46 49-41 0 0,-15 12 68 0 0,-1-1 27 0 0,-2 3-112 0 0,0 0 107 0 0,0 0 1 0 0,0-1-1 0 0,-1 1 0 0 0,1 0 1 0 0,0-1-1 0 0,-1 0 1 0 0,1 1-1 0 0,0-1 0 0 0,-1 0 1 0 0,1 0-1 0 0,2-2 0 0 0,-1 1-1 0 0,3 0 133 0 0,-1 4-70 0 0,17 8-61 0 0,-17-8 157 0 0,-2 2-97 0 0,3 4-59 0 0,-1 1-1 0 0,0 0 0 0 0,0 0 1 0 0,-1 0-1 0 0,-1 0 0 0 0,1 1 1 0 0,-1 0-1 0 0,-1-1 0 0 0,0 1 1 0 0,1 15-1 0 0,-1 8 165 0 0,-2 54 0 0 0,-1-73-159 0 0,-1-2 47 0 0,-11 40 25 0 0,12-47 20 0 0,-1 1 85 0 0,-5 18-112 0 0,5-18-88 0 0,1-1-58 0 0,-7 17 174 0 0,6-16-104 0 0,0-3-24 0 0,1-2 29 0 0,1 0 0 0 0,0-1-1 0 0,0 1 1 0 0,-1 0 0 0 0,1-1 0 0 0,0 1-1 0 0,-1-1 1 0 0,1 1 0 0 0,-1-1-1 0 0,1 1 1 0 0,-1-1 0 0 0,1 1 0 0 0,-1-1-1 0 0,1 1 1 0 0,-1-1 0 0 0,0 0-1 0 0,1 1 1 0 0,-1-1 0 0 0,0 0 0 0 0,1 1-1 0 0,-1-1 1 0 0,-1 0 0 0 0,0-12-36 0 0,9-26-150 0 0,-5 33 186 0 0,0-1 10 0 0,4-9 31 0 0,1 2 0 0 0,0-1 0 0 0,1 1 0 0 0,0 0 0 0 0,19-22 1 0 0,70-66-517 0 0,-31 50 412 0 0,-62 49 135 0 0,0 0-132 0 0,20-6 36 0 0,-22 8 37 0 0,-1 0 1 0 0,1 0-1 0 0,-1 1 1 0 0,1-1-1 0 0,-1 1 1 0 0,1-1-1 0 0,-1 1 1 0 0,1 0-1 0 0,-1-1 1 0 0,0 1-1 0 0,1 0 1 0 0,1 2-1 0 0,0-1 23 0 0,2 0 54 0 0,-5-2-87 0 0,0 1 0 0 0,0 0 1 0 0,0-1-1 0 0,0 1 0 0 0,0-1 1 0 0,0 1-1 0 0,0-1 1 0 0,0 1-1 0 0,0 0 0 0 0,0-1 1 0 0,1 1-1 0 0,-1-1 0 0 0,0 1 1 0 0,0-1-1 0 0,1 1 1 0 0,-1-1-1 0 0,1 1 0 0 0,-1-1 1 0 0,0 1-1 0 0,1-1 0 0 0,-1 1 1 0 0,1-1-1 0 0,-1 0 1 0 0,1 1-1 0 0,0 0 8 0 0,0 0 0 0 0,0 0-1 0 0,0 0 1 0 0,0 0 0 0 0,0 0 0 0 0,0 0 0 0 0,0 0 0 0 0,0 0-1 0 0,-1 1 1 0 0,1-1 0 0 0,0 0 0 0 0,-1 1 0 0 0,1-1-1 0 0,0 3 1 0 0,14 53 255 0 0,-12-30-140 0 0,-3-2-204 0 0,5 35 395 0 0,-5-54-414 0 0,0 1 27 0 0,0 22 164 0 0,0-22-166 0 0,0 0-374 0 0,1 1 177 0 0,-1 5-50 0 0,1 1-5529 0 0,1-10 2206 0 0,8 15-510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57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24 193 464 0 0,'-5'-4'3724'0'0,"-5"-6"-3690"0"0,1 6 9575 0 0,9-3-9161 0 0,0-17-122 0 0,0 18-163 0 0,1 6-149 0 0,0 0 1 0 0,-1 0-1 0 0,1 0 0 0 0,-1-1 1 0 0,1 1-1 0 0,-1 0 0 0 0,1 0 1 0 0,0 0-1 0 0,-1 0 0 0 0,1-1 1 0 0,-1 1-1 0 0,1 0 0 0 0,-1 0 1 0 0,1-1-1 0 0,-1 1 0 0 0,0-1 1 0 0,1 1-1 0 0,-1 0 0 0 0,1-1 1 0 0,-1 1-1 0 0,0-1 0 0 0,1 0 1 0 0,15-11 506 0 0,85-27-209 0 0,-96 37-376 0 0,1 1 44 0 0,20-1 188 0 0,-19 1-162 0 0,0 1-27 0 0,21 2-36 0 0,-21-2 105 0 0,-3 2 118 0 0,12 8-79 0 0,-13-8 79 0 0,-1 2-162 0 0,-1 0 28 0 0,1 0 0 0 0,-1 0 1 0 0,-1-1-1 0 0,1 1 1 0 0,0 0-1 0 0,-1 0 1 0 0,0 0-1 0 0,0 0 1 0 0,0 0-1 0 0,0-1 1 0 0,-1 1-1 0 0,0 0 1 0 0,0 0-1 0 0,0 0 1 0 0,0-1-1 0 0,0 1 1 0 0,-1 0-1 0 0,-1 3 1 0 0,-22 38 8 0 0,-2-1 1 0 0,-63 78 0 0 0,81-110 20 0 0,6-7-144 0 0,2-3 92 0 0,0-1-1 0 0,1 1 0 0 0,-1 0 1 0 0,0-1-1 0 0,0 1 1 0 0,0-1-1 0 0,0 1 0 0 0,-1-1 1 0 0,1 1-1 0 0,0-1 1 0 0,-1 0-1 0 0,-1 2 0 0 0,2-3 14 0 0,-2 5 300 0 0,8-7-424 0 0,18-9 127 0 0,-1-1 0 0 0,-1-2 0 0 0,-1 1 0 0 0,0-2 0 0 0,27-25 0 0 0,-13 11-116 0 0,-4 4 37 0 0,192-170-861 0 0,-202 176 1114 0 0,-16 16 20 0 0,-1-1-69 0 0,13-12-166 0 0,-12 12 145 0 0,-2 0-240 0 0,8-10 145 0 0,-8 10 457 0 0,-7 6-436 0 0,-4 2-70 0 0,-1 0 0 0 0,1 1 0 0 0,-1 0 0 0 0,1 0 1 0 0,-15 13-1 0 0,11-4 51 0 0,-1 1 1 0 0,2 0-1 0 0,0 1 1 0 0,1 0-1 0 0,0 1 1 0 0,1 1 0 0 0,1-1-1 0 0,-12 34 1 0 0,15-35-143 0 0,6-15 109 0 0,-1 1 1 0 0,0 0 0 0 0,0-1-1 0 0,1 1 1 0 0,-1 0-1 0 0,1 0 1 0 0,0 0-1 0 0,0 0 1 0 0,-1 0 0 0 0,1-1-1 0 0,0 1 1 0 0,1 0-1 0 0,-1 3 1 0 0,1 4 122 0 0,-1-7-102 0 0,0 3-7 0 0,0 1 0 0 0,1 0 1 0 0,0-1-1 0 0,0 1 0 0 0,0-1 0 0 0,0 1 1 0 0,1-1-1 0 0,0 1 0 0 0,0-1 0 0 0,1 0 1 0 0,-1 0-1 0 0,1 0 0 0 0,0-1 0 0 0,1 1 1 0 0,5 6-1 0 0,2 1-200 0 0,1-1-1 0 0,0 0 1 0 0,1 0-1 0 0,0-2 1 0 0,22 14-1 0 0,-29-20-260 0 0,45 22-2672 0 0,-14-13-5275 0 0,-7-8 6442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57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58 2408 0 0,'4'-4'1529'0'0,"13"-11"-44"0"0,-13 12-139 0 0,0 0-81 0 0,31-26 3611 0 0,-31 26-1658 0 0,-3 8-3042 0 0,0 2-103 0 0,0 0-1 0 0,-1 1 0 0 0,0-1 1 0 0,0 0-1 0 0,0 1 0 0 0,-3 9 1 0 0,2-9-38 0 0,-1 0 0 0 0,2 0 0 0 0,-1 0 1 0 0,1 0-1 0 0,1 0 0 0 0,1 12 0 0 0,-1-15-74 0 0,0 0-1 0 0,1 0 1 0 0,0 1 0 0 0,0-1-1 0 0,0 0 1 0 0,0 0-1 0 0,1-1 1 0 0,0 1-1 0 0,0-1 1 0 0,0 1 0 0 0,0-1-1 0 0,1 0 1 0 0,0 0-1 0 0,7 6 1 0 0,-1-5-223 0 0,27 8-5905 0 0,-32-12 2995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57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30 16 0 0,'0'0'6313'0'0,"-22"-15"847"0"0,1 1-4568 0 0,-4 25-8464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00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79 180 0 0,'0'0'6837'0'0,"3"-3"-6119"0"0,11-13 6646 0 0,-11 12-7313 0 0,-2 2-31 0 0,0 1-5 0 0,0 0 0 0 0,0 0-1 0 0,0 0 1 0 0,0 0 0 0 0,-1 0-1 0 0,1-1 1 0 0,-1 1 0 0 0,1 0 0 0 0,-1 0-1 0 0,1-1 1 0 0,-1 1 0 0 0,1-3-1 0 0,-6 3 89 0 0,-15-3-210 0 0,15 3 275 0 0,-1 2-135 0 0,-19 2 130 0 0,19-3 1699 0 0,12 0-1901 0 0,230-16 960 0 0,-53 8-776 0 0,-156 6-208 0 0,-21 1 90 0 0,2 1 98 0 0,22-3-100 0 0,-23 2 320 0 0,0 1-237 0 0,56-2 106 0 0,-57 1-155 0 0,-1 2-1410 0 0,17 1 306 0 0,-17-2-913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01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78 2516 0 0,'0'0'2016'0'0,"2"-4"-123"0"0,13-31 3807 0 0,-11 26-5745 0 0,-2 4 1787 0 0,-1 1-1339 0 0,5-12-134 0 0,-4 11 134 0 0,-3 11-463 0 0,-13 56 451 0 0,-54 262 477 0 0,43-195-532 0 0,12-62-404 0 0,12-62 158 0 0,0 2 122 0 0,-4 18-176 0 0,4-19 142 0 0,-4 23 307 0 0,4-23 1672 0 0,7-9-2175 0 0,-5 2 5 0 0,3-1 23 0 0,1 0 1 0 0,-1-1 0 0 0,0 1 0 0 0,-1-1-1 0 0,1 0 1 0 0,0 0 0 0 0,-1-1-1 0 0,0 1 1 0 0,0-1 0 0 0,4-5-1 0 0,-5 6-14 0 0,14-18-201 0 0,27-29 0 0 0,-32 38 158 0 0,3-2 14 0 0,-1 1-1 0 0,19-13 1 0 0,-14 12 34 0 0,45-29-99 0 0,-59 41-36 0 0,1 0-38 0 0,14-6 178 0 0,-14 6 191 0 0,2 1-180 0 0,20-2-33 0 0,-20 2-38 0 0,-3 2-82 0 0,14 4 120 0 0,-13-4 141 0 0,-1 2-99 0 0,36 25 5 0 0,-37-25-93 0 0,1 2 212 0 0,10 14-28 0 0,-10-14-259 0 0,2 16 73 0 0,-4-17 109 0 0,0 1 54 0 0,-1 0-133 0 0,1 16 60 0 0,-1-16-125 0 0,-3 2 140 0 0,0 3-17 0 0,0-1 0 0 0,-1 1 0 0 0,0-1 0 0 0,0 0-1 0 0,-1 0 1 0 0,-1-1 0 0 0,1 1 0 0 0,-1-1 0 0 0,-1 0 0 0 0,1 0 0 0 0,-1 0 0 0 0,-1-1-1 0 0,1 0 1 0 0,-1 0 0 0 0,-9 6 0 0 0,8-6 24 0 0,-1 0 0 0 0,1-1 0 0 0,-1 0 0 0 0,0 0 0 0 0,-18 8-1 0 0,-67 18 71 0 0,88-31-151 0 0,-1-1 23 0 0,2 0-16 0 0,0 0-126 0 0,0 1 0 0 0,0-1 0 0 0,-1-1 0 0 0,1 1 0 0 0,0-1-1 0 0,0 1 1 0 0,0-2 0 0 0,0 1 0 0 0,0 0 0 0 0,-8-5 0 0 0,-8-8-3230 0 0,20 14 2909 0 0,-1-1 1 0 0,1 0-1 0 0,0 0 0 0 0,0 0 1 0 0,0 0-1 0 0,0 0 0 0 0,0-1 1 0 0,0 1-1 0 0,0 0 0 0 0,0 0 1 0 0,0-1-1 0 0,1 1 0 0 0,-1 0 1 0 0,0-1-1 0 0,0-1 0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01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36 1348 0 0,'0'0'4545'0'0,"0"-6"-3115"0"0,1-17-160 0 0,0 17 5762 0 0,4 8-6528 0 0,19 5-59 0 0,-24-7-430 0 0,1 0 0 0 0,-1 0 0 0 0,1 0 0 0 0,-1 1 0 0 0,1-1 0 0 0,-1 0 0 0 0,1 0 0 0 0,-1 1 0 0 0,0-1 0 0 0,1 0 0 0 0,-1 0 0 0 0,1 1 0 0 0,-1-1 0 0 0,0 0 0 0 0,1 1 0 0 0,-1-1 0 0 0,0 1 0 0 0,1-1 0 0 0,-1 1 0 0 0,0-1 0 0 0,1 0 0 0 0,-1 1 0 0 0,0-1 0 0 0,0 2 0 0 0,25 42 602 0 0,10 16-173 0 0,-3 0 1 0 0,-3 3-1 0 0,30 92 1 0 0,-51-126-334 0 0,-1 1 0 0 0,-2 0 0 0 0,0 0 0 0 0,-3 0-1 0 0,0 0 1 0 0,-5 52 0 0 0,0-59-48 0 0,-1-1-1 0 0,0 1 1 0 0,-2-1-1 0 0,-1 0 0 0 0,-1-1 1 0 0,0 0-1 0 0,-2 0 1 0 0,0-1-1 0 0,-21 31 1 0 0,11-25-11 0 0,0-1 1 0 0,-1-1 0 0 0,-2-1-1 0 0,-1 0 1 0 0,0-2 0 0 0,-28 18-1 0 0,14-13 57 0 0,-1-3-1 0 0,-1-1 1 0 0,-68 26-1 0 0,103-46-64 0 0,-1 0 46 0 0,-18 5-14 0 0,18-5 5 0 0,1-3-1351 0 0,-16-1 144 0 0,16 1-1211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07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158 124 2248 0 0,'0'0'1374'0'0,"3"-3"-119"0"0,11-13 10819 0 0,-16 11-11984 0 0,1 2-38 0 0,0 2-26 0 0,1 0 0 0 0,-1-1 0 0 0,1 1 0 0 0,-1 0 0 0 0,1-1 0 0 0,-1 1 0 0 0,1-1 0 0 0,0 1 0 0 0,-1-1 0 0 0,1 1 0 0 0,0-1 0 0 0,1-2 0 0 0,-3 3-19 0 0,1 0-1 0 0,-1-1 1 0 0,1 1 0 0 0,-1 0-1 0 0,1 0 1 0 0,-1 1 0 0 0,0-1-1 0 0,1 0 1 0 0,-1 0 0 0 0,-2 0-1 0 0,1-1-30 0 0,-2 1-92 0 0,-15-6 164 0 0,15 5-135 0 0,0 1-2 0 0,-15-6 260 0 0,15 5 48 0 0,-1 1-251 0 0,-14-5-148 0 0,15 4 152 0 0,0 1 39 0 0,-12-5-42 0 0,12 4 461 0 0,1 1-264 0 0,0-1-72 0 0,-14-6 896 0 0,19 8-972 0 0,1 0 0 0 0,-1-1-1 0 0,0 1 1 0 0,0-1 0 0 0,1 1-1 0 0,-1-1 1 0 0,0 0 0 0 0,0 1 0 0 0,0-1-1 0 0,1 0 1 0 0,-1 0 0 0 0,1-2-1 0 0,0 2 23 0 0,2-2 249 0 0,3 4-170 0 0,137 7-360 0 0,-10 4 236 0 0,-63-8-5 0 0,-64-4 135 0 0,-1 1-70 0 0,3 0-812 0 0,22 4 2004 0 0,-19-4-5183 0 0,-1-1-4487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08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88 1192 0 0,'0'0'4980'0'0,"1"-6"-3118"0"0,2-17-330 0 0,-2 17 2765 0 0,1 1-3681 0 0,6-12-142 0 0,-6 13 750 0 0,0 3-1215 0 0,-1 1 0 0 0,1-1 0 0 0,-1 0 1 0 0,0 1-1 0 0,1-1 0 0 0,-1 0 0 0 0,0 0 0 0 0,1 0 1 0 0,-1 0-1 0 0,0 0 0 0 0,0 0 0 0 0,2-2 1 0 0,-3 2 10 0 0,4-2 291 0 0,1 2-305 0 0,16-5 86 0 0,-16 5-103 0 0,1 1 72 0 0,20-1-61 0 0,-20 0-75 0 0,1 4 77 0 0,1 0 80 0 0,0 0-42 0 0,0 0 1 0 0,-1 1 0 0 0,1 0-1 0 0,-1 0 1 0 0,0 0 0 0 0,0 1-1 0 0,0 0 1 0 0,-1 0-1 0 0,1 1 1 0 0,-1 0 0 0 0,-1 0-1 0 0,1 0 1 0 0,4 8 0 0 0,-5-7-30 0 0,-2-1 1 0 0,1 1 0 0 0,-1 0 0 0 0,0 0 0 0 0,-1 0 0 0 0,0 1 0 0 0,0-1-1 0 0,0 0 1 0 0,-1 1 0 0 0,0-1 0 0 0,0 1 0 0 0,-1 0 0 0 0,0-1-1 0 0,-1 1 1 0 0,1-1 0 0 0,-4 12 0 0 0,-1-1-15 0 0,-2-1 1 0 0,0 0-1 0 0,-1 0 0 0 0,0-1 0 0 0,-2 0 1 0 0,-19 26-1 0 0,10-19 92 0 0,-1 0 0 0 0,-1-1 1 0 0,-34 27-1 0 0,33-29-50 0 0,19-17-125 0 0,0 0 64 0 0,-9 4-203 0 0,18-19-771 0 0,-5 10 980 0 0,-1 1-1 0 0,1-1 1 0 0,0 1 0 0 0,0 0-1 0 0,0-1 1 0 0,0 1 0 0 0,0 0 0 0 0,0-1-1 0 0,0 1 1 0 0,1 0 0 0 0,-1 0-1 0 0,0 0 1 0 0,3-1 0 0 0,17-14-383 0 0,172-124-1090 0 0,-67 53 1703 0 0,-107 73 82 0 0,0 0-1 0 0,-2-2 1 0 0,31-33-1 0 0,-45 46-203 0 0,-3 3-81 0 0,1 0 1 0 0,-1-1 0 0 0,1 1-1 0 0,-1 0 1 0 0,0 0 0 0 0,1 0-1 0 0,-1 0 1 0 0,1-1-1 0 0,-1 1 1 0 0,1 0 0 0 0,-1 0-1 0 0,0-1 1 0 0,1 1 0 0 0,-1 0-1 0 0,0-1 1 0 0,1 1-1 0 0,-1 0 1 0 0,0-1 0 0 0,1 1-1 0 0,-1-1 1 0 0,0 1 0 0 0,0-1-1 0 0,1 1 1 0 0,-1 0 0 0 0,0-1-1 0 0,0 1 1 0 0,0-2-1 0 0,0 2 15 0 0,1-1-1 0 0,-1 1 1 0 0,0-1-1 0 0,0 1 1 0 0,0-1-1 0 0,1 1 1 0 0,-1 0-1 0 0,0-1 0 0 0,0 1 1 0 0,1-1-1 0 0,-1 1 1 0 0,1-1-1 0 0,-1 1 1 0 0,0 0-1 0 0,1-1 1 0 0,-1 1-1 0 0,1 0 1 0 0,-1-1-1 0 0,0 1 0 0 0,1 0 1 0 0,-1 0-1 0 0,1 0 1 0 0,-1-1-1 0 0,1 1 1 0 0,0 0-1 0 0,0 0 15 0 0,-1-1 1 0 0,1 1-1 0 0,0 0 0 0 0,-1 0 0 0 0,1-1 0 0 0,-1 1 0 0 0,1-1 1 0 0,0 1-1 0 0,-1 0 0 0 0,1-1 0 0 0,-1 1 0 0 0,1-1 0 0 0,-1 1 1 0 0,1-1-1 0 0,-1 1 0 0 0,0-1 0 0 0,1 0 0 0 0,-1 1 0 0 0,0-1 1 0 0,1 0-1 0 0,-1 1 0 0 0,0-1 0 0 0,0 1 0 0 0,0-1 0 0 0,0 0 1 0 0,1 0-1 0 0,-1 1 0 0 0,0-1 0 0 0,0 0 0 0 0,0 1 1 0 0,-1-2-1 0 0,-7 4-7 0 0,-1 1 0 0 0,0 0 1 0 0,1 0-1 0 0,0 1 1 0 0,0 1-1 0 0,0-1 0 0 0,0 1 1 0 0,0 0-1 0 0,-7 8 1 0 0,-26 25 187 0 0,-42 49 1 0 0,70-72-28 0 0,1 0 0 0 0,1 1 0 0 0,0 1 0 0 0,1 0 0 0 0,1 0 0 0 0,-12 32 0 0 0,12-6 110 0 0,9-41-271 0 0,-1 0 0 0 0,1 0 0 0 0,-1 0 0 0 0,1 0 0 0 0,0 0 0 0 0,0 0 0 0 0,0 0 0 0 0,0 0 0 0 0,0 0 0 0 0,0 0 0 0 0,0 0 0 0 0,1 0 0 0 0,-1 0 0 0 0,2 4 0 0 0,1 0 38 0 0,2 7 104 0 0,3 0-73 0 0,1-1 1 0 0,0 0-1 0 0,1-1 1 0 0,0 0-1 0 0,1 0 1 0 0,17 13-1 0 0,135 70 373 0 0,-133-79-420 0 0,-26-12-12 0 0,33 20 134 0 0,-24-16-112 0 0,-10-5 132 0 0,1 0-211 0 0,13 6 66 0 0,-13-5-7 0 0,1-1-185 0 0,12 6-87 0 0,-12-6-325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08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31 1544 0 0,'0'0'5765'0'0,"0"-5"-4145"0"0,-3-15-85 0 0,3 15 4110 0 0,-6 7-5595 0 0,0 1 13 0 0,0 1-1 0 0,0 0 1 0 0,1 0 0 0 0,-1 0 0 0 0,1 1 0 0 0,0 0-1 0 0,0 0 1 0 0,1 0 0 0 0,-1 1 0 0 0,1-1-1 0 0,-5 11 1 0 0,-20 35 417 0 0,28-50-453 0 0,0 1 0 0 0,0-1 1 0 0,1 1-1 0 0,-1 0 0 0 0,0-1 0 0 0,1 1 0 0 0,-1-1 0 0 0,1 1 0 0 0,0 0 0 0 0,-1-1 1 0 0,1 1-1 0 0,0 0 0 0 0,0 3 0 0 0,0 0 57 0 0,0 0 154 0 0,-1 2 94 0 0,0 21-146 0 0,1-27-169 0 0,-1 1 0 0 0,1-1 0 0 0,0 1 1 0 0,0-1-1 0 0,0 0 0 0 0,0 1 0 0 0,1-1 1 0 0,-1 1-1 0 0,0-1 0 0 0,1 0 0 0 0,-1 1 1 0 0,0-1-1 0 0,1 0 0 0 0,0 1 0 0 0,-1-1 1 0 0,1 0-1 0 0,0 0 0 0 0,0 0 0 0 0,0 2 1 0 0,2 0 53 0 0,-1 1-2 0 0,0 0 0 0 0,0 0 0 0 0,1 0 0 0 0,0-1 0 0 0,0 1-1 0 0,0-1 1 0 0,0 1 0 0 0,0-1 0 0 0,0 0 0 0 0,7 4 0 0 0,-7-5-12 0 0,7 4-109 0 0,0 0 0 0 0,0-1 0 0 0,1-1 0 0 0,-1 1 0 0 0,1-2 0 0 0,18 5 1 0 0,-23-7-171 0 0,-1 1-844 0 0,2-2-1178 0 0,20 1-1808 0 0,-20-1 145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09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82 101 1848 0 0,'-1'-5'2766'0'0,"-5"-20"4877"0"0,8 19-6274 0 0,4-16-252 0 0,-5 17 2191 0 0,1 1-2657 0 0,7-12-131 0 0,-7 12 1190 0 0,-6 2-1607 0 0,-13-5 27 0 0,13 5 306 0 0,-2 2-410 0 0,-18 1 86 0 0,18 0 270 0 0,0-2-695 0 0,-18-1-327 0 0,19 1-240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09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410 0 628 0 0,'0'0'15167'0'0,"7"2"-14747"0"0,1 2-273 0 0,-1-1-1 0 0,0 1 1 0 0,1 0-1 0 0,-2 1 0 0 0,1 0 1 0 0,0 0-1 0 0,-1 0 0 0 0,0 1 1 0 0,0 0-1 0 0,-1 0 1 0 0,0 0-1 0 0,0 1 0 0 0,0 0 1 0 0,5 11-1 0 0,5 9 90 0 0,-1 0 0 0 0,-2 1 0 0 0,0 1 0 0 0,-2 0 0 0 0,-1 1 0 0 0,-2 0 0 0 0,-1 0 0 0 0,-1 0 0 0 0,-1 1 0 0 0,-2 0 0 0 0,-1-1 0 0 0,-7 61 0 0 0,1-49-125 0 0,-2-1 0 0 0,-2 1 0 0 0,-2-2 0 0 0,-1 1 1 0 0,-3-1-1 0 0,0-1 0 0 0,-3-1 0 0 0,-44 71 0 0 0,45-84-309 0 0,-2-2 0 0 0,0 0 1 0 0,-1-1-1 0 0,-2 0 0 0 0,0-2 0 0 0,-29 21 1 0 0,30-27-1135 0 0,-2 0 0 0 0,-41 20 0 0 0,45-26-882 0 0,-1-1 0 0 0,0-1-1 0 0,-38 8 1 0 0,2-9-2600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10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1 1424 0 0,'0'0'4081'0'0,"-5"0"-3132"0"0,-48 12 2271 0 0,51-12-3176 0 0,1 0 1 0 0,0 1 0 0 0,0-1 0 0 0,0 1 0 0 0,0-1 0 0 0,0 1 0 0 0,1 0 0 0 0,-1-1 0 0 0,0 1 0 0 0,0 0 0 0 0,0 0 0 0 0,0-1-1 0 0,1 1 1 0 0,-1 0 0 0 0,0 0 0 0 0,1 0 0 0 0,-1 0 0 0 0,1 0 0 0 0,-1 0 0 0 0,1 0 0 0 0,0 0 0 0 0,-1 2 0 0 0,0-1 94 0 0,-14 22 496 0 0,1 2 0 0 0,1 0 0 0 0,1 1 0 0 0,-16 52 0 0 0,-13 111 1367 0 0,33-132-1591 0 0,3 1 1 0 0,2-1 0 0 0,2 1-1 0 0,3 0 1 0 0,12 71 0 0 0,-1-57 27 0 0,3 0 0 0 0,4 0 0 0 0,47 114 0 0 0,-55-159-124 0 0,21 38 1 0 0,0-22 229 0 0,-29-40-545 0 0,0-1 40 0 0,12 8-23 0 0,-12-8-253 0 0,3-2-1102 0 0,6 0 959 0 0,36 3-10351 0 0,-43-4 5359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11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22 2736 0 0,'-24'-7'2487'0'0,"19"5"2731"0"0,1 0-3867 0 0,-12-7-206 0 0,12 7 3356 0 0,7 6-4497 0 0,8 13 120 0 0,-2-11-54 0 0,67 6 41 0 0,107 3 1 0 0,-86-8-1325 0 0,-78-6-112 0 0,5 0 421 0 0,-3-2-1338 0 0,3 0-942 0 0,-18 1 399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11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0 3172 0 0,'0'0'4825'0'0,"-3"3"-2997"0"0,-15 8 4321 0 0,15-8-5746 0 0,-12 8 71 0 0,12-8 1602 0 0,10-3-1868 0 0,168-9 194 0 0,-100 3-3387 0 0,1 3-5339 0 0,-40 2 3524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12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646 50 2396 0 0,'0'0'8876'0'0,"-3"-3"-8279"0"0,-9-9-142 0 0,9 8 224 0 0,0 1-469 0 0,-1 0-102 0 0,0 0 0 0 0,-1 0 0 0 0,1 0 0 0 0,-1 0 0 0 0,0 0 0 0 0,-5-1 0 0 0,6 2 318 0 0,-2 2 51 0 0,-15-2-259 0 0,16 2-149 0 0,-1-1 93 0 0,-66 0 841 0 0,53 4-835 0 0,0 1 0 0 0,1 0 0 0 0,-1 1 0 0 0,1 1 0 0 0,-24 12 0 0 0,-7 8-72 0 0,1 3 1 0 0,2 2 0 0 0,-58 49-1 0 0,96-72-16 0 0,0-1 0 0 0,1 2 0 0 0,-1-1 0 0 0,2 1 0 0 0,-1 0-1 0 0,1 1 1 0 0,1-1 0 0 0,-1 1 0 0 0,2 1 0 0 0,-1-1 0 0 0,1 0 0 0 0,-3 16-1 0 0,5-20-4 0 0,1-1-82 0 0,-1 2-33 0 0,-2 20 174 0 0,3-20-134 0 0,1-1 48 0 0,1 18 58 0 0,0-18 69 0 0,0 1-28 0 0,4 19-115 0 0,-4-19-123 0 0,1-1 31 0 0,2 1 82 0 0,-1 0 30 0 0,0 1 0 0 0,1-1 0 0 0,0 1 1 0 0,0-1-1 0 0,1 0 0 0 0,0-1 0 0 0,0 1 0 0 0,1-1 1 0 0,0 0-1 0 0,0 0 0 0 0,7 5 0 0 0,51 25-71 0 0,-59-34 49 0 0,-3 0-33 0 0,0-1-1 0 0,-1 0 1 0 0,1 0 0 0 0,0 0-1 0 0,0 0 1 0 0,0-1 0 0 0,0 1-1 0 0,0 0 1 0 0,0-1 0 0 0,0 1-1 0 0,0-1 1 0 0,3 0 0 0 0,0 1 14 0 0,28 7 275 0 0,-28-7-243 0 0,2 0-111 0 0,57 5 94 0 0,-59-6-10 0 0,2 0-102 0 0,21 0-16 0 0,-21 0 175 0 0,1 0 100 0 0,7 0-47 0 0,1-2-1 0 0,-1 0 1 0 0,0 0-1 0 0,0-1 0 0 0,0-1 1 0 0,26-10-1 0 0,-23 5-77 0 0,-14 7 108 0 0,1 0-30 0 0,16-8-30 0 0,-16 8-18 0 0,1-2-15 0 0,87-67-542 0 0,-90 68 569 0 0,1-1 110 0 0,10-13 12 0 0,-11 13-10 0 0,1-1-74 0 0,11-12-118 0 0,-11 13-35 0 0,-4 3 28 0 0,0 1-1 0 0,0-1 1 0 0,1 0 0 0 0,-1 1-1 0 0,0-1 1 0 0,0 1 0 0 0,0-1-1 0 0,1 0 1 0 0,-1 1 0 0 0,0-1 0 0 0,1 1-1 0 0,-1-1 1 0 0,0 1 0 0 0,1-1-1 0 0,-1 1 1 0 0,0-1 0 0 0,1 1-1 0 0,-1-1 1 0 0,1 1 0 0 0,-1 0-1 0 0,1-1 1 0 0,-1 1 0 0 0,1 0-1 0 0,0-1 1 0 0,0 1 0 0 0,0 0 5 0 0,-1-1 0 0 0,1 1 0 0 0,-1 0 0 0 0,1 0 0 0 0,-1-1 0 0 0,1 1-1 0 0,-1 0 1 0 0,1-1 0 0 0,-1 1 0 0 0,1-1 0 0 0,-1 1 0 0 0,1-1 0 0 0,-1 1 0 0 0,0-1 0 0 0,1 1 0 0 0,-1-1 0 0 0,0 1 0 0 0,1-1 0 0 0,-1 1 0 0 0,0-1 0 0 0,0 0 0 0 0,0 1 0 0 0,1-1 0 0 0,-1 1 0 0 0,0-2 0 0 0,0 1-12 0 0,0 0 1 0 0,0 1 0 0 0,0-1 0 0 0,0 0 0 0 0,0 0-1 0 0,0 0 1 0 0,1 1 0 0 0,-1-1 0 0 0,0 0-1 0 0,1 1 1 0 0,-1-1 0 0 0,0 0 0 0 0,1 0-1 0 0,-1 1 1 0 0,1-1 0 0 0,-1 1 0 0 0,1-1-1 0 0,0-1 1 0 0,11-14 89 0 0,12-31-87 0 0,-22 42-60 0 0,0 0 17 0 0,5-16 88 0 0,-5 15 268 0 0,-2 0-234 0 0,2-19-62 0 0,-2 19-111 0 0,1 0-68 0 0,2-17 135 0 0,-2 17-10 0 0,-2 0-1 0 0,-2-17 137 0 0,2 18 175 0 0,-1 0-204 0 0,1 0-6 0 0,0-1-97 0 0,-1 0 0 0 0,0 0 1 0 0,0 1-1 0 0,0-1 0 0 0,-1 0 0 0 0,1 1 0 0 0,-1 0 0 0 0,-1-1 0 0 0,1 1 0 0 0,-1 1 0 0 0,0-1 0 0 0,-6-6 0 0 0,-5 2 113 0 0,-1 0 0 0 0,-19-8-1 0 0,-15-8-155 0 0,46 22 35 0 0,0 1 21 0 0,-11-7-36 0 0,11 6-221 0 0,-1 2-4044 0 0,-14-3-242 0 0,15 3 154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32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88 128 0 0,'0'0'9544'0'0,"-6"0"-8510"0"0,-18-2-112 0 0,19 2 3857 0 0,5-5-4854 0 0,5-20 301 0 0,0 23-274 0 0,-2 0 26 0 0,16-5 60 0 0,-13 6 53 0 0,20-3-156 0 0,-19 3-12 0 0,1 0 151 0 0,40-4-236 0 0,40-3 309 0 0,192-9-138 0 0,-89 10-949 0 0,-177 7 913 0 0,40 1 36 0 0,6 3 317 0 0,-35-3-372 0 0,176 7 593 0 0,-163-6-632 0 0,52-3 0 0 0,-2-1 578 0 0,48 5-648 0 0,326 19 559 0 0,186 11-1162 0 0,-640-33 757 0 0,298 20 319 0 0,-35-1-128 0 0,-1 3-296 0 0,-121-8 95 0 0,199 29 400 0 0,47 4 184 0 0,518-32-951 0 0,-628-18 246 0 0,-171-2 560 0 0,-77 4-756 0 0,4 3 301 0 0,81 2 35 0 0,-53-4-149 0 0,-18 0 179 0 0,6-1-278 0 0,-4-3 460 0 0,62 9-279 0 0,163 28 0 0 0,-227-26 493 0 0,3-1-360 0 0,-3-1 37 0 0,244 20 89 0 0,-260-22-65 0 0,366 18 134 0 0,-387-21-263 0 0,113 8 175 0 0,-58-3-255 0 0,26 1 386 0 0,-12 2-276 0 0,-20-4 148 0 0,1-2 58 0 0,-6 1-18 0 0,-2 0 221 0 0,-2 1-536 0 0,261 17 592 0 0,-306-20-549 0 0,-2-1 34 0 0,70 1 420 0 0,-69-1-376 0 0,-1-1 112 0 0,63-2 9 0 0,-64 3-65 0 0,0 0-129 0 0,90-4 698 0 0,-90 4-316 0 0,-1-1-450 0 0,5 1 1783 0 0,-2 1-6187 0 0,-20 9-5409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34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429 494 1528 0 0,'0'0'2872'0'0,"1"-5"-1707"0"0,1 1-404 0 0,3-6-788 0 0,-4 1 10692 0 0,-2 7-10670 0 0,0 1 0 0 0,0-1 1 0 0,0 1-1 0 0,0 0 0 0 0,0-1 1 0 0,0 1-1 0 0,0 0 0 0 0,-1 0 1 0 0,1 0-1 0 0,-3-2 0 0 0,1 0 381 0 0,-1 1-237 0 0,-15-4 6 0 0,14 4 247 0 0,-1 1-746 0 0,-16-1 95 0 0,16 1 540 0 0,1 1-183 0 0,-52-2-59 0 0,50 2-356 0 0,2 0-5 0 0,-50 5 700 0 0,50-4-604 0 0,-1 0 268 0 0,-18 2 21 0 0,18-2 194 0 0,1 0-107 0 0,-47 8-355 0 0,47-8 461 0 0,0 1-443 0 0,-38 20 327 0 0,40-20-340 0 0,2-2 193 0 0,0 0 0 0 0,1 0 1 0 0,-1 0-1 0 0,1 0 0 0 0,-1 1 1 0 0,1-1-1 0 0,-1 0 0 0 0,1 0 1 0 0,-1 1-1 0 0,1-1 0 0 0,-1 0 1 0 0,1 1-1 0 0,-1-1 0 0 0,1 0 1 0 0,-1 1-1 0 0,1-1 0 0 0,0 1 1 0 0,-1-1-1 0 0,1 0 0 0 0,0 1 1 0 0,-1-1-1 0 0,1 1 1 0 0,0-1-1 0 0,0 1 0 0 0,-1 0 1 0 0,1 0-1 0 0,0-1 0 0 0,0 1 1 0 0,-1-1-1 0 0,1 1 1 0 0,0 0-1 0 0,0-1 1 0 0,-1 1-1 0 0,1-1 1 0 0,0 0-1 0 0,-1 1 1 0 0,1-1-1 0 0,0 1 1 0 0,-1-1-1 0 0,1 1 1 0 0,-1-1-1 0 0,1 0 1 0 0,0 1-1 0 0,-1-1 1 0 0,1 0-1 0 0,-1 1 1 0 0,1-1-1 0 0,-1 0 1 0 0,0 0-1 0 0,1 0 1 0 0,-1 1-1 0 0,1-1 1 0 0,-2 0-1 0 0,0 4-217 0 0,-10 12 196 0 0,9-12 268 0 0,0 0-52 0 0,-7 15-178 0 0,7-14-246 0 0,1-1 208 0 0,-13 49-320 0 0,15-46 444 0 0,1-2-114 0 0,1 3 49 0 0,0 0 0 0 0,1 0 1 0 0,0 0-1 0 0,1-1 0 0 0,-1 1 1 0 0,1-1-1 0 0,1 0 0 0 0,7 10 1 0 0,-1-4 107 0 0,0-1 1 0 0,1-1 0 0 0,1 0 0 0 0,22 15-1 0 0,-25-19-67 0 0,0 0 0 0 0,0-1 0 0 0,1 0-1 0 0,0-1 1 0 0,0 0 0 0 0,0 0 0 0 0,0-2 0 0 0,1 1-1 0 0,0-1 1 0 0,-1-1 0 0 0,16 1 0 0 0,12 1 114 0 0,-24-4-139 0 0,5-4 156 0 0,46-13 307 0 0,-47 11-292 0 0,1-4-117 0 0,-8 1-3 0 0,-8 7-93 0 0,3-2 12 0 0,-1 0 0 0 0,0-1 0 0 0,0 0 0 0 0,0 0 0 0 0,0 0 0 0 0,-1 0 0 0 0,0-1 0 0 0,0 0 0 0 0,0 0 0 0 0,6-13 0 0 0,11-37-91 0 0,-20 50 75 0 0,0 0 0 0 0,-1-1 0 0 0,0 1 0 0 0,0-1 0 0 0,0 0 0 0 0,-1 1 0 0 0,0-1 0 0 0,-1-12 0 0 0,0 12-36 0 0,-1-10 39 0 0,0 0 1 0 0,-1 0 0 0 0,-1 0 0 0 0,-1 1 0 0 0,0-1-1 0 0,-1 1 1 0 0,-1 0 0 0 0,-16-29 0 0 0,6 16-44 0 0,-2 1 0 0 0,0 0 0 0 0,-2 2 0 0 0,0 0 0 0 0,-2 1 0 0 0,-39-32 0 0 0,-5 3 12 0 0,-93-58-1 0 0,157 109-228 0 0,-2 1 18 0 0,3 1-388 0 0,-7-6 1265 0 0,0 5-9066 0 0,5 4 4877 0 0,-19 10-470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7:35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36 249 948 0 0,'0'0'2396'0'0,"-4"-4"-431"0"0,-14-15 5186 0 0,18 18-7094 0 0,0 1-1 0 0,0-1 1 0 0,0 1-1 0 0,0-1 1 0 0,0 1-1 0 0,0-1 1 0 0,0 0-1 0 0,0 1 1 0 0,0-1-1 0 0,-1 1 1 0 0,1-1-1 0 0,0 1 1 0 0,0-1-1 0 0,-1 1 1 0 0,1-1-1 0 0,0 1 1 0 0,-1-1-1 0 0,1 1 1 0 0,0 0-1 0 0,-1-1 1 0 0,1 1 0 0 0,-1 0-1 0 0,1-1 1 0 0,-1 1-1 0 0,0-1 6 0 0,1 1 0 0 0,-1-1-1 0 0,0 1 1 0 0,1-1 0 0 0,-1 0 0 0 0,1 1-1 0 0,-1-1 1 0 0,1 1 0 0 0,0-1 0 0 0,-1 0-1 0 0,1 0 1 0 0,-1 1 0 0 0,1-1 0 0 0,0 0 0 0 0,0 1-1 0 0,0-1 1 0 0,-1 0 0 0 0,1 0 0 0 0,0 0-1 0 0,0 1 1 0 0,0-1 0 0 0,0 0 0 0 0,0 0-1 0 0,0 1 1 0 0,0-1 0 0 0,0 0 0 0 0,1 0 0 0 0,-1 0-1 0 0,0 0 1 0 0,4-25 63 0 0,-3 20 489 0 0,0 0-358 0 0,2-4-30 0 0,1-1-1 0 0,0 1 1 0 0,6-12 0 0 0,-8 17-411 0 0,3 2 20 0 0,38-27 36 0 0,-39 27-38 0 0,2 1 143 0 0,18-7 281 0 0,-18 7 17 0 0,-1 1-73 0 0,18-4-150 0 0,-18 4-135 0 0,1 3 19 0 0,-6-2 75 0 0,7 2-70 0 0,0 0 0 0 0,-1 0 1 0 0,1 0-1 0 0,-1 1 0 0 0,0 0 0 0 0,0 0 1 0 0,0 1-1 0 0,0 0 0 0 0,0 0 0 0 0,-1 0 0 0 0,0 1 1 0 0,9 8-1 0 0,21 47 299 0 0,-32-54-323 0 0,-2-4 62 0 0,0-1 0 0 0,1 1-1 0 0,-1 0 1 0 0,-1 0 0 0 0,1 0-1 0 0,0 0 1 0 0,0 1 0 0 0,-1-1 0 0 0,1 0-1 0 0,-1 3 1 0 0,3 13 60 0 0,0 5-195 0 0,-2-17 126 0 0,0 2 57 0 0,1 26-177 0 0,-1-25 15 0 0,-2-4-27 0 0,-1 19 238 0 0,1-18 107 0 0,1-1-72 0 0,-1 18 81 0 0,0-18 440 0 0,-3-8-510 0 0,-11-11-6 0 0,11 11-262 0 0,3-22-155 0 0,0 16 365 0 0,0-1 0 0 0,1 0 0 0 0,0 1 0 0 0,1-1 0 0 0,0 1 0 0 0,1-1-1 0 0,3-12 1 0 0,23-39-206 0 0,-16 40 359 0 0,0 4-188 0 0,-2 3-164 0 0,4-1 137 0 0,0 0 1 0 0,1 1-1 0 0,30-23 0 0 0,-41 35-198 0 0,2-1 320 0 0,18-5-6 0 0,-18 6-180 0 0,-1 1-123 0 0,1 1 199 0 0,-1 0 1 0 0,1 1-1 0 0,0-1 1 0 0,-1 1-1 0 0,1 0 1 0 0,-1 0 0 0 0,1 1-1 0 0,-1-1 1 0 0,0 1-1 0 0,0 1 1 0 0,1-1-1 0 0,-1 1 1 0 0,7 5 0 0 0,-4 0-38 0 0,0 0 1 0 0,-1 1 0 0 0,-1 0 0 0 0,1 0-1 0 0,-1 0 1 0 0,-1 1 0 0 0,0 0 0 0 0,0 0 0 0 0,-1 0-1 0 0,0 1 1 0 0,2 14 0 0 0,-4-20-45 0 0,2 30 226 0 0,-3-28-209 0 0,-1 0 108 0 0,0 22 26 0 0,0-22-57 0 0,-1-2-134 0 0,-1 19 2 0 0,1-18 223 0 0,0-2-40 0 0,-5 14 23 0 0,5-13-10 0 0,2-13-85 0 0,3-7 27 0 0,1 1 1 0 0,0 0-1 0 0,1 0 0 0 0,1 0 1 0 0,0 1-1 0 0,12-17 1 0 0,13-14-162 0 0,76-76 0 0 0,-85 103 411 0 0,-19 14-297 0 0,1 3 86 0 0,22-4 25 0 0,-25 4-101 0 0,0 0 1 0 0,0 1-1 0 0,0-1 0 0 0,0 1 0 0 0,0-1 0 0 0,0 1 1 0 0,0 0-1 0 0,-1 0 0 0 0,1 0 0 0 0,0 0 0 0 0,0 0 0 0 0,1 2 1 0 0,2 0-36 0 0,-3-2 35 0 0,0-1-1 0 0,0 1 1 0 0,0 1-1 0 0,0-1 1 0 0,0 0-1 0 0,0 0 0 0 0,0 1 1 0 0,-1-1-1 0 0,1 1 1 0 0,0 0-1 0 0,-1-1 1 0 0,1 1-1 0 0,-1 0 1 0 0,0 0-1 0 0,2 2 0 0 0,2 3 29 0 0,10 15 8 0 0,0 0 0 0 0,-2 1-1 0 0,0 0 1 0 0,15 40-1 0 0,-15-32 161 0 0,10 28-309 0 0,2-2 585 0 0,-22-53-294 0 0,-1 1-49 0 0,-1-5-390 0 0,14 25 158 0 0,-5-17-3242 0 0,4-3-4117 0 0,21-3 3170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17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334 504 1636 0 0,'1'-5'1691'0'0,"5"-20"9001"0"0,-5 20-10486 0 0,3-16 12 0 0,-3 16 1116 0 0,-4 1-1190 0 0,1 3-175 0 0,1 0 1 0 0,0 0-1 0 0,0 0 0 0 0,0 0 1 0 0,-1-1-1 0 0,1 1 1 0 0,0 0-1 0 0,0-1 0 0 0,1 1 1 0 0,-3-3-1 0 0,-2 5 52 0 0,-15 2 88 0 0,15-2-171 0 0,0 0-137 0 0,-16 3 47 0 0,15-3 166 0 0,1 0-80 0 0,-15 4 100 0 0,15-3 87 0 0,0-1-319 0 0,-15 3 131 0 0,15-3 11 0 0,0 0-31 0 0,-42 13 180 0 0,42-12-56 0 0,1 0-213 0 0,-15 5 286 0 0,14-5 569 0 0,1 1-548 0 0,-13 8-248 0 0,13-8-73 0 0,0 0-169 0 0,-33 30 426 0 0,34-29 4 0 0,-1-1-39 0 0,-8 13-71 0 0,9-13 61 0 0,0 2-271 0 0,-9 14 250 0 0,9-15 459 0 0,1 1-782 0 0,-5 17 330 0 0,5-17 76 0 0,1 0-80 0 0,-3 17 124 0 0,4-16-100 0 0,0 0 76 0 0,0 18-32 0 0,0-18 66 0 0,1-1-139 0 0,3 17 16 0 0,-2-16 85 0 0,-1-2-376 0 0,7 14 142 0 0,-6-13 33 0 0,0 0 176 0 0,6 15 87 0 0,-6-14 96 0 0,1-3-183 0 0,12 13-174 0 0,-12-13 16 0 0,0 1 207 0 0,8 12 6 0 0,-9-12-87 0 0,1 0-165 0 0,7 6 285 0 0,0-1 0 0 0,22 17 0 0 0,-28-24-119 0 0,0 1-57 0 0,12 5-5 0 0,-12-6 35 0 0,1 0-77 0 0,15 3 61 0 0,-15-4 234 0 0,0 0-297 0 0,16 3-3 0 0,-16-3 359 0 0,2 0-214 0 0,21 1-29 0 0,-21-1 205 0 0,0-2-306 0 0,17-3 33 0 0,-18 3 87 0 0,-1 0 43 0 0,14-4-102 0 0,-15 4-32 0 0,1 0 129 0 0,16-2 24 0 0,-16 2-10 0 0,0-1-40 0 0,13-6-48 0 0,-13 5-122 0 0,0 1 102 0 0,47-19 143 0 0,-47 18-5 0 0,-1 1-121 0 0,-4 1-29 0 0,11-7 67 0 0,0-1 0 0 0,-1-1 0 0 0,-1 0 0 0 0,1 0 0 0 0,-2-1 0 0 0,1 0 0 0 0,9-18 0 0 0,-16 26-165 0 0,1-3 103 0 0,7-16 98 0 0,-7 17-129 0 0,-2 0 18 0 0,16-86-174 0 0,-17 85 414 0 0,1 1-52 0 0,2-16-44 0 0,-2 16-62 0 0,-1 0-103 0 0,-8-87 230 0 0,7 87-172 0 0,-4-25 322 0 0,3 22-326 0 0,1 1 2 0 0,0-1 60 0 0,-4-20-100 0 0,4 21 94 0 0,-1 0 49 0 0,-2-9-104 0 0,-1 0 0 0 0,0-1 0 0 0,-1 2 0 0 0,-16-29 0 0 0,20 40 56 0 0,-2-1 42 0 0,2 1-120 0 0,-5-8 28 0 0,-1 0 1 0 0,0 1-1 0 0,-1 0 1 0 0,-11-12-1 0 0,-13-6 49 0 0,-1 1 0 0 0,-46-27 0 0 0,53 39-8 0 0,23 13-226 0 0,-2 0-20 0 0,-18-8 146 0 0,18 8 102 0 0,0 0-21 0 0,-17-8-29 0 0,17 8-79 0 0,1 1-39 0 0,-38-18-30 0 0,39 18 154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19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0 712 0 0,'0'0'11423'0'0,"-1"5"-10650"0"0,-5 13-276 0 0,4-13 3577 0 0,5-1-3953 0 0,-2-4-115 0 0,0 1-6 0 0,0 0-1 0 0,0 0 1 0 0,0 0 0 0 0,0 0-1 0 0,0 0 1 0 0,0 0-1 0 0,0 1 1 0 0,0-1-1 0 0,0 0 1 0 0,-1 1-1 0 0,1-1 1 0 0,0 2-1 0 0,5-3 140 0 0,51 1 284 0 0,132-4-453 0 0,95-3 254 0 0,-172 0-2631 0 0,-106 6 918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20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 2300 0 0,'0'0'6758'0'0,"-4"1"-5500"0"0,-15 5-266 0 0,15-4 1481 0 0,-13 11-2079 0 0,14-10-221 0 0,4 2-72 0 0,5 17 189 0 0,-5-16-163 0 0,3-4 70 0 0,71 44-440 0 0,154 68 0 0 0,-215-108 245 0 0,45 18-70 0 0,-53-21 83 0 0,-2-1 27 0 0,11 5-84 0 0,-11-5 16 0 0,0 0 47 0 0,14 8 39 0 0,-14-8-42 0 0,0 1-17 0 0,12 7 62 0 0,-13-7-54 0 0,-3-2-51 0 0,0-1 43 0 0,0 1 0 0 0,1-1 0 0 0,-1 1 0 0 0,0-1 0 0 0,0 1 0 0 0,0-1 0 0 0,0 1 0 0 0,1 0 0 0 0,-1-1 0 0 0,0 0 0 0 0,0 1 1 0 0,1-1-1 0 0,-1 1 0 0 0,0-1 0 0 0,1 1 0 0 0,-1-1 0 0 0,1 1 0 0 0,-1-1 0 0 0,1 0 0 0 0,-1 1 0 0 0,0-1 0 0 0,1 0 0 0 0,0 1 0 0 0,0-1-7 0 0,-1 0 0 0 0,1 1 0 0 0,-1-1 0 0 0,1 0-1 0 0,-1 1 1 0 0,1-1 0 0 0,-1 0 0 0 0,1 1 0 0 0,-1-1-1 0 0,0 0 1 0 0,1 1 0 0 0,-1-1 0 0 0,0 1 0 0 0,1-1 0 0 0,-1 1-1 0 0,0-1 1 0 0,0 1 0 0 0,1-1 0 0 0,-1 1 0 0 0,0-1-1 0 0,0 1 1 0 0,0-1 0 0 0,0 1 0 0 0,0 1 0 0 0,-1 4 86 0 0,0 1-1 0 0,-1-1 1 0 0,0 1 0 0 0,0-1 0 0 0,-1 0 0 0 0,0 0 0 0 0,0 0 0 0 0,0 0 0 0 0,-1 0 0 0 0,0-1 0 0 0,-8 10-1 0 0,-17 15-373 0 0,-1-2 0 0 0,-34 25-1 0 0,22-19 400 0 0,38-31 25 0 0,3-1-111 0 0,0-1 1 0 0,0 1-1 0 0,0-1 0 0 0,0 1 1 0 0,-1-1-1 0 0,1 1 1 0 0,0-1-1 0 0,-1 0 1 0 0,1 0-1 0 0,-1 0 1 0 0,-1 2-1 0 0,-2 0 52 0 0,1 1 170 0 0,3-2-246 0 0,0-1 0 0 0,0 0 0 0 0,0 1 0 0 0,0-1 0 0 0,0 0 0 0 0,0 1 0 0 0,0-1-1 0 0,0 0 1 0 0,-1 0 0 0 0,1 0 0 0 0,0 0 0 0 0,-3 2 0 0 0,1-2-12 0 0,0 3 25 0 0,-1-1 182 0 0,-36 32-918 0 0,36-31 963 0 0,3-3-230 0 0,0 1 0 0 0,0 0 0 0 0,0-1 0 0 0,0 1 0 0 0,-1-1 0 0 0,1 0 0 0 0,0 1 0 0 0,-1-1 0 0 0,1 0 0 0 0,-3 1 0 0 0,1 2-19 0 0,-14 9-399 0 0,14-10 272 0 0,3-2 145 0 0,-1 0 1 0 0,1 0 0 0 0,0 0 0 0 0,-1 0 0 0 0,1 0 0 0 0,-1 0 0 0 0,0 0-1 0 0,1 0 1 0 0,-1-1 0 0 0,0 1 0 0 0,1 0 0 0 0,-1 0 0 0 0,0 0-1 0 0,0-1 1 0 0,0 1 0 0 0,-1 0 0 0 0,-7 8-490 0 0,-4 3 360 0 0,9-8 29 0 0,1-1 348 0 0,2-2-3 0 0,-1 0-1 0 0,1 0 1 0 0,-1 0 0 0 0,1 1 0 0 0,-1-1 0 0 0,1 1 0 0 0,0-1 0 0 0,0 1 0 0 0,-2 3 0 0 0,18 13 424 0 0,5-20-688 0 0,-1-1 0 0 0,0-1-1 0 0,0-1 1 0 0,20-8 0 0 0,36-9-131 0 0,-13 7 33 0 0,29-4 425 0 0,-86 18-235 0 0,1 0 22 0 0,16-2-47 0 0,-16 3-103 0 0,-1-1 14 0 0,18-1 164 0 0,-18 2-35 0 0,1-2-47 0 0,17-2 12 0 0,-17 2-120 0 0,-1 2 9 0 0,16-4-31 0 0,-16 3-186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21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537 0 2688 0 0,'0'0'5491'0'0,"-4"3"-4619"0"0,-1 0-293 0 0,-1-1 0 0 0,0 1 0 0 0,1-1-1 0 0,-1 0 1 0 0,-11 2 0 0 0,11-3-417 0 0,2 2-110 0 0,-32 24 63 0 0,34-24 5 0 0,-3 2-49 0 0,0 1 25 0 0,-17 17 204 0 0,2 1-1 0 0,0 1 1 0 0,2 0 0 0 0,-16 30 0 0 0,-21 61 475 0 0,-62 187 1 0 0,-2 133 43 0 0,111-402-610 0 0,2 0 0 0 0,1 1 0 0 0,2-1 0 0 0,1 1 0 0 0,3 41 0 0 0,0-61-93 0 0,1-1 0 0 0,0 0 0 0 0,1-1 0 0 0,1 1 0 0 0,0 0 0 0 0,1-1 0 0 0,1 0 0 0 0,0 0 0 0 0,0-1 0 0 0,1 1 0 0 0,1-2 0 0 0,0 1 0 0 0,1-1 0 0 0,0 0 0 0 0,15 14 0 0 0,-1-6 40 0 0,0-1 0 0 0,1-1 0 0 0,48 24 0 0 0,80 29 151 0 0,-103-50-73 0 0,-44-18-196 0 0,0 0 43 0 0,15 6-37 0 0,-15-5 65 0 0,0-2-43 0 0,15 7 13 0 0,-15-6-97 0 0,-1 0 86 0 0,12 6-18 0 0,-11-6 7 0 0,-1 1-10 0 0,1-1-724 0 0,0-1 1 0 0,0 1-1 0 0,1-1 0 0 0,-1 0 1 0 0,0 0-1 0 0,1-1 1 0 0,8 1-1 0 0,-7-2-3556 0 0,-3-2 188 0 0,15-13-741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23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64 316 1800 0 0,'0'0'3869'0'0,"0"-6"-2917"0"0,-3-17-126 0 0,3 17 3153 0 0,1 1-3339 0 0,2-16-428 0 0,-2 16 1294 0 0,1 1-1343 0 0,0-2-20 0 0,1 0 1 0 0,0 0 0 0 0,1 0 0 0 0,6-8 0 0 0,-7 11-49 0 0,1 6 119 0 0,12 9-190 0 0,-12-9-95 0 0,0 1 64 0 0,50 45 391 0 0,-51-46-166 0 0,2 1 9 0 0,15 9-58 0 0,-15-9-243 0 0,0-1-2 0 0,0 1 89 0 0,1 0 1 0 0,1-1 0 0 0,-1 0-1 0 0,0 0 1 0 0,1 0-1 0 0,0-1 1 0 0,9 3-1 0 0,4-3 126 0 0,-17-1-144 0 0,0-1 0 0 0,0 1 1 0 0,0-1-1 0 0,0 0 0 0 0,0 0 0 0 0,0 0 0 0 0,0 0 0 0 0,0-1 0 0 0,2 0 0 0 0,62-15 176 0 0,-53 12-211 0 0,-1 0 0 0 0,1-1 0 0 0,-1-1-1 0 0,0-1 1 0 0,0 1 0 0 0,-1-2 0 0 0,1 0-1 0 0,-2 0 1 0 0,1-1 0 0 0,-1-1 0 0 0,-1 0 0 0 0,16-19-1 0 0,-13 10-50 0 0,-3 0 249 0 0,31-51-99 0 0,-39 66 1 0 0,0-1-36 0 0,5-14 61 0 0,-5 14 195 0 0,-1 1-167 0 0,5-14-14 0 0,-4 14 187 0 0,-3-1-336 0 0,-2-17 194 0 0,3 16-108 0 0,-2 6-375 0 0,0-1 350 0 0,1 1 0 0 0,-1 0 0 0 0,0 0 0 0 0,0 0 0 0 0,1 0 0 0 0,-1 0 0 0 0,0 0 1 0 0,0 1-1 0 0,1-1 0 0 0,-1 0 0 0 0,-3 2 0 0 0,3-1 22 0 0,-4-1 166 0 0,2 3-331 0 0,-2 1 129 0 0,0 0-1 0 0,0 0 1 0 0,1 0-1 0 0,-1 1 1 0 0,1 0-1 0 0,0 1 1 0 0,-5 6-1 0 0,4-3 78 0 0,1 0-1 0 0,1 0 1 0 0,0 0-1 0 0,0 1 0 0 0,1-1 1 0 0,-3 11-1 0 0,-7 57 124 0 0,11-37-77 0 0,4 67 1 0 0,1 1 226 0 0,-8-23-325 0 0,-16 189 71 0 0,19-261 14 0 0,-2 6 18 0 0,-3-1 15 0 0,-20 42-162 0 0,20-47 197 0 0,-5 6-99 0 0,0-8 59 0 0,7-5-67 0 0,-1-1 1 0 0,1 0-1 0 0,-2 0 0 0 0,1 0 0 0 0,0-1 0 0 0,-1 0 0 0 0,0 0 0 0 0,0-1 0 0 0,0 0 0 0 0,-13 4 0 0 0,-42-5 349 0 0,39-5-316 0 0,0 0-1 0 0,0-2 0 0 0,0-1 0 0 0,-29-11 0 0 0,-27-16 261 0 0,74 31-320 0 0,0-1-13 0 0,-15-9-197 0 0,15 9-436 0 0,-11-10-1572 0 0,13 10-138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23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1012 0 0,'0'0'12789'0'0,"-4"2"-12419"0"0,-13 4-196 0 0,13-5-76 0 0,4 0-88 0 0,0 0-1 0 0,0-1 1 0 0,0 1 0 0 0,0 0 0 0 0,0-1 0 0 0,0 1 0 0 0,0 0-1 0 0,0-1 1 0 0,-1 1 0 0 0,1-1 0 0 0,0 1 0 0 0,0 0 0 0 0,-1-1 0 0 0,1 1-1 0 0,0-1 1 0 0,-1 1 0 0 0,1 0 0 0 0,-1-1 0 0 0,0 1 0 0 0,-9 16 281 0 0,4 0-107 0 0,4-13 72 0 0,0 2-99 0 0,-6 19-114 0 0,6-19-7 0 0,1 1 116 0 0,-2 19 55 0 0,2-19-107 0 0,1 0 90 0 0,11 48 566 0 0,-10-51-638 0 0,3 0-3 0 0,13 8 59 0 0,-13-8-202 0 0,3-3-371 0 0,6 3 629 0 0,37 9-7824 0 0,-44-12 4581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24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12 2688 0 0,'0'0'13755'0'0,"-4"-2"-13256"0"0,-15-6-227 0 0,14 6 122 0 0,-46 25 103 0 0,47-21-984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24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0 924 0 0,'0'0'2565'0'0,"-4"3"-581"0"0,-10 8-478 0 0,10-8 1964 0 0,1 0-2725 0 0,-27 28 3741 0 0,27-27-1543 0 0,41-2-2509 0 0,-31-2-255 0 0,44-3 30 0 0,19 2-31 0 0,-12 1 4 0 0,10-1-182 0 0,-62 1-215 0 0,2 0 129 0 0,63 1 655 0 0,-65-1-314 0 0,28 0-178 0 0,-27 0-21 0 0,-1 0-2071 0 0,-1-1 1248 0 0,7-1 132 0 0,-1 4-8277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25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 2452 0 0,'0'0'6334'0'0,"1"-5"-5128"0"0,20-36 2708 0 0,-19 37-3588 0 0,0 3-301 0 0,-1-1 0 0 0,1 1-1 0 0,0 0 1 0 0,0 0 0 0 0,0-1 0 0 0,0 1 0 0 0,0 1-1 0 0,1-1 1 0 0,-1 0 0 0 0,3 0 0 0 0,22 5 179 0 0,-22-3 13 0 0,-1 2-179 0 0,0 2-10 0 0,0 0 0 0 0,-1 0 1 0 0,1 1-1 0 0,-1-1 0 0 0,0 1 0 0 0,0 0 1 0 0,-1 0-1 0 0,0 0 0 0 0,0 0 0 0 0,0 0 1 0 0,1 10-1 0 0,2 44 500 0 0,-5-45-373 0 0,-1 4-49 0 0,-3 1 10 0 0,-26 114 363 0 0,28-129-624 0 0,2-2 115 0 0,0-1-1 0 0,0 1 1 0 0,0-1-1 0 0,0 1 1 0 0,0-1-1 0 0,-1 1 1 0 0,0-1-1 0 0,1 1 1 0 0,-1-1-1 0 0,-1 4 1 0 0,-5 24-2099 0 0,9-37 1984 0 0,1 0-1 0 0,1 0 1 0 0,0 0-1 0 0,0 1 1 0 0,4-7-1 0 0,8-21 445 0 0,1 1 0 0 0,2 1-1 0 0,1 1 1 0 0,1 0 0 0 0,43-45-1 0 0,-43 55-283 0 0,-10 9 173 0 0,0 1 0 0 0,1 0 0 0 0,20-13-1 0 0,-29 21-130 0 0,2 2-25 0 0,14-6-25 0 0,-14 6 246 0 0,1 2-306 0 0,18 5 19 0 0,-19-5-43 0 0,0 3-10 0 0,1 3 130 0 0,1-1 0 0 0,-2 1 0 0 0,1 0 0 0 0,-1 1 0 0 0,0-1 0 0 0,0 1 1 0 0,-1 0-1 0 0,6 17 0 0 0,2 36 78 0 0,-11-55-97 0 0,-1 2 7 0 0,2 40-236 0 0,-4-18 296 0 0,2-23 56 0 0,0 1-162 0 0,-6 52 250 0 0,5-55 139 0 0,-2-8-691 0 0,2 0 262 0 0,-11-11-201 0 0,13 8 310 0 0,3-7-56 0 0,0 0 0 0 0,1 0 0 0 0,0 0 0 0 0,1 0 0 0 0,10-16 0 0 0,11-9 157 0 0,2 2 0 0 0,2 0-1 0 0,57-50 1 0 0,-44 48-114 0 0,-40 35 68 0 0,1 2-18 0 0,-1 0-87 0 0,0 0 0 0 0,1 1 0 0 0,-1 0 1 0 0,0-1-1 0 0,1 2 0 0 0,-1-1 1 0 0,0 0-1 0 0,7 2 0 0 0,-6-1-112 0 0,-2 4 10 0 0,5 8 172 0 0,-1 0-1 0 0,0 0 1 0 0,-1 1-1 0 0,8 24 1 0 0,-3 20 310 0 0,5 78 0 0 0,-8-53 143 0 0,-8-76-413 0 0,2 12 334 0 0,1 0-4459 0 0,1-10-1510 0 0,6 2 4174 0 0,-9-11 568 0 0,2 4-3518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27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1 270 2160 0 0,'0'0'8789'0'0,"0"-6"-8326"0"0,2-23 209 0 0,0 25-642 0 0,1 0 0 0 0,0 1 0 0 0,0-1 0 0 0,0 0-1 0 0,1 1 1 0 0,-1 0 0 0 0,1 0 0 0 0,4-3-1 0 0,37-27 627 0 0,-42 31-610 0 0,2 0 27 0 0,15-7-3 0 0,-15 7-20 0 0,1 2-175 0 0,19 2 81 0 0,-19-2-85 0 0,-2 4 70 0 0,10 10 94 0 0,-10-10 205 0 0,-3 0 86 0 0,5 14-155 0 0,-5-13 70 0 0,0 0-88 0 0,-2 12 1 0 0,-1-1 0 0 0,0 0 0 0 0,-1 0 0 0 0,-7 21 0 0 0,3-20-99 0 0,0 0-1 0 0,-11 17 1 0 0,1-3-233 0 0,-21 41 649 0 0,36-68-403 0 0,-9 14-176 0 0,8-14 312 0 0,5-9-228 0 0,11-22-4 0 0,0 1-1 0 0,2 1 0 0 0,28-37 0 0 0,4-7-22 0 0,33-44-383 0 0,-21 8 988 0 0,-57 101-464 0 0,0 0-63 0 0,7-13-94 0 0,-7 12 72 0 0,1 1-50 0 0,7-12 36 0 0,-7 12-26 0 0,-1 1-63 0 0,8-12 128 0 0,-8 11 43 0 0,-7 5-311 0 0,-16 2 301 0 0,20-3-62 0 0,0 0-1 0 0,0 0 0 0 0,0 1 0 0 0,0-1 0 0 0,0 0 0 0 0,0 1 0 0 0,0-1 0 0 0,0 1 1 0 0,1-1-1 0 0,-1 1 0 0 0,0-1 0 0 0,0 1 0 0 0,1-1 0 0 0,-1 1 0 0 0,0 0 0 0 0,1 0 1 0 0,-1-1-1 0 0,0 1 0 0 0,1 0 0 0 0,-1 0 0 0 0,1 0 0 0 0,-1 0 0 0 0,0 1 1 0 0,1-1 9 0 0,-20 26 123 0 0,0 1-1 0 0,2 0 1 0 0,-19 41-1 0 0,25-46-198 0 0,6-12 23 0 0,4-8 39 0 0,1 0 0 0 0,-1 0 0 0 0,1 0 1 0 0,0-1-1 0 0,0 1 0 0 0,0 0 0 0 0,0 0 0 0 0,0 6 1 0 0,-3 12 68 0 0,1-8-29 0 0,0-3 67 0 0,0 0 0 0 0,1 0 0 0 0,1 0 1 0 0,0 0-1 0 0,0 0 0 0 0,1 0 0 0 0,0 0 0 0 0,0 0 0 0 0,1 0 1 0 0,1 0-1 0 0,3 14 0 0 0,-3-19-79 0 0,0 0 1 0 0,1 0-1 0 0,0 0 1 0 0,0 0-1 0 0,0 0 0 0 0,0-1 1 0 0,1 1-1 0 0,-1-1 1 0 0,1 0-1 0 0,8 6 1 0 0,-2-3 11 0 0,1 0 0 0 0,0-1 0 0 0,0 0 0 0 0,1-1 1 0 0,12 4-1 0 0,109 21-2370 0 0,-126-29 1655 0 0,0-1-166 0 0,5 0 342 0 0,-1-1 0 0 0,1 1 0 0 0,-1-2 1 0 0,1 1-1 0 0,-1-2 0 0 0,0 0 1 0 0,0 0-1 0 0,0-1 0 0 0,17-8 0 0 0,41-29 1051 0 0,-65 39 205 0 0,2-2-123 0 0,15-10 66 0 0,-16 11 809 0 0,-1 0-834 0 0,-4 2-587 0 0,0 1 0 0 0,1-1 1 0 0,-1 1-1 0 0,0-1 0 0 0,1 1 0 0 0,-1-1 1 0 0,0 1-1 0 0,1 0 0 0 0,-1-1 0 0 0,1 1 1 0 0,-1 0-1 0 0,0-1 0 0 0,1 1 0 0 0,-1 0 1 0 0,1-1-1 0 0,-1 1 0 0 0,1 0 0 0 0,-1 0 1 0 0,1 0-1 0 0,0-1 0 0 0,-1 1 0 0 0,1 0 1 0 0,-1 0-1 0 0,1 0 0 0 0,-1 0 0 0 0,1 0 1 0 0,-1 0-1 0 0,1 0 0 0 0,1 0 0 0 0,-4 19 874 0 0,2-19-1033 0 0,-1 6 235 0 0,-1-2-76 0 0,-6 14-7 0 0,6-13 242 0 0,1 1-249 0 0,-4 19-49 0 0,4-19 19 0 0,3-1-587 0 0,6 15-302 0 0,-6-16-700 0 0,0-3 1169 0 0,0 0 0 0 0,-1-1 0 0 0,1 1 0 0 0,-1 0 0 0 0,1 0 0 0 0,-1 0 0 0 0,0 0 0 0 0,1 0 0 0 0,-1 0 0 0 0,0 0 0 0 0,0 1 0 0 0,2 1 0 0 0,-2-2-232 0 0,3 2-2175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27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40 3768 0 0,'0'0'5165'0'0,"-20"-20"-325"0"0,-1 5-2740 0 0,-9 10-2812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28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2916 0 0,'0'0'7803'0'0,"-2"4"-6795"0"0,-4 35 4444 0 0,6-27-5894 0 0,0-6 1151 0 0,6-4-540 0 0,18 4 98 0 0,-18-5-154 0 0,1-1-46 0 0,139-13 664 0 0,-90 8-770 0 0,-30 3 57 0 0,-20 2 66 0 0,1-1 62 0 0,57-4-77 0 0,-59 4-110 0 0,1 2-548 0 0,19 0 7 0 0,-19-1-233 0 0,0 1-5663 0 0,18 2 3096 0 0,-18-2-374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29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2 292 0 0,'0'0'9924'0'0,"-6"0"-9307"0"0,-16-1-88 0 0,16 0 1144 0 0,1 2-1827 0 0,0 1 613 0 0,0 0 1 0 0,-1 0 0 0 0,1 0 0 0 0,0 1 0 0 0,0 0 0 0 0,-5 3 0 0 0,7-3 1302 0 0,19-25-16196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30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70 2336 0 0,'0'0'3886'0'0,"0"-6"-2247"0"0,-3-24 3142 0 0,3 24-3876 0 0,1-16-339 0 0,-1 16 1689 0 0,-1 14-2348 0 0,-4 38 300 0 0,-72 425 565 0 0,74-435-565 0 0,3-30 13 0 0,-1-1 74 0 0,-1 17-1 0 0,1-17 1021 0 0,3-5-1370 0 0,0-1 58 0 0,-1 1-1 0 0,1-1 1 0 0,-1 0-1 0 0,1 0 0 0 0,-1 0 1 0 0,1 1-1 0 0,-1-1 0 0 0,0-1 1 0 0,1 1-1 0 0,-1 0 0 0 0,2-2 1 0 0,-2 1-15 0 0,4-1-133 0 0,-5 1 122 0 0,1-1-1 0 0,-1 1 0 0 0,1-1 1 0 0,0 1-1 0 0,0-1 0 0 0,0 1 1 0 0,0-1-1 0 0,1 1 0 0 0,-1 0 1 0 0,1 0-1 0 0,-1-1 0 0 0,3-1 1 0 0,-3 3 14 0 0,1-1 0 0 0,-1 0-1 0 0,1 0 1 0 0,-1 0 0 0 0,0 0 0 0 0,0 0 0 0 0,0 0 0 0 0,0 0 0 0 0,0 0 0 0 0,-1 0 0 0 0,2-4-1 0 0,-2 6 3 0 0,0-1 0 0 0,0 0 0 0 0,0 0-1 0 0,0 1 1 0 0,0-1 0 0 0,0 0-1 0 0,1 0 1 0 0,-1 0 0 0 0,0 1-1 0 0,0-1 1 0 0,1 0 0 0 0,-1 1 0 0 0,1-1-1 0 0,-1 0 1 0 0,0 1 0 0 0,1-1-1 0 0,-1 0 1 0 0,1 1 0 0 0,0-1 0 0 0,-1 1-1 0 0,2-1 1 0 0,-2 0 8 0 0,1 1 1 0 0,0-1-1 0 0,-1 1 1 0 0,1-1-1 0 0,-1 0 1 0 0,1 1-1 0 0,-1-1 0 0 0,1 1 1 0 0,-1-1-1 0 0,1 0 1 0 0,-1 1-1 0 0,0-1 1 0 0,1 0-1 0 0,-1 0 1 0 0,0 1-1 0 0,0-1 1 0 0,0 0-1 0 0,1 0 0 0 0,-1 1 1 0 0,0-1-1 0 0,0-1 1 0 0,4-3 80 0 0,29-33-161 0 0,-30 35 88 0 0,2-1-249 0 0,14-10 103 0 0,-14 11 108 0 0,0 0-16 0 0,17-6 112 0 0,-17 6-35 0 0,1 1 66 0 0,19-6 18 0 0,-19 6-115 0 0,1 2-126 0 0,21-1 155 0 0,-21 1-113 0 0,-1 2-81 0 0,40 18 39 0 0,-42-18 35 0 0,1 2 175 0 0,15 12 2 0 0,-15-12-136 0 0,-3 1 16 0 0,21 47 367 0 0,-22-46-257 0 0,-2-1 10 0 0,0-1-47 0 0,0 0 0 0 0,-1 1 1 0 0,0-1-1 0 0,1 0 0 0 0,-1 0 0 0 0,-1 0 0 0 0,1 0 1 0 0,-1-1-1 0 0,1 1 0 0 0,-1-1 0 0 0,0 1 0 0 0,0-1 0 0 0,0 0 1 0 0,-1 0-1 0 0,1 0 0 0 0,-1-1 0 0 0,-4 3 0 0 0,-45 20 258 0 0,39-19-297 0 0,-9 0 16 0 0,7-5-33 0 0,-83-2-5477 0 0,93 0 1810 0 0,1-2 339 0 0,-22-14-356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30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39 3508 0 0,'0'0'2643'0'0,"2"-5"-526"0"0,5-13-389 0 0,-5 14 2535 0 0,3 2-3796 0 0,12-5 91 0 0,-12 5-137 0 0,-2 6-44 0 0,10 11-157 0 0,0 1 1 0 0,-2 1-1 0 0,0 0 0 0 0,-1 0 0 0 0,0 1 0 0 0,-2 0 1 0 0,11 32-1 0 0,34 149 966 0 0,-44-159-914 0 0,12 62 491 0 0,-5 1 0 0 0,-5 0 0 0 0,-3 163 0 0 0,-8-241-590 0 0,-2 1 1 0 0,-1 0-1 0 0,-2-1 1 0 0,0 0-1 0 0,-1 0 1 0 0,-2 0-1 0 0,0-1 1 0 0,-21 41-1 0 0,21-50-178 0 0,-1 1-1 0 0,-1-2 1 0 0,-1 1 0 0 0,0-1-1 0 0,0-1 1 0 0,-2 0 0 0 0,1-1-1 0 0,-2 0 1 0 0,1-1 0 0 0,-2-1-1 0 0,1 0 1 0 0,-1-1 0 0 0,-24 11-1 0 0,-7-5-734 0 0,32-11-1594 0 0,-1-1 1 0 0,1-1-1 0 0,-1 0 1 0 0,0-1-1 0 0,-19-2 1 0 0,-1-6-3338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31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88 808 0 0,'0'0'15596'0'0,"2"-4"-15501"0"0,1 0-54 0 0,0 0 1 0 0,0 0-1 0 0,1 0 1 0 0,-1 0-1 0 0,1 1 0 0 0,0-1 1 0 0,-1 1-1 0 0,2 0 1 0 0,-1 0-1 0 0,6-3 1 0 0,52-20 251 0 0,-45 19-329 0 0,11 0 64 0 0,-21 7-44 0 0,-1-2 74 0 0,-5 3-58 0 0,0 0-1 0 0,0-1 0 0 0,0 1 0 0 0,0-1 1 0 0,0 0-1 0 0,0 1 0 0 0,0-1 1 0 0,0 0-1 0 0,0 0 0 0 0,0 1 0 0 0,0-1 1 0 0,0 0-1 0 0,1 0 0 0 0,-1 0 1 0 0,0 0-1 0 0,0-1 0 0 0,0 1 0 0 0,0 0 1 0 0,2-1-1 0 0,-1 1 3 0 0,-1-1 0 0 0,1 1 0 0 0,-1 0 0 0 0,1-1 0 0 0,-1 1 0 0 0,1 0 0 0 0,-1 0 0 0 0,1 0 0 0 0,-1 0 0 0 0,1 1 1 0 0,-1-1-1 0 0,1 0 0 0 0,-1 1 0 0 0,1-1 0 0 0,-1 1 0 0 0,0-1 0 0 0,1 1 0 0 0,-1 0 0 0 0,2 1 0 0 0,-2-2-5 0 0,3 2 16 0 0,0-1 0 0 0,0 1 1 0 0,0 0-1 0 0,-1 1 0 0 0,1-1 1 0 0,-1 1-1 0 0,1-1 0 0 0,-1 1 1 0 0,0 0-1 0 0,0 1 0 0 0,0-1 1 0 0,-1 0-1 0 0,1 1 0 0 0,-1-1 1 0 0,0 1-1 0 0,0 0 0 0 0,0 0 1 0 0,0 0-1 0 0,-1 0 0 0 0,1 0 1 0 0,-1 0-1 0 0,1 6 0 0 0,-1 8 52 0 0,0 1 1 0 0,-1 0-1 0 0,-1-1 0 0 0,-4 25 0 0 0,-68 202 34 0 0,41-149 990 0 0,30-89-460 0 0,1-2 10 0 0,0 0-426 0 0,1-4-114 0 0,-1 1 1 0 0,1 0 0 0 0,-1-1-1 0 0,1 1 1 0 0,0 0 0 0 0,0 0-1 0 0,0-1 1 0 0,0 1 0 0 0,0 0-1 0 0,0-1 1 0 0,0 3 0 0 0,8-3 218 0 0,-1 0-228 0 0,-4 0-55 0 0,-1 0 0 0 0,1-1 0 0 0,-1 1-1 0 0,1-1 1 0 0,0 0 0 0 0,-1 0 0 0 0,1 0 0 0 0,0 0 0 0 0,-1-1 0 0 0,1 1 0 0 0,5-2 0 0 0,175-43 523 0 0,-64 14-313 0 0,-99 25-252 0 0,-12 3-28 0 0,1 0-1 0 0,-1 1 0 0 0,1-1 1 0 0,-1 2-1 0 0,1-1 0 0 0,0 1 1 0 0,-1 0-1 0 0,15 2 0 0 0,-2 5-350 0 0,-15-4-221 0 0,-12 20-4926 0 0,4-17 4491 0 0,0 1-3012 0 0,-1-2 313 0 0,-13 16-573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33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36 140 972 0 0,'0'0'9369'0'0,"-6"0"-8722"0"0,-18-1-26 0 0,18 1 4056 0 0,7-1-4671 0 0,-1-1 0 0 0,1 1-1 0 0,0 0 1 0 0,0-1 0 0 0,0 1 0 0 0,0 0-1 0 0,0 0 1 0 0,0-1 0 0 0,0 1 0 0 0,0 0-1 0 0,2-1 1 0 0,-2 2-4 0 0,1-4-41 0 0,4 3 36 0 0,24-9 39 0 0,1 2-1 0 0,43-6 1 0 0,-22 7-169 0 0,418-49 896 0 0,-436 52-814 0 0,-10 2 106 0 0,-3 1-30 0 0,58-5-133 0 0,89-3 111 0 0,-104 9 47 0 0,2-1-24 0 0,1 2 30 0 0,155-1-93 0 0,-158 0-85 0 0,359 24 507 0 0,-148-2-269 0 0,-236-20-96 0 0,713 55-67 0 0,-323-34 597 0 0,-227-18-553 0 0,130 2 19 0 0,-207-6 224 0 0,382-17 290 0 0,-266 13-333 0 0,-135 4-66 0 0,415-13-113 0 0,-131-9 531 0 0,-85 29-409 0 0,-251-4-75 0 0,251 4 1164 0 0,-139-6-892 0 0,-37 8-249 0 0,214 43 1 0 0,-320-50-92 0 0,-1 0 1 0 0,26-1-1 0 0,-34-2 3 0 0,139 1 24 0 0,-100-3-32 0 0,60 6 1 0 0,182 22 208 0 0,-241-22-246 0 0,51 5-2 0 0,110 5 127 0 0,-195-12 55 0 0,11-2 253 0 0,-6-2-296 0 0,-18 2-14 0 0,-2 0 41 0 0,6-1-1286 0 0,8 0 3525 0 0,-4 0-2187 0 0,-5 0-2844 0 0,4 1-10090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35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612 456 768 0 0,'0'0'14510'0'0,"-2"-4"-14335"0"0,-7-11 96 0 0,6 12 115 0 0,-2 1-415 0 0,-81-13 146 0 0,80 14-23 0 0,-1 2 213 0 0,-4 0-296 0 0,-12 0-71 0 0,1 2-1 0 0,-1 0 1 0 0,1 2-1 0 0,0 0 0 0 0,-31 13 1 0 0,29-7 49 0 0,1 0 1 0 0,0 2-1 0 0,1 1 0 0 0,1 0 1 0 0,0 2-1 0 0,1 0 1 0 0,1 1-1 0 0,0 1 0 0 0,1 1 1 0 0,1 1-1 0 0,-22 34 0 0 0,12 0 140 0 0,24-49-75 0 0,0 0 0 0 0,0 0-1 0 0,0 1 0 0 0,1-1 0 0 0,0 1 1 0 0,0-1-1 0 0,0 1 0 0 0,1 0 0 0 0,0-1 1 0 0,0 1-1 0 0,0 9 0 0 0,1 18 11 0 0,0-31-44 0 0,0-1 0 0 0,0 1 0 0 0,0-1 0 0 0,0 1 0 0 0,0-1 0 0 0,0 1 0 0 0,0-1 0 0 0,0 1 0 0 0,1-1 0 0 0,-1 1 0 0 0,1-1 0 0 0,-1 1 0 0 0,1-1 0 0 0,-1 0 0 0 0,1 1 0 0 0,0-1 0 0 0,0 0 0 0 0,0 0 0 0 0,1 2 0 0 0,1 0 27 0 0,0 4-18 0 0,1 0 0 0 0,0-1-1 0 0,0 1 1 0 0,1-1 0 0 0,0 0 0 0 0,0 0-1 0 0,0-1 1 0 0,1 0 0 0 0,0 0 0 0 0,0 0 0 0 0,0 0-1 0 0,10 4 1 0 0,-3-2 66 0 0,0-1-1 0 0,1-1 1 0 0,0 0-1 0 0,21 5 1 0 0,-26-8 64 0 0,-7-1-139 0 0,1-1 0 0 0,0 1 0 0 0,0 0 0 0 0,-1-1-1 0 0,1 0 1 0 0,0 1 0 0 0,0-1 0 0 0,0 0 0 0 0,0-1 0 0 0,4 0 0 0 0,10-1 136 0 0,0 0-73 0 0,0-1 1 0 0,0-1 0 0 0,0 0 0 0 0,-1-1-1 0 0,0-1 1 0 0,0-1 0 0 0,-1 0-1 0 0,1-1 1 0 0,-1 0 0 0 0,25-21-1 0 0,-31 20-94 0 0,-1 0-1 0 0,-1-1 0 0 0,1 0 0 0 0,-2-1 0 0 0,0 1 0 0 0,0-1 0 0 0,0-1 0 0 0,-2 1 0 0 0,1-1 0 0 0,4-21 0 0 0,-5 18 74 0 0,0-14-72 0 0,-4 3 103 0 0,1 16-80 0 0,-1-31 32 0 0,-5-3-89 0 0,-2 1 1 0 0,-2 1 0 0 0,-2-1-1 0 0,-1 1 1 0 0,-36-78 0 0 0,21 58 183 0 0,19 41-130 0 0,-1 1 0 0 0,-1 0 0 0 0,-1 1 0 0 0,-21-29 0 0 0,24 38-30 0 0,-1 0 0 0 0,-1 0 1 0 0,0 1-1 0 0,0 0 0 0 0,-17-10 1 0 0,-56-16-323 0 0,77 33 174 0 0,1 1-371 0 0,-18-3-152 0 0,18 2-629 0 0,-1 1-929 0 0,3 1 1336 0 0,-12-2-479 0 0,5-3-3375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36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39 1252 0 0,'0'0'7693'0'0,"0"-7"-5783"0"0,0-18-615 0 0,0 19 2123 0 0,-2 11-3245 0 0,-11 52-73 0 0,-23 301-158 0 0,26-246 290 0 0,9-106 53 0 0,1 1-55 0 0,-5 56 2119 0 0,5-57-648 0 0,13-23-1859 0 0,-10 14 197 0 0,-1-2-77 0 0,18-42-167 0 0,-18 43 230 0 0,1-1-114 0 0,-2 3 77 0 0,9-13-13 0 0,1 1 0 0 0,0 0-1 0 0,0 0 1 0 0,18-15 0 0 0,5 4-251 0 0,-30 23 67 0 0,2 0 242 0 0,17-7 19 0 0,-17 7-84 0 0,1 2-57 0 0,17 0 137 0 0,-18 0-92 0 0,0 2 131 0 0,1 1-78 0 0,0-1 0 0 0,0 1 0 0 0,-1 1 0 0 0,1-1 0 0 0,-1 1 0 0 0,0 1-1 0 0,0-1 1 0 0,0 1 0 0 0,-1 0 0 0 0,1 0 0 0 0,-1 0 0 0 0,0 1 0 0 0,-1 0-1 0 0,1 0 1 0 0,-1 0 0 0 0,-1 0 0 0 0,5 10 0 0 0,-7-14-12 0 0,0-1 0 0 0,0 0 0 0 0,0 0-1 0 0,-1 1 1 0 0,1-1 0 0 0,-1 0 0 0 0,1 1 0 0 0,-1-1 0 0 0,1 1 0 0 0,-1-1 0 0 0,0 1 0 0 0,1-1 0 0 0,-1 1-1 0 0,0-1 1 0 0,0 1 0 0 0,-1 2 0 0 0,1 16 38 0 0,0-13 90 0 0,1 2-148 0 0,0 0 1 0 0,-1 0-1 0 0,-1-1 0 0 0,1 1 1 0 0,-1 0-1 0 0,-1 0 0 0 0,0-1 0 0 0,0 1 1 0 0,-4 10-1 0 0,-1-4 96 0 0,-1 0 0 0 0,0-1 1 0 0,-1 0-1 0 0,0 0 0 0 0,-1-1 1 0 0,0 0-1 0 0,-2-1 1 0 0,1 0-1 0 0,-1 0 0 0 0,-26 17 1 0 0,24-21 37 0 0,-1 0 0 0 0,-20 6 0 0 0,32-12-94 0 0,0-1-1 0 0,0 0 1 0 0,0 0 0 0 0,0 0 0 0 0,0-1 0 0 0,0 1-1 0 0,0-1 1 0 0,0 1 0 0 0,0-1 0 0 0,0 0 0 0 0,-4 0-1 0 0,-1-1-60 0 0,6 2-26 0 0,0-1-1 0 0,0 0 1 0 0,-1 1-1 0 0,1-1 1 0 0,0 0-1 0 0,0 0 1 0 0,0-1-1 0 0,0 1 1 0 0,0 0-1 0 0,0-1 1 0 0,0 1 0 0 0,0-1-1 0 0,-3-1 1 0 0,-1 0-187 0 0,2 1-210 0 0,0 0-1 0 0,0-1 0 0 0,0 0 0 0 0,0 1 1 0 0,0-1-1 0 0,0-1 0 0 0,0 1 0 0 0,1 0 1 0 0,-1-1-1 0 0,1 0 0 0 0,0 0 0 0 0,0 0 1 0 0,0 0-1 0 0,0 0 0 0 0,-4-7 0 0 0,-1 0-3553 0 0,-17-23-726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37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45 135 932 0 0,'0'0'1642'0'0,"-4"-2"-218"0"0,-15-9 6362 0 0,14 12-6997 0 0,-6 1 385 0 0,6-5 5106 0 0,9-4-1105 0 0,3 0-5967 0 0,-6 5-227 0 0,1 1 1027 0 0,-1-1 1 0 0,0 1-1 0 0,1-1 0 0 0,-1 1 1 0 0,1 0-1 0 0,-1 0 0 0 0,1 0 1 0 0,-1 0-1 0 0,1 0 0 0 0,0 0 1 0 0,0 0-1 0 0,0 1 0 0 0,-1-1 1 0 0,1 1-1 0 0,3-1 0 0 0,4-2 21 0 0,41-17-270 0 0,1 2 1 0 0,1 3-1 0 0,100-17 1 0 0,-145 31-326 0 0,0 1-1 0 0,0-1 1 0 0,0 2 0 0 0,0-1 0 0 0,0 1 0 0 0,0 0-1 0 0,8 3 1 0 0,-10-3 96 0 0,0 0-1926 0 0,1 0-2692 0 0,8 8 2610 0 0,-11-7-1723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37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93 524 0 0,'0'0'2745'0'0,"-5"2"-493"0"0,-10 7 1854 0 0,33-18 3419 0 0,13-6-2804 0 0,-17 8-6741 0 0,19-7 2182 0 0,2 1 0 0 0,-1 2 0 0 0,2 1 1 0 0,-1 2-1 0 0,1 2 0 0 0,45-3 0 0 0,-61 8-1214 0 0,-17 0 808 0 0,1 1 0 0 0,-1 0-1 0 0,1 1 1 0 0,-1-1-1 0 0,1 0 1 0 0,-1 1-1 0 0,0 0 1 0 0,7 2 0 0 0,-1-1-949 0 0,-3-1-90 0 0,5 2-484 0 0,4 2-3467 0 0,7 5 402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46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31 114 1536 0 0,'-2'-4'1434'0'0,"0"1"-3101"0"0,-5-8 5354 0 0,-12-12 11880 0 0,66 5-15383 0 0,-42 17-287 0 0,2 0-65 0 0,131-26 273 0 0,-77 13 145 0 0,-55 12-352 0 0,-1 1-100 0 0,47-7-1855 0 0,-47 7 1561 0 0,10 16-10899 0 0,-12-12 8250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53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97 96 0 0,'0'0'1195'0'0,"2"-4"-266"0"0,1-1-464 0 0,5-10 11650 0 0,-24-2-12363 0 0,9 17 372 0 0,-19-2-61 0 0,20 2-55 0 0,0 1-19 0 0,-15 1 101 0 0,16-1 833 0 0,-1-2-863 0 0,-17-1 16 0 0,17 1 2420 0 0,11-2-2626 0 0,3-1 139 0 0,1 0-1 0 0,1 1 1 0 0,-1 0-1 0 0,0 0 1 0 0,1 1-1 0 0,0 0 1 0 0,17-1 0 0 0,3 0-56 0 0,161-12 206 0 0,-119 12-147 0 0,-65 2 86 0 0,0 1-174 0 0,64-1 403 0 0,-64 1-170 0 0,-6 1-161 0 0,0-1 0 0 0,-1 0 0 0 0,1 0 0 0 0,0 0 0 0 0,0 1 1 0 0,0-1-1 0 0,0 0 0 0 0,0 0 0 0 0,0 0 0 0 0,0-1 0 0 0,0 1 0 0 0,0 0 1 0 0,0 0-1 0 0,0 0 0 0 0,0-1 0 0 0,2 0 0 0 0,-2 1-43 0 0,0-1 0 0 0,1 1 0 0 0,-1 0 0 0 0,0-1 0 0 0,0 1 0 0 0,1 0-1 0 0,-1 0 1 0 0,0 0 0 0 0,1 0 0 0 0,-1 0 0 0 0,0 0 0 0 0,0 0 0 0 0,1 0 0 0 0,-1 0 0 0 0,0 1 0 0 0,1-1-1 0 0,1 2 1 0 0,15 3-424 0 0,-14-4-154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54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1 884 0 0,'0'0'13241'0'0,"1"5"-13591"0"0,1-1 392 0 0,0 0 1 0 0,1 0 0 0 0,-1 0 0 0 0,1 0-1 0 0,0 0 1 0 0,0-1 0 0 0,0 1 0 0 0,7 5-1 0 0,-5-5 155 0 0,0-1-127 0 0,122 68-203 0 0,-123-69 152 0 0,1 1 56 0 0,15 9 5 0 0,-15-9-12 0 0,10 13-4 0 0,-12-13-161 0 0,1 0 28 0 0,33 32-233 0 0,-34-32 270 0 0,1 1 0 0 0,10 8 27 0 0,-10-9 424 0 0,-1 0-291 0 0,10 9-89 0 0,-9-9 172 0 0,-5-2-218 0 0,0 1 10 0 0,0 0-1 0 0,1-1 0 0 0,-1 1 0 0 0,1-1 0 0 0,-1 1 1 0 0,1 0-1 0 0,0 0 0 0 0,0-1 0 0 0,0 1 1 0 0,0 0-1 0 0,0 2 0 0 0,0-2-1 0 0,-1 3 120 0 0,-3-1-112 0 0,0 1 1 0 0,0-1-1 0 0,0 0 1 0 0,0 0-1 0 0,-1 0 1 0 0,-7 4-1 0 0,8-5 11 0 0,1-1-56 0 0,-33 25-59 0 0,33-24 56 0 0,-2 0 57 0 0,-13 9-2 0 0,14-8-7 0 0,0-2 48 0 0,-13 9 233 0 0,13-8-280 0 0,0 0-100 0 0,-39 25-78 0 0,39-26-38 0 0,3 0 152 0 0,-1 0 0 0 0,1-1 0 0 0,0 1 0 0 0,-1-1 0 0 0,1 1 0 0 0,-1-1-1 0 0,1 0 1 0 0,-1 0 0 0 0,-3 2 0 0 0,2 0-24 0 0,1-2 66 0 0,1-1 27 0 0,-1 1 0 0 0,1 0 0 0 0,-1 0 0 0 0,1 0 0 0 0,0 0 0 0 0,-1 0 0 0 0,1 0 0 0 0,0 0 0 0 0,0 0 0 0 0,-1 0 0 0 0,0 2 0 0 0,2-2 7 0 0,-4 2 39 0 0,0 0-223 0 0,4-3 117 0 0,-5 5 137 0 0,1-1-1 0 0,-1 1 1 0 0,1 0-1 0 0,0 0 1 0 0,1 0-1 0 0,-1 0 1 0 0,1 1-1 0 0,0-1 1 0 0,-4 12-1 0 0,7-16-86 0 0,0-1-1 0 0,0 0 1 0 0,0 1-1 0 0,1-1 1 0 0,-1 1-1 0 0,0-1 1 0 0,0 1-1 0 0,1-1 1 0 0,-1 0-1 0 0,0 1 0 0 0,1-1 1 0 0,-1 1-1 0 0,0-1 1 0 0,1 0-1 0 0,-1 0 1 0 0,1 1-1 0 0,-1-1 1 0 0,0 0-1 0 0,1 0 1 0 0,-1 1-1 0 0,1-1 1 0 0,-1 0-1 0 0,1 0 0 0 0,-1 0 1 0 0,1 0-1 0 0,0 0 1 0 0,0 1 2 0 0,-1-1-1 0 0,1 0 1 0 0,-1 0 0 0 0,1 0-1 0 0,-1 0 1 0 0,1 0 0 0 0,-1 0-1 0 0,1 1 1 0 0,-1-1 0 0 0,0 0 0 0 0,1 0-1 0 0,-1 1 1 0 0,1-1 0 0 0,-1 0-1 0 0,0 1 1 0 0,1-1 0 0 0,-1 1-1 0 0,1-1 1 0 0,-1 0 0 0 0,0 1 0 0 0,0-1-1 0 0,1 1 1 0 0,-1-1 0 0 0,0 1-1 0 0,1 0 1 0 0,4 0-98 0 0,18 2 59 0 0,-18-3 292 0 0,3 0-100 0 0,245 10-318 0 0,-200-6 233 0 0,-29-3-72 0 0,-18-1 7 0 0,1 1 20 0 0,19 0 26 0 0,-20 0-18 0 0,-1-1-42 0 0,17 2-9 0 0,-17-2-21 0 0,1-1 95 0 0,16-1 59 0 0,-16 1 202 0 0,0 1-226 0 0,83 13 93 0 0,-83-12-201 0 0,-1 0-447 0 0,15 5-349 0 0,-15-5-934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56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0 134 784 0 0,'0'0'9435'0'0,"2"-4"-8595"0"0,4-16-175 0 0,-5 15 659 0 0,0 4-1255 0 0,0-1 0 0 0,0 1 1 0 0,1 0-1 0 0,-1-1 0 0 0,0 1 1 0 0,0 0-1 0 0,1 0 0 0 0,-1 0 1 0 0,1 0-1 0 0,-1 0 0 0 0,1 0 1 0 0,2-1-1 0 0,-3 2 33 0 0,3-4 692 0 0,0 1-527 0 0,13-9 33 0 0,-13 9 80 0 0,0 1-289 0 0,0 1-45 0 0,0 0 0 0 0,0 0 0 0 0,0 0 0 0 0,0 0 0 0 0,0 1 0 0 0,0-1 0 0 0,0 1 0 0 0,1 0 0 0 0,5 1 0 0 0,-5 0 87 0 0,-1 2-105 0 0,10 11-52 0 0,-10-10-147 0 0,-2 1-1 0 0,6 15 307 0 0,-6-14 44 0 0,1-1-86 0 0,9 15-115 0 0,-9-15-94 0 0,-1-1 74 0 0,6 12 173 0 0,-6-12 86 0 0,0-3-200 0 0,0 0 0 0 0,0 0 0 0 0,-1 0 0 0 0,1 0 0 0 0,-1 0 1 0 0,1 0-1 0 0,-1 0 0 0 0,1 1 0 0 0,-1-1 0 0 0,0 1 1 0 0,0-1-1 0 0,2 4 0 0 0,0-2-2 0 0,3 2-13 0 0,0-1 0 0 0,0 1 0 0 0,0-1 0 0 0,1 0-1 0 0,0 0 1 0 0,0-1 0 0 0,0 0 0 0 0,0 0 0 0 0,0 0 0 0 0,1-1-1 0 0,-1 0 1 0 0,1-1 0 0 0,-1 0 0 0 0,1 0 0 0 0,10 0 0 0 0,28 1-96 0 0,-37-3 98 0 0,-2-1-2 0 0,1 1 78 0 0,-1-1 0 0 0,0 0 0 0 0,0 0 1 0 0,0 0-1 0 0,-1-1 0 0 0,1 1 0 0 0,6-5 1 0 0,-6 4-107 0 0,2-2 73 0 0,0 0-1 0 0,0 0 1 0 0,-1-1 0 0 0,16-12 0 0 0,-18 13-120 0 0,0 0 83 0 0,-1 1-1 0 0,0-1 1 0 0,0 0 0 0 0,0-1-1 0 0,8-10 1 0 0,-10 12-83 0 0,-1 0-63 0 0,1 0 142 0 0,10-15 1 0 0,-9 14-46 0 0,-2 2 159 0 0,22-32 1 0 0,-22 32-132 0 0,12-15-83 0 0,-12 15 432 0 0,0-2-260 0 0,5-12-50 0 0,-5 13-122 0 0,-6 6-55 0 0,-13 9 12 0 0,13-8 170 0 0,1 1 82 0 0,-24 44-441 0 0,21-33 254 0 0,-2 5 19 0 0,1-1-1 0 0,1 1 0 0 0,0 0 1 0 0,-3 27-1 0 0,-24 174 114 0 0,17-122 169 0 0,6-41-111 0 0,3-35 67 0 0,-1 0 0 0 0,-1-1 0 0 0,-14 26 1 0 0,22-46-163 0 0,0 0 1 0 0,0-1 0 0 0,0 1-1 0 0,0 0 1 0 0,0-1-1 0 0,0 1 1 0 0,0-1 0 0 0,-1 1-1 0 0,1-1 1 0 0,-1 0 0 0 0,1 1-1 0 0,-4 1 1 0 0,-15 12 137 0 0,12-7-127 0 0,0-1 1 0 0,-1-1-1 0 0,0 1 0 0 0,0-1 1 0 0,-1-1-1 0 0,0 0 1 0 0,0 0-1 0 0,0-1 0 0 0,0 0 1 0 0,-1-1-1 0 0,1 0 1 0 0,-1-1-1 0 0,0 0 0 0 0,-19 0 1 0 0,-70-8 320 0 0,94 5-479 0 0,5 1 86 0 0,-1 0 0 0 0,0 0 0 0 0,0-1-1 0 0,0 1 1 0 0,0-1 0 0 0,0 1 0 0 0,1-1 0 0 0,-1 0-1 0 0,0 0 1 0 0,1 0 0 0 0,-3-1 0 0 0,-1-1-68 0 0,-1 1-436 0 0,-10-11-2707 0 0,13 10-614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56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 1308 0 0,'0'0'14549'0'0,"-3"4"-14312"0"0,-20 38 22 0 0,21-37-230 0 0,0-1 60 0 0,-4 13 117 0 0,5-12 305 0 0,0 0-281 0 0,0 2-309 0 0,1 0 1 0 0,0 0-1 0 0,0 0 1 0 0,1 0-1 0 0,2 12 1 0 0,-2-14-1202 0 0,17 8-7478 0 0,-15-11 5277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56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23 2696 0 0,'0'0'13179'0'0,"-2"-4"-12917"0"0,-8-10-26 0 0,7 10 207 0 0,-1 7-201 0 0,-12 10 32 0 0,12-10 40 0 0,-1 0-236 0 0,-14 8-44 0 0,14-8 192 0 0,2-1-686 0 0,2-1-458 0 0,-8 7 1754 0 0,5-6-3891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5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27 1840 0 0,'0'0'3280'0'0,"-2"-4"-2551"0"0,-7-18 6344 0 0,-14 28-6998 0 0,18-5 63 0 0,5-1-126 0 0,0 1 1 0 0,0-1 0 0 0,0 1 0 0 0,0-1 0 0 0,0 1-1 0 0,0-1 1 0 0,-1 0 0 0 0,1 1 0 0 0,0-1 0 0 0,0 1-1 0 0,0-1 1 0 0,-1 0 0 0 0,1 1 0 0 0,0-1 0 0 0,0 0 0 0 0,-1 1-1 0 0,1-1 1 0 0,0 0 0 0 0,-1 1 0 0 0,1-1 0 0 0,0 0-1 0 0,-1 1 1 0 0,1-1 0 0 0,-1 0 0 0 0,0 0 0 0 0,-12 15 231 0 0,3 3-153 0 0,8-13 14 0 0,0 0 134 0 0,-7 15 15 0 0,7-14 1 0 0,1-1-144 0 0,-3 19 3 0 0,2-18 144 0 0,3-5-244 0 0,-1-1 0 0 0,1 0 0 0 0,-1 1 0 0 0,0-1 0 0 0,1 1 0 0 0,-1-1 0 0 0,0 1 0 0 0,1-1 0 0 0,-1 1 0 0 0,0-1 0 0 0,0 1 0 0 0,1-1 0 0 0,-1 1 0 0 0,0-1 0 0 0,0 1 0 0 0,0-1 0 0 0,0 1 0 0 0,0 0 0 0 0,0-1 1 0 0,0 1-1 0 0,0-1 0 0 0,0 1 0 0 0,0-1 0 0 0,0 1 0 0 0,0-1 0 0 0,0 1 0 0 0,-1 0 0 0 0,1 0 11 0 0,0 0 0 0 0,0 0 0 0 0,-1 0 0 0 0,1 0 0 0 0,0 0 0 0 0,0 0 1 0 0,0-1-1 0 0,0 1 0 0 0,0 0 0 0 0,1 0 0 0 0,-1 0 0 0 0,0 0 0 0 0,0 0 0 0 0,0 0 0 0 0,1 0 1 0 0,-1-1-1 0 0,1 1 0 0 0,-1 0 0 0 0,0 0 0 0 0,1 0 0 0 0,-1-1 0 0 0,1 1 0 0 0,0 0 0 0 0,0 1 0 0 0,34 30 163 0 0,-31-29-348 0 0,1-1-3521 0 0,15 3 435 0 0,-15-4 367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59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1244 0 0,'0'0'5139'0'0,"-5"2"-3329"0"0,-15 7 5491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59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 1292 0 0,'0'0'11420'0'0,"3"-2"-11277"0"0,13-12 407 0 0,-11 13-390 0 0,18-6 18 0 0,-17 5-63 0 0,-1 1-69 0 0,16-5-131 0 0,-16 4 5 0 0,-3 3 35 0 0,0-1 0 0 0,0 0 0 0 0,0 0 0 0 0,0 0 0 0 0,-1 0 0 0 0,1 0 0 0 0,0 0 0 0 0,0-1 0 0 0,0 1 0 0 0,0-1 0 0 0,-1 1 0 0 0,4-2 0 0 0,-3 1-57 0 0,3 0-508 0 0,1 1-270 0 0,1 0 396 0 0,3-1-167 0 0,1 1-4597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00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 1840 0 0,'0'0'12278'0'0,"5"-2"-12083"0"0,15-5-73 0 0,-15 6-178 0 0,2-1-210 0 0,17-2-57 0 0,49-4-7885 0 0,-67 8 6054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00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68 2816 0 0,'3'-5'2315'0'0,"6"-14"-253"0"0,-6 15 1126 0 0,0 0-2126 0 0,10-11-306 0 0,-10 12 932 0 0,1 0-1444 0 0,8-8 91 0 0,-9 8 1198 0 0,-4 9-1224 0 0,-2 17-197 0 0,2-17-28 0 0,0-1 160 0 0,-14 49 348 0 0,13-48-282 0 0,1 0-310 0 0,-2 18 9 0 0,2-18 78 0 0,1 1-691 0 0,0 1 193 0 0,0 5 186 0 0,-3 6-8884 0 0,-1 7 5140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01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55 1400 0 0,'4'-2'1943'0'0,"17"-9"6288"0"0,-17 12-8086 0 0,15 3-80 0 0,-14-3 808 0 0,-5 0-857 0 0,0-1-1 0 0,0 1 0 0 0,0-1 1 0 0,0 1-1 0 0,0-1 0 0 0,0 1 1 0 0,0-1-1 0 0,1 1 1 0 0,-1-1-1 0 0,0 1 0 0 0,0-1 1 0 0,0 1-1 0 0,1-1 0 0 0,-1 1 1 0 0,0-1-1 0 0,0 1 0 0 0,1-1 1 0 0,-1 1-1 0 0,0-1 1 0 0,1 0-1 0 0,-1 1 0 0 0,1 0 1 0 0,10 15 956 0 0,-5 3-726 0 0,-5-15-122 0 0,0 2 116 0 0,4 54 79 0 0,-5-54-142 0 0,0 1-280 0 0,-3 57 624 0 0,2-58 9 0 0,1-4-549 0 0,0 0 1 0 0,0-1-1 0 0,0 1 1 0 0,-1 0-1 0 0,1 0 1 0 0,0 0-1 0 0,-1 0 1 0 0,0-1-1 0 0,0 1 1 0 0,-1 3-1 0 0,1 0 1376 0 0,2-10-2099 0 0,5-13 854 0 0,1 0 0 0 0,1 1-1 0 0,19-31 1 0 0,-12 22 52 0 0,5-4-257 0 0,-9 18 310 0 0,21-26-264 0 0,-28 33 71 0 0,-1 2-198 0 0,12-12 234 0 0,-12 11 2 0 0,17-11 74 0 0,-20 16-148 0 0,1-1 0 0 0,-1 0-1 0 0,1 0 1 0 0,-1 0 0 0 0,1 0-1 0 0,-1-1 1 0 0,1 1 0 0 0,-1 0-1 0 0,1 0 1 0 0,-1 0 0 0 0,0 0 0 0 0,1 0-1 0 0,-1-1 1 0 0,1 1 0 0 0,-1 0-1 0 0,1 0 1 0 0,-1-1 0 0 0,0 1-1 0 0,1 0 1 0 0,-1 0 0 0 0,0-1-1 0 0,1 1 1 0 0,-1 0 0 0 0,0-1-1 0 0,1 0 1 0 0,-1 0 34 0 0,1 0-1 0 0,0 0 1 0 0,0 1 0 0 0,0-1-1 0 0,0 0 1 0 0,0 0 0 0 0,-1 1-1 0 0,1-1 1 0 0,0 0-1 0 0,1 1 1 0 0,-1-1 0 0 0,0 1-1 0 0,0-1 1 0 0,0 1 0 0 0,2-1-1 0 0,50-5-150 0 0,-47 7-150 0 0,-6-2 289 0 0,1 1 4 0 0,-1 0-1 0 0,1 0 1 0 0,-1 0 0 0 0,1 0-1 0 0,-1 0 1 0 0,1 0 0 0 0,-1 0-1 0 0,1 1 1 0 0,-1-1 0 0 0,1 0-1 0 0,-1 0 1 0 0,1 0 0 0 0,-1 1-1 0 0,1-1 1 0 0,-1 0 0 0 0,1 0-1 0 0,-1 1 1 0 0,1-1 0 0 0,-1 0-1 0 0,1 1 1 0 0,-1-1 0 0 0,0 0-1 0 0,1 1 1 0 0,-1-1 0 0 0,1 2-1 0 0,-1-2-14 0 0,0 1-1 0 0,1-1 1 0 0,-1 1-1 0 0,1-1 0 0 0,-1 1 1 0 0,1-1-1 0 0,-1 0 1 0 0,1 1-1 0 0,-1-1 0 0 0,1 0 1 0 0,-1 1-1 0 0,1-1 1 0 0,-1 0-1 0 0,1 1 1 0 0,-1-1-1 0 0,1 0 0 0 0,0 0 1 0 0,-1 0-1 0 0,1 0 1 0 0,0 0-1 0 0,-1 0 0 0 0,2 0 1 0 0,-2 1 10 0 0,1-1 1 0 0,-1 0-1 0 0,1 0 1 0 0,-1 0-1 0 0,1 0 1 0 0,-1 1-1 0 0,1-1 1 0 0,-1 0-1 0 0,0 0 1 0 0,1 1-1 0 0,-1-1 1 0 0,1 0-1 0 0,-1 1 1 0 0,0-1-1 0 0,1 0 1 0 0,-1 1-1 0 0,0-1 0 0 0,0 0 1 0 0,1 1-1 0 0,-1-1 1 0 0,0 1-1 0 0,0-1 1 0 0,0 1-1 0 0,1-1 1 0 0,-1 1-1 0 0,0 0 1 0 0,0-1-8 0 0,0 1 1 0 0,0-1 0 0 0,1 1-1 0 0,-1-1 1 0 0,0 1 0 0 0,0-1 0 0 0,0 1-1 0 0,1-1 1 0 0,-1 1 0 0 0,0-1-1 0 0,1 1 1 0 0,-1-1 0 0 0,0 0-1 0 0,1 1 1 0 0,-1-1 0 0 0,0 0-1 0 0,1 1 1 0 0,-1-1 0 0 0,1 0-1 0 0,-1 1 1 0 0,1-1 0 0 0,-1 0-1 0 0,1 0 1 0 0,-1 0 0 0 0,1 1-1 0 0,1 3-239 0 0,7 12 166 0 0,-7-12-6 0 0,-1 1-44 0 0,5 14 426 0 0,-5-15-122 0 0,0 1-145 0 0,4 13-206 0 0,-4-13 118 0 0,1 0-112 0 0,5 15 46 0 0,-5-15 10 0 0,3-1 216 0 0,2 0-331 0 0,1 1 1 0 0,-1-2 0 0 0,1 1 0 0 0,0-1 0 0 0,0 0 0 0 0,1-1-1 0 0,-1 0 1 0 0,17 2 0 0 0,33 4-7231 0 0,-53-7 3268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03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394 30 1760 0 0,'0'0'11603'0'0,"-3"-3"-11339"0"0,0 0 1 0 0,0 0 0 0 0,-1 0 0 0 0,1 1 0 0 0,-1 0 1 0 0,0-1-1 0 0,1 1 0 0 0,-1 1 0 0 0,-8-4 0 0 0,7 4-75 0 0,0 1-299 0 0,-18-1 74 0 0,18 0 97 0 0,-2 2-558 0 0,-19 0 440 0 0,20-1 620 0 0,0 2-584 0 0,-15 4 212 0 0,16-5 141 0 0,0 2-510 0 0,-11 8 206 0 0,2 1 0 0 0,-1 0 0 0 0,2 1 0 0 0,0 0 0 0 0,0 1-1 0 0,1 1 1 0 0,-17 27 0 0 0,9-9 84 0 0,1 2-1 0 0,-26 67 0 0 0,38-80-30 0 0,1 0 0 0 0,1 1 0 0 0,1-1 0 0 0,1 1 0 0 0,1 0 0 0 0,1 0 0 0 0,1 1 0 0 0,1-1 0 0 0,1 0 0 0 0,1 0 0 0 0,1-1 0 0 0,13 42 0 0 0,-5-28 16 0 0,2 0 0 0 0,1-2 0 0 0,1 0 0 0 0,2 0 0 0 0,1-2 0 0 0,2 0 0 0 0,27 30 0 0 0,-21-31-59 0 0,2-1 0 0 0,0-1 0 0 0,3-2 0 0 0,34 24 0 0 0,152 84 127 0 0,-206-128-170 0 0,44 27 143 0 0,-51-31 4 0 0,0 0 51 0 0,15 8-72 0 0,-15-8 194 0 0,12 10-169 0 0,-14-10 97 0 0,2-1-240 0 0,13 7 111 0 0,-14-7-166 0 0,1 0-3473 0 0,14 4 928 0 0,-14-4-1191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06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71 1088 0 0,'0'0'13561'0'0,"-6"0"-13408"0"0,-18-2-162 0 0,17 1-120 0 0,2 0-117 0 0,-17-1 201 0 0,16 1 159 0 0,1 0 38 0 0,-16-2 29 0 0,16 2 1006 0 0,1-1-995 0 0,-14-6-34 0 0,14 6 1844 0 0,9-16-2010 0 0,-3 14 33 0 0,0-1 219 0 0,3 3-332 0 0,15-5 120 0 0,-15 5-13 0 0,1 1 131 0 0,108-7-371 0 0,-77 8 80 0 0,25 5 77 0 0,-56-5 53 0 0,1 1 20 0 0,57 4-216 0 0,-59-5 163 0 0,1 2-39 0 0,15 3 84 0 0,-16-4 23 0 0,1 0-19 0 0,14 2-3 0 0,-14-2 289 0 0,-1 0-1151 0 0,1 0 270 0 0,6 2 370 0 0,-1-4-9190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07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79 676 0 0,'0'0'8604'0'0,"4"-4"-7792"0"0,9-11-95 0 0,-10 11 606 0 0,14-14-445 0 0,-13 15-125 0 0,0 0-501 0 0,13-10-86 0 0,-13 10 30 0 0,1 1-160 0 0,45-11-301 0 0,-45 12 200 0 0,0 2 139 0 0,0 0-55 0 0,-1 0 1 0 0,0 0 0 0 0,1 0 0 0 0,-1 1-1 0 0,0-1 1 0 0,0 1 0 0 0,0 0-1 0 0,0 1 1 0 0,0-1 0 0 0,0 1 0 0 0,-1-1-1 0 0,1 1 1 0 0,-1 0 0 0 0,0 0-1 0 0,1 1 1 0 0,-2-1 0 0 0,1 1 0 0 0,3 4-1 0 0,-2 0 10 0 0,-1-1 0 0 0,0 0 0 0 0,0 1 0 0 0,-1-1 0 0 0,0 1 0 0 0,0 0 0 0 0,0-1 0 0 0,0 12 0 0 0,-3 1-78 0 0,0-1 1 0 0,-1 0-1 0 0,-5 25 1 0 0,-21 48-898 0 0,26-87 838 0 0,-1 1 149 0 0,-8 16-60 0 0,8-16-48 0 0,1-2-591 0 0,-4 7-1846 0 0,18-31 1648 0 0,-4 6 812 0 0,1 1-1 0 0,16-20 0 0 0,-13 22 70 0 0,15-16 762 0 0,0 1 0 0 0,2 2 0 0 0,50-33 0 0 0,-38 32-36 0 0,-25 15-576 0 0,0 0 1 0 0,1 1-1 0 0,23-10 1 0 0,-35 18-179 0 0,1 0 2 0 0,18-1 43 0 0,-19 1 29 0 0,1 2 41 0 0,15 5 13 0 0,-16-4-65 0 0,-1 1-51 0 0,1 1 35 0 0,-1 0 0 0 0,1 0 0 0 0,-1 0-1 0 0,0 1 1 0 0,0-1 0 0 0,0 1 0 0 0,-1 0 0 0 0,0 0 0 0 0,0 0-1 0 0,0 1 1 0 0,0-1 0 0 0,3 12 0 0 0,4 41-227 0 0,-10-29 71 0 0,-1-22 96 0 0,1-1 34 0 0,-1 1 157 0 0,-1 23-5 0 0,2-23-7 0 0,-1-1-93 0 0,-10 54 86 0 0,10-55-196 0 0,0 0 50 0 0,-4 16 71 0 0,4-16 494 0 0,2-6-602 0 0,-1 1 17 0 0,1-1-1 0 0,0 1 1 0 0,0 0-1 0 0,-1-1 1 0 0,1 1-1 0 0,-1-1 1 0 0,1 0-1 0 0,0 1 1 0 0,-1-1-1 0 0,1 1 1 0 0,-1-1-1 0 0,0 0 1 0 0,1 0-1 0 0,-1 1 1 0 0,1-1-1 0 0,-1-1 1 0 0,10-14-69 0 0,0 3 93 0 0,1 0 0 0 0,0 2 0 0 0,0-1 0 0 0,1 1 0 0 0,18-12 0 0 0,5-4 117 0 0,1 2-1 0 0,1 1 0 0 0,1 1 0 0 0,71-29 0 0 0,-51 39-35 0 0,-51 12-118 0 0,-2 2 173 0 0,-2 0-109 0 0,1 0 1 0 0,-1 0-1 0 0,0 0 0 0 0,1 1 0 0 0,-1-1 1 0 0,0 1-1 0 0,0 0 0 0 0,0 0 0 0 0,0 0 0 0 0,0 0 1 0 0,0 0-1 0 0,-1 1 0 0 0,1-1 0 0 0,-1 1 1 0 0,0 0-1 0 0,0 0 0 0 0,0 0 0 0 0,0 0 0 0 0,0 0 1 0 0,0 0-1 0 0,-1 0 0 0 0,0 1 0 0 0,2 2 1 0 0,0 15 64 0 0,-1 0 0 0 0,-1 24 0 0 0,-2-39 77 0 0,1 2-64 0 0,-7 55-23 0 0,6-58-146 0 0,-1 1 110 0 0,0 1-388 0 0,-8 27-765 0 0,6-7-9331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08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33 148 556 0 0,'0'0'7477'0'0,"-1"-5"-5862"0"0,0-2-1050 0 0,0-3 31 0 0,0-1 3645 0 0,5 7-3927 0 0,10-12-101 0 0,-10 12 463 0 0,1 1-526 0 0,17-7-95 0 0,-17 8-3 0 0,1-1 150 0 0,54-12 526 0 0,-54 15-882 0 0,-1 1-41 0 0,15 5 283 0 0,-15-5 51 0 0,-1 3-254 0 0,10 10 114 0 0,-11-10 79 0 0,-2 2-104 0 0,3 19 134 0 0,-3-18-152 0 0,-3 0 138 0 0,1 1-64 0 0,1-5-32 0 0,0 0 0 0 0,-1 0 0 0 0,1-1 1 0 0,-1 1-1 0 0,0 0 0 0 0,0 0 0 0 0,0 0 0 0 0,-1 0 0 0 0,-2 4 1 0 0,-16 27 95 0 0,-3-1 0 0 0,0-1 0 0 0,-2-1 0 0 0,-43 40 0 0 0,42-43-77 0 0,23-24 82 0 0,-7 14 67 0 0,328-236-473 0 0,-305 209 319 0 0,0-2 0 0 0,-1 0 1 0 0,0-1-1 0 0,-1 0 0 0 0,0 0 0 0 0,16-25 1 0 0,-27 37-13 0 0,2-3-92 0 0,1-2 40 0 0,10-13 123 0 0,-9 14 93 0 0,-2 0-84 0 0,7-10-134 0 0,-6 11 190 0 0,-1-1-168 0 0,8-12 63 0 0,-8 12 10 0 0,0-1-337 0 0,7-13 348 0 0,-7 14 72 0 0,-36 12-25 0 0,30-7-107 0 0,1 1 0 0 0,0-1-1 0 0,0 0 1 0 0,0 1 0 0 0,0 0 0 0 0,0-1 0 0 0,0 1-1 0 0,0 0 1 0 0,0 1 0 0 0,1-1 0 0 0,-1 0 0 0 0,1 1-1 0 0,-3 3 1 0 0,-3 3 16 0 0,-22 22 102 0 0,1 2 0 0 0,1 1 1 0 0,2 0-1 0 0,-29 54 1 0 0,51-81-23 0 0,-7 20 34 0 0,6-8 115 0 0,3-14-186 0 0,1-3-28 0 0,0-1-1 0 0,0 1 0 0 0,0 0 1 0 0,1-1-1 0 0,-1 1 0 0 0,1 0 1 0 0,0 0-1 0 0,-1 0 1 0 0,1-1-1 0 0,0 1 0 0 0,0 0 1 0 0,0 0-1 0 0,0 0 0 0 0,0-1 1 0 0,0 1-1 0 0,1 2 0 0 0,0 1-24 0 0,-1 0 50 0 0,0-1 0 0 0,1 1 0 0 0,-1-1 1 0 0,1 1-1 0 0,0-1 0 0 0,0 1 0 0 0,1-1 1 0 0,-1 0-1 0 0,1 0 0 0 0,0 0 0 0 0,0 0 1 0 0,1 0-1 0 0,4 6 0 0 0,4 1-132 0 0,0 1 1 0 0,1-2-1 0 0,1 0 0 0 0,0 0 1 0 0,0-2-1 0 0,0 1 0 0 0,30 12 1 0 0,35 7-3753 0 0,2-11-5597 0 0,-74-16 6576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08.8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62 1400 0 0,'0'0'2218'0'0,"4"-3"-267"0"0,14-9-325 0 0,-14 8-142 0 0,15-8 955 0 0,-16 10-452 0 0,1-1-1323 0 0,11-6-256 0 0,-11 6 977 0 0,0 1-1320 0 0,10-7 219 0 0,-11 7 96 0 0,-5 5-295 0 0,-6 13-123 0 0,6-13 216 0 0,-1 1-66 0 0,-6 10 47 0 0,7-10-126 0 0,2-4-15 0 0,0 1 0 0 0,-1 0 0 0 0,1-1 0 0 0,0 1 0 0 0,0 0 0 0 0,0-1 0 0 0,0 1 0 0 0,0 0 0 0 0,-1-1 0 0 0,1 1 0 0 0,0-1 0 0 0,-1 1 0 0 0,1 0 0 0 0,0-1 0 0 0,-1 1 1 0 0,1-1-1 0 0,-1 1 0 0 0,1-1 0 0 0,-1 1 0 0 0,1-1 0 0 0,-1 0 0 0 0,1 1 0 0 0,-1 0 0 0 0,0-1-10 0 0,0 0 1 0 0,1 1-1 0 0,-1-1 0 0 0,1 0 1 0 0,-1 1-1 0 0,1-1 0 0 0,-1 1 1 0 0,1-1-1 0 0,0 1 0 0 0,-1-1 1 0 0,1 1-1 0 0,-1 0 0 0 0,1-1 1 0 0,0 1-1 0 0,0-1 0 0 0,-1 1 1 0 0,1 0-1 0 0,0-1 0 0 0,0 1 1 0 0,0 0-1 0 0,0-1 0 0 0,0 1 1 0 0,0 1 113 0 0,-2 2-47 0 0,-1 7 71 0 0,0 0-1 0 0,0 1 0 0 0,0 14 1 0 0,9-6 32 0 0,-4-16-182 0 0,0 1-54 0 0,2 0 74 0 0,3 3-148 0 0,0-1 0 0 0,1 0 0 0 0,0 0 0 0 0,1 0 0 0 0,-1-1 0 0 0,1-1 0 0 0,0 1 0 0 0,16 6 0 0 0,-20-10-1129 0 0,1-1-716 0 0,19 6-1579 0 0,-18-5 251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09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0 628 0 0,'0'0'15586'0'0,"3"3"-15224"0"0,10 7-193 0 0,-10-8 782 0 0,0 2-855 0 0,6 10-1 0 0,-7-11 1482 0 0,-1 3-1521 0 0,0 18-78 0 0,-1-19 446 0 0,-1 0-244 0 0,0 1-474 0 0,-2 3 545 0 0,3-4-4314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10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40 580 0 0,'0'0'12633'0'0,"-4"-1"-12426"0"0,-15-5-17 0 0,14 5 781 0 0,-1 0-719 0 0,-78-17 3947 0 0,158 12-4079 0 0,35 2 263 0 0,-49 5-452 0 0,7-1 161 0 0,-60 0 176 0 0,0 0-344 0 0,18-1 146 0 0,-18 1-26 0 0,-2 0 51 0 0,18-2-132 0 0,-17 1-336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11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27 2304 0 0,'0'0'5546'0'0,"1"-7"-4216"0"0,-2-12 942 0 0,-3 35 918 0 0,-9 28-3011 0 0,-99 338 723 0 0,107-361-846 0 0,3-16-2 0 0,0 1 36 0 0,-5 16 26 0 0,5-16 409 0 0,1 0-181 0 0,-12 52 1919 0 0,19-59-2075 0 0,18 0 62 0 0,-18 1-250 0 0,-3-3-146 0 0,108-73-209 0 0,-93 64 300 0 0,2 2-1 0 0,22-11 1 0 0,-2 2 248 0 0,14-1-462 0 0,-48 18 283 0 0,-1 0-101 0 0,0 1 63 0 0,18-2 61 0 0,-18 3 56 0 0,2 0-102 0 0,22 3 9 0 0,-22-2 84 0 0,-2 1-31 0 0,3 1-69 0 0,0 0 0 0 0,0 0 0 0 0,-1 1 0 0 0,1 0 1 0 0,-1 0-1 0 0,0 1 0 0 0,0 0 0 0 0,0 0 0 0 0,-1 1 0 0 0,0-1 0 0 0,0 2 0 0 0,0-1 0 0 0,6 9 0 0 0,-10-11 179 0 0,0 2 14 0 0,13 47-1 0 0,-14-48 39 0 0,-4 1 38 0 0,0 2-234 0 0,-1 1 0 0 0,-1-1 1 0 0,0 0-1 0 0,0 0 0 0 0,0-1 1 0 0,-1 1-1 0 0,0-1 0 0 0,-7 6 1 0 0,-1-4 132 0 0,0 0 1 0 0,-18 7-1 0 0,29-14-183 0 0,-13 5 15 0 0,-6 1-12 0 0,2-6 110 0 0,13 0-177 0 0,-7 0 149 0 0,-1 0 0 0 0,0 0 0 0 0,-23-1 0 0 0,32-2-515 0 0,0 0-1 0 0,0 0 1 0 0,-1 0 0 0 0,-10-5-1 0 0,12 4-483 0 0,0-1 1 0 0,0 1-1 0 0,0-1 0 0 0,0 0 0 0 0,0-1 0 0 0,-5-4 0 0 0,-10-10-2854 0 0,15 13-600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11.9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 1 2804 0 0,'0'0'13347'0'0,"1"6"-13108"0"0,1 3-153 0 0,1 1 0 0 0,1-1-1 0 0,0 0 1 0 0,0-1 0 0 0,0 1-1 0 0,1-1 1 0 0,8 11 0 0 0,0 2 18 0 0,0 0 0 0 0,-2 1 0 0 0,0 1 0 0 0,-2 0 0 0 0,0 0 0 0 0,-2 1 0 0 0,-1 0 0 0 0,0 0 0 0 0,-2 0 1 0 0,-1 1-1 0 0,-1 0 0 0 0,0-1 0 0 0,-2 1 0 0 0,-2 0 0 0 0,0 0 0 0 0,-1-1 0 0 0,-1 1 0 0 0,-2-1 0 0 0,0 0 1 0 0,-2 0-1 0 0,-14 32 0 0 0,3-20-7 0 0,-1-2 1 0 0,-2 0-1 0 0,-1-2 0 0 0,-2 0 1 0 0,-1-2-1 0 0,-1-1 1 0 0,-1-1-1 0 0,-2-1 0 0 0,-51 35 1 0 0,70-54-251 0 0,0-2 0 0 0,0 1 0 0 0,0-2 1 0 0,-13 5-1 0 0,19-8-859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12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388 1 1652 0 0,'0'0'6565'0'0,"-5"1"-5594"0"0,-15 4-23 0 0,15-3-143 0 0,2 0-176 0 0,-26 22 352 0 0,1 1 0 0 0,2 2 0 0 0,-37 46 0 0 0,-59 103 582 0 0,109-155-1381 0 0,2 2-1 0 0,0-1 1 0 0,1 2 0 0 0,1-1 0 0 0,1 1 0 0 0,1 0-1 0 0,2 1 1 0 0,0 0 0 0 0,1 0 0 0 0,2 0-1 0 0,1 0 1 0 0,0 0 0 0 0,2 0 0 0 0,1 0 0 0 0,1 0-1 0 0,1 0 1 0 0,1 0 0 0 0,2-1 0 0 0,0 0-1 0 0,1 0 1 0 0,17 32 0 0 0,-12-29-102 0 0,32 57-312 0 0,-32-59-967 0 0,-11-21 247 0 0,0 0-435 0 0,0 0 549 0 0,3 5 442 0 0,-4 0-8074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13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1 152 556 0 0,'0'0'4440'0'0,"3"-4"-2719"0"0,12-12-404 0 0,-12 12 896 0 0,1 2-1336 0 0,32-20 1539 0 0,-32 20-1882 0 0,1 0-318 0 0,12-5-95 0 0,-12 5 86 0 0,0 1-246 0 0,15-3 135 0 0,-15 3-49 0 0,-1 3-160 0 0,11 7 146 0 0,-11-6 82 0 0,-2 1-179 0 0,5 15 176 0 0,-5-15 31 0 0,-2 2-120 0 0,1 17 105 0 0,-1-18-27 0 0,-1 3-188 0 0,-1 1 79 0 0,0 7 129 0 0,-2 1-1 0 0,0 0 0 0 0,-1-1 0 0 0,-1 1 0 0 0,-14 28 0 0 0,-53 69 387 0 0,70-111-440 0 0,3-1 6 0 0,-1-1 1 0 0,1 0 0 0 0,-1 1 0 0 0,0-1-1 0 0,0 0 1 0 0,0 1 0 0 0,0-1 0 0 0,0 0 0 0 0,0 0-1 0 0,0 0 1 0 0,0 0 0 0 0,0 0 0 0 0,0 0-1 0 0,-2 1 1 0 0,38-48-293 0 0,3 1-1 0 0,47-42 1 0 0,30-35 19 0 0,-29 30 444 0 0,-49 47-106 0 0,-33 41-49 0 0,-8 6-76 0 0,-7 6 19 0 0,1 1-1 0 0,0-1 1 0 0,1 2-1 0 0,-16 17 0 0 0,-35 53 107 0 0,40-53-98 0 0,8-10-12 0 0,1 0 0 0 0,0 0 1 0 0,1 1-1 0 0,0 0 0 0 0,2 1 0 0 0,0 0 1 0 0,2 1-1 0 0,-6 20 0 0 0,12-38-28 0 0,-1 1-1 0 0,0-1 1 0 0,1 1 0 0 0,0-1 0 0 0,-1 1-1 0 0,1 0 1 0 0,0-1 0 0 0,0 1 0 0 0,1-1-1 0 0,-1 1 1 0 0,1 2 0 0 0,1 2 24 0 0,-2-4-21 0 0,0-1 0 0 0,0 0 0 0 0,0 0 0 0 0,1 1 0 0 0,-1-1 0 0 0,1 0 0 0 0,-1 0 0 0 0,1 1 0 0 0,0-1 0 0 0,0 0 0 0 0,0 0 0 0 0,0 0 0 0 0,0 0-1 0 0,1 0 1 0 0,1 2 0 0 0,2 2 24 0 0,1 3 23 0 0,0 0 0 0 0,1-1 0 0 0,0 0 0 0 0,0-1-1 0 0,1 1 1 0 0,-1-2 0 0 0,2 1 0 0 0,-1-1 0 0 0,16 9 0 0 0,0-3-73 0 0,0 0 0 0 0,32 9 0 0 0,-23-13-20 0 0,-27-7-56 0 0,0-1 185 0 0,21 2-25 0 0,-20-2-192 0 0,-1-2 49 0 0,4-2 3 0 0,-1-1 0 0 0,0 0 0 0 0,14-10 0 0 0,-19 11 181 0 0,-1 1-80 0 0,-3 2-12 0 0,0 1 1 0 0,0-1-1 0 0,1 1 1 0 0,-1-1-1 0 0,0 1 1 0 0,1-1-1 0 0,-1 1 0 0 0,0-1 1 0 0,1 1-1 0 0,-1-1 1 0 0,1 1-1 0 0,-1 0 1 0 0,1-1-1 0 0,-1 1 1 0 0,1 0-1 0 0,-1-1 1 0 0,1 1-1 0 0,-1 0 1 0 0,1 0-1 0 0,-1 0 1 0 0,1-1-1 0 0,-1 1 1 0 0,1 0-1 0 0,0 0 1 0 0,-1 0-1 0 0,1 0 1 0 0,-1 0-1 0 0,2 0 1 0 0,7 15 246 0 0,-9-15-257 0 0,2 4 110 0 0,-2 4 30 0 0,0 22 4 0 0,0-23-218 0 0,1 0 101 0 0,4 19 104 0 0,-4-19-190 0 0,1-3-27 0 0,3 18-277 0 0,2-5-2877 0 0,2-9-4908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14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63 2240 0 0,'-1'-8'-1459'0'0,"-1"-1"3226"0"0,-4-22 11945 0 0,3 21-12030 0 0,2 6 1567 0 0,-29 5-3035 0 0,24-1-554 0 0,6 1-558 0 0,0-1 828 0 0,0 1 0 0 0,0-1 0 0 0,-1 1 0 0 0,1-1 0 0 0,0 1 0 0 0,0-1 1 0 0,-1 0-1 0 0,1 1 0 0 0,0-1 0 0 0,-1 0 0 0 0,1 1 0 0 0,0-1 0 0 0,-1 0 0 0 0,1 1 1 0 0,-1-1-1 0 0,1 0 0 0 0,0 0 0 0 0,-1 1 0 0 0,1-1 0 0 0,-1 0 0 0 0,1 0 0 0 0,-1 0 1 0 0,1 0-1 0 0,-1 0 0 0 0,-7 4-2615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14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0 768 0 0,'0'0'15973'0'0,"2"7"-15522"0"0,31 107 362 0 0,-15-59-585 0 0,15 80 0 0 0,-27-92-89 0 0,-2 0-1 0 0,-2 1 1 0 0,-1-1-1 0 0,-2 1 1 0 0,-3-1 0 0 0,-12 63-1 0 0,10-81-66 0 0,-1 1 0 0 0,-1-1 1 0 0,-2 0-1 0 0,-24 45 0 0 0,25-54-16 0 0,-1 0-1 0 0,-1-1 1 0 0,-1-1-1 0 0,0 0 1 0 0,0-1-1 0 0,-2 0 1 0 0,-26 20 0 0 0,-9-3-566 0 0,30-23-1943 0 0,3-4-3358 0 0,9-4 2076 0 0,-24-5-565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14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95 684 0 0,'-2'-6'3200'0'0,"1"3"-2018"0"0,-5-10-836 0 0,6 2 8456 0 0,0 11-8753 0 0,0-1 1 0 0,0 1-1 0 0,0-1 0 0 0,0 1 1 0 0,0-1-1 0 0,0 1 0 0 0,0-1 0 0 0,0 1 1 0 0,0-1-1 0 0,1 1 0 0 0,-1-1 1 0 0,0 1-1 0 0,0-1 0 0 0,0 1 1 0 0,1-1-1 0 0,-1 1 0 0 0,0-1 1 0 0,1 1-1 0 0,-1 0 0 0 0,0-1 1 0 0,1 1-1 0 0,-1 0 0 0 0,0-1 0 0 0,1 1 1 0 0,-1 0-1 0 0,2-1 0 0 0,-2 1-12 0 0,1-1-1 0 0,-1 1 0 0 0,1 0 0 0 0,-1-1 1 0 0,1 1-1 0 0,-1-1 0 0 0,1 1 0 0 0,-1-1 1 0 0,1 1-1 0 0,-1-1 0 0 0,0 0 0 0 0,1 1 1 0 0,-1-1-1 0 0,0 1 0 0 0,1-1 0 0 0,-1 0 0 0 0,0 1 1 0 0,0-1-1 0 0,1-1 0 0 0,3 0 544 0 0,9-4-343 0 0,0 0 0 0 0,0 2 1 0 0,1-1-1 0 0,-1 2 0 0 0,1-1 1 0 0,27-1-1 0 0,82 3-4052 0 0,-109 2 2584 0 0,8 1-3110 0 0,-10 0 3085 0 0,-3 1 213 0 0,-3-2-2354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15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25 2216 0 0,'-22'14'2955'0'0,"17"-11"1800"0"0,1-1-2759 0 0,-12 8-534 0 0,11-7 2582 0 0,11-4-3581 0 0,118-20 883 0 0,-36 5-2680 0 0,-1 4-5479 0 0,-51 9 3226 0 0,-1-1-488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15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456 99 2128 0 0,'0'0'5953'0'0,"2"-3"-4963"0"0,6-13 9 0 0,-5 12 3638 0 0,-4-2-4422 0 0,0-17 120 0 0,1 18 149 0 0,-3 2-412 0 0,-10-8 71 0 0,10 8 604 0 0,-3 2-596 0 0,-16-4-129 0 0,16 4 462 0 0,0 0-483 0 0,-19-4 55 0 0,19 4 253 0 0,-1 2-294 0 0,-19 5-27 0 0,19-4 3 0 0,2-1 75 0 0,4 0-60 0 0,-13 3 90 0 0,1 0-1 0 0,-1 1 1 0 0,1 1 0 0 0,-1 0-1 0 0,2 1 1 0 0,-1 1-1 0 0,1 0 1 0 0,0 0 0 0 0,0 1-1 0 0,-12 14 1 0 0,17-17-77 0 0,-9 9 105 0 0,1 0 0 0 0,0 1 1 0 0,1 1-1 0 0,0 0 0 0 0,1 1 0 0 0,-14 27 0 0 0,0 7 106 0 0,20-39-212 0 0,2 1-70 0 0,1 2-28 0 0,-1 8 241 0 0,1 0 0 0 0,1 0 1 0 0,2 1-1 0 0,0-1 0 0 0,3 28 0 0 0,1-37-132 0 0,0-1-1 0 0,0 1 1 0 0,2-1 0 0 0,0 1-1 0 0,0-1 1 0 0,11 18-1 0 0,15 14 166 0 0,-29-43-140 0 0,2 2 30 0 0,39 31 14 0 0,-38-33-28 0 0,0-1-63 0 0,18 7 46 0 0,-18-7-117 0 0,2-1 128 0 0,21 4-100 0 0,-22-4 96 0 0,2 0-96 0 0,20 1 96 0 0,-21-1-63 0 0,1-2 61 0 0,14 1-27 0 0,0-2 1 0 0,1 0-1 0 0,-1-2 1 0 0,28-7-1 0 0,-13-1 154 0 0,51-24 0 0 0,-18 1-214 0 0,-54 26 191 0 0,1-1-1 0 0,-1-1 0 0 0,-1 0 1 0 0,26-24-1 0 0,0-6 562 0 0,-25 23-398 0 0,-5 0 55 0 0,-5 10-306 0 0,-1-1 1 0 0,0 1-1 0 0,0-1 0 0 0,-1 0 1 0 0,0 0-1 0 0,0 0 0 0 0,-1-1 1 0 0,0 1-1 0 0,-1-1 0 0 0,0 0 1 0 0,-1 0-1 0 0,0 0 0 0 0,-1 1 1 0 0,1-1-1 0 0,-2 0 0 0 0,0 0 0 0 0,0 0 1 0 0,0 0-1 0 0,-1 1 0 0 0,-1-1 1 0 0,0 0-1 0 0,0 1 0 0 0,-1 0 1 0 0,0 0-1 0 0,0 0 0 0 0,-1 0 1 0 0,0 1-1 0 0,-10-12 0 0 0,3 6-363 0 0,-1 1 0 0 0,-1 0 0 0 0,0 1 0 0 0,0 0 0 0 0,-1 1 0 0 0,-1 1 0 0 0,0 1 0 0 0,0 0 0 0 0,-32-12 0 0 0,-10 1-4703 0 0,-98-21 0 0 0,86 25 740 0 0,-27-8-1760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49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66 1348 0 0,'0'0'13595'0'0,"0"-5"-13456"0"0,1-17-146 0 0,0 16 365 0 0,-1 1-227 0 0,3-17-166 0 0,-3 16 1302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50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18 1472 0 0,'0'0'12679'0'0,"-5"0"-12533"0"0,-15 4 54 0 0,15-3 2236 0 0,0-3-2245 0 0,-14-2-53 0 0,14 3 3352 0 0,11 0-3409 0 0,16-3-33 0 0,-16 3 41 0 0,43-1 117 0 0,208-1 119 0 0,-197 2-293 0 0,11 0-69 0 0,-63 1 120 0 0,46-2-1228 0 0,-36 2-3247 0 0,-2 15-1189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51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1684 0 0,'0'0'1989'0'0,"-1"4"-484"0"0,-6 19 6104 0 0,5-19-7418 0 0,0-1 55 0 0,-2 6-460 0 0,3-1 4600 0 0,5-6-4206 0 0,8 1-149 0 0,-1-1-1 0 0,1 0 1 0 0,-1-1 0 0 0,1 0-1 0 0,0 0 1 0 0,0-2 0 0 0,0 1-1 0 0,12-4 1 0 0,26 1 32 0 0,2-1-11 0 0,13 4-15 0 0,-59 0 321 0 0,1 0-109 0 0,7 0-453 0 0,69 0 14 0 0,-56 0-3410 0 0,-7 2-3583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18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610 189 168 0 0,'0'0'8170'0'0,"-3"-3"-7170"0"0,-25-46 6643 0 0,19 33-7748 0 0,7 11 508 0 0,-1 2-380 0 0,-28-30 267 0 0,27 30-115 0 0,2 2-148 0 0,1 0 0 0 0,-1 0 1 0 0,1 0-1 0 0,-1 0 0 0 0,1 0 0 0 0,-1-1 0 0 0,1 1 1 0 0,0-1-1 0 0,0 1 0 0 0,-2-3 0 0 0,-1 1-46 0 0,1-2-54 0 0,-1 1 78 0 0,0 0 1 0 0,0 0 0 0 0,-1 1-1 0 0,-8-6 1 0 0,10 7-61 0 0,0-1 429 0 0,-15-11-53 0 0,14 12-83 0 0,-6-5-205 0 0,7 11 106 0 0,10 29-1 0 0,24 48-124 0 0,-28-74-8 0 0,111 250-180 0 0,-103-231 32 0 0,-9-22 148 0 0,0 1 78 0 0,5 15 11 0 0,-5-15 121 0 0,0 0-129 0 0,18 49 69 0 0,-18-49-56 0 0,-1-2-92 0 0,-1 0 0 0 0,1 0 0 0 0,-1-1 0 0 0,1 1 0 0 0,0 0 1 0 0,0-1-1 0 0,0 1 0 0 0,1 0 0 0 0,1 2 0 0 0,6 19-209 0 0,-8-18 243 0 0,1 0 1 0 0,0-1-1 0 0,0 1 0 0 0,0-1 1 0 0,4 7-1 0 0,-1-3 58 0 0,-4-4 769 0 0,-5-4-1396 0 0,-14 5 437 0 0,13-4 207 0 0,-1-1-47 0 0,-27 9-53 0 0,0 2-1 0 0,1 1 0 0 0,-56 31 0 0 0,-89 67 87 0 0,44-26-89 0 0,77-47 140 0 0,51-35-39 0 0,-50 32 1847 0 0,43-28-1855 0 0,8-4-6 0 0,0-1-1498 0 0,0 0 646 0 0,-5 2 742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40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424 177 2792 0 0,'0'0'12068'0'0,"-5"2"-12025"0"0,-12 6 60 0 0,12-6 934 0 0,-12 17 343 0 0,-10-25-960 0 0,22 5-7 0 0,-1-25-575 0 0,5 21 162 0 0,2 1-96 0 0,5-14 56 0 0,-4 14 176 0 0,0-2 32 0 0,4-5-186 0 0,1 1 0 0 0,0-1 0 0 0,1 1 0 0 0,0 1 0 0 0,1-1 0 0 0,-1 1 0 0 0,2 1 0 0 0,-1 0 0 0 0,1 0 1 0 0,1 1-1 0 0,-1 0 0 0 0,1 1 0 0 0,0 0 0 0 0,16-6 0 0 0,-22 11 81 0 0,0 0-161 0 0,18-2 120 0 0,-17 3 60 0 0,0 1 30 0 0,-5-1-82 0 0,2 0-35 0 0,0 0 0 0 0,-1 0 1 0 0,1 0-1 0 0,-1 1 0 0 0,1-1 0 0 0,0 1 0 0 0,-1 0 0 0 0,1 0 0 0 0,-1 0 0 0 0,0 0 0 0 0,1 0 0 0 0,-1 0 0 0 0,0 1 1 0 0,1-1-1 0 0,-1 1 0 0 0,0-1 0 0 0,0 1 0 0 0,0 0 0 0 0,-1 0 0 0 0,1 0 0 0 0,2 4 0 0 0,0 5-14 0 0,-1 0 1 0 0,0 1-1 0 0,-1-1 0 0 0,-1 1 0 0 0,0 0 0 0 0,0 0 0 0 0,-1-1 1 0 0,0 1-1 0 0,-1 0 0 0 0,-1 0 0 0 0,0-1 0 0 0,0 1 0 0 0,-1-1 0 0 0,-6 15 1 0 0,-17 41 69 0 0,-2-2 0 0 0,-3-1 1 0 0,-3-1-1 0 0,-3-2 0 0 0,-2-1 1 0 0,-61 70-1 0 0,66-93 20 0 0,-2 0 0 0 0,-42 32-1 0 0,37-34 69 0 0,37-31-168 0 0,-2 0-1 0 0,1 0 0 0 0,0 0 0 0 0,-1-1 0 0 0,0 0 0 0 0,-11 4 0 0 0,11-5 23 0 0,1 1 109 0 0,0-4 54 0 0,-16-2-85 0 0,15 3 180 0 0,2-4-357 0 0,-11-9 16 0 0,11 10 278 0 0,8-41-430 0 0,-4 43 242 0 0,0 0 0 0 0,0 0 0 0 0,1 0 0 0 0,-1 0 0 0 0,0 0 0 0 0,0 0 0 0 0,0 0 1 0 0,1 1-1 0 0,-1-1 0 0 0,0 0 0 0 0,1 0 0 0 0,-1 0 0 0 0,1 0 0 0 0,-1 1 0 0 0,1-1 0 0 0,-1 0 1 0 0,1 0-1 0 0,-1 1 0 0 0,1-1 0 0 0,1-1 0 0 0,-1 2-2 0 0,0-1 1 0 0,-1 1-1 0 0,1-1 1 0 0,0 0-1 0 0,-1 0 0 0 0,1 1 1 0 0,-1-1-1 0 0,1 0 1 0 0,-1 0-1 0 0,1 1 0 0 0,-1-1 1 0 0,0 0-1 0 0,1 0 1 0 0,-1 0-1 0 0,0 0 0 0 0,1 0 1 0 0,-1 0-1 0 0,0 0 1 0 0,0 1-1 0 0,0-3 0 0 0,4-3 120 0 0,32-42-358 0 0,-32 44 121 0 0,0 1 17 0 0,13-12 145 0 0,-13 11-15 0 0,-2 4-7 0 0,-1 0 1 0 0,1-1 0 0 0,0 1 0 0 0,-1-1-1 0 0,1 0 1 0 0,-1 1 0 0 0,1-1-1 0 0,-1 0 1 0 0,1 0 0 0 0,-1 0 0 0 0,1 0-1 0 0,1-2 1 0 0,0 1 10 0 0,2-1 162 0 0,1 2-156 0 0,16-4-194 0 0,-17 3 172 0 0,2 4 25 0 0,19 3-113 0 0,-20-4 132 0 0,0 1-14 0 0,66 33-462 0 0,-68-33 401 0 0,2 1 153 0 0,18 7-16 0 0,-18-8 129 0 0,-1 0 1 0 0,62 2 1072 0 0,-52-6-1123 0 0,1 0 1 0 0,-1-1 0 0 0,1-1 0 0 0,-1 0 0 0 0,21-9 0 0 0,67-39 258 0 0,-40 19 129 0 0,4-13-101 0 0,-64 43-458 0 0,1-1-155 0 0,11-12-252 0 0,-11 12-383 0 0,0 0-2047 0 0,0 2 1827 0 0,5-5 393 0 0,-3-1-8780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41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1 108 3716 0 0,'0'0'13294'0'0,"6"0"-12934"0"0,48-5 59 0 0,-1-3-1 0 0,1-2 1 0 0,59-19 0 0 0,14-2-164 0 0,-104 25-158 0 0,0 0-264 0 0,0 1-1 0 0,28-1 0 0 0,-45 6-244 0 0,6 0 525 0 0,-7 0-3856 0 0,1-1-3503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8:41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2 876 0 0,'0'0'7314'0'0,"-5"0"-5544"0"0,-18-2-273 0 0,18 2 4406 0 0,5 2-5876 0 0,0 0 1 0 0,0 0-1 0 0,1-1 1 0 0,-1 1-1 0 0,0 0 1 0 0,1 0-1 0 0,0-1 1 0 0,-1 1-1 0 0,1 0 1 0 0,0-1-1 0 0,2 3 1 0 0,-1 1 26 0 0,-1-4-58 0 0,-1 0-1 0 0,0 0 0 0 0,1 0 0 0 0,0 0 0 0 0,-1-1 1 0 0,1 1-1 0 0,0 0 0 0 0,-1 0 0 0 0,1 0 0 0 0,0 0 1 0 0,0-1-1 0 0,0 1 0 0 0,0 0 0 0 0,-1-1 0 0 0,1 1 1 0 0,0-1-1 0 0,0 1 0 0 0,0-1 0 0 0,0 1 0 0 0,1-1 1 0 0,-1 1-1 0 0,0-1 0 0 0,1 0 0 0 0,0 0-18 0 0,112 62-662 0 0,31 18 606 0 0,-94-44 637 0 0,-47-33-420 0 0,0 1-24 0 0,14 11 22 0 0,-13-11 2 0 0,-4 1-202 0 0,6 15-40 0 0,-5-15-24 0 0,-4 0 18 0 0,-6 12 64 0 0,0 1 0 0 0,-1-2 0 0 0,-1 0 0 0 0,-24 30 0 0 0,-63 62 243 0 0,35-41-24 0 0,-64 69 37 0 0,123-132-334 0 0,-13 14 827 0 0,18-13-528 0 0,0-3-100 0 0,-1-1-32 0 0,0 0 0 0 0,1 0 1 0 0,-1 1-1 0 0,0-1 0 0 0,-1 0 0 0 0,1 1 0 0 0,0-1 1 0 0,0 1-1 0 0,-1-1 0 0 0,1 1 0 0 0,0-1 0 0 0,0 4 0 0 0,6-5 238 0 0,211 5 463 0 0,-22-2-440 0 0,-189-3-353 0 0,1 1 112 0 0,24 0-69 0 0,-24 0 9 0 0,-2-1 72 0 0,16 2-95 0 0,-16-2 128 0 0,-1 1-118 0 0,18 0 24 0 0,-18-1 44 0 0,1 1-8 0 0,18 3-149 0 0,-18-4-37 0 0,0 0-2182 0 0,20 0-46 0 0,-19 0-1710 0 0,-2 0 175 0 0,23-1-658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22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189 108 2028 0 0,'0'0'6541'0'0,"-1"-4"-5796"0"0,-5-14 41 0 0,5 13 3279 0 0,1 0-4010 0 0,0-55 2057 0 0,0 59-2115 0 0,-1 1 0 0 0,1-1 0 0 0,0 1 0 0 0,0 0 0 0 0,0-1 0 0 0,-1 1 0 0 0,1-1-1 0 0,0 1 1 0 0,-1 0 0 0 0,1-1 0 0 0,0 1 0 0 0,-1 0 0 0 0,1-1 0 0 0,0 1 0 0 0,-1 0 0 0 0,1 0 0 0 0,0-1 0 0 0,-1 1 0 0 0,1 0 0 0 0,-1 0-1 0 0,1 0 1 0 0,-1 0 0 0 0,1 0 0 0 0,-1-1 0 0 0,1 1 0 0 0,-1 0 0 0 0,1 0-3 0 0,-1 0 1 0 0,1 0-1 0 0,-1 0 0 0 0,1 0 1 0 0,-1 0-1 0 0,1 0 1 0 0,-1 0-1 0 0,1-1 0 0 0,0 1 1 0 0,-1 0-1 0 0,1 0 1 0 0,-1-1-1 0 0,1 1 0 0 0,0 0 1 0 0,-1 0-1 0 0,1-1 1 0 0,0 1-1 0 0,-1 0 0 0 0,1-1 1 0 0,0 1-1 0 0,-1-1 1 0 0,1 1-1 0 0,0 0 0 0 0,0-1 1 0 0,0 1-1 0 0,-1-1 0 0 0,-4 4 92 0 0,-5 3-19 0 0,1 1-1 0 0,0 0 0 0 0,0 1 0 0 0,1 0 0 0 0,-1 0 1 0 0,-9 14-1 0 0,5-4-76 0 0,2 0 1 0 0,-1 1-1 0 0,2 0 1 0 0,0 1-1 0 0,-12 36 1 0 0,21-51-13 0 0,0 1 164 0 0,-2 16 124 0 0,2-16-85 0 0,1-1-198 0 0,1 19-29 0 0,-1-18 12 0 0,4-2 175 0 0,31 34 214 0 0,-31-35-606 0 0,0 0-486 0 0,-3-2-134 0 0,9 7 1435 0 0,-6-6-3529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23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31 416 0 0,'0'0'5718'0'0,"1"-5"-3867"0"0,5-16-506 0 0,-4 16 4101 0 0,-6 9-5111 0 0,-12 10-15 0 0,13-11-97 0 0,0 1-102 0 0,-8 14-59 0 0,9-14 3729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23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76 1380 0 0,'0'0'12684'0'0,"-4"-2"-12169"0"0,-12-5-20 0 0,12 5 1356 0 0,7-1-1927 0 0,36-26 140 0 0,-34 26-157 0 0,0 1-438 0 0,15-4-244 0 0,-15 4-181 0 0,1 0-395 0 0,19-5-852 0 0,-18 5-752 0 0,0 1 506 0 0,28-7 277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24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 1752 0 0,'0'0'11431'0'0,"3"-4"-10761"0"0,19-15 1095 0 0,5 9-3856 0 0,24 3-5005 0 0,-49 7 6842 0 0,5 0-2495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24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22 884 0 0,'0'0'6115'0'0,"3"-3"-4016"0"0,15-16 6060 0 0,-20 26-8118 0 0,2-5-36 0 0,-13 33 60 0 0,-13 29-126 0 0,16-38-30 0 0,8-21-195 0 0,1 1-204 0 0,-1-1-189 0 0,-2 10 1020 0 0,5 2-9402 0 0,5 7 5448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25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2556 0 0,'-4'2'1853'0'0,"-15"7"8042"0"0,25-9-10204 0 0,23 0 295 0 0,-25 3-44 0 0,10 9 21 0 0,-10-9 162 0 0,-1 0-163 0 0,7 11-36 0 0,-7-11 72 0 0,-1 1 96 0 0,17 40-182 0 0,-17-39 455 0 0,-1 0-340 0 0,2 17-53 0 0,-2-16-14 0 0,-1 1 111 0 0,-6 56 402 0 0,5-57-263 0 0,0-1-49 0 0,-4 11-94 0 0,7-28 31 0 0,0 2-57 0 0,1 1 1 0 0,0-1-1 0 0,6-13 0 0 0,44-51 110 0 0,-20 31-31 0 0,-29 38-139 0 0,0 1 0 0 0,0-1 1 0 0,0 1-1 0 0,0 0 0 0 0,1 1 1 0 0,0-1-1 0 0,-1 1 0 0 0,2 0 1 0 0,-1 0-1 0 0,0 0 0 0 0,0 1 1 0 0,11-4-1 0 0,6 11 329 0 0,-16-2-250 0 0,0-2 83 0 0,-3 3-159 0 0,41 54-38 0 0,-42-54 174 0 0,1 0-74 0 0,6 13 4 0 0,-6-12 2 0 0,-2-1-174 0 0,17 45-6878 0 0,-16-44 4180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26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31 268 0 0,'0'0'13924'0'0,"-1"-5"-13610"0"0,-5-20 287 0 0,1 27-433 0 0,-2 2-132 0 0,0 1-1 0 0,0-1 0 0 0,0 1 1 0 0,1 0-1 0 0,0 1 0 0 0,0 0 1 0 0,0 0-1 0 0,-8 11 0 0 0,-11 20 182 0 0,1 2 0 0 0,2 0 0 0 0,2 2 0 0 0,1 0 0 0 0,3 1 0 0 0,1 0 0 0 0,2 2 0 0 0,-11 64-1 0 0,19-78-94 0 0,2 1-1 0 0,0 0 1 0 0,2 0-1 0 0,2-1 0 0 0,1 1 1 0 0,1 0-1 0 0,1 0 1 0 0,2-1-1 0 0,1 0 0 0 0,2 0 1 0 0,0-1-1 0 0,2 0 1 0 0,18 33-1 0 0,5-9 220 0 0,2-1 0 0 0,2-2 0 0 0,64 66 0 0 0,-87-100-279 0 0,4 7 140 0 0,-16-20-142 0 0,-2-1-49 0 0,-1 0 1 0 0,1-1-1 0 0,1 1 1 0 0,-1-1 0 0 0,0 1-1 0 0,0-1 1 0 0,0 0-1 0 0,1 0 1 0 0,-1 1 0 0 0,1-1-1 0 0,1 1 1 0 0,0 1 165 0 0,0 1-70 0 0,5 3 586 0 0,19 18-10053 0 0,-24-23 5159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27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67 1980 0 0,'-6'-30'10284'0'0,"8"26"-9479"0"0,8-13-109 0 0,-8 13 838 0 0,1 7-1816 0 0,10 12 422 0 0,-9-11 190 0 0,-3 2-287 0 0,17 38-63 0 0,-16-41 192 0 0,2 1 3 0 0,-1 0-168 0 0,1 0-1 0 0,0 0 1 0 0,-1-1-1 0 0,2 1 1 0 0,-1-1-1 0 0,0 0 1 0 0,1 0-1 0 0,-1-1 1 0 0,9 4-1 0 0,2-1 119 0 0,1 0-1 0 0,21 2 0 0 0,-28-4-77 0 0,-5-2-16 0 0,0 1 0 0 0,0-2 0 0 0,-1 1 0 0 0,1 0 0 0 0,0-1 0 0 0,0 0-1 0 0,0 0 1 0 0,5 0 0 0 0,-3 0-15 0 0,9 0 33 0 0,0 0 0 0 0,0-1 0 0 0,0 0 0 0 0,0-1 0 0 0,0-1 0 0 0,0 0 1 0 0,-1-2-1 0 0,24-8 0 0 0,30-31-154 0 0,-64 41 11 0 0,-3 3 87 0 0,-1-1 0 0 0,0 0-1 0 0,0 1 1 0 0,0-1 0 0 0,0 1 0 0 0,0-1 0 0 0,1 1 0 0 0,-1 0-1 0 0,0-1 1 0 0,1 1 0 0 0,-1-1 0 0 0,0 1 0 0 0,1-1 0 0 0,-1 1-1 0 0,0 0 1 0 0,1-1 0 0 0,-1 1 0 0 0,1 0 0 0 0,-1-1 0 0 0,0 1-1 0 0,1 0 1 0 0,-1 0 0 0 0,1-1 0 0 0,-1 1 0 0 0,1 0 0 0 0,0 0-1 0 0,0 0 6 0 0,-1-1-1 0 0,1 1 0 0 0,-1 0 0 0 0,1 0 1 0 0,-1 0-1 0 0,1-1 0 0 0,-1 1 0 0 0,1 0 0 0 0,-1 0 1 0 0,0-1-1 0 0,1 1 0 0 0,-1 0 0 0 0,1-1 0 0 0,-1 1 1 0 0,0-1-1 0 0,1 1 0 0 0,-1-1 0 0 0,0 1 1 0 0,1 0-1 0 0,-1-1 0 0 0,0 1 0 0 0,0-1 0 0 0,0 1 1 0 0,1-1-1 0 0,-1 1 0 0 0,0-2 0 0 0,18-17 143 0 0,-17 19-135 0 0,-1 0 1 0 0,1 0 0 0 0,-1 0-1 0 0,1 0 1 0 0,-1 0 0 0 0,1 0 0 0 0,-1-1-1 0 0,1 1 1 0 0,-1 0 0 0 0,0 0 0 0 0,1-1-1 0 0,-1 1 1 0 0,1 0 0 0 0,-1-1-1 0 0,0 1 1 0 0,1 0 0 0 0,-1-1 0 0 0,0 1-1 0 0,1-1 1 0 0,-1 1 0 0 0,0-1 0 0 0,1 1-1 0 0,-1 0 1 0 0,0-1 0 0 0,0 1-1 0 0,0-1 1 0 0,1 0 0 0 0,-1 0-8 0 0,0 1 0 0 0,0-1 0 0 0,0 1 0 0 0,1-1 0 0 0,-1 1 0 0 0,0-1 0 0 0,0 1 0 0 0,1-1 0 0 0,-1 1 0 0 0,0 0 0 0 0,1-1 0 0 0,-1 1 0 0 0,0-1 0 0 0,1 1 0 0 0,-1 0 0 0 0,1-1 0 0 0,-1 1 0 0 0,1 0 0 0 0,-1-1 0 0 0,1 1 0 0 0,-1 0 0 0 0,1 0 0 0 0,-1 0 0 0 0,1-1 0 0 0,0 1 0 0 0,0-1 3 0 0,0 1-1 0 0,0-1 0 0 0,0 0 1 0 0,0 0-1 0 0,0 0 0 0 0,-1 0 1 0 0,1 0-1 0 0,0 0 0 0 0,-1 0 1 0 0,1 0-1 0 0,0 0 0 0 0,-1 0 1 0 0,1 0-1 0 0,-1 0 1 0 0,0 0-1 0 0,1-2 0 0 0,-18 14-61 0 0,13-8 184 0 0,0 1 111 0 0,-12 18-71 0 0,0 0 1 0 0,1 1-1 0 0,1 0 0 0 0,2 1 1 0 0,0 0-1 0 0,-11 36 0 0 0,7-1 68 0 0,-9 38-99 0 0,24-94-123 0 0,0-1 0 0 0,0 2 0 0 0,0-1 0 0 0,0 0 0 0 0,0 0-1 0 0,1 0 1 0 0,-1 0 0 0 0,1 7 0 0 0,-3 26-205 0 0,-6 19 27 0 0,-35 93 684 0 0,42-140-485 0 0,-2 0 1 0 0,1 0 0 0 0,-1 0-1 0 0,0-1 1 0 0,0 0-1 0 0,-1 0 1 0 0,0 0 0 0 0,-1 0-1 0 0,1-1 1 0 0,-1 1-1 0 0,-12 8 1 0 0,14-11-22 0 0,-5 4 8 0 0,0 0 0 0 0,-1-1 0 0 0,0 0 0 0 0,0 0 0 0 0,0-1 0 0 0,-1 0 0 0 0,-19 7 0 0 0,21-10 35 0 0,-1-1 0 0 0,-1 0 0 0 0,1 0-1 0 0,0-1 1 0 0,0 0 0 0 0,-1 0 0 0 0,1-2-1 0 0,0 1 1 0 0,-18-4 0 0 0,13 0-82 0 0,1-1 0 0 0,-1-1 0 0 0,1 0 0 0 0,0-1-1 0 0,0-1 1 0 0,1 0 0 0 0,0-1 0 0 0,-18-15 0 0 0,16 11-666 0 0,11 10-245 0 0,4 2 872 0 0,0 1 0 0 0,0-1 0 0 0,0 1 0 0 0,0-1 0 0 0,-1 1 0 0 0,1-1 0 0 0,0 1 0 0 0,0-1 0 0 0,0 1 1 0 0,0-1-1 0 0,-1 1 0 0 0,1-1 0 0 0,0 1 0 0 0,0 0 0 0 0,-1-1 0 0 0,1 1 0 0 0,0-1 0 0 0,-1 1 0 0 0,1 0 0 0 0,0-1 1 0 0,-1 1-1 0 0,1 0 0 0 0,-1-1 0 0 0,1 1 0 0 0,-1 0 0 0 0,0-1 0 0 0,-6-5-2211 0 0,6 1-4328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28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26 1856 0 0,'0'0'8816'0'0,"2"-4"-7700"0"0,5-13-231 0 0,-6 13 2621 0 0,-3 8-3241 0 0,-19 43 220 0 0,19-41-380 0 0,0 0 219 0 0,-7 20-46 0 0,6-20-12 0 0,2 0-133 0 0,-4 16 158 0 0,4-16 91 0 0,2 0-93 0 0,1 17-124 0 0,-1-17 246 0 0,3-3-296 0 0,11 11 105 0 0,-11-11-30 0 0,3-2-452 0 0,19 2-133 0 0,-19-3-379 0 0,0 0-473 0 0,6-2 847 0 0,32-7-8892 0 0,-40 7 4992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28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57 188 0 0,'0'0'12215'0'0,"-2"-4"-10752"0"0,-10-14 5602 0 0,10 15-6981 0 0,-2 0-12 0 0,1 0 0 0 0,-1 0 0 0 0,1 1 1 0 0,-1 0-1 0 0,0-1 0 0 0,0 1 0 0 0,0 1 0 0 0,-5-3 1 0 0,4 3-59 0 0,0 0-100 0 0,-1-1-426 0 0,1-1 2393 0 0,0 2-3390 0 0,0 0-3342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29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216 116 636 0 0,'0'0'4142'0'0,"2"-4"-3524"0"0,-1 0-363 0 0,6-13 2247 0 0,-11 15-2366 0 0,-40-16 1205 0 0,39 16-735 0 0,0 1-348 0 0,-14-5 9 0 0,15 5 623 0 0,-2 1-699 0 0,-18 0 120 0 0,18 0 280 0 0,0 0-515 0 0,-21-1 59 0 0,21 0 577 0 0,1 2-430 0 0,-16 1-100 0 0,16-2 1234 0 0,-2 0-1316 0 0,-18 1 38 0 0,19-1 1121 0 0,10-1-1045 0 0,38-10 54 0 0,0 1-1 0 0,1 3 0 0 0,52-3 1 0 0,24-4-10 0 0,-113 13-152 0 0,29-2-102 0 0,-28 2 280 0 0,-1 0-196 0 0,18-1-126 0 0,-18 1 252 0 0,0 1-156 0 0,6 0 654 0 0,28 7-10313 0 0,-36-5 6280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31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0 162 1448 0 0,'1'-6'1788'0'0,"4"-16"-341"0"0,-4 17 1775 0 0,1 0-2432 0 0,4-12-247 0 0,-5 12 875 0 0,2 2-1199 0 0,8-12 24 0 0,-9 11 244 0 0,1 1-190 0 0,9-12-147 0 0,-9 11 288 0 0,0 2-357 0 0,10-9-98 0 0,-10 8 522 0 0,4 4-410 0 0,19 1-86 0 0,-20-1-45 0 0,-3 3-90 0 0,10 14 109 0 0,-9-14 93 0 0,-2 2 121 0 0,3 11-81 0 0,0 0 0 0 0,-1 0 0 0 0,0 0 1 0 0,1 24-1 0 0,-20 90 529 0 0,14-125-495 0 0,-4 19 13 0 0,2-18-126 0 0,2-1-67 0 0,-1-1-2 0 0,-4 13 63 0 0,5-14 200 0 0,3-8-2013 0 0,18-34 947 0 0,-10 17 1054 0 0,1 0 0 0 0,0 1 1 0 0,2 0-1 0 0,1 1 0 0 0,19-21 0 0 0,-17 22-49 0 0,47-44 1239 0 0,-60 59-1289 0 0,-2 3-115 0 0,0 0 0 0 0,0 0 0 0 0,-1 0-1 0 0,1 0 1 0 0,0-1 0 0 0,-1 1 0 0 0,1 0 0 0 0,0 0-1 0 0,-1-1 1 0 0,1 1 0 0 0,-1 0 0 0 0,1-1 0 0 0,0 1-1 0 0,-1-1 1 0 0,1 1 0 0 0,-1-1 0 0 0,1 1 0 0 0,-1-1-1 0 0,2 0 1 0 0,-2 0 16 0 0,1 0 1 0 0,0 1-1 0 0,-1-1 0 0 0,1 0 1 0 0,0 1-1 0 0,0-1 0 0 0,-1 1 0 0 0,1-1 1 0 0,0 1-1 0 0,0-1 0 0 0,0 1 0 0 0,0 0 1 0 0,0-1-1 0 0,0 1 0 0 0,0 0 0 0 0,0 0 1 0 0,0 0-1 0 0,0 0 0 0 0,0-1 0 0 0,0 1 1 0 0,0 1-1 0 0,-1-1 0 0 0,1 0 0 0 0,0 0 1 0 0,1 0-1 0 0,6 0-20 0 0,20 2-216 0 0,-9 10 260 0 0,-15-10-40 0 0,-1 2 85 0 0,20 49 78 0 0,-20-46-190 0 0,-3 1 159 0 0,0 23-1 0 0,0-23-149 0 0,-1-1-29 0 0,-20 92 309 0 0,20-93-195 0 0,-1-1 76 0 0,-5 15-142 0 0,5-15 541 0 0,3-10-556 0 0,5-12-87 0 0,0 0 1 0 0,1 0 0 0 0,11-18 0 0 0,65-83-13 0 0,-57 91 257 0 0,0 1 0 0 0,1 1 0 0 0,49-33 1 0 0,-70 53-128 0 0,16-8-190 0 0,-17 12 138 0 0,-1-2 116 0 0,2 2-6 0 0,-3-1-67 0 0,-1 1-5 0 0,-1 0-1 0 0,0 0 0 0 0,1 1 0 0 0,-1-1 1 0 0,1 1-1 0 0,-1-1 0 0 0,1 1 0 0 0,-1-1 1 0 0,1 1-1 0 0,-1 0 0 0 0,1-1 0 0 0,-1 1 1 0 0,1 0-1 0 0,-1 0 0 0 0,1 0 0 0 0,-1 1 0 0 0,1-1 1 0 0,2 1-1 0 0,-1-1-23 0 0,-1 0 31 0 0,1 1-1 0 0,-1-1 1 0 0,1 1 0 0 0,-1-1-1 0 0,1 1 1 0 0,-1 0 0 0 0,0-1-1 0 0,1 1 1 0 0,-1 1 0 0 0,0-1-1 0 0,0 0 1 0 0,0 0 0 0 0,0 1-1 0 0,0-1 1 0 0,0 1 0 0 0,0 0-1 0 0,0-1 1 0 0,-1 1 0 0 0,1 0-1 0 0,2 4 1 0 0,1 7 107 0 0,-1 0 0 0 0,0 0-1 0 0,-1 1 1 0 0,0 0 0 0 0,-1-1 0 0 0,-1 1 0 0 0,0 0-1 0 0,-1 0 1 0 0,0 0 0 0 0,-1 0 0 0 0,0 0 0 0 0,-6 21-1 0 0,2-15 18 0 0,4-15-216 0 0,0 1-334 0 0,-4 19-230 0 0,4-19-136 0 0,0 0-1773 0 0,-3 17 186 0 0,3-18-1029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31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90 1332 0 0,'16'-21'2718'0'0,"-12"17"-542"0"0,-1 1-390 0 0,34-29 3280 0 0,-33 29-4173 0 0,1 0-257 0 0,15-8-121 0 0,-15 8 300 0 0,1 2-460 0 0,15-6-139 0 0,-16 5 89 0 0,15 15 200 0 0,-17-11-499 0 0,0 17 251 0 0,-2-17-233 0 0,-1 1-1 0 0,1-1 1 0 0,-1 0-1 0 0,0 1 0 0 0,0-1 1 0 0,0 0-1 0 0,0 1 0 0 0,0-1 1 0 0,0 0-1 0 0,-2 5 0 0 0,-2 13-1 0 0,-1-1 0 0 0,-1 0 1 0 0,-1 0-1 0 0,0-1 0 0 0,-12 21 0 0 0,-57 90 138 0 0,58-100-161 0 0,15-25 40 0 0,1 0-74 0 0,-5 10 186 0 0,20-28 144 0 0,9-7-331 0 0,134-115-486 0 0,-134 121 475 0 0,1 1 106 0 0,61-51-1 0 0,-81 62 4 0 0,1 0-41 0 0,-1 1 1 0 0,1-1-1 0 0,-1 0 0 0 0,0 1 0 0 0,0-2 0 0 0,0 1 0 0 0,-1 0 0 0 0,1-1 1 0 0,3-5-1 0 0,-3 5 217 0 0,-9 4-425 0 0,-17 0 116 0 0,11 4 58 0 0,-5 9 94 0 0,0 2 0 0 0,1 0 0 0 0,0 1 1 0 0,1 0-1 0 0,1 1 0 0 0,1 1 0 0 0,0 0 0 0 0,1 1 0 0 0,-17 39 0 0 0,27-55-60 0 0,1 0-1 0 0,0-1 0 0 0,0 1 0 0 0,0 1 1 0 0,0-1-1 0 0,0 0 0 0 0,1 0 0 0 0,-1 6 0 0 0,0-1 70 0 0,1-3-34 0 0,-1-1 1 0 0,1 1-1 0 0,0 0 1 0 0,0 0-1 0 0,0 0 0 0 0,1-1 1 0 0,-1 1-1 0 0,1 0 1 0 0,1 0-1 0 0,-1-1 1 0 0,3 8-1 0 0,-2-8-42 0 0,-2-2 6 0 0,1 0-1 0 0,-1 0 1 0 0,1 0-1 0 0,-1 0 1 0 0,1-1 0 0 0,0 1-1 0 0,0 0 1 0 0,0-1-1 0 0,0 1 1 0 0,0-1-1 0 0,0 1 1 0 0,0-1 0 0 0,1 1-1 0 0,-1-1 1 0 0,2 2-1 0 0,2 1 28 0 0,-2 0-18 0 0,1 0-1 0 0,0 0 0 0 0,0 0 1 0 0,0 0-1 0 0,0 0 0 0 0,1-1 1 0 0,0 0-1 0 0,-1 0 1 0 0,1 0-1 0 0,6 2 0 0 0,-1 0-16 0 0,10 4-684 0 0,0 0 0 0 0,1-1 1 0 0,29 6-1 0 0,24 3-5463 0 0,-42-10 945 0 0,-25-6 1839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32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49 924 0 0,'0'0'2553'0'0,"5"-3"-500"0"0,11-9-362 0 0,-12 8 2356 0 0,0 1-3010 0 0,12-9-268 0 0,-13 9 808 0 0,1 1-1376 0 0,12-5-40 0 0,-13 5 1007 0 0,-3 3-1163 0 0,0 0 0 0 0,-1 1 1 0 0,1-1-1 0 0,-1 0 0 0 0,1 1 1 0 0,-1-1-1 0 0,1 0 0 0 0,-1 0 1 0 0,0 1-1 0 0,0-1 0 0 0,0 0 1 0 0,-2 2-1 0 0,2-1 28 0 0,-1 2 177 0 0,-2 1 73 0 0,-38 71 561 0 0,39-72-736 0 0,2 3 36 0 0,0 2 31 0 0,1 0 0 0 0,-1 1 0 0 0,1-1 0 0 0,2 12 1 0 0,-1-16 87 0 0,4 0-106 0 0,0 0-227 0 0,0 0 0 0 0,0 0 0 0 0,1 0 1 0 0,0-1-1 0 0,0 0 0 0 0,0 0 0 0 0,0 0 1 0 0,1-1-1 0 0,8 3 0 0 0,8 1-3770 0 0,4-4-3507 0 0,6-1 3492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32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35 2440 0 0,'0'0'12200'0'0,"-1"-6"-10673"0"0,0-17-300 0 0,1 18 3092 0 0,-5 7-4202 0 0,-14 6 41 0 0,15-6 42 0 0,-1 1-148 0 0,-15 6 51 0 0,15-6 192 0 0,0-1-188 0 0,2-1-500 0 0,-12 3 1047 0 0,19-18-9837 0 0,-1 4 3656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33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1480 0 0,'0'0'15904'0'0,"-2"4"-15584"0"0,0-2-145 0 0,1-1-46 0 0,0 0 1 0 0,0 0-1 0 0,0 0 1 0 0,0 0-1 0 0,1 0 1 0 0,-1 0-1 0 0,0 1 1 0 0,1-1-1 0 0,-1 0 1 0 0,1 0-1 0 0,-1 1 1 0 0,0 2-1 0 0,8-3-41 0 0,19 3-3 0 0,-20-3-103 0 0,2 0 129 0 0,180 19 186 0 0,-182-20-340 0 0,0 1 150 0 0,18 2-879 0 0,38 5 2274 0 0,-42-4-5724 0 0,-2 1-4836 0 0,-14-3 4847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34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55 143 2464 0 0,'12'-23'2052'0'0,"-10"18"-274"0"0,1 1-135 0 0,22-36 2645 0 0,-22 36-3614 0 0,-1 0-78 0 0,23-34 1358 0 0,-22 34-1578 0 0,0 0-214 0 0,7-9-76 0 0,-7 10 200 0 0,-4 8-322 0 0,-6 38 336 0 0,-3 0 0 0 0,-22 60 0 0 0,8-25-313 0 0,4-16-124 0 0,-9 35 508 0 0,28-92-75 0 0,1-3-250 0 0,0 0 1 0 0,-1 0-1 0 0,1 0 0 0 0,-1 0 1 0 0,1 0-1 0 0,-1 0 1 0 0,1 0-1 0 0,-1-1 1 0 0,0 1-1 0 0,0 0 1 0 0,-1 1-1 0 0,-1 3 47 0 0,1-1 721 0 0,1 0-360 0 0,-5 14-180 0 0,4-14 1171 0 0,7-7-1440 0 0,12-4 59 0 0,-12 4-95 0 0,-2-2 5 0 0,12-13-42 0 0,-12 13 128 0 0,2 0 18 0 0,33-28-240 0 0,-24 18 135 0 0,2 2-1 0 0,22-16 0 0 0,37-18-189 0 0,-71 44 234 0 0,1-1-77 0 0,15-5 35 0 0,-15 6-24 0 0,1 0 59 0 0,-2 1-17 0 0,1 0 0 0 0,0 0 0 0 0,0 1 0 0 0,0-1 0 0 0,0 1 0 0 0,0 0 0 0 0,0 0-1 0 0,0 1 1 0 0,0 0 0 0 0,0 0 0 0 0,6 2 0 0 0,10 13-11 0 0,-17-13-30 0 0,-4-2 49 0 0,1 1 0 0 0,0-1 0 0 0,-1 0 0 0 0,1 1 0 0 0,0-1 0 0 0,0 0 0 0 0,0 0 0 0 0,0 1 0 0 0,1-1 0 0 0,-1 0 0 0 0,2 1 0 0 0,-3-2 4 0 0,3 3 111 0 0,-1 2-155 0 0,7 11 92 0 0,-6-11-50 0 0,-1 1-75 0 0,8 17 148 0 0,-8-17-120 0 0,-2 0 132 0 0,1 17 4 0 0,0-17-130 0 0,-2 2 107 0 0,0 5-20 0 0,-2-1 0 0 0,1 1 0 0 0,-1 0-1 0 0,-1-1 1 0 0,0 0 0 0 0,-10 20 0 0 0,11-24-37 0 0,1-5-18 0 0,1 0 0 0 0,0-1 0 0 0,0 1 1 0 0,-1 0-1 0 0,0 0 0 0 0,1-1 1 0 0,-1 1-1 0 0,0-1 0 0 0,-4 4 1 0 0,-1 2 8 0 0,-3 4 43 0 0,0-1 0 0 0,0-1 0 0 0,-19 15 0 0 0,23-21-28 0 0,0 0 0 0 0,0-1 0 0 0,0 0 1 0 0,-1 0-1 0 0,1 0 0 0 0,-1-1 1 0 0,1 0-1 0 0,-1 0 0 0 0,0-1 1 0 0,0 1-1 0 0,-9-1 0 0 0,-16 1 84 0 0,29-2-106 0 0,0 1 1 0 0,0-1 0 0 0,0 0 0 0 0,0 0 0 0 0,1 0-1 0 0,-1-1 1 0 0,0 1 0 0 0,0-1 0 0 0,0 1-1 0 0,0-1 1 0 0,-4-2 0 0 0,-1 0-66 0 0,4 2-238 0 0,1 0 0 0 0,-1 0 0 0 0,1 0 0 0 0,-1-1 0 0 0,1 1 0 0 0,0-1-1 0 0,-1 0 1 0 0,1 0 0 0 0,0 0 0 0 0,0 0 0 0 0,-3-4 0 0 0,1 1-865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37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44 2352 0 0,'0'0'11639'0'0,"-1"-5"-11228"0"0,-3-17-13 0 0,2 17 3676 0 0,0 1-3992 0 0,-1-3-15 0 0,7 11 155 0 0,12 20 229 0 0,-12-18-513 0 0,10 23 137 0 0,-1 1 1 0 0,-1 0 0 0 0,-2 1-1 0 0,-1 0 1 0 0,7 48 0 0 0,-15-73-67 0 0,3 21 1 0 0,-1-1 1 0 0,-1 1-1 0 0,-2 0 1 0 0,-1-1-1 0 0,-1 1 1 0 0,-1-1 0 0 0,-1 1-1 0 0,-1-1 1 0 0,-1 0-1 0 0,-2 0 1 0 0,-1-1-1 0 0,-1 0 1 0 0,0-1 0 0 0,-2 0-1 0 0,-1-1 1 0 0,-1 0-1 0 0,-1-1 1 0 0,-1 0-1 0 0,-1-2 1 0 0,0 0 0 0 0,-25 21-1 0 0,-3-4 172 0 0,-21 13 81 0 0,62-47-912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38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32 111 432 0 0,'0'0'1851'0'0,"-5"-1"-482"0"0,-22-3 15283 0 0,34-13-16169 0 0,-5 14-422 0 0,0-1 38 0 0,-2 4-90 0 0,1 0 0 0 0,-1 0 0 0 0,1 0 0 0 0,-1 0 0 0 0,1 0 0 0 0,-1 0 1 0 0,1 0-1 0 0,-1 0 0 0 0,1-1 0 0 0,-1 1 0 0 0,1 0 0 0 0,-1 0 0 0 0,1 0 0 0 0,-1-1 1 0 0,1 1-1 0 0,-1 0 0 0 0,0 0 0 0 0,1-1 0 0 0,-1 1 0 0 0,0 0 0 0 0,1-1 1 0 0,-1 1-1 0 0,1-1 0 0 0,16-10 188 0 0,48-12-141 0 0,-32 13-144 0 0,0 1 0 0 0,0 2 0 0 0,48-5 0 0 0,-71 11-184 0 0,5-1-556 0 0,13 0 12 0 0,-1 3-1491 0 0,10 1-130 0 0,3 3-4785 0 0,-4-1 3465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38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9 1036 0 0,'-27'9'18130'0'0,"34"-8"-17721"0"0,6 0-175 0 0,0-1 0 0 0,0-1 0 0 0,0 1 0 0 0,0-2 0 0 0,17-3 0 0 0,-6 0-85 0 0,0 2-1 0 0,31-1 0 0 0,80 11-1868 0 0,-85 0-2191 0 0,5 4-4393 0 0,-11-2 4243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39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415 110 24 0 0,'2'-5'2306'0'0,"13"-46"4090"0"0,-14 46-3016 0 0,-3 0-3130 0 0,-3-19 1219 0 0,0 22-1387 0 0,-13-3 493 0 0,1 1 0 0 0,-33-4-1 0 0,44 7-204 0 0,0 1-338 0 0,-21 0-31 0 0,21 0 83 0 0,-1 1 118 0 0,-61 15-46 0 0,52-10-60 0 0,1 0 0 0 0,0 1 0 0 0,0 1 0 0 0,0 0 0 0 0,1 1 0 0 0,0 1 0 0 0,1 0 0 0 0,0 1 0 0 0,0 0 0 0 0,-21 26 0 0 0,30-32-55 0 0,0 0-1 0 0,1 0 0 0 0,-1 1 0 0 0,1 0 1 0 0,0-1-1 0 0,-3 11 0 0 0,4-10-16 0 0,0-2 153 0 0,1 3 12 0 0,-4 21-185 0 0,4-21-29 0 0,2 0 67 0 0,-1-3-40 0 0,1-1 16 0 0,-1 0 1 0 0,0 1-1 0 0,1-1 1 0 0,0 0-1 0 0,-1 0 1 0 0,1 0-1 0 0,1 0 1 0 0,-1 0-1 0 0,0 0 1 0 0,1 0-1 0 0,-1 0 1 0 0,1-1-1 0 0,0 1 1 0 0,0 0-1 0 0,0-1 1 0 0,0 0-1 0 0,0 1 1 0 0,4 2-1 0 0,8 4 42 0 0,1 0 0 0 0,0-1 0 0 0,0-1 0 0 0,1 0-1 0 0,0-1 1 0 0,0-1 0 0 0,0 0 0 0 0,1-1-1 0 0,17 2 1 0 0,-3-3 208 0 0,-1-1-1 0 0,1-1 0 0 0,0-2 1 0 0,52-7-1 0 0,-65 5 122 0 0,-1-1 0 0 0,1 0 0 0 0,-1-2 0 0 0,0 1 0 0 0,29-16 0 0 0,-43 19-343 0 0,-1 0 0 0 0,1-1 0 0 0,-1 1 0 0 0,0-1 0 0 0,0 1 0 0 0,0-1 0 0 0,0 0 0 0 0,0 1 0 0 0,-1-1 1 0 0,1 0-1 0 0,-1 0 0 0 0,0 0 0 0 0,0 0 0 0 0,1-6 0 0 0,-1 6-56 0 0,-1 2 16 0 0,1-1 0 0 0,-1 1 0 0 0,0 0 0 0 0,1 0 0 0 0,-1 0 0 0 0,0 0 0 0 0,0-1 0 0 0,0 1 0 0 0,0 0 0 0 0,0 0 0 0 0,0 0 0 0 0,0 0 0 0 0,-1-1 0 0 0,1 1 0 0 0,0 0 0 0 0,-1 0 0 0 0,1 0 0 0 0,-1 0 0 0 0,1 0-1 0 0,-1 0 1 0 0,0-2 0 0 0,-1 1 11 0 0,0-5-7 0 0,-1 0-1 0 0,0 0 1 0 0,0 0 0 0 0,-1 1-1 0 0,0-1 1 0 0,-1 1-1 0 0,1 0 1 0 0,-10-10-1 0 0,-45-37-101 0 0,55 50 69 0 0,-13-11-814 0 0,-4-4 177 0 0,-34-22 0 0 0,25 24-3673 0 0,-4 2-4535 0 0,11 5 4007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46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24 217 1340 0 0,'0'0'8588'0'0,"1"-5"-7732"0"0,4-14 41 0 0,-4 15 4685 0 0,0-2-5407 0 0,4-15 59 0 0,-4 15 1688 0 0,0 1-1547 0 0,0-51 1159 0 0,-1 51-1382 0 0,0 4-246 0 0,0 0 94 0 0,0 1 0 0 0,0-1 0 0 0,0 0 0 0 0,0 1 0 0 0,-1-1 0 0 0,1 1 0 0 0,0-1 0 0 0,0 0 0 0 0,0 1 0 0 0,-1-1 0 0 0,1 1 0 0 0,0-1 0 0 0,-1 1 0 0 0,1-1 0 0 0,0 1 0 0 0,-1-1 0 0 0,1 1 0 0 0,-1-1 0 0 0,0 0 0 0 0,1 1-5 0 0,-1 0 0 0 0,1-1-1 0 0,-1 1 1 0 0,1-1 0 0 0,0 1 0 0 0,-1-1-1 0 0,1 1 1 0 0,0-1 0 0 0,-1 1 0 0 0,1-1 0 0 0,0 1-1 0 0,-1-1 1 0 0,1 1 0 0 0,0-1 0 0 0,0 0-1 0 0,0 1 1 0 0,0-1 0 0 0,0 1 0 0 0,0-1-1 0 0,0 0 1 0 0,0 0 0 0 0,-5 0 33 0 0,-14-5-137 0 0,15 5 1499 0 0,8-1-1340 0 0,14-4-36 0 0,0 1-1 0 0,1 1 1 0 0,-1 1-1 0 0,1 1 0 0 0,22 0 1 0 0,13-3-57 0 0,122-14-181 0 0,-169 19 267 0 0,-1-1-6 0 0,18-3 24 0 0,-17 3-106 0 0,-1 1-97 0 0,18-1 204 0 0,-17 1 28 0 0,-1 0-72 0 0,17-1-59 0 0,-17 1-10 0 0,-2 2-3028 0 0,11 6 1861 0 0,-11-6-448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47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 2120 0 0,'0'0'16874'0'0,"5"1"-16936"0"0,16 5 74 0 0,-15-4 70 0 0,0-3-108 0 0,218-17 382 0 0,-84 11 295 0 0,-114 5-497 0 0,-20 1 129 0 0,0 1-264 0 0,86-2-1138 0 0,-86 2-275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54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340 147 292 0 0,'0'0'6986'0'0,"-2"-4"-6791"0"0,-6-15-15 0 0,6 14 2455 0 0,0 2-2327 0 0,-36-56 1729 0 0,35 56-536 0 0,-1 0-1502 0 0,-32-27 997 0 0,32 27 70 0 0,1 0-1128 0 0,-9-8 80 0 0,9 8 548 0 0,4 8-590 0 0,1 17-16 0 0,-1-16 1647 0 0,0-1-2085 0 0,2 16 465 0 0,-2-15 375 0 0,2-2-504 0 0,6 16 49 0 0,-7-15 159 0 0,1 0 86 0 0,38 76-83 0 0,39 45 158 0 0,35 20 8 0 0,-112-143-120 0 0,-3-2-110 0 0,0 0 1 0 0,0-1 0 0 0,0 1-1 0 0,0-1 1 0 0,1 1 0 0 0,-1-1-1 0 0,0 1 1 0 0,1-1 0 0 0,-1 1-1 0 0,0-1 1 0 0,1 1-1 0 0,-1-1 1 0 0,1 1 0 0 0,-1-1-1 0 0,0 0 1 0 0,1 1 0 0 0,-1-1-1 0 0,1 0 1 0 0,-1 1 0 0 0,1-1-1 0 0,-1 0 1 0 0,2 1-1 0 0,8 7-89 0 0,22 28 380 0 0,-29-33-234 0 0,-1 3-138 0 0,0-1 106 0 0,0 1-1 0 0,1-1 1 0 0,-1 0-1 0 0,1 0 1 0 0,6 7-1 0 0,-9-11-31 0 0,2 3-35 0 0,-6 1 8 0 0,-23 20 112 0 0,-35 26-1 0 0,-3 2-57 0 0,-45 37 96 0 0,-25 21-322 0 0,81-66 435 0 0,50-42-120 0 0,0 0 38 0 0,-37 29 165 0 0,37-28-266 0 0,2-3-49 0 0,0 0 0 0 0,1 0 0 0 0,-1 0 1 0 0,0 0-1 0 0,1 0 0 0 0,0 1 0 0 0,-1-1 0 0 0,1 1 0 0 0,0-1 1 0 0,-2 3-1 0 0,0 0 64 0 0,-1-1-148 0 0,-26 31-1786 0 0,28-30 1215 0 0,12 22-13580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57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28 340 0 0,'0'0'6288'0'0,"-5"-1"-5809"0"0,-15-3-83 0 0,15 3 1277 0 0,1-1-1504 0 0,-72-17 2532 0 0,71 18-2071 0 0,-2 1-396 0 0,-55 3 1305 0 0,57-2 201 0 0,11 0-1654 0 0,58 12 229 0 0,276-2 675 0 0,-319-11-967 0 0,39-1-130 0 0,5 2-257 0 0,-48 1 230 0 0,1-1-4469 0 0,-14 3 1362 0 0,10 11 400 0 0,-11-11-44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58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15 604 0 0,'-29'-7'8285'0'0,"25"6"-8018"0"0,-15-4 69 0 0,14 3 4142 0 0,9 5-4400 0 0,11 7 174 0 0,-11-8-115 0 0,1 1-173 0 0,52 29 352 0 0,1-3 1 0 0,78 27 0 0 0,-124-51-358 0 0,-7-4-12 0 0,1 2 95 0 0,16 6-76 0 0,-16-6 38 0 0,-2-2 21 0 0,-2 0-57 0 0,34 16 125 0 0,-35-16-106 0 0,1 0 0 0 0,0-1-1 0 0,0 1 1 0 0,0 0 0 0 0,-1 1-1 0 0,1-1 1 0 0,0 0 0 0 0,-1 0-1 0 0,1 1 1 0 0,-1-1 0 0 0,0 1-1 0 0,1-1 1 0 0,-1 1 0 0 0,0-1-1 0 0,0 1 1 0 0,2 3 0 0 0,-9 18 31 0 0,4-18-22 0 0,1 1 67 0 0,-3-2-39 0 0,-25 27 64 0 0,-55 43 1 0 0,33-43-176 0 0,-107 69 290 0 0,154-97-177 0 0,-1 0-59 0 0,-14 10 150 0 0,15-10 10 0 0,2-2-119 0 0,1-1 0 0 0,-1 1 0 0 0,1-1-1 0 0,0 1 1 0 0,-1 0 0 0 0,1 0 0 0 0,0 0 0 0 0,-1-1-1 0 0,1 1 1 0 0,0 0 0 0 0,0 1 0 0 0,-2 1 0 0 0,2-2 7 0 0,-2 1 371 0 0,-3 4-268 0 0,-3 1-105 0 0,9-7 1 0 0,0 0 0 0 0,0 0 0 0 0,0 0 0 0 0,0 0 0 0 0,0 0 0 0 0,-1 0 0 0 0,1 0 1 0 0,0 0-1 0 0,0 0 0 0 0,0 0 0 0 0,0 0 0 0 0,0 0 0 0 0,0 0 0 0 0,0 0 0 0 0,0 1 0 0 0,0-1 1 0 0,0 0-1 0 0,0 0 0 0 0,0 0 0 0 0,-1 0 0 0 0,1 0 0 0 0,0 0 0 0 0,0 0 0 0 0,0 0 1 0 0,0 0-1 0 0,0 0 0 0 0,0 1 0 0 0,0-1 0 0 0,0 0 0 0 0,0 0 0 0 0,0 0 0 0 0,0 0 1 0 0,0 0-1 0 0,0 0 0 0 0,0 0 0 0 0,0 0 0 0 0,0 0 0 0 0,0 1 0 0 0,0-1 0 0 0,0 0 1 0 0,0 0-1 0 0,0 0 0 0 0,0 0 0 0 0,0 0 0 0 0,1 0 0 0 0,-1 0 0 0 0,0 0 0 0 0,0 0 0 0 0,0 0 1 0 0,0 1-1 0 0,0-1 0 0 0,0 0 0 0 0,0 0 0 0 0,0 0 0 0 0,0 0 0 0 0,0 0 0 0 0,0 0 1 0 0,0 0-1 0 0,1 0 0 0 0,-1 0 0 0 0,0 0 0 0 0,0 0 0 0 0,0 0 0 0 0,0 0 0 0 0,0 0 1 0 0,26 3 143 0 0,-19-2 17 0 0,1-1-75 0 0,142 3-91 0 0,-78 3 126 0 0,-42-3-245 0 0,46-1 0 0 0,-1-1 236 0 0,-68-1-215 0 0,0 1 189 0 0,55 3 239 0 0,-57-4-150 0 0,2 1-73 0 0,20 1 32 0 0,-20-1-58 0 0,-2 0-238 0 0,18 1-511 0 0,-18-2-413 0 0,31-3-12323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59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21 472 0 0,'-30'-7'10758'0'0,"11"-4"-9406"0"0,16 8-183 0 0,-2 7-914 0 0,-16 13-15 0 0,2 2 1 0 0,0 0-1 0 0,1 1 1 0 0,1 1 0 0 0,0 0-1 0 0,2 1 1 0 0,1 1-1 0 0,1 1 1 0 0,-13 30-1 0 0,16-30-37 0 0,1-1-1 0 0,1 1 1 0 0,1 0-1 0 0,1 1 0 0 0,1 0 1 0 0,2 0-1 0 0,0 0 1 0 0,2 0-1 0 0,0 0 1 0 0,5 33-1 0 0,-2-45-52 0 0,1 0 0 0 0,1 0 0 0 0,0-1 0 0 0,0 1 0 0 0,1-1 1 0 0,1 0-1 0 0,0-1 0 0 0,1 1 0 0 0,0-1 0 0 0,1 0 0 0 0,0-1 0 0 0,0 0 0 0 0,1 0 0 0 0,18 14 0 0 0,8 4 354 0 0,1-2 0 0 0,77 41 1 0 0,-84-51-370 0 0,-25-14-49 0 0,0 1-82 0 0,13 6-41 0 0,-13-7-222 0 0,0 1-1123 0 0,11 6 411 0 0,-11-7-619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59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39 40 0 0,'0'0'2668'0'0,"0"-7"-490"0"0,-1 0-1443 0 0,1-5-30 0 0,-1-1 6882 0 0,6 15-7310 0 0,14 5-220 0 0,-14-6-59 0 0,-2 4 86 0 0,0 3 2 0 0,6 9 22 0 0,35 20 250 0 0,-34-30-496 0 0,1-1 0 0 0,-1-1 0 0 0,1 0-1 0 0,0 0 1 0 0,1-1 0 0 0,-1 0 0 0 0,1-1 0 0 0,-1-1 0 0 0,1 1 0 0 0,0-2 0 0 0,0 0 0 0 0,12 0 0 0 0,-19-1-306 0 0,18-1-1056 0 0,-5-4-829 0 0,-11 4 1615 0 0,19-7-2747 0 0,-4-1 2251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29:59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496 59 1732 0 0,'1'-5'1806'0'0,"5"-14"-228"0"0,-5 14 2347 0 0,0 0-3348 0 0,5-14-141 0 0,-5 14 3203 0 0,-5 8-3359 0 0,-2 2-115 0 0,0 0 0 0 0,1 0 0 0 0,-1 1-1 0 0,1 0 1 0 0,1 0 0 0 0,-1 1 0 0 0,1-1-1 0 0,0 1 1 0 0,0 0 0 0 0,-3 8 0 0 0,-4 13 150 0 0,-9 33 0 0 0,14-37-166 0 0,2 1 0 0 0,0 0 1 0 0,2 0-1 0 0,1 46 1 0 0,2-33 84 0 0,-6 39 0 0 0,4-68-237 0 0,-1 7 75 0 0,-1 0 0 0 0,0 0 1 0 0,-11 30-1 0 0,12-38-34 0 0,1-4-6 0 0,0-1-1 0 0,0 0 0 0 0,0 0 1 0 0,0 1-1 0 0,-1-1 0 0 0,1 0 1 0 0,-1 0-1 0 0,-4 5 1 0 0,-7 12-48 0 0,-1 0 0 0 0,-20 23 0 0 0,18-25 120 0 0,14-16-116 0 0,-1 0 0 0 0,1 1 0 0 0,0-1 0 0 0,0 0 0 0 0,-1 0 1 0 0,0-1-1 0 0,1 1 0 0 0,-6 2 0 0 0,-17 8 185 0 0,-38 14 1 0 0,57-24-83 0 0,-2-3-78 0 0,-87-19 357 0 0,90 19-318 0 0,0-2-198 0 0,-16-6-307 0 0,16 7-287 0 0,-13-16-9544 0 0,14 15 6275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00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32 96 0 0,'0'0'12016'0'0,"1"-5"-11189"0"0,5-22 3684 0 0,-11 29-4337 0 0,0 1-123 0 0,1 1 0 0 0,-1-1 1 0 0,0 1-1 0 0,1 0 1 0 0,0 0-1 0 0,0 0 0 0 0,0 1 1 0 0,0-1-1 0 0,1 1 1 0 0,-5 8-1 0 0,6-9 4 0 0,0 1-87 0 0,-8 17-4 0 0,8-16 397 0 0,2 0-325 0 0,0 20 80 0 0,0-19 71 0 0,2-3-157 0 0,1 1-132 0 0,0-1 0 0 0,0 1-1 0 0,0-1 1 0 0,1 0 0 0 0,-1 0 0 0 0,7 6 0 0 0,-5-7-1146 0 0,0-1-997 0 0,0 1 1136 0 0,6 2-408 0 0,0-4-3154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00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0 1700 0 0,'0'0'14702'0'0,"-5"1"-14454"0"0,-15 5-36 0 0,15-5 71 0 0,1 2-62 0 0,-10 9-49 0 0,11-9-204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01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76 2464 0 0,'-29'-7'1755'0'0,"23"6"1501"0"0,3-2-1948 0 0,-33-23 4757 0 0,33 24-2164 0 0,5 0-3893 0 0,-1 0 1 0 0,1 0-1 0 0,-1 0 1 0 0,1 0-1 0 0,-1 0 1 0 0,0 0-1 0 0,0 0 0 0 0,0 0 1 0 0,0 0-1 0 0,1-4 1 0 0,6 5 96 0 0,154-8 154 0 0,-102 10-171 0 0,-52-2-66 0 0,43 3-17 0 0,-45-1 160 0 0,1-1-5 0 0,61-1 379 0 0,-62 1-994 0 0,7 0-9681 0 0,5 0 7822 0 0,-12 0-1538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02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98 220 0 0,'3'-4'1976'0'0,"12"-11"-446"0"0,-12 11-410 0 0,2 0-99 0 0,12-11-32 0 0,-12 11-104 0 0,-1 1 1 0 0,12-12-215 0 0,-12 11-68 0 0,2 1-100 0 0,15-9-50 0 0,-16 9-124 0 0,0 1 133 0 0,15-5-177 0 0,-15 5 200 0 0,1 3-134 0 0,-1-1-274 0 0,-3-1-43 0 0,0 1 0 0 0,-1 0-1 0 0,1 0 1 0 0,0 0 0 0 0,0 0 0 0 0,-1 0 0 0 0,1 1 0 0 0,0-1-1 0 0,0 0 1 0 0,-1 1 0 0 0,4 0 0 0 0,18 17 469 0 0,-21-16-456 0 0,0 1 0 0 0,0-1 1 0 0,0 1-1 0 0,0 0 0 0 0,0 0 0 0 0,0 0 0 0 0,-1 0 0 0 0,1 0 0 0 0,-1 0 0 0 0,0 0 0 0 0,0 0 0 0 0,0 0 0 0 0,-1 1 1 0 0,1-1-1 0 0,0 7 0 0 0,-1-8-7 0 0,2 10 57 0 0,-1 1 0 0 0,0-1 0 0 0,0 0 0 0 0,-1 0 0 0 0,-1 0 0 0 0,0 1 0 0 0,-1-1 0 0 0,-3 14-1 0 0,-8 38 239 0 0,-7-9-1524 0 0,25-80 1037 0 0,-4 18 48 0 0,2 1 26 0 0,-1 1 67 0 0,4-10 31 0 0,1 0 0 0 0,1 0 0 0 0,1 0 0 0 0,0 1 0 0 0,14-17 1 0 0,10 2 94 0 0,-30 26-128 0 0,2 0 80 0 0,16-7-74 0 0,-15 7 37 0 0,0 3-68 0 0,-3-1-4 0 0,1 1 70 0 0,-1-1 0 0 0,1 1 0 0 0,0 0 0 0 0,-1 0 0 0 0,1 0 0 0 0,-1 1 0 0 0,1-1 0 0 0,-1 1 0 0 0,1 0 0 0 0,-1 0 1 0 0,1 0-1 0 0,-1 0 0 0 0,0 1 0 0 0,0-1 0 0 0,1 1 0 0 0,2 2 0 0 0,1 2 36 0 0,0 1 0 0 0,0 0 0 0 0,0 0 0 0 0,-1 0 0 0 0,0 1 0 0 0,-1 0 0 0 0,0 0 0 0 0,7 14 0 0 0,-10-17 34 0 0,-2 0 55 0 0,6 52 18 0 0,-5-52-278 0 0,-2 1 39 0 0,-5 11-90 0 0,2-38-136 0 0,3 21 292 0 0,1-1-13 0 0,0-1 0 0 0,-1 1 0 0 0,1 0 0 0 0,0 0-1 0 0,0-1 1 0 0,0 1 0 0 0,0 0 0 0 0,0 0 0 0 0,0-1-1 0 0,0 1 1 0 0,1 0 0 0 0,-1 0 0 0 0,0-1 0 0 0,1 1-1 0 0,-1 0 1 0 0,1 0 0 0 0,-1 0 0 0 0,1-1 0 0 0,-1 1 0 0 0,2-1-1 0 0,0-1 8 0 0,16-37-5 0 0,-14 29 59 0 0,0 0-1 0 0,1 0 0 0 0,0 1 1 0 0,1 0-1 0 0,0 0 0 0 0,11-14 1 0 0,-6 12 103 0 0,0 2 1 0 0,1-1 0 0 0,0 2 0 0 0,0-1-1 0 0,1 2 1 0 0,0 0 0 0 0,1 0-1 0 0,15-5 1 0 0,-28 12-125 0 0,1 0 0 0 0,0 0 0 0 0,0 1 0 0 0,0-1 0 0 0,-1 1 0 0 0,1-1 0 0 0,0 1 0 0 0,0 0 0 0 0,0 0 0 0 0,0 0 0 0 0,0 0 0 0 0,0 0 0 0 0,0 0 0 0 0,3 1 0 0 0,4 0 228 0 0,-8 0-235 0 0,1-1 0 0 0,0 0 0 0 0,0 1 0 0 0,0 0 0 0 0,-1-1 0 0 0,1 1 0 0 0,0 0 0 0 0,0 0 0 0 0,-1 0 0 0 0,3 2 0 0 0,1 0-24 0 0,-4-3 18 0 0,0 1 0 0 0,0-1-1 0 0,1 1 1 0 0,-1-1 0 0 0,0 1 0 0 0,0 0-1 0 0,0 0 1 0 0,0-1 0 0 0,0 1-1 0 0,0 0 1 0 0,0 0 0 0 0,0 0 0 0 0,0 0-1 0 0,0 0 1 0 0,-1 0 0 0 0,1 0-1 0 0,0 1 1 0 0,-1-1 0 0 0,1 0 0 0 0,0 3-1 0 0,2 2 196 0 0,-1-3-200 0 0,-1-1 1 0 0,1 1-1 0 0,-1 0 1 0 0,1 0-1 0 0,-1 0 0 0 0,0 0 1 0 0,0 0-1 0 0,0 0 0 0 0,-1 0 1 0 0,1 0-1 0 0,-1 4 1 0 0,2 13 331 0 0,3 1-254 0 0,-4-16-81 0 0,-2 2 52 0 0,-1 22 14 0 0,1-22-233 0 0,1-1-472 0 0,0 19-713 0 0,0-19-793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03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83 628 0 0,'0'0'7886'0'0,"-5"-1"-6543"0"0,-14-5-75 0 0,14 4 4553 0 0,9-1-5746 0 0,-4 3-57 0 0,1-2 18 0 0,0 1-1 0 0,1 0 1 0 0,-1-1 0 0 0,0 1-1 0 0,1 0 1 0 0,-1-1 0 0 0,0 1-1 0 0,1 0 1 0 0,0 0 0 0 0,-1 0-1 0 0,3-1 1 0 0,3 2-3 0 0,24-5 129 0 0,-26 8-43 0 0,-2-3-91 0 0,-1 1-31 0 0,1 0 1 0 0,0 0-1 0 0,0 0 0 0 0,-1 0 0 0 0,1 0 1 0 0,0 1-1 0 0,-1-1 0 0 0,0 1 1 0 0,1 0-1 0 0,-1 0 0 0 0,0 0 0 0 0,0 0 1 0 0,0 0-1 0 0,0 0 0 0 0,0 0 1 0 0,0 1-1 0 0,2 3 0 0 0,-1 0-24 0 0,-2-5 32 0 0,0 1 0 0 0,0 0 0 0 0,0 0-1 0 0,0 0 1 0 0,0-1 0 0 0,0 1 0 0 0,-1 0 0 0 0,1 0 0 0 0,-1 0-1 0 0,1 0 1 0 0,-1 0 0 0 0,0 0 0 0 0,0 0 0 0 0,0 3 0 0 0,0 1-25 0 0,1 0 58 0 0,0 0 0 0 0,-1 1 0 0 0,0-1 1 0 0,-1 0-1 0 0,1 1 0 0 0,-1-1 1 0 0,-1 0-1 0 0,1 0 0 0 0,-4 10 0 0 0,-12 19-200 0 0,-32 51 0 0 0,46-83 148 0 0,0 2 228 0 0,2-3-170 0 0,-1-1-31 0 0,1 0 0 0 0,-1 1-1 0 0,1-1 1 0 0,0 0 0 0 0,0 1-1 0 0,0-1 1 0 0,0 1 0 0 0,0 0-1 0 0,0-1 1 0 0,0 1 0 0 0,1 0-1 0 0,-2 3 321 0 0,6-11-694 0 0,41-40 153 0 0,94-76-1 0 0,-83 76 247 0 0,60-64 1 0 0,-113 106-104 0 0,-2 3 70 0 0,0-1-1 0 0,0 0 1 0 0,0 1 0 0 0,0-1 0 0 0,1 1-1 0 0,-1-1 1 0 0,0 1 0 0 0,1 0 0 0 0,-1-1-1 0 0,4-1 1 0 0,-2-1 348 0 0,-32 8-317 0 0,19 0-45 0 0,-15 17 45 0 0,1 2-1 0 0,0 0 1 0 0,2 1 0 0 0,0 2-1 0 0,2 0 1 0 0,1 1 0 0 0,-22 43-1 0 0,40-68 1 0 0,-1 0 0 0 0,1 0 0 0 0,0 0 0 0 0,0 0 0 0 0,0 1 0 0 0,0-1 0 0 0,1 0 0 0 0,-1 0-1 0 0,1 1 1 0 0,-1-1 0 0 0,1 1 0 0 0,0 3 0 0 0,0-1 133 0 0,4 23 134 0 0,-1-21-278 0 0,-2-4-12 0 0,0 0 0 0 0,0-1-1 0 0,0 1 1 0 0,0-1-1 0 0,1 1 1 0 0,-1-1 0 0 0,1 1-1 0 0,0-1 1 0 0,0 0 0 0 0,0 0-1 0 0,0 0 1 0 0,0 0-1 0 0,0 0 1 0 0,0-1 0 0 0,1 1-1 0 0,-1-1 1 0 0,4 2-1 0 0,-2 0 4 0 0,7 4-95 0 0,1-1 0 0 0,0 0 0 0 0,1-1 0 0 0,-1 0 0 0 0,25 6 0 0 0,71 10-3773 0 0,-103-20 3556 0 0,53 8-3407 0 0,-49-7 2744 0 0,25 4-3685 0 0,-6-3 2269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03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68 2132 0 0,'0'0'2202'0'0,"3"-3"-210"0"0,12-8-313 0 0,-12 8-128 0 0,13-10 1061 0 0,-12 10-369 0 0,-1 0-1472 0 0,33-26 2268 0 0,-33 26-2536 0 0,-3 4-498 0 0,0 0 0 0 0,0 0 0 0 0,0 0 0 0 0,0 1 1 0 0,0-1-1 0 0,0 0 0 0 0,0 0 0 0 0,-1-1 0 0 0,1 1 0 0 0,0 0 0 0 0,-1 0 0 0 0,1 0 0 0 0,-1 0 0 0 0,1 0 0 0 0,-1 0 0 0 0,0 1 0 0 0,-10 19 75 0 0,-14 65 187 0 0,24-81-298 0 0,0 2 171 0 0,0 23 14 0 0,1-23-130 0 0,3-2 16 0 0,9 17 46 0 0,-12-21-109 0 0,1 0 0 0 0,-1 0-1 0 0,1 0 1 0 0,-1 0 0 0 0,1 0 0 0 0,0 0 0 0 0,0 0 0 0 0,-1 0 0 0 0,1 0 0 0 0,0-1-1 0 0,0 1 1 0 0,0 0 0 0 0,0-1 0 0 0,0 1 0 0 0,0 0 0 0 0,0-1 0 0 0,0 1-1 0 0,0-1 1 0 0,0 0 0 0 0,2 1 0 0 0,0 0-100 0 0,-2 0 23 0 0,1 0 1 0 0,-1 0-1 0 0,0 0 0 0 0,1 0 0 0 0,-1-1 1 0 0,1 1-1 0 0,-1-1 0 0 0,1 1 0 0 0,0-1 1 0 0,-1 1-1 0 0,1-1 0 0 0,0 0 0 0 0,2 0 1 0 0,1 0-310 0 0,0 2-1765 0 0,3-3-1651 0 0,26-1 209 0 0,-25 1-497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04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32 4432 0 0,'0'0'2965'0'0,"-1"-5"-468"0"0,-4-22 7097 0 0,-1 29-9447 0 0,-17 2 47 0 0,17-2 44 0 0,3 0-248 0 0,-8 10-170 0 0,8-10-215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05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1 2864 0 0,'0'0'6799'0'0,"-4"2"-5694"0"0,-10 7-187 0 0,10-6 2543 0 0,0-2-3247 0 0,-14 6 86 0 0,14-6 755 0 0,-2 1-755 0 0,-18 2-129 0 0,18-2 394 0 0,6-3-543 0 0,-1 1 1 0 0,0 0-1 0 0,1 0 0 0 0,-1 0 0 0 0,0 0 0 0 0,0 0 1 0 0,1 0-1 0 0,-1 0 0 0 0,0 0 0 0 0,1 0 0 0 0,-1 0 0 0 0,0 0 1 0 0,1 0-1 0 0,-1 0 0 0 0,0 0 0 0 0,0 1 0 0 0,1-1 1 0 0,-1 0-1 0 0,1 1 0 0 0,-2 0 0 0 0,-11 2 786 0 0,-16 2-453 0 0,23-4 1335 0 0,13-1-1606 0 0,170-5 531 0 0,49 0-306 0 0,-220 5-300 0 0,1 0 44 0 0,-5 0-704 0 0,36-1 2069 0 0,-22 3-3696 0 0,-3 4-3987 0 0,2 5 2441 0 0,-12-9 455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06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61 1216 0 0,'0'0'2578'0'0,"-1"-4"-207"0"0,-4-35 9459 0 0,5 27-12827 0 0,1 7 1516 0 0,-2 10-364 0 0,-8 54 209 0 0,-1-14-197 0 0,-8 47-228 0 0,17-88 47 0 0,1-1 0 0 0,0 0 1 0 0,-1 0-1 0 0,1 0 0 0 0,-1 0 1 0 0,0 0-1 0 0,0 0 0 0 0,-2 4 1 0 0,2-4 18 0 0,-1 0 0 0 0,1 1 0 0 0,0-1 0 0 0,0 0 0 0 0,1 1 0 0 0,-1-1 0 0 0,1 0 0 0 0,-1 7 0 0 0,-6 57 192 0 0,6-62-18 0 0,0 2-33 0 0,-4 19-88 0 0,4-20 292 0 0,0 0 57 0 0,0 0-215 0 0,0-5-34 0 0,1 1 0 0 0,-1 0 0 0 0,1 0 0 0 0,0 0-1 0 0,0 0 1 0 0,-1 0 0 0 0,1 0 0 0 0,0 0 0 0 0,1 0 0 0 0,-1-1-1 0 0,0 3 1 0 0,6-6-155 0 0,18-6-108 0 0,-19 6 39 0 0,-1-2 100 0 0,11-11-91 0 0,0 0-1 0 0,1 1 0 0 0,1 1 0 0 0,0 0 0 0 0,1 2 1 0 0,0 0-1 0 0,0 0 0 0 0,34-12 0 0 0,-48 22 48 0 0,9-3-50 0 0,-11 4 55 0 0,-1-1 1 0 0,0 1 0 0 0,0-1 0 0 0,0 1 0 0 0,0 0 0 0 0,0-1 0 0 0,1 1 0 0 0,-1 0 0 0 0,0 0-1 0 0,0 0 1 0 0,0 0 0 0 0,1 0 0 0 0,-1 0 0 0 0,0 0 0 0 0,0 0 0 0 0,0 1 0 0 0,1-1 0 0 0,1 1 0 0 0,21 4 29 0 0,-17-3-67 0 0,-2 2 94 0 0,15 12-19 0 0,-15-12-117 0 0,-2 0 10 0 0,9 12 113 0 0,-9-12 44 0 0,-1 1-110 0 0,0 1 76 0 0,0 0 1 0 0,-1 0 0 0 0,1 0-1 0 0,-1 0 1 0 0,0 0-1 0 0,-1 0 1 0 0,0 1-1 0 0,0-1 1 0 0,0 0 0 0 0,-1 0-1 0 0,0 0 1 0 0,0 1-1 0 0,0-1 1 0 0,-1 0-1 0 0,0 0 1 0 0,-3 6 0 0 0,3-8 63 0 0,-2 1-8 0 0,-2 1-32 0 0,0-1-1 0 0,0 1 1 0 0,0-1-1 0 0,-1-1 1 0 0,0 1-1 0 0,0-1 1 0 0,0 0-1 0 0,0-1 1 0 0,-11 4-1 0 0,-49-1 123 0 0,57-6-346 0 0,-12-3-47 0 0,5-3-757 0 0,-40-18-4177 0 0,41 16-47 0 0,7 4 3590 0 0,2 1 229 0 0,2 0-3319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06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0 964 0 0,'0'0'3002'0'0,"-7"0"-535"0"0,-10 0-1280 0 0,4 0 6258 0 0,18 4-6768 0 0,22 16-18 0 0,87 73 1668 0 0,-100-79-2113 0 0,0 0 1 0 0,-1 1-1 0 0,-1 0 1 0 0,-1 0-1 0 0,19 34 1 0 0,-22-34-141 0 0,-1 2 0 0 0,-1-1 0 0 0,0 1 0 0 0,-1 0-1 0 0,-1 0 1 0 0,-1 0 0 0 0,0 1 0 0 0,-1-1 0 0 0,-1 1 0 0 0,-1 0 0 0 0,-1 18 0 0 0,-2-15-2 0 0,0-1 0 0 0,-2 0 0 0 0,0 0 0 0 0,-1 0 0 0 0,-1 0 0 0 0,-1-1 0 0 0,-1-1 0 0 0,-18 30 0 0 0,11-23-74 0 0,-2-1 1 0 0,0-1-1 0 0,-2-1 0 0 0,-1-1 1 0 0,0 0-1 0 0,-2-2 1 0 0,0 0-1 0 0,-1-2 0 0 0,-1 0 1 0 0,0-2-1 0 0,-1-1 1 0 0,-1-1-1 0 0,-33 11 0 0 0,26-16-2253 0 0,28-7-532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06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64 1424 0 0,'0'0'13000'0'0,"-5"1"-12212"0"0,-13 5-68 0 0,13-4 3597 0 0,10-5-4157 0 0,81-33 256 0 0,-59 27-1316 0 0,2 3 0 0 0,29-5 1 0 0,50 3-9458 0 0,-102 8 6016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07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15 3836 0 0,'0'0'2592'0'0,"-4"2"-178"0"0,-18 10 5809 0 0,18-9-7024 0 0,-7 8 1861 0 0,20-10-1858 0 0,36-10-1186 0 0,-28 5 376 0 0,130-17-2841 0 0,-4 12-9412 0 0,-102 8 6665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08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440 67 2400 0 0,'0'0'4171'0'0,"-4"-1"-3085"0"0,1-1-63 0 0,0 1 0 0 0,0 0-1 0 0,1-1 1 0 0,-1 0-1 0 0,1 0 1 0 0,-1 0 0 0 0,1 0-1 0 0,-3-3 1 0 0,-2-4-1856 0 0,5 5 2766 0 0,-1 2-1684 0 0,-36-21 577 0 0,35 21-746 0 0,-1 1-24 0 0,-14-3-186 0 0,14 3 86 0 0,-1 0 54 0 0,-56 1-274 0 0,56 1 131 0 0,-14 3-94 0 0,15-4 226 0 0,0 1 170 0 0,-1 0-26 0 0,-18 3-74 0 0,18-3-110 0 0,2 2 113 0 0,-14 6-109 0 0,14-7 259 0 0,-1 1-81 0 0,-35 27-240 0 0,37-27 166 0 0,-1 2-78 0 0,-10 11 142 0 0,1 2 0 0 0,1 0-1 0 0,0 0 1 0 0,1 1-1 0 0,1 0 1 0 0,1 1 0 0 0,-8 23-1 0 0,16-38-45 0 0,0 2 44 0 0,-5 22-31 0 0,5-21 64 0 0,1-1-26 0 0,0 1-107 0 0,-1 1 68 0 0,1 0 1 0 0,0 0-1 0 0,1 0 0 0 0,0 0 1 0 0,1 0-1 0 0,0 0 0 0 0,0 0 1 0 0,1 0-1 0 0,0-1 0 0 0,0 1 1 0 0,1-1-1 0 0,5 8 0 0 0,-1-5-22 0 0,0 0-1 0 0,0 0 0 0 0,1-1 0 0 0,1 0 1 0 0,-1 0-1 0 0,2-1 0 0 0,-1-1 0 0 0,1 0 1 0 0,1 0-1 0 0,23 12 0 0 0,-21-13-9 0 0,0-1-1 0 0,0 0 1 0 0,22 6 0 0 0,26 2 31 0 0,-56-13-45 0 0,2-1 30 0 0,3 0-83 0 0,2 1 45 0 0,-1-1-1 0 0,0 0 0 0 0,1-1 0 0 0,-1 0 1 0 0,1-1-1 0 0,-1-1 0 0 0,0 0 0 0 0,20-8 1 0 0,-29 10-29 0 0,7-3 11 0 0,-1 0 1 0 0,0-1-1 0 0,0 0 0 0 0,0-1 0 0 0,0 0 1 0 0,-1 0-1 0 0,0-1 0 0 0,-1 0 1 0 0,1 0-1 0 0,6-10 0 0 0,24-46 81 0 0,-36 58-107 0 0,0 3 1 0 0,-1 0 1 0 0,1-1-1 0 0,-1 1 0 0 0,0 0 1 0 0,0 0-1 0 0,0-1 0 0 0,0 1 0 0 0,0-1 1 0 0,-1 1-1 0 0,1-1 0 0 0,0-3 1 0 0,1-11-4 0 0,-1 9-8 0 0,-1 1 0 0 0,1 0 1 0 0,-1-1-1 0 0,-1 1 0 0 0,1-1 1 0 0,-1 1-1 0 0,0 0 1 0 0,-1 0-1 0 0,0 0 0 0 0,0-1 1 0 0,-1 2-1 0 0,1-1 1 0 0,-1 0-1 0 0,-1 0 0 0 0,1 1 1 0 0,-1 0-1 0 0,-1 0 0 0 0,1 0 1 0 0,-1 0-1 0 0,0 1 1 0 0,0 0-1 0 0,0 0 0 0 0,-1 0 1 0 0,-7-5-1 0 0,-1 1-424 0 0,0 0-1 0 0,-1 1 0 0 0,0 1 1 0 0,-1 0-1 0 0,1 1 1 0 0,-28-6-1 0 0,-30-2-3974 0 0,0 7-3464 0 0,30 4 2793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12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0 340 0 0,'0'0'9196'0'0,"7"1"-9109"0"0,19 0 6 0 0,-20-1-59 0 0,-1 1 204 0 0,22 0 7393 0 0,-32 0-7692 0 0,-13 5 629 0 0,31-5 1500 0 0,37-4 706 0 0,-44 2-3595 0 0,1 1 807 0 0,-1 0 39 0 0,19 0-8 0 0,-19-1 17 0 0,0 1-52 0 0,63 0-386 0 0,-41 1-700 0 0,-23-1 155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13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 1252 0 0,'0'0'3514'0'0,"6"0"-2640"0"0,23-2 14457 0 0,-24 2-15489 0 0,18-4 217 0 0,-17 3 6 0 0,-1 0-67 0 0,55-6 115 0 0,-53 6-112 0 0,0 1-57 0 0,54 0 135 0 0,-55 0-87 0 0,1 1 21 0 0,39 0 1293 0 0,-10 0-4637 0 0,-18-1-8007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14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217 115 2260 0 0,'0'0'3930'0'0,"-2"-5"-2832"0"0,-7-14-95 0 0,7 14 2510 0 0,-1 2-2900 0 0,-9-10-19 0 0,9 10 3043 0 0,-3 0-3187 0 0,1-1-1 0 0,0 0 1 0 0,0 1 0 0 0,0-2-1 0 0,-6-5 1 0 0,7 7-137 0 0,0 1-432 0 0,-12-7 95 0 0,12 7 59 0 0,-1 0-240 0 0,-14-7 341 0 0,14 7-44 0 0,1 1-199 0 0,-12-5 177 0 0,11 4-13 0 0,4 8-39 0 0,-3 16-1 0 0,2-16 30 0 0,3 0-129 0 0,12 56 18 0 0,-5-42 101 0 0,1-1-1 0 0,1-1 1 0 0,1 0 0 0 0,0 0 0 0 0,1-1 0 0 0,26 29-1 0 0,3 5 227 0 0,-29-36-284 0 0,-10-11 63 0 0,3 0-60 0 0,11 14 99 0 0,-11-14-140 0 0,8 13 39 0 0,-10-13 53 0 0,-3-4-158 0 0,0 1 129 0 0,0-1-1 0 0,0 1 1 0 0,0 0-1 0 0,0-1 1 0 0,1 1-1 0 0,-1-1 1 0 0,0 1-1 0 0,0-1 0 0 0,1 1 1 0 0,-1-1-1 0 0,0 1 1 0 0,1-1-1 0 0,-1 1 1 0 0,0-1-1 0 0,1 0 1 0 0,-1 1-1 0 0,1-1 1 0 0,-1 0-1 0 0,1 1 0 0 0,0 0 1 0 0,12 12 13 0 0,33 42 17 0 0,-43-51-41 0 0,1 6-158 0 0,-3-9 170 0 0,-1-1 1 0 0,1 1-1 0 0,-1 0 1 0 0,1-1-1 0 0,-1 1 1 0 0,0-1-1 0 0,1 1 0 0 0,-1 0 1 0 0,0 0-1 0 0,1-1 1 0 0,-1 1-1 0 0,0 0 1 0 0,0-1-1 0 0,0 1 1 0 0,0 0-1 0 0,0 0 1 0 0,0-1-1 0 0,0 1 1 0 0,0 0-1 0 0,0 0 1 0 0,0-1-1 0 0,0 1 1 0 0,0 0-1 0 0,0 0 1 0 0,-1-1-1 0 0,0 2 1 0 0,-4 23 20 0 0,4-19-104 0 0,-3-3-47 0 0,-109 83-75 0 0,-78 64 455 0 0,186-146-311 0 0,0 0 44 0 0,-12 12 152 0 0,12-12-6 0 0,27 7-12366 0 0,-17-9 7745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15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195 113 572 0 0,'0'0'2978'0'0,"-5"-1"-2014"0"0,-13-4-34 0 0,13 4 2257 0 0,1-2-2324 0 0,-14-7-204 0 0,14 8 1378 0 0,0-1-1372 0 0,-9-8-171 0 0,10 8 880 0 0,-1 1-1212 0 0,-13-8 2 0 0,13 8 1116 0 0,-1 0-1221 0 0,-14-6 122 0 0,14 6 770 0 0,0 2-1039 0 0,-51-4 720 0 0,50 4 1306 0 0,12-2-1843 0 0,0-1-83 0 0,-4 1 0 0 0,0 1-1 0 0,0 0 1 0 0,0 0-1 0 0,0 0 1 0 0,0 0-1 0 0,0 1 1 0 0,0-1-1 0 0,1 1 1 0 0,-1-1-1 0 0,0 1 1 0 0,0 0-1 0 0,4-1 1 0 0,116-9 353 0 0,79-3-258 0 0,-195 12-136 0 0,2 1 112 0 0,21-3-49 0 0,-21 2-11 0 0,-3 1-104 0 0,48 1-4646 0 0,-48-1 660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16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0 268 0 0,'0'0'6892'0'0,"-6"0"-5789"0"0,-2 1-752 0 0,-9 0 8539 0 0,39 10-8508 0 0,38 24 0 0 0,42 39-454 0 0,-10 3 358 0 0,-89-74-192 0 0,-2-2-112 0 0,-1 1 1 0 0,0-1 0 0 0,1 0-1 0 0,0 1 1 0 0,-1-1 0 0 0,1 0-1 0 0,-1 0 1 0 0,1 1-1 0 0,0-1 1 0 0,0 0 0 0 0,0 0-1 0 0,2 2 1 0 0,-2-2-14 0 0,1 3 268 0 0,-2 2-327 0 0,-4 16 10 0 0,3-16 192 0 0,-1-2-13 0 0,-9 12-73 0 0,8-12-121 0 0,-1 0 125 0 0,-37 35 73 0 0,-71 49 0 0 0,59-46-49 0 0,-22 18-379 0 0,72-57 219 0 0,-1 2 161 0 0,-12 13-109 0 0,13-13 150 0 0,0-2 32 0 0,3-2-116 0 0,-2-1-1 0 0,1 1 0 0 0,0 0 1 0 0,0 0-1 0 0,0 1 0 0 0,0-1 0 0 0,0 0 1 0 0,0 0-1 0 0,0 0 0 0 0,0 1 1 0 0,0-1-1 0 0,0 3 0 0 0,5-2 66 0 0,12 8-3 0 0,-12-8 6 0 0,6 0-36 0 0,45 7 318 0 0,79 3-40 0 0,-71-7-148 0 0,-57-4-128 0 0,1-1-78 0 0,59 8 92 0 0,-60-7-75 0 0,0 0-926 0 0,15 2-135 0 0,-16-2-563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16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31 212 0 0,'0'0'6961'0'0,"1"-5"-5327"0"0,2-16-329 0 0,-2 16 4245 0 0,0 37-5086 0 0,0-26-501 0 0,0-1-39 0 0,0 4 134 0 0,1-1 1 0 0,0 0 0 0 0,0 0 0 0 0,1 0-1 0 0,0-1 1 0 0,1 1 0 0 0,4 7-1 0 0,-6-12-86 0 0,1 1 1 0 0,1-1-1 0 0,-1 1 0 0 0,0-1 0 0 0,1 0 0 0 0,0 0 0 0 0,-1 0 0 0 0,1-1 0 0 0,0 0 0 0 0,0 1 1 0 0,1-1-1 0 0,-1-1 0 0 0,0 1 0 0 0,1 0 0 0 0,-1-1 0 0 0,6 1 0 0 0,44 7-1279 0 0,-49-9 604 0 0,3 0-37 0 0,24 0 52 0 0,-24-1 20 0 0,-1-1 27 0 0,50-24-1072 0 0,-52 23 1560 0 0,-1-2 74 0 0,9-12 194 0 0,-10 13 104 0 0,-1-1 319 0 0,6-15 184 0 0,-5 16 630 0 0,-2-2-852 0 0,6-16 7 0 0,-5 17 376 0 0,0 0-592 0 0,5-14-188 0 0,-6 15 860 0 0,-16 8-368 0 0,0 0-363 0 0,11 0-248 0 0,-43 42 354 0 0,32-30-218 0 0,2 1 0 0 0,-23 37 0 0 0,26-37-74 0 0,3-6 50 0 0,0 1 0 0 0,0-1-1 0 0,-4 15 1 0 0,-3 5 223 0 0,13-29-296 0 0,0 0-1 0 0,-1 0 0 0 0,2-1 0 0 0,-1 1 0 0 0,0 0 1 0 0,0 0-1 0 0,1 1 0 0 0,-1-1 0 0 0,1 0 0 0 0,-1 0 1 0 0,1 0-1 0 0,0 4 0 0 0,-1 17 165 0 0,3 42 61 0 0,7-12-309 0 0,-3-16 52 0 0,8 61-25 0 0,-14-92 203 0 0,-1-5-163 0 0,1 1 0 0 0,0-1 0 0 0,0 0 1 0 0,-1 0-1 0 0,1 1 0 0 0,0-1 0 0 0,0 0 0 0 0,0 0 0 0 0,0 1 1 0 0,1-1-1 0 0,-1 0 0 0 0,0 0 0 0 0,0 0 0 0 0,2 3 0 0 0,-2-3-7 0 0,0 1-1 0 0,1-1 1 0 0,-1 0 0 0 0,0 1-1 0 0,0-1 1 0 0,1 1-1 0 0,-1-1 1 0 0,0 1 0 0 0,0-1-1 0 0,-1 1 1 0 0,1-1-1 0 0,0 1 1 0 0,0-1-1 0 0,-1 0 1 0 0,1 1 0 0 0,-1-1-1 0 0,1 1 1 0 0,-2 1-1 0 0,-1 3 68 0 0,2 1-64 0 0,-2-1-1 0 0,1 0 1 0 0,-1 0 0 0 0,0 0 0 0 0,0-1 0 0 0,0 1 0 0 0,-1-1 0 0 0,0 1 0 0 0,0-1 0 0 0,-1 0-1 0 0,-4 4 1 0 0,-2-2-29 0 0,0-1-1 0 0,0 1 1 0 0,0-2-1 0 0,-1 0 1 0 0,0 0-1 0 0,0-1 0 0 0,-1 0 1 0 0,1-1-1 0 0,-1-1 1 0 0,1 0-1 0 0,-15 0 1 0 0,20-2-721 0 0,1-1-2563 0 0,-17-5-350 0 0,17 4 245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17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22 2620 0 0,'0'0'4527'0'0,"-2"-4"-2885"0"0,1 3-1092 0 0,-7-8-368 0 0,5 1 3958 0 0,0 11-3636 0 0,-1 0-296 0 0,0 0-1 0 0,0 0 0 0 0,1 0 1 0 0,0 1-1 0 0,-1-1 0 0 0,1 1 1 0 0,-3 6-1 0 0,3-6 107 0 0,1 1 166 0 0,-13 49 246 0 0,14-48-504 0 0,2-1-199 0 0,5 18-1407 0 0,-2-20-692 0 0,11 7-1548 0 0,-11-8 266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17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 2688 0 0,'0'0'2672'0'0,"3"-2"-385"0"0,17-10 7925 0 0,-23 8-10049 0 0,2 3-1093 0 0,-7-8 2497 0 0,6 6-4860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18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2352 0 0,'0'0'14415'0'0,"5"-2"-14142"0"0,50-9 897 0 0,-49 9-988 0 0,0 2-193 0 0,65-6-1826 0 0,-35 11-3942 0 0,-29-4 2319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18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 3408 0 0,'-26'16'8870'0'0,"23"-13"-7456"0"0,-9 9-178 0 0,9-9 2030 0 0,9-3-2926 0 0,59-3 687 0 0,-30 2-1110 0 0,-29 0-682 0 0,2 2-864 0 0,22 3-1170 0 0,-22-4-985 0 0,-3 2 427 0 0,21 6-359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21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28 1684 0 0,'0'0'12530'0'0,"2"-3"-12303"0"0,0 2-141 0 0,-1 0 1 0 0,0 0-1 0 0,0 0 1 0 0,0-1-1 0 0,1 1 1 0 0,-1 0-1 0 0,0 0 1 0 0,0-1-1 0 0,-1 1 1 0 0,1 0-1 0 0,1-2 1 0 0,3 3-162 0 0,16 4 29 0 0,-15-3 45 0 0,-4 3 6 0 0,0-1 6 0 0,4 16 72 0 0,-6-12-185 0 0,-1 24 73 0 0,1-24 66 0 0,-1-2-55 0 0,-14 46 175 0 0,13-46-117 0 0,-1 0 6 0 0,-8 16-75 0 0,9-16 50 0 0,-1 0-32 0 0,-23 35-440 0 0,23-37 300 0 0,4-5-729 0 0,-1 0 863 0 0,1 0 0 0 0,-1 1 0 0 0,1-1 0 0 0,0 0 0 0 0,0 1 0 0 0,0-1 0 0 0,0 0 1 0 0,0 1-1 0 0,0-1 0 0 0,0 1 0 0 0,2-3 0 0 0,-1 3-10 0 0,32-40-183 0 0,-28 35 217 0 0,0-1 1 0 0,0 1-1 0 0,1 0 1 0 0,0 1-1 0 0,10-7 1 0 0,-11 8-50 0 0,12-11 1 0 0,-3 5 64 0 0,-2 1 4 0 0,61-37 802 0 0,-70 43-774 0 0,2 0 70 0 0,15-8-147 0 0,-16 9 350 0 0,0 0-272 0 0,15-7-199 0 0,-15 7 76 0 0,1 3 29 0 0,23 4 108 0 0,-27-2 48 0 0,-1-1-105 0 0,1-1-7 0 0,-1 0 0 0 0,0 0 0 0 0,0 0 0 0 0,0 0 0 0 0,0 0-1 0 0,-1 0 1 0 0,1 1 0 0 0,0-1 0 0 0,0 0 0 0 0,-1 1-1 0 0,1-1 1 0 0,0 3 0 0 0,0 1-15 0 0,6 18-59 0 0,-6-17 126 0 0,0 1 31 0 0,1 21-93 0 0,-1-21 31 0 0,-2-1-57 0 0,-1 19 97 0 0,1-19 33 0 0,0-1-87 0 0,-3 17 53 0 0,3-17-36 0 0,0 0-68 0 0,-3 14 104 0 0,2-14-41 0 0,5-11-1603 0 0,22-48 1252 0 0,-20 45 356 0 0,1 0 1 0 0,1 1 0 0 0,0 0-1 0 0,0 0 1 0 0,0 1-1 0 0,1 0 1 0 0,0 0 0 0 0,10-6-1 0 0,-7 5 118 0 0,14-10 390 0 0,-21 15-415 0 0,1 0 16 0 0,1 0-8 0 0,-1 1 1 0 0,1-1-1 0 0,0 1 1 0 0,0 1-1 0 0,0-1 1 0 0,1 1-1 0 0,11-1 1 0 0,-13 5-4 0 0,12 12 126 0 0,-12-11 123 0 0,0 16-163 0 0,-3-16-187 0 0,0 1 6 0 0,-1 1 62 0 0,2 17 104 0 0,-2-17 39 0 0,-2 30-202 0 0,0-29 116 0 0,1-1-508 0 0,0 19-470 0 0,0-19-657 0 0,9 26-9998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21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75 3236 0 0,'-13'-25'13361'0'0,"24"2"-12620"0"0,-9 19-19 0 0,5 3-258 0 0,88-7 477 0 0,36-3-305 0 0,-35 9-6687 0 0,-88 5 925 0 0,0 6 3961 0 0,-4-6-3166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22.0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0 2344 0 0,'0'0'14358'0'0,"2"6"-14108"0"0,4 18-82 0 0,-6-23-152 0 0,0 0 1 0 0,1 0 0 0 0,-1 0 0 0 0,0 0 0 0 0,1 0 0 0 0,-1 0 0 0 0,1 0 0 0 0,-1 0 0 0 0,1 0-1 0 0,0 0 1 0 0,-1 0 0 0 0,1 0 0 0 0,0-1 0 0 0,0 1 0 0 0,0 0 0 0 0,-1 0 0 0 0,1-1 0 0 0,0 1-1 0 0,0-1 1 0 0,0 1 0 0 0,0-1 0 0 0,0 1 0 0 0,2 0 0 0 0,-2-1 48 0 0,12 9 83 0 0,0-1 1 0 0,1-1-1 0 0,16 8 1 0 0,-7-4-113 0 0,16 10 122 0 0,54 41 0 0 0,-88-58-171 0 0,1 0 0 0 0,-2 1 0 0 0,1-1 0 0 0,0 1-1 0 0,3 6 1 0 0,-1-3 24 0 0,-4-4 15 0 0,-1 0-147 0 0,10 14 29 0 0,-9-14 282 0 0,-2 2-239 0 0,1 17-35 0 0,-1-17 244 0 0,-4 0-292 0 0,-2 4 129 0 0,-1 0-1 0 0,-1 0 0 0 0,1-1 0 0 0,-2 0 0 0 0,1 0 0 0 0,-15 12 1 0 0,-233 149 75 0 0,250-167-59 0 0,-1 1 0 0 0,1 0 0 0 0,0 1 0 0 0,0-1 0 0 0,-7 8 0 0 0,7-6-21 0 0,2-3 234 0 0,3-1-194 0 0,0 0-1 0 0,0 0 0 0 0,0 0 0 0 0,1 0 0 0 0,-1-1 0 0 0,1 1 1 0 0,-1 0-1 0 0,1 0 0 0 0,0-1 0 0 0,1 4 0 0 0,1 0 28 0 0,3 2 86 0 0,45 14-53 0 0,1-4 0 0 0,69 16 0 0 0,-50-15-39 0 0,-66-16-151 0 0,1-1 81 0 0,19 6 112 0 0,-18-5 207 0 0,7 11-396 0 0,-11-10 31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23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81 384 0 0,'0'-5'2796'0'0,"-2"0"-1954"0"0,0-4-31 0 0,1-1 4131 0 0,1 9-4877 0 0,0 1 1 0 0,0-1-1 0 0,0 0 1 0 0,0 1-1 0 0,0-1 1 0 0,0 1-1 0 0,1-1 1 0 0,-1 0-1 0 0,0 1 0 0 0,0-1 1 0 0,1 1-1 0 0,-1-1 1 0 0,0 1-1 0 0,1-1 1 0 0,-1 1-1 0 0,0-1 1 0 0,1 1-1 0 0,-1-1 1 0 0,1 1-1 0 0,-1-1 0 0 0,1 1 1 0 0,-1 0-1 0 0,1-1 1 0 0,0 1 11 0 0,-1-1-1 0 0,1 1 1 0 0,-1 0 0 0 0,1-1 0 0 0,-1 1 0 0 0,1-1 0 0 0,-1 1-1 0 0,0-1 1 0 0,1 1 0 0 0,-1-1 0 0 0,1 1 0 0 0,-1-1 0 0 0,0 1 0 0 0,0-1-1 0 0,1 1 1 0 0,-1-1 0 0 0,0 0 0 0 0,0 1 0 0 0,0-1 0 0 0,0 1-1 0 0,0-1 1 0 0,1 0 0 0 0,-1 0 0 0 0,3-1 328 0 0,-1 0-306 0 0,-1 1-50 0 0,0 0 0 0 0,0 0 1 0 0,0 0-1 0 0,0 0 0 0 0,0 0 0 0 0,0 1 0 0 0,0-1 0 0 0,1 0 0 0 0,-1 0 0 0 0,0 1 0 0 0,1-1 1 0 0,2 0 282 0 0,0-1-186 0 0,14-4-142 0 0,-14 4 355 0 0,0 4-111 0 0,-2 0-241 0 0,15 5-280 0 0,-16-2 282 0 0,-1-3-1 0 0,1 3 17 0 0,0 0 0 0 0,0 0 0 0 0,-1 0 0 0 0,0 0 0 0 0,0 0 0 0 0,0 0 0 0 0,-1 0 0 0 0,0 0 0 0 0,1 0 0 0 0,-2 0 0 0 0,1-1 0 0 0,-1 1 0 0 0,-2 6 0 0 0,-3 2-17 0 0,-3 8 111 0 0,-1-1 1 0 0,-21 30-1 0 0,-20 29-65 0 0,49-75 57 0 0,-1 1 137 0 0,-10 16-41 0 0,10-16-123 0 0,2-1-115 0 0,1-3 65 0 0,0 0-1 0 0,0 0 1 0 0,0 0 0 0 0,0 0 0 0 0,0 0 0 0 0,0 0 0 0 0,1 0 0 0 0,-1 0 0 0 0,0 1-1 0 0,1-1 1 0 0,-1 0 0 0 0,1 0 0 0 0,-2 3 0 0 0,7-2-119 0 0,14 5 173 0 0,-10-7 16 0 0,26-17-121 0 0,0-2 0 0 0,-1-2 0 0 0,-1-1-1 0 0,38-33 1 0 0,41-56-7 0 0,-109 108 4 0 0,-2 1 15 0 0,-1 0-1 0 0,1 1 1 0 0,0-1 0 0 0,-1 1-1 0 0,1-1 1 0 0,0 1 0 0 0,0-1-1 0 0,0 1 1 0 0,0-1 0 0 0,0 1-1 0 0,1 0 1 0 0,1-2-1 0 0,-2 1 6 0 0,2-2-12 0 0,-2 3-88 0 0,-1-1 105 0 0,0 1 0 0 0,1 0 0 0 0,-1-1 0 0 0,1 1 0 0 0,0 0 0 0 0,-1 0 1 0 0,1 0-1 0 0,0-1 0 0 0,0 1 0 0 0,0 0 0 0 0,1-2 0 0 0,0 2 10 0 0,0-3-27 0 0,-33 7-84 0 0,20 2 302 0 0,-18 24 11 0 0,0 1 1 0 0,2 2-1 0 0,1 0 0 0 0,2 2 0 0 0,-21 37 1 0 0,44-69-201 0 0,0-1 1 0 0,0 1-1 0 0,0-1 1 0 0,1 1-1 0 0,-1-1 1 0 0,0 1-1 0 0,1 0 1 0 0,0-1-1 0 0,-1 1 0 0 0,1 0 1 0 0,0-1-1 0 0,-1 1 1 0 0,1 0-1 0 0,0-1 1 0 0,1 3-1 0 0,-1 1 4 0 0,-1 1-18 0 0,3 1 36 0 0,1 1 10 0 0,1 0 0 0 0,0 0 0 0 0,0-1 0 0 0,1 1 0 0 0,0-1 0 0 0,0 0 0 0 0,1 0 0 0 0,0 0 0 0 0,0-1 0 0 0,0 0 0 0 0,9 6 0 0 0,14 7-430 0 0,2-2 0 0 0,50 20 0 0 0,-74-33 144 0 0,12 4-601 0 0,14 1-60 0 0,-27-8 606 0 0,17 3-432 0 0,-17-3 141 0 0,0-1 155 0 0,18 0 98 0 0,-18 0 18 0 0,-1-1-109 0 0,15-7 382 0 0,-15 6 35 0 0,-2 0 174 0 0,31-32 1550 0 0,-30 30-913 0 0,-4 4-794 0 0,0-1 0 0 0,0 1 0 0 0,0-1 0 0 0,0 1 0 0 0,1-1 0 0 0,-1 1 0 0 0,0-1 0 0 0,0 1 0 0 0,0-1 0 0 0,1 1 0 0 0,-1-1 0 0 0,0 1 0 0 0,0 0 0 0 0,1-1 0 0 0,-1 1 0 0 0,0-1 0 0 0,1 1 0 0 0,-1 0 0 0 0,1-1 0 0 0,-1 1 0 0 0,1 0 0 0 0,-1-1 0 0 0,0 1 0 0 0,1 0 0 0 0,0-1 0 0 0,0 1 38 0 0,-1 0-1 0 0,1 0 1 0 0,-1 0 0 0 0,0-1-1 0 0,1 1 1 0 0,-1 0 0 0 0,1-1-1 0 0,-1 1 1 0 0,0 0 0 0 0,1-1-1 0 0,-1 1 1 0 0,1-1 0 0 0,-1 1-1 0 0,0 0 1 0 0,0-1 0 0 0,1 1 0 0 0,-1-1-1 0 0,0 1 1 0 0,0-1 0 0 0,1 1-1 0 0,-1-1 1 0 0,0 1 0 0 0,0-1-1 0 0,0 1 1 0 0,0-2 0 0 0,0 3-47 0 0,0 0 1 0 0,0-1 0 0 0,0 1 0 0 0,0-1 0 0 0,0 1-1 0 0,0-1 1 0 0,0 1 0 0 0,0-1 0 0 0,0 1 0 0 0,1-1 0 0 0,-1 1-1 0 0,0-1 1 0 0,0 1 0 0 0,0-1 0 0 0,1 1 0 0 0,-1-1-1 0 0,0 0 1 0 0,1 1 0 0 0,-1-1 0 0 0,0 1 0 0 0,1-1 0 0 0,0 1-1 0 0,-1 0 15 0 0,1-1-1 0 0,0 1 1 0 0,-1-1-1 0 0,1 1 0 0 0,-1 0 1 0 0,1 0-1 0 0,-1-1 1 0 0,0 1-1 0 0,1 0 0 0 0,-1 0 1 0 0,0-1-1 0 0,0 1 1 0 0,1 0-1 0 0,-1 0 0 0 0,0 0 1 0 0,0 0-1 0 0,0-1 1 0 0,0 1-1 0 0,0 0 0 0 0,0 0 1 0 0,0 0-1 0 0,0 0 1 0 0,0-1-1 0 0,-1 3 0 0 0,-1 23 132 0 0,1-20 168 0 0,2 0-308 0 0,1 6 349 0 0,10 24-5227 0 0,-10-32 1325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23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45 2256 0 0,'0'0'5771'0'0,"2"-4"-3566"0"0,9-18 5139 0 0,-12 22-7326 0 0,1 0 1 0 0,0 0 0 0 0,-1 0 0 0 0,1-1 0 0 0,-1 1-1 0 0,1 0 1 0 0,-1 0 0 0 0,1 0 0 0 0,0 0-1 0 0,-1 0 1 0 0,1 0 0 0 0,-1 0 0 0 0,1-1 0 0 0,0 1-1 0 0,-1 0 1 0 0,1 0 0 0 0,0-1 0 0 0,-1 1-1 0 0,1 0 1 0 0,0-1 0 0 0,-1 1 0 0 0,1 0 0 0 0,0 0-1 0 0,0-1 1 0 0,-1 1 0 0 0,1-1 0 0 0,0 1 0 0 0,0 0-1 0 0,0-1 1 0 0,-1 0 0 0 0,1 0 18 0 0,0 1 0 0 0,-1-1 1 0 0,1 0-1 0 0,0 1 0 0 0,-1-1 0 0 0,1 1 1 0 0,-1-1-1 0 0,1 0 0 0 0,-1 1 1 0 0,1-1-1 0 0,-1 1 0 0 0,1-1 0 0 0,-1 1 1 0 0,1 0-1 0 0,-1-1 0 0 0,0 1 0 0 0,1 0 1 0 0,-1-1-1 0 0,0 1 0 0 0,1 0 0 0 0,-1 0 1 0 0,0-1-1 0 0,0 1 0 0 0,1 0 1 0 0,-1 0-1 0 0,0 0 0 0 0,0 0 0 0 0,1 0 1 0 0,-1 0-1 0 0,0 0 0 0 0,0 0 0 0 0,-25 0-271 0 0,20 0-598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24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45 220 0 0,'31'-5'12065'0'0,"-31"4"-12031"0"0,0 1 1 0 0,0-1-1 0 0,0 1 0 0 0,0-1 0 0 0,1 1 1 0 0,-1-1-1 0 0,0 1 0 0 0,0 0 0 0 0,1-1 1 0 0,-1 1-1 0 0,0-1 0 0 0,1 1 0 0 0,-1 0 1 0 0,0-1-1 0 0,1 1 0 0 0,-1 0 0 0 0,1-1 1 0 0,-1 1-1 0 0,0 0 0 0 0,1 0 0 0 0,-1-1 1 0 0,1 1-1 0 0,-1 0 0 0 0,1 0 0 0 0,-1 0 1 0 0,1-1-1 0 0,0 1 132 0 0,-1 0 0 0 0,1 0-1 0 0,-1 0 1 0 0,1 0 0 0 0,-1 0 0 0 0,1-1 0 0 0,-1 1 0 0 0,1 0-1 0 0,-1 0 1 0 0,1-1 0 0 0,-1 1 0 0 0,0 0 0 0 0,1-1 0 0 0,-1 1-1 0 0,0 0 1 0 0,1-1 0 0 0,-1 1 0 0 0,0-1 0 0 0,1 1 0 0 0,-1 0 0 0 0,0-1-1 0 0,0 1 1 0 0,1-1 0 0 0,-1 1 0 0 0,0-1 0 0 0,0 0 0 0 0,-4-1-54 0 0,-13-7-84 0 0,13 7-55 0 0,-1 1-15 0 0,-47-5 101 0 0,47 6 3415 0 0,12 0-3506 0 0,480 26 405 0 0,-481-26-346 0 0,-1 1 86 0 0,40 1 490 0 0,-26-2-3155 0 0,-6 3-307 0 0,-7 0 324 0 0,2-2-4519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26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 1560 0 0,'0'0'14353'0'0,"3"-3"-14223"0"0,10-7 73 0 0,-10 7 45 0 0,3 2-145 0 0,68-14-55 0 0,80-4-1 0 0,-95 17-9614 0 0,-53 2 5870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26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1 2480 0 0,'-5'0'2585'0'0,"-12"0"-1110"0"0,11 0 2088 0 0,-1 0 3499 0 0,9 4-6985 0 0,5 14-9 0 0,-6-13-124 0 0,4-2 112 0 0,69 51-62 0 0,56 43 321 0 0,-126-94-332 0 0,1 1-123 0 0,12 10 134 0 0,-12-11-65 0 0,0 17-152 0 0,-3-15 208 0 0,0 0 158 0 0,-6-1-255 0 0,-21 17 157 0 0,-1 0 0 0 0,0-2 1 0 0,-54 29-1 0 0,41-26-107 0 0,2 1 0 0 0,-51 41-1 0 0,39-19 106 0 0,45-42-26 0 0,3 2 73 0 0,-8 16-1 0 0,14-17-61 0 0,1 1 17 0 0,1 0-1 0 0,0-1 1 0 0,0 0 0 0 0,1 0 0 0 0,-1 0-1 0 0,1-1 1 0 0,0 0 0 0 0,0-1-1 0 0,12 2 1 0 0,79 9 136 0 0,-75-11-290 0 0,53 5 91 0 0,-7-1 7 0 0,-64-5 82 0 0,0 0-137 0 0,20 2 18 0 0,-20-2 198 0 0,-1 0-462 0 0,14 5-10 0 0,-14-4-646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27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102 150 2192 0 0,'-1'-6'2360'0'0,"-4"-18"-19"0"0,4 18 967 0 0,1 0-2122 0 0,-1-4-152 0 0,1 0-1 0 0,1 0 1 0 0,3-16-1 0 0,-3 21-107 0 0,0 1-751 0 0,0 0 1 0 0,1 0-1 0 0,-1 0 1 0 0,1 1-1 0 0,0-1 0 0 0,0 0 1 0 0,0 1-1 0 0,0-1 1 0 0,5-5-1 0 0,-4 5 251 0 0,-3 12-312 0 0,-23 107 349 0 0,-3 3-145 0 0,-29 145 42 0 0,47-230-464 0 0,6-28 152 0 0,2 1 116 0 0,-2 18-77 0 0,1-18-113 0 0,0-1 192 0 0,-4 18-8 0 0,4-18 635 0 0,6-7-875 0 0,15-5 117 0 0,-15 5-64 0 0,-2-2 64 0 0,7-10-40 0 0,-7 10 44 0 0,2 0-80 0 0,14-12 21 0 0,-14 12 10 0 0,-1 0-111 0 0,34-25 204 0 0,-34 27-154 0 0,1-2 23 0 0,16-11 70 0 0,-15 12 17 0 0,-1 0-55 0 0,40-21-212 0 0,-41 22 197 0 0,1 0-196 0 0,3 0 218 0 0,0 0 1 0 0,1 1-1 0 0,-1 0 1 0 0,0 0-1 0 0,12 1 1 0 0,-20 0 9 0 0,1 0 1 0 0,0 0 0 0 0,-1 0-1 0 0,1 0 1 0 0,-1 0 0 0 0,1 0-1 0 0,0 1 1 0 0,-1-1 0 0 0,1 0 0 0 0,-1 0-1 0 0,1 1 1 0 0,0-1 0 0 0,-1 0-1 0 0,1 1 1 0 0,-1-1 0 0 0,0 1 0 0 0,1-1-1 0 0,-1 1 1 0 0,1-1 0 0 0,-1 1-1 0 0,1-1 1 0 0,-1 1 0 0 0,0-1 0 0 0,1 2-1 0 0,-1-2-1 0 0,1 1 1 0 0,-1-1-1 0 0,0 1 0 0 0,0 0 0 0 0,1-1 0 0 0,-1 1 1 0 0,1-1-1 0 0,-1 0 0 0 0,1 1 0 0 0,-1-1 1 0 0,1 1-1 0 0,-1-1 0 0 0,1 0 0 0 0,-1 1 0 0 0,1-1 1 0 0,-1 0-1 0 0,1 1 0 0 0,-1-1 0 0 0,1 0 0 0 0,0 0 1 0 0,-1 0-1 0 0,1 1 0 0 0,-1-1 0 0 0,2 0 1 0 0,1 4 44 0 0,7 9 5 0 0,-2 0 1 0 0,0 1-1 0 0,8 19 0 0 0,-15-27 165 0 0,1 0-45 0 0,3 17-9 0 0,-4-17 335 0 0,-2 1-291 0 0,-3 22 61 0 0,4-26-231 0 0,-1 0 0 0 0,0-1-1 0 0,0 1 1 0 0,0 0 0 0 0,0-1 0 0 0,0 1 0 0 0,0-1-1 0 0,-1 1 1 0 0,0-1 0 0 0,1 0 0 0 0,-1 0 0 0 0,0 1-1 0 0,0-1 1 0 0,0 0 0 0 0,0-1 0 0 0,0 1-1 0 0,-4 2 1 0 0,3-2 9 0 0,-2 2 0 0 0,0-1-1 0 0,0 1 1 0 0,-1-1-1 0 0,1 0 1 0 0,-1-1-1 0 0,-6 3 1 0 0,4-2-20 0 0,3-1-344 0 0,0-1 0 0 0,0 0 1 0 0,-1 0-1 0 0,1 0 0 0 0,0-1 0 0 0,-1 0 0 0 0,1 0 1 0 0,0 0-1 0 0,-11-2 0 0 0,12 1-197 0 0,-22-1-4813 0 0,19 2 4327 0 0,1-2 0 0 0,-1 1-1 0 0,1-1 1 0 0,0 0-1 0 0,-8-4 1 0 0,-18-10-3751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54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57 1096 0 0,'0'0'6711'0'0,"-1"-5"-6195"0"0,-2-22 8936 0 0,5 23-9887 0 0,5-13 555 0 0,-5 13 1536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58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12 220 2132 0 0,'0'0'8161'0'0,"0"-5"-7194"0"0,0-19-287 0 0,0 19 5174 0 0,-2 1-5988 0 0,-6-12 95 0 0,6 12 1312 0 0,4 0-1389 0 0,-1 1 122 0 0,1 1 0 0 0,-1 0 0 0 0,0 0 0 0 0,1-1 0 0 0,0 1 0 0 0,-1 0 0 0 0,1 0 0 0 0,0 1 0 0 0,0-1 0 0 0,0 0 0 0 0,0 1 0 0 0,0-1 0 0 0,1 1 0 0 0,-1 0 0 0 0,0-1 0 0 0,1 1 0 0 0,-1 0 0 0 0,1 1 0 0 0,2-2 0 0 0,46-18-39 0 0,0 3 0 0 0,89-18 0 0 0,107-8-155 0 0,-241 42 19 0 0,0 1 119 0 0,19-3-99 0 0,-19 2 85 0 0,0 1 97 0 0,19-3-123 0 0,-19 2 40 0 0,-1 2-1180 0 0,2 0 741 0 0,4 0 20 0 0,0 0-7420 0 0,-8 1 5459 0 0,13 11 293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0:59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1520 0 0,'0'0'16428'0'0,"7"1"-16888"0"0,8 2 563 0 0,0 0 1 0 0,0 1-1 0 0,-1 1 1 0 0,21 9-1 0 0,20 11-491 0 0,22 16 247 0 0,-33-18-612 0 0,56 26 487 0 0,-96-47 209 0 0,2 0 19 0 0,43 20-117 0 0,-45-20 21 0 0,0 0 188 0 0,44 20 382 0 0,-44-20-365 0 0,0 0-316 0 0,17 10-526 0 0,-20-7 918 0 0,0 17-232 0 0,-1-17 110 0 0,-3 0 225 0 0,-12 12-206 0 0,-1 0-1 0 0,0 0 1 0 0,-19 13 0 0 0,-116 79-1038 0 0,147-107 931 0 0,3-2 75 0 0,-1 1 0 0 0,0 0 0 0 0,1-1 0 0 0,-1 1-1 0 0,0 0 1 0 0,1 0 0 0 0,-1 0 0 0 0,1 0 0 0 0,0 0-1 0 0,-1 0 1 0 0,1 1 0 0 0,-2 1 0 0 0,1-1-6 0 0,-2 1-162 0 0,0 0 38 0 0,-33 25-265 0 0,33-25 288 0 0,0 0 77 0 0,-11 9 43 0 0,11-9 35 0 0,4-3-193 0 0,0 1 126 0 0,0-1 0 0 0,-1 0 0 0 0,1 1 1 0 0,0-1-1 0 0,0 1 0 0 0,0-1 0 0 0,0 1 0 0 0,-1-1 0 0 0,1 1 0 0 0,0-1 0 0 0,-1 0 1 0 0,1 1-1 0 0,0-1 0 0 0,-1 0 0 0 0,1 1 0 0 0,0-1 0 0 0,-1 0 0 0 0,1 1 0 0 0,-1-1 0 0 0,1 0 1 0 0,0 0-1 0 0,-1 0 0 0 0,1 1 0 0 0,-1-1 0 0 0,1 0 0 0 0,-1 0 0 0 0,0 0 11 0 0,0 1-1 0 0,1-1 1 0 0,-1 0-1 0 0,1 0 0 0 0,-1 1 1 0 0,1-1-1 0 0,-1 0 1 0 0,0 1-1 0 0,1-1 1 0 0,-1 1-1 0 0,1-1 0 0 0,-1 0 1 0 0,1 1-1 0 0,0-1 1 0 0,-1 1-1 0 0,1 0 1 0 0,0-1-1 0 0,-1 1 1 0 0,0 0-1 0 0,1 1-9 0 0,-1-1 0 0 0,0 0 0 0 0,0 1 0 0 0,0-1 0 0 0,0 0 0 0 0,0 0 1 0 0,0 0-1 0 0,0 0 0 0 0,0 0 0 0 0,0 0 0 0 0,-1 0 0 0 0,-1 1 0 0 0,1-1-18 0 0,-2 2-66 0 0,1 1 246 0 0,-30 29-192 0 0,30-30-76 0 0,1 1-84 0 0,-9 12 202 0 0,8-12 400 0 0,-11 9-183 0 0,11-8 3123 0 0,7-3-3360 0 0,14 7 15 0 0,-14-7 94 0 0,3-2 47 0 0,53-8 162 0 0,-54 7-234 0 0,1 1-60 0 0,23 1 6 0 0,-23-1 42 0 0,2 0 14 0 0,137 0-234 0 0,-139 0 97 0 0,-2 0 172 0 0,18-1-86 0 0,-18 1 28 0 0,1 0 15 0 0,15-3 52 0 0,-16 2 244 0 0,1 1-397 0 0,17-2-238 0 0,-17 2 251 0 0,0 0-299 0 0,20-2-119 0 0,-20 1 14 0 0,0 2-4713 0 0,20 2 1905 0 0,-19-3 362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00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1 2760 0 0,'0'0'14421'0'0,"-5"1"-14335"0"0,1 0-64 0 0,1 1 0 0 0,0-1 0 0 0,-1 1 0 0 0,1 0 0 0 0,0 0 1 0 0,0 1-1 0 0,1-1 0 0 0,-1 0 0 0 0,0 1 0 0 0,1 0 0 0 0,-1-1 0 0 0,1 1 0 0 0,0 0 0 0 0,0 0 1 0 0,0 0-1 0 0,-2 5 0 0 0,-5 12-40 0 0,-12 35 1 0 0,10-24-170 0 0,-19 44 29 0 0,4 2 1 0 0,4 1-1 0 0,-22 137 0 0 0,39-178 308 0 0,2 0-1 0 0,1 1 0 0 0,2 0 1 0 0,2 0-1 0 0,1-1 0 0 0,2 1 1 0 0,1-1-1 0 0,3 0 0 0 0,0-1 1 0 0,18 43-1 0 0,-13-50 132 0 0,1 0 0 0 0,1-1 1 0 0,29 39-1 0 0,74 71 698 0 0,-87-106-948 0 0,-28-28-566 0 0,6-5-8726 0 0,0-1 7732 0 0,-4 1 219 0 0,-1 0-3195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00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95 2176 0 0,'1'-22'1720'0'0,"7"-33"10873"0"0,-4 42-13325 0 0,-3 9 1568 0 0,0 5-832 0 0,0 1 0 0 0,0-1-1 0 0,1 1 1 0 0,-1-1 0 0 0,0 1 0 0 0,0-1 0 0 0,1 0 0 0 0,-1 0 0 0 0,1 1 0 0 0,2 0 0 0 0,-1 2 210 0 0,1 0-2 0 0,14 15 129 0 0,-1 1-426 0 0,1-2 0 0 0,1 0 0 0 0,23 16 1 0 0,-37-31 55 0 0,1 0 1 0 0,-1 0 0 0 0,0 0 0 0 0,1-1-1 0 0,0 0 1 0 0,-1 0 0 0 0,1 0 0 0 0,11 1-1 0 0,-4 0-364 0 0,1 1-714 0 0,-11-4 983 0 0,0 1 0 0 0,-1 0-1 0 0,1-1 1 0 0,0 1 0 0 0,-1-1 0 0 0,1 0 0 0 0,0 0-1 0 0,4-1 1 0 0,12 0-1485 0 0,57-2-5599 0 0,-69 3 5262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01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410 37 392 0 0,'0'0'7912'0'0,"1"-6"-6540"0"0,0-18-209 0 0,-1 18 4366 0 0,-4 9-5218 0 0,0 0-283 0 0,0 0-1 0 0,0 0 1 0 0,1 1 0 0 0,-1 0 0 0 0,1 0-1 0 0,0 0 1 0 0,0 0 0 0 0,0 0 0 0 0,0 1-1 0 0,1-1 1 0 0,-3 8 0 0 0,0 1-79 0 0,1 1 0 0 0,0 0 1 0 0,-3 24-1 0 0,-1 19-117 0 0,5 4-19 0 0,3 5 97 0 0,17 91-290 0 0,5 77 357 0 0,-22-212 226 0 0,-2-2 65 0 0,-1-7 82 0 0,-19 52 548 0 0,21-62-863 0 0,0 0 1 0 0,-1-1-1 0 0,1 1 0 0 0,0 0 0 0 0,-1-1 0 0 0,0 1 1 0 0,0-1-1 0 0,1 1 0 0 0,-1-1 0 0 0,-1 0 0 0 0,-3 3 0 0 0,-1 2 43 0 0,0-1-26 0 0,1-1 1 0 0,-1 1-1 0 0,1-1 0 0 0,-2-1 0 0 0,1 1 0 0 0,0-1 0 0 0,-1-1 0 0 0,0 1 1 0 0,1-1-1 0 0,-1-1 0 0 0,-1 1 0 0 0,1-1 0 0 0,0-1 0 0 0,-1 1 1 0 0,1-2-1 0 0,0 1 0 0 0,-1-1 0 0 0,-11-1 0 0 0,-15-4-707 0 0,5-3-249 0 0,-5-3-162 0 0,-19-12-5903 0 0,50 21 3979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01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1 2704 0 0,'0'0'7502'0'0,"-3"2"-6922"0"0,-17 9 725 0 0,18-7-1007 0 0,-6 12 89 0 0,0 0-1 0 0,1 1 0 0 0,-8 31 1 0 0,14-43-201 0 0,0-3-176 0 0,1 0 1 0 0,-1 0 0 0 0,0-1 0 0 0,1 1 0 0 0,0 0 0 0 0,-1 0 0 0 0,1 0-1 0 0,0 0 1 0 0,0 0 0 0 0,0 3 0 0 0,0 1 10 0 0,-1 0 51 0 0,3-1 38 0 0,15 40-200 0 0,-15-41-741 0 0,4-3-3884 0 0,19 1 1993 0 0,-19-2 65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01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37 1088 0 0,'0'0'9036'0'0,"-3"-5"-7154"0"0,-1 2-1357 0 0,1-1 0 0 0,-1 1 0 0 0,0 0 0 0 0,0-1 0 0 0,0 2 0 0 0,0-1 0 0 0,-8-4-1 0 0,8 6 241 0 0,-2 0-551 0 0,-58 1 173 0 0,58 0-915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02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15 188 0 0,'0'0'9868'0'0,"-6"0"-9654"0"0,-17 0-28 0 0,17 0 328 0 0,1 1-435 0 0,-15 7-65 0 0,15-6 233 0 0,4-3-237 0 0,0 1-1 0 0,0 0 0 0 0,0 0 0 0 0,0 1 1 0 0,0-1-1 0 0,0 0 0 0 0,0 0 0 0 0,1 0 1 0 0,-1 1-1 0 0,0-1 0 0 0,0 0 0 0 0,0 1 1 0 0,0-1-1 0 0,1 0 0 0 0,-1 1 0 0 0,-1 0 1 0 0,-17 9 4181 0 0,11-6-3639 0 0,12-3-163 0 0,30-3 34 0 0,58-10-76 0 0,-87 11-306 0 0,85-8-102 0 0,-19 3 210 0 0,-64 5-284 0 0,104-9 1279 0 0,-63 7-3385 0 0,-43 2-1838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03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76 1064 0 0,'0'0'6505'0'0,"2"-4"-5718"0"0,4-14-191 0 0,-5 13 780 0 0,2 2-1056 0 0,30-31 662 0 0,-30 30-896 0 0,11 0-118 0 0,-13 4 26 0 0,0-1-1 0 0,0 1 1 0 0,0-1-1 0 0,1 1 1 0 0,-1 0-1 0 0,0-1 1 0 0,0 1-1 0 0,0 0 1 0 0,0 0-1 0 0,0 0 1 0 0,0 0-1 0 0,0 0 1 0 0,0 0-1 0 0,1 0 1 0 0,-1 0-1 0 0,0 0 1 0 0,0 0-1 0 0,0 1 1 0 0,0-1-1 0 0,1 1 1 0 0,5 0 52 0 0,-1 0-1 0 0,0 1 1 0 0,0-1 0 0 0,0 1 0 0 0,-1 0 0 0 0,1 1 0 0 0,0 0 0 0 0,-1 0 0 0 0,0 0-1 0 0,1 0 1 0 0,-1 1 0 0 0,0 0 0 0 0,-1 0 0 0 0,1 0 0 0 0,-1 1 0 0 0,0-1-1 0 0,0 1 1 0 0,0 0 0 0 0,-1 0 0 0 0,1 0 0 0 0,-1 1 0 0 0,-1-1 0 0 0,4 8-1 0 0,-4-7 34 0 0,1-2-11 0 0,-1 1 0 0 0,0 0 0 0 0,0 0 0 0 0,-1 1 0 0 0,1-1 0 0 0,-1 0 0 0 0,0 0 0 0 0,-1 1 0 0 0,1-1 0 0 0,-1 6 0 0 0,-1 22-135 0 0,1-25-68 0 0,0 0 60 0 0,-3 55-598 0 0,2-58 590 0 0,0 0-189 0 0,-5 15-30 0 0,4-16-72 0 0,3-10-3524 0 0,5-18 3624 0 0,15-38 0 0 0,-10 38 783 0 0,-5 10 159 0 0,0 1 0 0 0,1-1 0 0 0,18-23 1 0 0,25-23 829 0 0,-47 57-1367 0 0,-2 3-128 0 0,-1 1 0 0 0,1-1 0 0 0,-1-1 0 0 0,0 1 0 0 0,1 0-1 0 0,-1 0 1 0 0,1 0 0 0 0,-1 0 0 0 0,1 0 0 0 0,-1 0 0 0 0,1 0 0 0 0,-1-1 0 0 0,0 1-1 0 0,1 0 1 0 0,-1 0 0 0 0,1-1 0 0 0,-1 1 0 0 0,0 0 0 0 0,1 0 0 0 0,-1-1 0 0 0,0 1 0 0 0,1 0-1 0 0,-1-1 1 0 0,0 1 0 0 0,0-1 0 0 0,1 1 0 0 0,-1-1 0 0 0,1 0 34 0 0,-1 0 1 0 0,0 1-1 0 0,1-1 0 0 0,-1 1 1 0 0,1-1-1 0 0,-1 1 1 0 0,1-1-1 0 0,-1 1 0 0 0,1-1 1 0 0,0 1-1 0 0,-1-1 0 0 0,1 1 1 0 0,-1 0-1 0 0,1-1 1 0 0,0 1-1 0 0,-1 0 0 0 0,1-1 1 0 0,0 1-1 0 0,0 0 0 0 0,-1 0 1 0 0,1 0-1 0 0,0 0 0 0 0,-1 0 1 0 0,1 0-1 0 0,0 0 1 0 0,0 0-1 0 0,-1 0 0 0 0,1 0 1 0 0,0 0-1 0 0,0 0 0 0 0,0 1 1 0 0,35 2 283 0 0,-34-2-276 0 0,-1 0 0 0 0,1 0 0 0 0,0 0 0 0 0,-1-1 0 0 0,1 1 0 0 0,-1 1 0 0 0,1-1-1 0 0,-1 0 1 0 0,1 0 0 0 0,-1 1 0 0 0,0-1 0 0 0,3 3 0 0 0,-2-2 51 0 0,4 5 57 0 0,0 0-1 0 0,0 1 0 0 0,-1-1 0 0 0,0 1 1 0 0,0 0-1 0 0,0 0 0 0 0,-1 1 1 0 0,-1-1-1 0 0,6 17 0 0 0,17 58 83 0 0,-24-77 33 0 0,-1-1-233 0 0,4 19-38 0 0,-3-19 95 0 0,-1 1-450 0 0,5 17 338 0 0,-5-17 811 0 0,-1-13-4519 0 0,-1-21 3424 0 0,1 21 14 0 0,1-1 35 0 0,2-6 199 0 0,1 0 0 0 0,0-1 0 0 0,1 1 0 0 0,0 1 0 0 0,9-16 0 0 0,-6 16 279 0 0,0 0 372 0 0,0 0 1 0 0,19-21-1 0 0,-23 30-374 0 0,1-1-1 0 0,0 1 1 0 0,0 0-1 0 0,0 1 1 0 0,0-1 0 0 0,0 1-1 0 0,1 0 1 0 0,-1 0-1 0 0,1 0 1 0 0,0 1-1 0 0,7-2 1 0 0,-8 3-167 0 0,1 0 1 0 0,-1 0-1 0 0,1 0 0 0 0,-1 0 1 0 0,1 1-1 0 0,-1 0 1 0 0,1 1-1 0 0,0-1 0 0 0,-1 1 1 0 0,1 0-1 0 0,-1 0 1 0 0,0 1-1 0 0,1-1 1 0 0,5 4-1 0 0,-3-1-42 0 0,-1 1-1 0 0,0-1 1 0 0,0 1 0 0 0,0 1-1 0 0,-1-1 1 0 0,1 1 0 0 0,-1 0-1 0 0,-1 1 1 0 0,10 13 0 0 0,-9-12-120 0 0,4 6 225 0 0,-1 0-1 0 0,0 1 0 0 0,8 17 1 0 0,-13-20-945 0 0,1 0 0 0 0,-2 1-1 0 0,4 18 1 0 0,-4-8-2843 0 0,-2-17 218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04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81 1792 0 0,'-2'-3'2716'0'0,"-12"-13"7773"0"0,15 11-10113 0 0,1-19-166 0 0,-1 18 414 0 0,-1 6-598 0 0,0 0-1 0 0,1 0 0 0 0,-1 0 0 0 0,1 0 0 0 0,-1 0 0 0 0,0 0 0 0 0,1 0 0 0 0,-1 0 1 0 0,0 0-1 0 0,1 0 0 0 0,-1-1 0 0 0,0 1 0 0 0,1 0 0 0 0,-1 0 0 0 0,0 0 0 0 0,1-1 1 0 0,-1 1-1 0 0,0 0 0 0 0,0-1 0 0 0,1 1 0 0 0,-1 0 0 0 0,0 0 0 0 0,0-1 0 0 0,0 1 1 0 0,1 0-1 0 0,-1-1 0 0 0,0 0 0 0 0,1 0 26 0 0,-1 0 0 0 0,1 1 0 0 0,-1-1 0 0 0,1 0 0 0 0,0 0 0 0 0,-1 0 0 0 0,1 0 0 0 0,0 1 0 0 0,0-1 0 0 0,-1 0 0 0 0,1 1 0 0 0,0-1 0 0 0,0 1 0 0 0,0-1 0 0 0,0 1 0 0 0,1-1 0 0 0,14-6 1 0 0,-12 6-276 0 0,3 1-36 0 0,22 2 82 0 0,-24-1 152 0 0,0 0 0 0 0,0 0 1 0 0,0 0-1 0 0,1 0 0 0 0,-1 1 1 0 0,-1 0-1 0 0,1 0 0 0 0,0 1 0 0 0,8 5 1 0 0,-8-5 13 0 0,0 0-2 0 0,-1 0-1 0 0,0 0 1 0 0,-1 1 0 0 0,1-1-1 0 0,-1 1 1 0 0,1 0 0 0 0,-1 0 0 0 0,0 0-1 0 0,0 1 1 0 0,-1-1 0 0 0,1 1-1 0 0,2 8 1 0 0,9 39 164 0 0,-13-24-367 0 0,-3-2 79 0 0,-2-4 0 0 0,-1 1-1 0 0,0-1 0 0 0,-2 0 1 0 0,0-1-1 0 0,-13 27 0 0 0,0 2 462 0 0,17-44 230 0 0,1 9-621 0 0,1-5-243 0 0,18-25-827 0 0,109-106-2345 0 0,2-2 3224 0 0,-126 120 283 0 0,24-25 2074 0 0,42-59 0 0 0,-65 83-1663 0 0,-1 0 37 0 0,8-12-222 0 0,-8 12 981 0 0,-7 4-1335 0 0,0 1 100 0 0,0 0 0 0 0,0 0 1 0 0,0 1-1 0 0,0-1 1 0 0,0 1-1 0 0,0 0 0 0 0,1 0 1 0 0,-1 1-1 0 0,0 0 1 0 0,1 0-1 0 0,0 0 0 0 0,0 0 1 0 0,0 0-1 0 0,-7 8 0 0 0,-1 3 98 0 0,0 0-1 0 0,1 1 1 0 0,-12 21-1 0 0,11-18-75 0 0,1 0 0 0 0,1 0 0 0 0,1 1 0 0 0,1 1 0 0 0,1 0 0 0 0,0 0 0 0 0,1 0 0 0 0,2 1 0 0 0,0 0 0 0 0,-2 28 0 0 0,9-35-142 0 0,0-7 10 0 0,1-1-1 0 0,0 1 1 0 0,0-1 0 0 0,0 0 0 0 0,1 0 0 0 0,0 0 0 0 0,0 0 0 0 0,0-1-1 0 0,1 0 1 0 0,-1 0 0 0 0,1-1 0 0 0,0 1 0 0 0,1-1 0 0 0,11 5 0 0 0,20 5-3515 0 0,61 13 0 0 0,-63-19 658 0 0,-2 0 150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05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1676 0 0,'0'0'3390'0'0,"1"-5"-557"0"0,4-21 4115 0 0,-4 21-6317 0 0,4-15-146 0 0,-4 15 1347 0 0,-2 11-1887 0 0,-4 17 37 0 0,4-17 104 0 0,2 2-528 0 0,14 53-1677 0 0,-13-56 1329 0 0,2-2-406 0 0,1 0 590 0 0,3 3-41 0 0,7 1-5522 0 0,13 5 3758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05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26 2920 0 0,'0'0'13433'0'0,"-12"-26"-8192"0"0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07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119 136 1276 0 0,'0'0'3212'0'0,"2"-5"-1993"0"0,5-20 6451 0 0,-5 20-6965 0 0,3-13-122 0 0,-3 13 2430 0 0,-4 1-3285 0 0,-5-17 250 0 0,2 20-85 0 0,-18-2-81 0 0,17 2 437 0 0,1 0-186 0 0,-18-1 118 0 0,18 1 31 0 0,-1 0-540 0 0,-44-8 1453 0 0,46 8 1047 0 0,9-1-2107 0 0,16-6-152 0 0,-15 6 105 0 0,0 2-68 0 0,59-6 195 0 0,79-3-431 0 0,-144 9 285 0 0,106-3 129 0 0,-100 2-198 0 0,0 1 110 0 0,19 0-58 0 0,-18 0 115 0 0,-1 1-126 0 0,61-1 343 0 0,-61-1 142 0 0,-5 2-426 0 0,-1-1 0 0 0,1 0-1 0 0,-1 1 1 0 0,1-1 0 0 0,0 0-1 0 0,-1 0 1 0 0,1 0 0 0 0,-1 1 0 0 0,1-1-1 0 0,0 0 1 0 0,-1 0 0 0 0,1 0-1 0 0,0 0 1 0 0,-1 0 0 0 0,1 0-1 0 0,0 0 1 0 0,-1 0 0 0 0,1 0-1 0 0,0-1 1 0 0,-1 1 0 0 0,1 0 0 0 0,-1 0-1 0 0,1 0 1 0 0,0-1 0 0 0,10-2-1968 0 0,3 6-5622 0 0,7 4 3343 0 0,-15-6-868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09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76 384 0 0,'0'0'3744'0'0,"-3"-3"-2922"0"0,-9-26 3342 0 0,9 6 2686 0 0,3 22-6835 0 0,-1 0-1 0 0,1 0 1 0 0,-1-1 0 0 0,1 1-1 0 0,-1 0 1 0 0,0 0-1 0 0,1 0 1 0 0,-1 0 0 0 0,0 0-1 0 0,0-1 1 0 0,0 2 0 0 0,-2-3-1 0 0,2 2 40 0 0,-1-2 3973 0 0,-8 23-18249 0 0,7-17 11637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11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47 151 1864 0 0,'0'0'9561'0'0,"0"-6"-8904"0"0,-5-44 4039 0 0,-17-22-4039 0 0,17 54-623 0 0,3 14 555 0 0,2 5-598 0 0,0 1-1 0 0,-1-1 1 0 0,1 0 0 0 0,0 1 0 0 0,-1-1 0 0 0,1 0 0 0 0,-1 1 0 0 0,0-1 0 0 0,1 0 0 0 0,-1 1-1 0 0,0-1 1 0 0,-1 2 0 0 0,0-1 42 0 0,0 3 133 0 0,1 2-120 0 0,3 238-190 0 0,-1-193-49 0 0,1 7-330 0 0,-2-53 678 0 0,0 0-234 0 0,3 61 149 0 0,-3-34 158 0 0,0-27 594 0 0,0 0-614 0 0,2 21 101 0 0,-2-28-305 0 0,0 1 0 0 0,0 0 1 0 0,0-1-1 0 0,0 1 0 0 0,0 0 0 0 0,0-1 0 0 0,0 1 1 0 0,0 0-1 0 0,0 0 0 0 0,0-1 0 0 0,1 1 0 0 0,-1 0 0 0 0,0-1 1 0 0,0 1-1 0 0,0 0 0 0 0,0 0 0 0 0,1-1 0 0 0,-1 1 0 0 0,0 0 1 0 0,0 0-1 0 0,1 0 0 0 0,-1-1 0 0 0,0 1 0 0 0,1 0 1 0 0,-1 0-1 0 0,0 0 0 0 0,0 0 0 0 0,1 0 0 0 0,-1-1 0 0 0,0 1 1 0 0,1 0-1 0 0,-1 0 0 0 0,1 0 0 0 0,0 0-11 0 0,-1 0-1 0 0,1 0 1 0 0,0-1 0 0 0,-1 1-1 0 0,1 0 1 0 0,0-1 0 0 0,-1 1-1 0 0,1 0 1 0 0,-1-1 0 0 0,1 1-1 0 0,0-1 1 0 0,-1 1-1 0 0,1-1 1 0 0,-1 1 0 0 0,1-1-1 0 0,-1 1 1 0 0,1-1 0 0 0,-1 0-1 0 0,0 1 1 0 0,1-1 0 0 0,-1 0-1 0 0,0 1 1 0 0,1-1-1 0 0,-1 0 1 0 0,0 1 0 0 0,0-2-1 0 0,17-44 346 0 0,-15 42-261 0 0,-2 3-114 0 0,1-1 32 0 0,0 1 0 0 0,-1-1 0 0 0,1 1 1 0 0,0-1-1 0 0,0 1 0 0 0,0 0 0 0 0,0-1 0 0 0,0 1 0 0 0,1 0 0 0 0,-1 0 0 0 0,2-1 0 0 0,-3 1 1 0 0,3-3 68 0 0,0 1-215 0 0,30-30-49 0 0,-30 30 97 0 0,1 0-102 0 0,38-20-1 0 0,-38 21 358 0 0,0 1-27 0 0,16-5-110 0 0,-16 4-135 0 0,3 2-154 0 0,21 0 228 0 0,-22 0 91 0 0,0 0-147 0 0,16 4 21 0 0,-16-4-3 0 0,0 2 202 0 0,5 2-110 0 0,0 0 1 0 0,0 1-1 0 0,-1 0 0 0 0,1 1 1 0 0,-1 0-1 0 0,0 0 1 0 0,-1 1-1 0 0,0 0 1 0 0,0 1-1 0 0,0 0 0 0 0,-1 0 1 0 0,0 1-1 0 0,8 12 1 0 0,19 48-200 0 0,-34-65 208 0 0,-1 3-118 0 0,-7 60 354 0 0,5-61-199 0 0,0 1 0 0 0,-1-1-1 0 0,1 1 1 0 0,-1-1-1 0 0,0 0 1 0 0,-1 0-1 0 0,0 0 1 0 0,1-1 0 0 0,-2 1-1 0 0,1-1 1 0 0,-1 0-1 0 0,1 0 1 0 0,-2-1 0 0 0,1 0-1 0 0,0 1 1 0 0,-1-1-1 0 0,0-1 1 0 0,1 1 0 0 0,-2-1-1 0 0,-8 3 1 0 0,11-4 206 0 0,-3 0 18 0 0,-21 4-77 0 0,21-5-127 0 0,-1-2-10 0 0,-13-1-47 0 0,0-2 1 0 0,0-1-1 0 0,-29-10 1 0 0,-30-17-417 0 0,75 29 11 0 0,1 1-20 0 0,-14-6-502 0 0,14 6-896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11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1948 0 0,'0'0'8626'0'0,"-3"2"-8556"0"0,1 0 23 0 0,1-1-32 0 0,0 0 0 0 0,0 0 0 0 0,0-1 0 0 0,-1 1 1 0 0,1 0-1 0 0,0 0 0 0 0,0-1 0 0 0,0 1 0 0 0,0-1 0 0 0,-1 1 0 0 0,1-1 1 0 0,-3 1-1 0 0,7 5 289 0 0,81 190 2955 0 0,-37-90-2885 0 0,-19-43-351 0 0,-2 2-1 0 0,-4 0 0 0 0,22 106 0 0 0,-40-147 27 0 0,0-1-1 0 0,-2 1 1 0 0,-1 0-1 0 0,-1 0 1 0 0,0 0-1 0 0,-2 0 1 0 0,-1 0-1 0 0,-1 0 1 0 0,-1-1-1 0 0,-1 1 1 0 0,-1-1 0 0 0,-1-1-1 0 0,-21 42 1 0 0,23-53 19 0 0,0-1 18 0 0,0 0-1 0 0,0 0 0 0 0,0-1 1 0 0,-12 12-1 0 0,13-15-91 0 0,4-3-10 0 0,-1-1 0 0 0,1 0 0 0 0,-1 0 0 0 0,0 0 0 0 0,1 0 1 0 0,-1 0-1 0 0,0 0 0 0 0,0 0 0 0 0,-1-1 0 0 0,1 1 0 0 0,0-1 0 0 0,-3 2 0 0 0,-4 4 12 0 0,0-2 10 0 0,0 1 0 0 0,1-1 0 0 0,-2-1 0 0 0,1 0 0 0 0,0 0 0 0 0,-16 4 0 0 0,-4-1-1747 0 0,24-6-353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14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17 228 612 0 0,'0'0'11046'0'0,"-3"-3"-9921"0"0,3 3-862 0 0,-11-11 299 0 0,9 5 2356 0 0,7-16-2623 0 0,-3 16-254 0 0,0 1 191 0 0,1 1-282 0 0,11-10 102 0 0,-10 11 256 0 0,-1 0-156 0 0,13-8-156 0 0,-12 9-131 0 0,0 0 248 0 0,14-6-22 0 0,-13 6-115 0 0,-1 0-29 0 0,14-4-39 0 0,-14 5 126 0 0,1-1 104 0 0,14-3-42 0 0,-15 4-178 0 0,2 0-104 0 0,17-1 50 0 0,-18 2 369 0 0,2 0-516 0 0,20 2 217 0 0,-20-2 156 0 0,-3 2-252 0 0,14 5 125 0 0,-14-5 242 0 0,0 1-93 0 0,10 11 62 0 0,-10-10-136 0 0,3 14-120 0 0,-5-15 67 0 0,-1 2-192 0 0,0 0-20 0 0,2 16 222 0 0,-2-16 73 0 0,-1 3-182 0 0,-3 21 74 0 0,-2 1 0 0 0,-1-1 1 0 0,-1 0-1 0 0,-1 0 0 0 0,-2-1 1 0 0,-1 0-1 0 0,-16 29 0 0 0,25-53 54 0 0,-1 2-74 0 0,-6 17 104 0 0,7-17 218 0 0,-1-2-258 0 0,-19 39 472 0 0,20-39 159 0 0,6-7-611 0 0,37-34-231 0 0,-3-1-1 0 0,55-71 1 0 0,-12 14 334 0 0,49-47-123 0 0,-127 139 76 0 0,0-1-140 0 0,13-12 168 0 0,-12 12 7 0 0,-4 2-120 0 0,1 1 1 0 0,0-1-1 0 0,0 1 0 0 0,0-1 1 0 0,0 1-1 0 0,1 0 0 0 0,-1-1 1 0 0,0 1-1 0 0,1 0 0 0 0,2-2 1 0 0,-1 0-176 0 0,0-1-8 0 0,8-11 166 0 0,-8 12 89 0 0,0-1 188 0 0,26-29-787 0 0,-27 30 1090 0 0,1 0-929 0 0,6-11 497 0 0,-7 11 268 0 0,-3 3-532 0 0,-1 0 147 0 0,0 0-1 0 0,0 0 0 0 0,1 0 0 0 0,-1 0 1 0 0,0 1-1 0 0,0-1 0 0 0,1 1 1 0 0,-1-1-1 0 0,1 1 0 0 0,-4 1 1 0 0,4-2-6 0 0,-3 1-111 0 0,0 1-221 0 0,-10 8 320 0 0,11-8 308 0 0,-1 0-712 0 0,-48 42 1130 0 0,49-41-648 0 0,0 1-650 0 0,-7 14 458 0 0,7-13 46 0 0,0 0 116 0 0,-7 15 10 0 0,7-15-17 0 0,1 1-2 0 0,-2 5 5 0 0,-5 18-164 0 0,-10 45 0 0 0,17-66 202 0 0,1 2 0 0 0,0-1 0 0 0,0 0-1 0 0,1 0 1 0 0,0 0 0 0 0,1 0 0 0 0,0 0 0 0 0,0 0-1 0 0,1 0 1 0 0,4 13 0 0 0,-2-12 22 0 0,1-1 0 0 0,0 1 0 0 0,1-1 0 0 0,0-1 0 0 0,0 1 0 0 0,1-1 0 0 0,0 0-1 0 0,0 0 1 0 0,14 10 0 0 0,-6-6 22 0 0,2-1-1 0 0,-1 0 0 0 0,2-2 1 0 0,-1 0-1 0 0,21 7 0 0 0,32 10-1677 0 0,-17-9-6073 0 0,-49-16 4276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14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17 1260 0 0,'-21'-16'10020'0'0,"16"16"-9707"0"0,-16 3 175 0 0,15-3 137 0 0,4 4-68 0 0,-7 11-186 0 0,1-1 1 0 0,1 1-1 0 0,1 0 0 0 0,0 1 0 0 0,1-1 0 0 0,1 1 1 0 0,-4 25-1 0 0,7-36-44 0 0,0 3 57 0 0,0-3-337 0 0,0 1 66 0 0,0 1 0 0 0,1-1 0 0 0,-1 0 0 0 0,1 1 0 0 0,1-1 1 0 0,-1 0-1 0 0,1 1 0 0 0,0-1 0 0 0,0 0 0 0 0,3 7 0 0 0,15 27 661 0 0,-17-36-802 0 0,3 0-177 0 0,41 25-1575 0 0,-42-27 651 0 0,3 0-784 0 0,22 6-1639 0 0,-22-6 237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15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67 2464 0 0,'0'0'5810'0'0,"-1"-5"-3604"0"0,-6-17 6226 0 0,6 17-7944 0 0,-3-16-124 0 0,3 16 1367 0 0,-4 6-1604 0 0,-18 1-135 0 0,18-1 587 0 0,-1-1-521 0 0,-19 0 10 0 0,18 0 94 0 0,3-2-822 0 0,2 0-447 0 0,-8-5 2073 0 0,6 6-5371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17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2716 0 0,'0'6'2122'0'0,"0"23"14615"0"0,6-30-16614 0 0,15-2-64 0 0,-16 2 46 0 0,0 0 16 0 0,22-5-872 0 0,0 1 0 0 0,51-2 0 0 0,-65 7 459 0 0,96-3-3784 0 0,-75 2-520 0 0,-3 1 1135 0 0,-23 0-416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17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27 3140 0 0,'-30'6'12400'0'0,"35"-8"-12015"0"0,97-16 581 0 0,-36 10-594 0 0,-5 4-1238 0 0,69 3 0 0 0,-116 2 30 0 0,-2-1-1397 0 0,8 3-106 0 0,-5 5-1385 0 0,21 7 753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18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37 636 0 0,'0'0'15383'0'0,"1"-5"-15226"0"0,3-16 43 0 0,-3 16 1082 0 0,-31 11-1529 0 0,24-5 490 0 0,1 2-25 0 0,-16 14-306 0 0,1 0 0 0 0,0 1 0 0 0,1 0 1 0 0,2 2-1 0 0,-1 0 0 0 0,2 1 0 0 0,-26 46 1 0 0,36-58 120 0 0,0 1 0 0 0,2-1 0 0 0,-1 1 0 0 0,1 0 0 0 0,0 1 0 0 0,1-1 0 0 0,0 1 0 0 0,1-1 0 0 0,0 1 1 0 0,0 16-1 0 0,2-22 118 0 0,1 2 114 0 0,-1-3-232 0 0,0 1 20 0 0,0 0 0 0 0,1 0 0 0 0,0-1 0 0 0,0 1 0 0 0,0 0 0 0 0,0-1-1 0 0,1 1 1 0 0,-1-1 0 0 0,1 0 0 0 0,0 1 0 0 0,1-1 0 0 0,2 5 0 0 0,-1-4 4 0 0,1-1 0 0 0,0 1 1 0 0,0-1-1 0 0,0 0 0 0 0,0 0 0 0 0,1 0 0 0 0,0-1 0 0 0,-1 1 1 0 0,1-1-1 0 0,0-1 0 0 0,1 1 0 0 0,-1-1 0 0 0,0 0 0 0 0,1-1 1 0 0,-1 0-1 0 0,1 0 0 0 0,-1 0 0 0 0,1 0 0 0 0,0-1 0 0 0,-1 0 1 0 0,1-1-1 0 0,0 0 0 0 0,8-1 0 0 0,-1-1-43 0 0,-1 0 0 0 0,1-1 0 0 0,-1 0 1 0 0,0-1-1 0 0,0 0 0 0 0,0-1 0 0 0,16-11 0 0 0,-20 12 6 0 0,-1-1 1 0 0,0 0-1 0 0,-1 0 0 0 0,1-1 1 0 0,-1 0-1 0 0,-1-1 0 0 0,1 1 1 0 0,-1-1-1 0 0,-1 0 0 0 0,1-1 1 0 0,-2 1-1 0 0,8-18 1 0 0,-8 17 20 0 0,-1-1 1 0 0,0 0-1 0 0,-1 0 1 0 0,0 0-1 0 0,-1 0 1 0 0,0 0-1 0 0,0 0 1 0 0,-1-16 0 0 0,-3 16-52 0 0,1 0 1 0 0,-2-1-1 0 0,1 1 1 0 0,-1 0-1 0 0,-1 0 1 0 0,1 1-1 0 0,-2 0 1 0 0,1-1-1 0 0,-2 2 1 0 0,1-1-1 0 0,-1 1 1 0 0,0 0-1 0 0,-1 0 1 0 0,1 1-1 0 0,-14-10 1 0 0,-54-35-4399 0 0,70 50 299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20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46 448 0 0,'0'0'16938'0'0,"2"-4"-16780"0"0,5-13 28 0 0,-5 12-85 0 0,3 4-297 0 0,16-4 355 0 0,-15 3-79 0 0,-1 2-322 0 0,15-4 380 0 0,-15 3-46 0 0,1 0-264 0 0,53-4 36 0 0,-53 4 78 0 0,2 1 194 0 0,455 30 440 0 0,288 45-699 0 0,-26 12 445 0 0,-584-73-161 0 0,-10 0-329 0 0,-53-8 365 0 0,-18-2 30 0 0,-2 1-229 0 0,360 23 126 0 0,-211-9-188 0 0,-94-7 15 0 0,-79-9-103 0 0,2-2 260 0 0,155 11 495 0 0,-87-8-4 0 0,-98-4-604 0 0,1 0-49 0 0,20 2 74 0 0,-21-2 52 0 0,1 0-184 0 0,19 0 260 0 0,-20 0 334 0 0,1 0-225 0 0,17 1-93 0 0,-18-1 608 0 0,0 0-1708 0 0,18-1-277 0 0,-18 1-1353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21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29 3620 0 0,'0'0'5806'0'0,"2"-5"-3842"0"0,10-19 5756 0 0,-13 31-7617 0 0,-25 151 705 0 0,16-47-209 0 0,10-105-526 0 0,0 1-299 0 0,-1 0 127 0 0,-2 32-2679 0 0,2-10-7543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21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650 106 1300 0 0,'-23'-37'7952'0'0,"17"28"-7870"0"0,3 4 1916 0 0,2 3-1846 0 0,1 0 0 0 0,-1 1 0 0 0,0-1 0 0 0,0 1 0 0 0,-1 0 0 0 0,1-1 0 0 0,0 1 0 0 0,0 0 0 0 0,-1-1 1 0 0,-2-1-1 0 0,1 0 1336 0 0,-1 0-1021 0 0,-14-11 96 0 0,14 11 101 0 0,-3 1-206 0 0,-2-1-305 0 0,0 0 1 0 0,0 1-1 0 0,-1 1 1 0 0,1 0-1 0 0,0 0 1 0 0,-1 0-1 0 0,1 1 1 0 0,-1 1-1 0 0,1 0 1 0 0,-12 2-1 0 0,-6 6-184 0 0,1 0 0 0 0,0 2-1 0 0,0 1 1 0 0,1 2 0 0 0,1 0 0 0 0,0 1-1 0 0,1 1 1 0 0,1 2 0 0 0,1 0 0 0 0,0 1-1 0 0,1 1 1 0 0,1 1 0 0 0,2 1 0 0 0,0 0 0 0 0,1 1-1 0 0,1 1 1 0 0,1 0 0 0 0,-14 33 0 0 0,19-34 125 0 0,2 0 0 0 0,0 0 1 0 0,1 1-1 0 0,-5 40 1 0 0,10-48-31 0 0,1 1 0 0 0,0-1 1 0 0,1 0-1 0 0,1 1 0 0 0,0-1 0 0 0,1 0 0 0 0,11 31 1 0 0,-6-26 29 0 0,1-1 1 0 0,0 0 0 0 0,2 0-1 0 0,0-1 1 0 0,2-1 0 0 0,0 0-1 0 0,1 0 1 0 0,0-2 0 0 0,1 1-1 0 0,1-2 1 0 0,1 0 0 0 0,0-1-1 0 0,26 16 1 0 0,-11-12-72 0 0,0-1-1 0 0,1-1 1 0 0,1-2 0 0 0,1-1-1 0 0,0-2 1 0 0,0-1 0 0 0,48 7 0 0 0,-56-13-6 0 0,0-1 0 0 0,0-1 1 0 0,0-1-1 0 0,0-2 0 0 0,0 0 1 0 0,0-2-1 0 0,0-1 1 0 0,45-13-1 0 0,-51 10 31 0 0,1-1-1 0 0,-1-2 1 0 0,-1 0 0 0 0,0 0 0 0 0,0-2-1 0 0,-1-1 1 0 0,-1 0 0 0 0,0-2-1 0 0,-1 0 1 0 0,26-28 0 0 0,-14 8 188 0 0,-1-2 0 0 0,-2 0 0 0 0,-2-2 0 0 0,-1-1 0 0 0,23-54 0 0 0,-32 58 74 0 0,-1 0 0 0 0,-1-1 0 0 0,-2 0 0 0 0,-2-1 0 0 0,-1 0 0 0 0,2-63 0 0 0,-9 90-287 0 0,0-1 1 0 0,-1 1 0 0 0,0-1 0 0 0,-1 1 0 0 0,0 0-1 0 0,-1-1 1 0 0,0 1 0 0 0,-1 1 0 0 0,0-1 0 0 0,-9-15-1 0 0,8 18-94 0 0,0 0-1 0 0,-1 1 1 0 0,0-1-1 0 0,0 1 1 0 0,0 1-1 0 0,-1-1 0 0 0,0 1 1 0 0,0 0-1 0 0,-1 1 1 0 0,0 0-1 0 0,0 0 1 0 0,0 1-1 0 0,-13-6 1 0 0,-6 1-491 0 0,0 2 0 0 0,-1 0 0 0 0,1 2 0 0 0,-1 1 0 0 0,0 1 0 0 0,-38 1 1 0 0,-169 17-6765 0 0,223-14 6905 0 0,-132 16-3556 0 0,-7 3-698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24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55 1120 0 0,'0'0'14254'0'0,"-3"-4"-14210"0"0,-5-13 114 0 0,6 13 2994 0 0,2 4-3211 0 0,-1 0 59 0 0,1 0 1 0 0,-1 0 0 0 0,1 0 0 0 0,0 0-1 0 0,-1 0 1 0 0,1 0 0 0 0,0-1 0 0 0,-1 1 0 0 0,1 0-1 0 0,0 0 1 0 0,-1 0 0 0 0,1-1 0 0 0,0 1 0 0 0,-1 0-1 0 0,1 0 1 0 0,0-1 0 0 0,-1 1 0 0 0,1 0 0 0 0,0-1-1 0 0,0 1 1 0 0,-1 0 0 0 0,1-1 0 0 0,0 1 0 0 0,0 0-1 0 0,0-1 1 0 0,-14-12 1473 0 0,-2 4-1616 0 0,11 7 27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26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73 136 0 0,'0'0'9936'0'0,"-3"-3"-9040"0"0,-1-4-17 0 0,-11-17 2892 0 0,10 11-4127 0 0,0 11 349 0 0,-14-3-143 0 0,15 4-5 0 0,-1 0-190 0 0,-47-7 919 0 0,46 8-376 0 0,1-1-111 0 0,-51-6 477 0 0,51 6 3314 0 0,10 3-3788 0 0,56 3 175 0 0,84-1 87 0 0,62-5-7 0 0,-183 0-384 0 0,-18 1 143 0 0,1 0-8 0 0,60 2-1096 0 0,-60-2 117 0 0,8 2-296 0 0,-8 0-817 0 0,8 1-6995 0 0,17 1 5349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27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22 1056 0 0,'0'0'2955'0'0,"-5"-1"-2029"0"0,-15-3-82 0 0,15 3 1593 0 0,0 0-1940 0 0,-16-5 573 0 0,-10-3 4768 0 0,33 14-5604 0 0,11 14-87 0 0,-4-12-110 0 0,2 0 0 0 0,-1-1 0 0 0,18 8 0 0 0,-3-1 194 0 0,97 59 124 0 0,-2-8-255 0 0,-116-61-255 0 0,-3-3 153 0 0,-1 0 0 0 0,1 0 1 0 0,0 0-1 0 0,0 0 0 0 0,0 0 1 0 0,-1 0-1 0 0,1 1 0 0 0,0-1 0 0 0,0 0 1 0 0,-1 0-1 0 0,1 1 0 0 0,0-1 0 0 0,0 1 1 0 0,-1-1-1 0 0,1 0 0 0 0,-1 1 1 0 0,1-1-1 0 0,0 1 0 0 0,-1 0 0 0 0,1-1 1 0 0,0 2-1 0 0,-1-2 1 0 0,1 1 0 0 0,-1-1 0 0 0,1 1 0 0 0,0 0 0 0 0,-1-1 0 0 0,1 1-1 0 0,-1-1 1 0 0,1 1 0 0 0,0-1 0 0 0,-1 0 0 0 0,1 1 0 0 0,0-1 0 0 0,0 0 0 0 0,-1 1 0 0 0,1-1 0 0 0,0 0 0 0 0,0 0 0 0 0,-1 0 0 0 0,1 0 0 0 0,0 0 0 0 0,1 0 0 0 0,-2 1-9 0 0,1-1 1 0 0,-1 0 0 0 0,1 0-1 0 0,-1 0 1 0 0,1 0 0 0 0,-1 1-1 0 0,1-1 1 0 0,-1 0 0 0 0,1 0-1 0 0,-1 1 1 0 0,0-1 0 0 0,1 0-1 0 0,-1 1 1 0 0,1-1 0 0 0,-1 0-1 0 0,0 1 1 0 0,1-1 0 0 0,-1 1 0 0 0,0-1-1 0 0,0 0 1 0 0,1 1 0 0 0,-1-1-1 0 0,0 1 1 0 0,0-1 0 0 0,0 1-1 0 0,1 0 1 0 0,-1 0-4 0 0,0-1 0 0 0,0 1 1 0 0,0-1-1 0 0,0 1 0 0 0,1-1 0 0 0,-1 0 0 0 0,0 1 1 0 0,0-1-1 0 0,1 1 0 0 0,-1-1 0 0 0,0 1 0 0 0,1-1 0 0 0,-1 0 1 0 0,0 1-1 0 0,1-1 0 0 0,-1 0 0 0 0,0 1 0 0 0,1-1 1 0 0,-1 0-1 0 0,1 0 0 0 0,-1 1 0 0 0,1-1 0 0 0,-1 0 1 0 0,1 0-1 0 0,-1 0 0 0 0,1 1 0 0 0,13 14-182 0 0,-11-11 461 0 0,-2 0-275 0 0,0 2-32 0 0,-1-1 1 0 0,1 0-1 0 0,-1 1 0 0 0,0-1 0 0 0,0 0 0 0 0,-1 1 0 0 0,1-1 1 0 0,-3 7-1 0 0,1-6 101 0 0,-1 0 32 0 0,0 1-96 0 0,-16 19 59 0 0,-32 26 57 0 0,-104 82 0 0 0,133-115-35 0 0,19-16-392 0 0,-1 1 411 0 0,-56 44 61 0 0,56-45 996 0 0,8 1-959 0 0,11 10 0 0 0,-5-10-41 0 0,54-3 12 0 0,37-1-122 0 0,-29-1-100 0 0,-9 0-70 0 0,-57 1 159 0 0,0 0 3 0 0,20 0-13 0 0,-19 0 157 0 0,-1 0-250 0 0,19 0 44 0 0,-18 0-68 0 0,-1 0-691 0 0,20 0-321 0 0,-20 0-469 0 0,-1-1-3919 0 0,17-4 2711 0 0,-17 4 6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27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 48 0 0,'0'0'9374'0'0,"0"-5"-8229"0"0,0-18-225 0 0,0 17 1290 0 0,2 11-2032 0 0,3 9-68 0 0,-1-3-46 0 0,-1-1-1 0 0,1-1 0 0 0,1 1 1 0 0,0 0-1 0 0,0-1 0 0 0,1 0 1 0 0,0 0-1 0 0,1-1 0 0 0,0 0 1 0 0,0 0-1 0 0,0 0 0 0 0,1-1 1 0 0,14 10-1 0 0,-13-11-192 0 0,0-1 1 0 0,0 0-1 0 0,1 0 0 0 0,0-1 0 0 0,0 0 0 0 0,0-1 1 0 0,0 0-1 0 0,16 2 0 0 0,-10-3-796 0 0,0-1 0 0 0,0-1 0 0 0,25-3 0 0 0,-35 3 847 0 0,0 0-666 0 0,1-1 0 0 0,0 1-1 0 0,-1-1 1 0 0,1 0 0 0 0,-1 0 0 0 0,0-1-1 0 0,10-3 1 0 0,7-6 191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28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473 82 1348 0 0,'0'0'1662'0'0,"1"-5"-34"0"0,6-15-131 0 0,-5 15 2282 0 0,-1 0-2596 0 0,4-14-293 0 0,-4 15 2407 0 0,0-1-2930 0 0,4-14-115 0 0,-7 28-165 0 0,-12 58-60 0 0,-8 287 553 0 0,2-26 399 0 0,19-322-843 0 0,1 0 0 0 0,-1-1 1 0 0,0 1-1 0 0,-1-1 0 0 0,1 1 0 0 0,-1-1 1 0 0,0 0-1 0 0,0 1 0 0 0,-1-1 1 0 0,1 0-1 0 0,-1-1 0 0 0,0 1 1 0 0,-1 0-1 0 0,1-1 0 0 0,-1 1 1 0 0,0-1-1 0 0,-7 5 0 0 0,-45 15 734 0 0,42-22-881 0 0,-1-1 0 0 0,1 0 0 0 0,-1-1 0 0 0,1 0 1 0 0,-1-2-1 0 0,1 1 0 0 0,0-2 0 0 0,0 0 0 0 0,0 0 1 0 0,-15-7-1 0 0,26 9-25 0 0,1 1-16 0 0,-119-40-4740 0 0,116 37 2311 0 0,0 1-1055 0 0,-14-10 422 0 0,14 10-227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28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0 1456 0 0,'0'0'14316'0'0,"-3"5"-14219"0"0,-34 97 32 0 0,36-98 74 0 0,-1 3-117 0 0,0 6 98 0 0,0 0 0 0 0,1 0 0 0 0,0 0-1 0 0,1 0 1 0 0,1 15 0 0 0,1-23 47 0 0,2-1-179 0 0,5 2-724 0 0,0 0 0 0 0,0-1 1 0 0,1 0-1 0 0,0-1 0 0 0,17 6 1 0 0,-22-9-2808 0 0,3-1 256 0 0,33-2-290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28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18 1228 0 0,'-19'-17'17141'0'0,"18"17"-17129"0"0,1 1 0 0 0,-1-1-1 0 0,1 0 1 0 0,-1 1 0 0 0,1-1 0 0 0,-1 0-1 0 0,1 1 1 0 0,-1-1 0 0 0,1 0-1 0 0,-1 0 1 0 0,1 0 0 0 0,-1 1 0 0 0,0-1-1 0 0,1 0 1 0 0,-1 0 0 0 0,1 0 0 0 0,-1 0-1 0 0,0 0 1 0 0,1 0 0 0 0,-1 0 0 0 0,1 0-1 0 0,-1 0 1 0 0,0-1 0 0 0,0 1 26 0 0,0 0-1 0 0,1 0 1 0 0,-1 0 0 0 0,0 0-1 0 0,1-1 1 0 0,-1 1 0 0 0,0 0-1 0 0,1 1 1 0 0,-1-1 0 0 0,0 0-1 0 0,1 0 1 0 0,-1 0 0 0 0,1 0-1 0 0,-1 0 1 0 0,0 1 0 0 0,1-1-1 0 0,-1 0 1 0 0,0 1 0 0 0,1-1-1 0 0,-1 0 1 0 0,1 1 0 0 0,-1-1-1 0 0,1 1 1 0 0,-1-1 0 0 0,1 0-1 0 0,-1 1 1 0 0,1 0 0 0 0,0-1-1 0 0,-1 1 1 0 0,1-1 0 0 0,-1 1-1 0 0,-9 14 174 0 0,8-11 2140 0 0,-4-6-2226 0 0,1-1-778 0 0,-1 0 2766 0 0,1 1-3516 0 0,-1 1-3615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29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68 924 0 0,'0'0'8456'0'0,"-1"-5"-7732"0"0,-2-5-854 0 0,-12-23 5645 0 0,13 29-4064 0 0,-4 4-1205 0 0,-19-3-82 0 0,18 2 2799 0 0,12-1-2877 0 0,5 0-53 0 0,0-1 1 0 0,1 2-1 0 0,16-2 1 0 0,-21 3-109 0 0,1 0 120 0 0,21 0 171 0 0,-21 0-239 0 0,-1 1-28 0 0,18 2-23 0 0,12-1 160 0 0,-30-2-4 0 0,1 1-99 0 0,19 2 28 0 0,-20-2-7 0 0,1-1-29 0 0,51 8 474 0 0,-52-8-430 0 0,-1 1-3191 0 0,16 3 1552 0 0,-15-4-845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31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50 284 0 0,'0'0'7204'0'0,"3"-3"-7025"0"0,4-5-1323 0 0,29-19 13660 0 0,-24 20-11895 0 0,-8 4-401 0 0,-3 4-215 0 0,-1-1 0 0 0,1 1 0 0 0,0-1 0 0 0,0 0-1 0 0,-1 0 1 0 0,1 1 0 0 0,0-1 0 0 0,0 0 0 0 0,-1 0 0 0 0,1 0 0 0 0,0 0 0 0 0,0 0 0 0 0,0 0 0 0 0,-1 0 0 0 0,1 0 0 0 0,0 0 0 0 0,0 0 0 0 0,-1-1-1 0 0,2 1 1 0 0,23-3-8 0 0,46 4 69 0 0,-64-1-38 0 0,22 3 182 0 0,-23-2-202 0 0,0-1 49 0 0,59 2 16 0 0,-59-3-117 0 0,50 3 584 0 0,-51-1-398 0 0,2-2-236 0 0,17 0-4 0 0,-18 1-400 0 0,31-7-16439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32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66 139 556 0 0,'0'0'3557'0'0,"-6"-2"-2236"0"0,-17-4 12 0 0,18 5 1954 0 0,1-2-2483 0 0,-13-5-7 0 0,13 6 1448 0 0,-3-27-1571 0 0,8 27-657 0 0,-1 1 0 0 0,1-1 0 0 0,0 1-1 0 0,0-1 1 0 0,-1 1 0 0 0,1-1 0 0 0,0 1 0 0 0,0 0 0 0 0,0-1-1 0 0,0 1 1 0 0,1 0 0 0 0,1-2 0 0 0,-2 2 12 0 0,2-3 35 0 0,0 0 42 0 0,32-26-8 0 0,-32 27-69 0 0,3 0-11 0 0,47-17-75 0 0,-49 18-70 0 0,3 2 111 0 0,20-1-1 0 0,-20 1-46 0 0,-1 1-33 0 0,-2 0 143 0 0,0 0-60 0 0,1-1 1 0 0,-1 1-1 0 0,0 0 1 0 0,0 0-1 0 0,0 1 1 0 0,0-1-1 0 0,0 1 1 0 0,0 0-1 0 0,0 0 1 0 0,-1 0-1 0 0,1 1 1 0 0,-1-1-1 0 0,4 5 1 0 0,30 34 234 0 0,-34-34-154 0 0,0-2-41 0 0,0 0 0 0 0,0 1 1 0 0,-1-1-1 0 0,0 1 0 0 0,0-1 0 0 0,0 1 0 0 0,-1 0 0 0 0,0 0 0 0 0,1 9 0 0 0,-1-10-2 0 0,3 15 138 0 0,-3 7-424 0 0,-2-19 183 0 0,-6 60-1086 0 0,6-44 459 0 0,-4 0-9 0 0,-1-2 172 0 0,5-17-46 0 0,-1 1-14 0 0,-4 19-62 0 0,5-19-231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32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0 322 840 0 0,'3'-6'1392'0'0,"8"-15"-256"0"0,2 1-1 0 0,0-1 1 0 0,1 2-1 0 0,1 0 0 0 0,0 1 1 0 0,33-29-1 0 0,20-6 787 0 0,-64 51-1622 0 0,1-1-154 0 0,14-7-89 0 0,-15 7 65 0 0,2 2 47 0 0,15-3-134 0 0,-16 3 45 0 0,0 2 109 0 0,2 0-117 0 0,-1 0 1 0 0,1 1 0 0 0,0 0-1 0 0,-1 0 1 0 0,1 0-1 0 0,-1 1 1 0 0,0 0 0 0 0,0 1-1 0 0,0-1 1 0 0,0 1-1 0 0,-1 0 1 0 0,1 0-1 0 0,-1 1 1 0 0,7 8 0 0 0,-7-7-28 0 0,-1 0 0 0 0,0 0 1 0 0,0 1-1 0 0,-1 0 1 0 0,1 0-1 0 0,-2 0 0 0 0,1 0 1 0 0,-1 0-1 0 0,0 0 0 0 0,0 1 1 0 0,-1-1-1 0 0,0 1 1 0 0,-1-1-1 0 0,1 1 0 0 0,-2 9 1 0 0,1-14-100 0 0,0 4-64 0 0,0 0 90 0 0,0 21-39 0 0,0-21 233 0 0,-1-2-180 0 0,-3 18 123 0 0,3-18-75 0 0,1-10-226 0 0,-4-16 164 0 0,4 16-42 0 0,0-1 14 0 0,3-7 61 0 0,1 1 0 0 0,0-1 0 0 0,1 1 0 0 0,0 0 0 0 0,7-12 0 0 0,10-12 717 0 0,2 1 0 0 0,52-61-1 0 0,-73 93-685 0 0,0-1-1 0 0,0 1 0 0 0,0-1 1 0 0,0 1-1 0 0,1 0 1 0 0,0 0-1 0 0,-1 0 0 0 0,1 1 1 0 0,0-1-1 0 0,0 1 1 0 0,0 0-1 0 0,1 0 0 0 0,-1 1 1 0 0,0-1-1 0 0,1 1 1 0 0,-1 0-1 0 0,1 0 0 0 0,-1 0 1 0 0,1 1-1 0 0,0 0 1 0 0,-1-1-1 0 0,1 2 0 0 0,-1-1 1 0 0,1 0-1 0 0,0 1 0 0 0,-1 0 1 0 0,1 0-1 0 0,-1 0 1 0 0,1 1-1 0 0,-1 0 0 0 0,0 0 1 0 0,0 0-1 0 0,7 4 1 0 0,-7-2 3 0 0,0-1 1 0 0,1 1-1 0 0,-1 0 0 0 0,-1 1 1 0 0,1-1-1 0 0,-1 1 1 0 0,0 0-1 0 0,0 0 1 0 0,4 9-1 0 0,-4-10 37 0 0,5 11-336 0 0,-1 0 0 0 0,0 1 0 0 0,-1 0 0 0 0,0 0 0 0 0,5 28 1 0 0,-11-43 225 0 0,1 4-1484 0 0,1 0-785 0 0,6 17-1138 0 0,-6-17 396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33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22 103 3228 0 0,'-21'-15'9595'0'0,"22"9"-9225"0"0,5-18-138 0 0,-4 18 245 0 0,1 2-206 0 0,1 1-189 0 0,1 0 1 0 0,0-1-1 0 0,-1 2 1 0 0,1-1-1 0 0,0 0 1 0 0,10-2-1 0 0,-10 3-17 0 0,2 2-248 0 0,18 0 166 0 0,-18 0 29 0 0,-2 3 62 0 0,49 29-160 0 0,-51-29 91 0 0,-1-1-1 0 0,1 1 0 0 0,-1-1 0 0 0,1 1 0 0 0,-1 0 0 0 0,0 0 1 0 0,0 0-1 0 0,0 0 0 0 0,0 0 0 0 0,-1 1 0 0 0,0-1 0 0 0,2 6 1 0 0,-1-5-10 0 0,-1 0-11 0 0,0 3 14 0 0,1 21 64 0 0,-1-21 74 0 0,-2 0-28 0 0,-20 86 236 0 0,20-88-177 0 0,-1 1-176 0 0,-5 19-54 0 0,5-19 66 0 0,1-1 217 0 0,1 12-348 0 0,0-17 87 0 0,0 0 0 0 0,1 1 0 0 0,-1-1 0 0 0,0 0 0 0 0,0 0 0 0 0,1 0 0 0 0,-1 0 0 0 0,0 0 0 0 0,0 0 0 0 0,1 0 0 0 0,-1 0 1 0 0,0 1-1 0 0,0-1 0 0 0,1 0 0 0 0,-1 0 0 0 0,0 0 0 0 0,1 0 0 0 0,-1 0 0 0 0,0 0 0 0 0,0-1 0 0 0,1 1 0 0 0,-1 0 0 0 0,0 0 0 0 0,0 0 0 0 0,1 0 0 0 0,-1 0 0 0 0,0 0 0 0 0,0 0 1 0 0,1-1-1 0 0,-1 1 0 0 0,0 0 0 0 0,1 0 0 0 0,28-28-1179 0 0,73-74 703 0 0,-25 26 328 0 0,-9 7 3186 0 0,-54 54-2817 0 0,-10 12 612 0 0,-2-1-820 0 0,7-11 0 0 0,-6 12 19 0 0,-7 5-147 0 0,-6 5 179 0 0,0 1 1 0 0,1 0-1 0 0,0 1 0 0 0,1 0 1 0 0,0 0-1 0 0,0 1 0 0 0,1 0 0 0 0,0 1 1 0 0,-6 12-1 0 0,2-2 23 0 0,1 0 0 0 0,1 1-1 0 0,-12 43 1 0 0,15-44 128 0 0,5-18-154 0 0,0 0 1 0 0,0-1-1 0 0,1 1 1 0 0,-1 0-1 0 0,1 0 1 0 0,0 0-1 0 0,0 0 0 0 0,0 0 1 0 0,1 5-1 0 0,-1-1 25 0 0,-1-5-21 0 0,1 0 0 0 0,0 0 0 0 0,0 0 0 0 0,0 0 0 0 0,0 0 0 0 0,0 0 0 0 0,0 0 0 0 0,1 0 0 0 0,-1 0 0 0 0,1 0 0 0 0,-1 0 0 0 0,1 0 0 0 0,1 3 0 0 0,4 8 51 0 0,0-1 1 0 0,0-1-1 0 0,1 1 1 0 0,1-1-1 0 0,9 11 1 0 0,-15-20-80 0 0,0 1 1 0 0,0-1 0 0 0,1 0 0 0 0,-1 0 0 0 0,0 0-1 0 0,1 0 1 0 0,0-1 0 0 0,-1 1 0 0 0,1-1 0 0 0,4 2-1 0 0,1 1-66 0 0,21 10-180 0 0,-5-7 111 0 0,35 6-408 0 0,-47-11 340 0 0,1-1 0 0 0,-1-1 0 0 0,15 0 1 0 0,-21-1 332 0 0,-1-1-356 0 0,17-3-157 0 0,-17 4 122 0 0,0-2 141 0 0,39-28 40 0 0,-40 27 284 0 0,12-10 294 0 0,-13 11 530 0 0,-2 3-995 0 0,-1-1 0 0 0,0 1 0 0 0,0-1 0 0 0,0 1 0 0 0,0-1 0 0 0,1 1 0 0 0,-1-1 0 0 0,0 1 0 0 0,0-1 0 0 0,1 1 0 0 0,-1-1 0 0 0,0 1 0 0 0,1 0 0 0 0,-1-1-1 0 0,0 1 1 0 0,1 0 0 0 0,-1-1 0 0 0,1 1 0 0 0,-1 0 0 0 0,0-1 0 0 0,1 1 0 0 0,-1 0 0 0 0,1 0 0 0 0,-1 0 0 0 0,1 0 0 0 0,0-1 0 0 0,0 1-2 0 0,-1 0 0 0 0,1 0 0 0 0,-1 0 0 0 0,1 0 0 0 0,-1-1 0 0 0,1 1 0 0 0,-1 0-1 0 0,1 0 1 0 0,-1-1 0 0 0,0 1 0 0 0,1 0 0 0 0,-1-1 0 0 0,1 1 0 0 0,-1 0 0 0 0,0-1 0 0 0,1 1 0 0 0,-1-1-1 0 0,0 1 1 0 0,0 0 0 0 0,1-1 0 0 0,-1 1 0 0 0,0-1 0 0 0,0 1 0 0 0,1-1 0 0 0,-1 1 0 0 0,0-2 0 0 0,17 14 122 0 0,-13-10-102 0 0,-4 5-126 0 0,3 23-60 0 0,-3-23-287 0 0,2-1-192 0 0,4 19 79 0 0,-5-18-107 0 0,2-2-293 0 0,-1 1 397 0 0,3 6 223 0 0,1-3-4992 0 0,-1-7 2656 0 0,20 7 120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33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20 4048 0 0,'0'0'6660'0'0,"-4"-3"-5060"0"0,-8-7-798 0 0,8 3 3682 0 0,-2 8-4413 0 0,-19 1-150 0 0,19-2-585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39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111 113 88 0 0,'0'0'9300'0'0,"0"-6"-8732"0"0,-1 0-144 0 0,0 1-1 0 0,0-1 0 0 0,0 1 1 0 0,-1-1-1 0 0,0 1 0 0 0,-4-9 1 0 0,4 10-507 0 0,-3 3-13 0 0,-14-3 19 0 0,14 3 732 0 0,0 1-337 0 0,-50-2 1950 0 0,50 1 763 0 0,13-3-3136 0 0,1 0 164 0 0,-1 1-1 0 0,1 0 0 0 0,14-2 0 0 0,-16 4-124 0 0,0 0 162 0 0,58-4-42 0 0,-60 5-79 0 0,3 0 75 0 0,62-6-179 0 0,-64 5 197 0 0,-4 0-108 0 0,-1 1 37 0 0,1 0-1 0 0,0-1 0 0 0,-1 1 1 0 0,1 0-1 0 0,0 0 0 0 0,-1-1 1 0 0,1 2-1 0 0,0-1 1 0 0,-1 0-1 0 0,1 0 0 0 0,2 1 1 0 0,0-1-1 0 0,2 0 116 0 0,-5 1-176 0 0,0-1 75 0 0,0 0 1 0 0,0 1-1 0 0,0-1 1 0 0,0 0-1 0 0,1 0 1 0 0,-1 1-1 0 0,0-1 1 0 0,0 0-1 0 0,0 0 1 0 0,0-1-1 0 0,1 1 1 0 0,-1 0-1 0 0,0 0 1 0 0,0 0 0 0 0,2-1-1 0 0,11-2-630 0 0,24-3-2330 0 0,-9 1-6223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40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35 120 0 0,'-11'-7'2379'0'0,"-7"-10"8753"0"0,14 7-11681 0 0,7 65 937 0 0,-2-50-145 0 0,0 0-233 0 0,14 42 13 0 0,-13-42 20 0 0,0-1 58 0 0,20 36 498 0 0,-19-35-311 0 0,-3-3-270 0 0,0-1-1 0 0,1 1 0 0 0,-1 0 1 0 0,1 0-1 0 0,-1 0 0 0 0,1 0 0 0 0,0-1 1 0 0,0 1-1 0 0,0 0 0 0 0,0-1 1 0 0,0 1-1 0 0,2 2 0 0 0,0-1 1 0 0,0 3 31 0 0,0-2 44 0 0,28 36-151 0 0,-28-36-9 0 0,0 0 114 0 0,10 14 128 0 0,-10-14-106 0 0,1 0-83 0 0,11 13 110 0 0,-12-13 23 0 0,0 0-69 0 0,9 12-95 0 0,-9-12-55 0 0,0 1 140 0 0,22 38 214 0 0,-23-39-351 0 0,0 0 161 0 0,8 14-4 0 0,-8-14-32 0 0,0 2-170 0 0,3 16 91 0 0,-3-17 83 0 0,-3-3-10 0 0,1 0 12 0 0,-1-1-1 0 0,1 1 1 0 0,0 0 0 0 0,0-1-1 0 0,0 1 1 0 0,0 0 0 0 0,0-1 0 0 0,0 1-1 0 0,1 0 1 0 0,-1-1 0 0 0,2 4-1 0 0,-2-2 17 0 0,1 2-115 0 0,-2 1-7 0 0,-3 14-62 0 0,3-15 4 0 0,-1 0 204 0 0,-15 37-79 0 0,15-38-123 0 0,0 1 81 0 0,-7 14 114 0 0,6-15-73 0 0,1 1-19 0 0,-6 15 87 0 0,6-15 34 0 0,-1-1-190 0 0,-21 38-2 0 0,22-37 406 0 0,0-1-374 0 0,-8 12 177 0 0,8-12 23 0 0,0 0-153 0 0,-8 13 45 0 0,7-13-161 0 0,1 0-210 0 0,-48 81 1198 0 0,48-81 11 0 0,2-4-861 0 0,1 0 1 0 0,-1 0-1 0 0,1 0 1 0 0,-1 0-1 0 0,1 0 1 0 0,-1 0-1 0 0,0 0 1 0 0,1 0-1 0 0,-1 0 1 0 0,1 0 0 0 0,-1 1-1 0 0,0-1 1 0 0,1 0-1 0 0,-1 0 1 0 0,1 0-1 0 0,-1 1 1 0 0,0-1-1 0 0,1 0 1 0 0,-1 0-1 0 0,0 1 1 0 0,1-1 0 0 0,-1 0-1 0 0,0 1 1 0 0,0-1-1 0 0,1 0 1 0 0,-1 1-1 0 0,0-1 1 0 0,0 0-1 0 0,1 1 1 0 0,-1 0 3 0 0,0 0 0 0 0,1-1-1 0 0,-1 1 1 0 0,1 0 0 0 0,-1-1 0 0 0,1 1 0 0 0,-1-1 0 0 0,1 1 0 0 0,0-1-1 0 0,-1 1 1 0 0,1-1 0 0 0,-1 1 0 0 0,1-1 0 0 0,0 0 0 0 0,-1 1-1 0 0,1-1 1 0 0,0 0 0 0 0,0 0 0 0 0,-1 1 0 0 0,1-1 0 0 0,0 0 0 0 0,0 0-1 0 0,-1 0 1 0 0,1 0 0 0 0,0 0 0 0 0,0 0 0 0 0,0 0 0 0 0,-1 0-1 0 0,1 0 1 0 0,0-1 0 0 0,1 1 0 0 0,314-8 248 0 0,-273 8-307 0 0,-37 0-16 0 0,3 1 74 0 0,24 1-35 0 0,-25-2 160 0 0,-2 0 99 0 0,20 0 49 0 0,-19 0 420 0 0,-1 0-463 0 0,16 1-119 0 0,-17-1 325 0 0,1 0-373 0 0,18-1 4 0 0,-18 1-343 0 0,24 1-12462 0 0,-24-1 8945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35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76 1316 0 0,'0'0'14155'0'0,"-3"-3"-13710"0"0,-7-8-558 0 0,7 5 4300 0 0,3 6-4184 0 0,1-1-1 0 0,-1 1 1 0 0,0-1 0 0 0,0 1 0 0 0,0-1 0 0 0,1 1-1 0 0,-1 0 1 0 0,0-1 0 0 0,0 1 0 0 0,1 0 0 0 0,-1-1-1 0 0,0 1 1 0 0,1 0 0 0 0,-1-1 0 0 0,0 1 0 0 0,1 0-1 0 0,-1-1 1 0 0,1 1 0 0 0,-1 0 0 0 0,0 0 0 0 0,1 0-1 0 0,-1-1 1 0 0,1 1 0 0 0,-1 0 0 0 0,1 0 0 0 0,-1 0-1 0 0,1 0 1 0 0,0 0-6 0 0,0 0-1 0 0,-1-1 0 0 0,1 1 1 0 0,-1 0-1 0 0,1 0 0 0 0,-1 0 1 0 0,1 0-1 0 0,-1-1 0 0 0,1 1 1 0 0,-1 0-1 0 0,1-1 1 0 0,-1 1-1 0 0,0 0 0 0 0,1-1 1 0 0,-1 1-1 0 0,1 0 0 0 0,-1-1 1 0 0,0 1-1 0 0,1-1 0 0 0,-1 1 1 0 0,0-1-1 0 0,1 1 0 0 0,-1-1 1 0 0,0 0-1 0 0,6 1-19 0 0,48-6 148 0 0,209-13-431 0 0,-162 10 704 0 0,-94 8 141 0 0,0 1-472 0 0,22 0-35 0 0,-22 0 410 0 0,-1 0-458 0 0,17-2 52 0 0,-17 2-15 0 0,-1-1-2194 0 0,18 1 600 0 0,-17-1-1045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37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53 218 2608 0 0,'0'0'2243'0'0,"-6"0"-256"0"0,-22 2 8693 0 0,24-12-10420 0 0,3 9-211 0 0,0 0 0 0 0,0 0 0 0 0,0 1 0 0 0,1-1 0 0 0,-1 0 0 0 0,0 0 0 0 0,1 0 0 0 0,-1 0 0 0 0,1 0 0 0 0,-1 0 1 0 0,1 0-1 0 0,-1-1 0 0 0,1 1 0 0 0,0 0 0 0 0,-1-1 0 0 0,-3-50 318 0 0,4 46 245 0 0,3 2-453 0 0,2-2-173 0 0,1 1 1 0 0,0 0-1 0 0,0 0 0 0 0,0 0 1 0 0,1 1-1 0 0,-1 0 0 0 0,1 0 1 0 0,0 1-1 0 0,1 0 0 0 0,-1 0 1 0 0,0 1-1 0 0,1 0 0 0 0,8-2 1 0 0,5-2 117 0 0,217-45-166 0 0,-158 37-617 0 0,-70 12-329 0 0,0 1 0 0 0,0 0-1 0 0,0 1 1 0 0,16 1 0 0 0,-20-1 1197 0 0,0 0-1808 0 0,10 19-7355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38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34 2268 0 0,'0'0'8775'0'0,"-2"-3"-8047"0"0,-8-11-194 0 0,8 11 1710 0 0,6 1-2206 0 0,14-7-8 0 0,-13 7-93 0 0,-1 3 68 0 0,12 6 85 0 0,-11-5-18 0 0,1 0-64 0 0,195 82-318 0 0,-120-41 309 0 0,-77-41-260 0 0,-4-2 253 0 0,1 1-1 0 0,-1-1 0 0 0,1 0 0 0 0,-1 0 0 0 0,1 0 1 0 0,-1 0-1 0 0,1 1 0 0 0,-1-1 0 0 0,1 0 1 0 0,-1 0-1 0 0,1 1 0 0 0,-1-1 0 0 0,1 0 1 0 0,-1 1-1 0 0,0-1 0 0 0,1 0 0 0 0,-1 1 0 0 0,0-1 1 0 0,1 0-1 0 0,-1 1 0 0 0,0-1 0 0 0,0 1 1 0 0,1-1-1 0 0,-1 1 0 0 0,0-1 0 0 0,0 1 1 0 0,1 0 9 0 0,-1-1 1 0 0,0 1 0 0 0,0-1 0 0 0,0 1-1 0 0,1-1 1 0 0,-1 1 0 0 0,0-1 0 0 0,0 1-1 0 0,1-1 1 0 0,-1 0 0 0 0,0 1 0 0 0,1-1-1 0 0,-1 1 1 0 0,1-1 0 0 0,-1 0 0 0 0,0 1-1 0 0,1-1 1 0 0,-1 0 0 0 0,1 0 0 0 0,-1 0-1 0 0,1 1 1 0 0,-1-1 0 0 0,1 0 0 0 0,-1 0-1 0 0,1 0 1 0 0,0 0 0 0 0,2 4-84 0 0,-1 0 94 0 0,1 0 0 0 0,-1 0 0 0 0,0 0-1 0 0,0 0 1 0 0,-1 1 0 0 0,1-1 0 0 0,-1 1 0 0 0,0-1 0 0 0,1 8 0 0 0,-2-6 98 0 0,-2-1-68 0 0,-1 4-6 0 0,-1-1 1 0 0,-1 0-1 0 0,0 0 1 0 0,0-1 0 0 0,0 1-1 0 0,-1-1 1 0 0,-12 13-1 0 0,-166 116 442 0 0,180-134-312 0 0,3 0-151 0 0,0-1 0 0 0,-1 0 0 0 0,1 1 0 0 0,0-1 0 0 0,-1 0 0 0 0,1 0 0 0 0,-1 0 0 0 0,1 0 0 0 0,-1 0 1 0 0,0 0-1 0 0,1-1 0 0 0,-4 2 0 0 0,2-1 0 0 0,-2 2 56 0 0,2 0 97 0 0,1-2-90 0 0,0 0-1 0 0,1 0 1 0 0,-1 0 0 0 0,1 0 0 0 0,-1 0-1 0 0,1 1 1 0 0,0-1 0 0 0,0 0 0 0 0,-1 1 0 0 0,1-1-1 0 0,-1 2 1 0 0,2-1-59 0 0,0 0 0 0 0,0-1 1 0 0,1 1-1 0 0,-1 0 0 0 0,0-1 0 0 0,1 1 0 0 0,-1-1 0 0 0,1 1 0 0 0,-1 0 0 0 0,1-1 1 0 0,0 1-1 0 0,1 1 0 0 0,0 1 20 0 0,0 1 73 0 0,17-1 96 0 0,9 3 206 0 0,375 12 450 0 0,-396-19-866 0 0,0 0-126 0 0,24-2 132 0 0,-23 2 114 0 0,-2 0-220 0 0,3 1-208 0 0,3-1 94 0 0,2 0-10415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42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36 203 1668 0 0,'-1'-6'1658'0'0,"-2"-14"-121"0"0,2 15 828 0 0,-1 0-1261 0 0,-4-16-82 0 0,5 16 998 0 0,0-1-1376 0 0,-9-58 3693 0 0,0-1-3206 0 0,9 60-1214 0 0,3 12 130 0 0,17 118 146 0 0,0 51 252 0 0,-1-25 1767 0 0,-17-144-938 0 0,4-6-1147 0 0,14 6-58 0 0,-15-5-50 0 0,4-11 71 0 0,5-2-404 0 0,22-32-121 0 0,-32 39 419 0 0,1 0-151 0 0,9-13 36 0 0,-9 13 67 0 0,-3 3 64 0 0,0-1 0 0 0,0 0 0 0 0,0 1 0 0 0,0 0 0 0 0,0-1 0 0 0,0 1 0 0 0,0 0 0 0 0,1-1 0 0 0,-1 1 1 0 0,3-2-1 0 0,-1 0 22 0 0,0 0-52 0 0,32-31-94 0 0,-31 30 93 0 0,0 1-74 0 0,41-24-64 0 0,-40 24-38 0 0,-1 2 50 0 0,3 0 150 0 0,0 0-1 0 0,0 0 1 0 0,0 0 0 0 0,0 1 0 0 0,0 0 0 0 0,0 1-1 0 0,0-1 1 0 0,0 1 0 0 0,0 1 0 0 0,0-1 0 0 0,-1 1 0 0 0,1 0-1 0 0,0 1 1 0 0,-1 0 0 0 0,0 0 0 0 0,0 0 0 0 0,0 1-1 0 0,10 7 1 0 0,-13-8 42 0 0,1 0-1 0 0,-1 0 1 0 0,0 1-1 0 0,0-1 1 0 0,0 1-1 0 0,0 0 1 0 0,-1 0-1 0 0,3 5 1 0 0,-1-1 48 0 0,-1-4-29 0 0,1 27 15 0 0,-3-25 149 0 0,-2 1-79 0 0,-1 3-49 0 0,-1 0 0 0 0,0-1 0 0 0,0 1 1 0 0,0-1-1 0 0,-1 0 0 0 0,-1 1 0 0 0,0-2 0 0 0,0 1 0 0 0,-12 15 0 0 0,12-20-34 0 0,1 0 1 0 0,-1 0-1 0 0,0 0 1 0 0,0-1-1 0 0,-1 1 1 0 0,1-1-1 0 0,-10 4 0 0 0,9-4-38 0 0,1-1-1 0 0,1 1 1 0 0,-1-1-1 0 0,1 0 0 0 0,-1-1 0 0 0,0 1 0 0 0,0-1 0 0 0,0 0 0 0 0,0 0 0 0 0,-9 0 0 0 0,9 0-87 0 0,-21 0-376 0 0,4-4-469 0 0,-15-4-350 0 0,-34-11-6607 0 0,37 8 3497 0 0,26 9 516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43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65 1628 0 0,'-28'7'13378'0'0,"23"-8"-12643"0"0,1-1-301 0 0,-5-2-409 0 0,0 3 6673 0 0,22-16-6325 0 0,-10 14-238 0 0,4 0-60 0 0,43-9-1364 0 0,2 1-1 0 0,89-6 1 0 0,-135 17 915 0 0,32 0-864 0 0,-10 3-709 0 0,35 14-5247 0 0,-51-12 4455 0 0,13 5 46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43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66 1552 0 0,'0'0'11969'0'0,"-5"-1"-11053"0"0,-15-2-130 0 0,15 3 4192 0 0,10-3-4616 0 0,23-8-349 0 0,1 1 0 0 0,0 2 0 0 0,0 0 0 0 0,31-3 1 0 0,-25 6-1828 0 0,1 2 0 0 0,35 0 0 0 0,15 7-6240 0 0,-80-3 4349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44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70 1964 0 0,'-2'-5'2557'0'0,"-13"-28"6388"0"0,11 23-9098 0 0,1 6 3590 0 0,3 3-3420 0 0,0 0 0 0 0,0 0 0 0 0,0 0 0 0 0,-1 0 0 0 0,1 0 0 0 0,-1 1 0 0 0,1-1 0 0 0,0 0 0 0 0,-1 0 0 0 0,0 0 0 0 0,1 1-1 0 0,-1-1 1 0 0,1 0 0 0 0,-1 1 0 0 0,0-1 0 0 0,1 0 0 0 0,-2 0 0 0 0,-1-1 1085 0 0,11 19-1090 0 0,1-1 0 0 0,1 0 0 0 0,0 0-1 0 0,1-1 1 0 0,0-1 0 0 0,14 14 0 0 0,87 78-88 0 0,-79-80 79 0 0,44 26 0 0 0,-11-8 121 0 0,-62-41 14 0 0,0 0-76 0 0,35 30 24 0 0,-36-31-58 0 0,2 24-437 0 0,-4-21 334 0 0,-4 0 53 0 0,-51 85 109 0 0,-86 109 1 0 0,50-75-197 0 0,-75 91 442 0 0,135-178 376 0 0,27-33-433 0 0,-6 10 1092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45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58 247 1504 0 0,'-16'-22'1927'0'0,"12"17"-316"0"0,2 0-156 0 0,-9-14-167 0 0,8 14 1227 0 0,1 0-1584 0 0,-15-42 1892 0 0,15 42-1571 0 0,1 0-734 0 0,1-47 1130 0 0,1 46-1366 0 0,2 2-152 0 0,8-11-153 0 0,-9 11 21 0 0,3-1-19 0 0,-1 1 28 0 0,1 0 0 0 0,0 0-1 0 0,0 0 1 0 0,0 0 0 0 0,0 1 0 0 0,0 0 0 0 0,1 0 0 0 0,0 0 0 0 0,-1 1 0 0 0,1 0 0 0 0,0 0 0 0 0,0 0 0 0 0,7 0 0 0 0,0 1-49 0 0,-1 2 1 0 0,0 0-1 0 0,1 1 0 0 0,-1 0 0 0 0,0 0 1 0 0,0 2-1 0 0,0-1 0 0 0,11 6 1 0 0,-19-6 31 0 0,0-1 1 0 0,-1 0-1 0 0,0 1 1 0 0,0-1-1 0 0,1 1 1 0 0,-2 0-1 0 0,1 0 1 0 0,0 1-1 0 0,-1-1 1 0 0,1 0-1 0 0,2 5 1 0 0,-3-4 51 0 0,0 0-48 0 0,1 0 0 0 0,-1 1 0 0 0,0-1 1 0 0,0 1-1 0 0,-1 0 0 0 0,1-1 0 0 0,-1 1 1 0 0,0 0-1 0 0,-1 0 0 0 0,1 8 0 0 0,0-8 48 0 0,0 4-134 0 0,-1 1 1 0 0,1 0 0 0 0,-2-1 0 0 0,1 1 0 0 0,-3 11 0 0 0,2-14 18 0 0,-2 7 14 0 0,1 0 1 0 0,-2-1 0 0 0,0 1 0 0 0,0-1-1 0 0,-1 0 1 0 0,-1 0 0 0 0,-9 16-1 0 0,-29 49-726 0 0,41-74 647 0 0,3-3 134 0 0,0-1 0 0 0,0 1 1 0 0,0-1-1 0 0,0 1 0 0 0,-1-1 0 0 0,1 1 0 0 0,0-1 0 0 0,0 1 0 0 0,-1-1 1 0 0,1 1-1 0 0,0-1 0 0 0,0 0 0 0 0,-1 1 0 0 0,1-1 0 0 0,0 1 1 0 0,-1-1-1 0 0,1 0 0 0 0,-1 1 0 0 0,1-1 0 0 0,0 0 0 0 0,-1 0 1 0 0,1 1-1 0 0,-1-1 0 0 0,1 0 0 0 0,-1 0 0 0 0,0 0 0 0 0,1 1-23 0 0,-1-1 0 0 0,1 0 0 0 0,-1 0-1 0 0,1 0 1 0 0,-1 0 0 0 0,1 1 0 0 0,-1-1 0 0 0,1 0 0 0 0,-1 1-1 0 0,1-1 1 0 0,0 0 0 0 0,-1 1 0 0 0,1-1 0 0 0,0 0-1 0 0,-1 1 1 0 0,1-1 0 0 0,0 1 0 0 0,-1-1 0 0 0,1 0-1 0 0,0 1 1 0 0,0-1 0 0 0,0 1 0 0 0,-1-1 0 0 0,1 1-1 0 0,0-1 1 0 0,0 1 0 0 0,-17-15-22 0 0,13 11 34 0 0,5-3-56 0 0,5-12 141 0 0,0 1 0 0 0,1-1 0 0 0,16-26 0 0 0,7-2 161 0 0,2 2 1 0 0,2 0-1 0 0,2 3 0 0 0,51-47 0 0 0,-44 56-9 0 0,-40 30-276 0 0,2 0 46 0 0,14-6 12 0 0,-15 6 82 0 0,3 2-102 0 0,-2 0-21 0 0,0-1 43 0 0,0 1 0 0 0,0 0-1 0 0,0 1 1 0 0,0-1 0 0 0,0 1-1 0 0,0 0 1 0 0,-1 0 0 0 0,1 1-1 0 0,0-1 1 0 0,8 5 0 0 0,-1 1 117 0 0,-1 0 1 0 0,1 1 0 0 0,-1 0-1 0 0,-1 1 1 0 0,0 0 0 0 0,15 18-1 0 0,-19-21-118 0 0,-3-4 25 0 0,-1 1 0 0 0,1 0 0 0 0,-1 0 0 0 0,0 0 0 0 0,0 0 0 0 0,0 0 0 0 0,3 7 0 0 0,23 50 439 0 0,-26-55-279 0 0,0 2-99 0 0,5 21 27 0 0,-5-21-97 0 0,-2-1 78 0 0,2 15-156 0 0,-1-15-142 0 0,-2 0-643 0 0,-1 18-88 0 0,2-17-868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46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85 187 120 0 0,'2'-20'982'0'0,"7"-25"6248"0"0,-7 40-5679 0 0,-1 0-1053 0 0,1 0-1 0 0,-1 1 1 0 0,1-1 0 0 0,0 1-1 0 0,0 0 1 0 0,0 0 0 0 0,4-5-1 0 0,-3 4 30 0 0,-1 1 454 0 0,2-1-194 0 0,9-17-115 0 0,-9 17-121 0 0,-1 1-268 0 0,2-1-27 0 0,1 0 0 0 0,0 0 0 0 0,0 0 0 0 0,8-5-1 0 0,-9 8 223 0 0,-2 6-226 0 0,36 53 244 0 0,-29-39-290 0 0,25 32 1 0 0,-27-41-442 0 0,0-1-1 0 0,0-1 1 0 0,1 0 0 0 0,0 0-1 0 0,0 0 1 0 0,0-1-1 0 0,1-1 1 0 0,0 0-1 0 0,0 0 1 0 0,0 0 0 0 0,1-2-1 0 0,-1 1 1 0 0,1-1-1 0 0,0-1 1 0 0,0 0-1 0 0,0 0 1 0 0,0-1 0 0 0,1-1-1 0 0,-1 0 1 0 0,0 0-1 0 0,0-1 1 0 0,0-1-1 0 0,0 0 1 0 0,0 0-1 0 0,0-1 1 0 0,17-7 0 0 0,-5 2-506 0 0,-1-1 0 0 0,27-15 0 0 0,-40 18 694 0 0,0 0 0 0 0,0 0 0 0 0,0-1 0 0 0,-1 0 1 0 0,0-1-1 0 0,-1 0 0 0 0,13-16 0 0 0,13-44 3388 0 0,-31 63-415 0 0,-6 10-2557 0 0,-4 7-148 0 0,0 0-1 0 0,0 1 1 0 0,1 0 0 0 0,1 0 0 0 0,-8 26-1 0 0,-20 83 366 0 0,23-80-492 0 0,-25 93 588 0 0,-75 183 0 0 0,101-295-308 0 0,0 1 0 0 0,-2-2 1 0 0,-1 0-1 0 0,0 0 0 0 0,-23 26 1 0 0,33-45-333 0 0,0-1 0 0 0,0 0 0 0 0,0 0 0 0 0,0 0-1 0 0,-1 0 1 0 0,1 0 0 0 0,-1-1 0 0 0,0 1 0 0 0,1-1 0 0 0,-1 0 0 0 0,0 0 0 0 0,0-1 0 0 0,0 1 0 0 0,-3 0 0 0 0,3-1-38 0 0,1 1 3 0 0,1-1-1 0 0,-1 0 0 0 0,0 1 0 0 0,0-1 1 0 0,0 0-1 0 0,0 0 0 0 0,0 0 1 0 0,0-1-1 0 0,1 1 0 0 0,-1-1 1 0 0,-5-1-1 0 0,-3-2-36 0 0,-18-4-971 0 0,0-1 0 0 0,1-1 0 0 0,1-2 0 0 0,-1-1 1 0 0,2-1-1 0 0,-26-18 0 0 0,31 18-2433 0 0,0-1 0 0 0,-19-18 1 0 0,17 11-390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47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13 1012 0 0,'-31'-6'2156'0'0,"25"4"847"0"0,1 2-1921 0 0,-52-4 2821 0 0,50 3-1909 0 0,1 2-1567 0 0,-18 2 49 0 0,18-3 1008 0 0,0 1-973 0 0,-12 2 4154 0 0,36-1-3303 0 0,64-1-2109 0 0,-59 0 1223 0 0,582-1 511 0 0,-598-1-739 0 0,0 1 66 0 0,21 0-80 0 0,-21 0 225 0 0,0 0-353 0 0,58 2-3826 0 0,-59-2 1152 0 0,9 19-6441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51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80 1932 0 0,'0'0'5013'0'0,"0"-5"-4684"0"0,4-19 854 0 0,-2 23-1176 0 0,0 1 1 0 0,-1 0-1 0 0,1-1 0 0 0,-1 1 1 0 0,1 0-1 0 0,-1-1 1 0 0,1 0-1 0 0,-1 1 1 0 0,0-1-1 0 0,1 0 0 0 0,-1 0 1 0 0,2-1-1 0 0,0 0 13 0 0,2 0 85 0 0,-1 0-195 0 0,-1 0-2234 0 0,3 0 3436 0 0,17-10 11020 0 0,-15 8-10737 0 0,-5 2-406 0 0,4 1-898 0 0,67-7-977 0 0,-49 5-1029 0 0,1 2 0 0 0,42 3-1 0 0,2-1-6791 0 0,-36-2 5491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52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35 1432 0 0,'0'0'8348'0'0,"-4"2"-6992"0"0,-15 8 9845 0 0,24-11-10699 0 0,47-11 103 0 0,-20 4-2518 0 0,36-5 0 0 0,-24 6-1442 0 0,-35 5 1990 0 0,0 1 0 0 0,-1 0 0 0 0,1 0 0 0 0,0 1 0 0 0,11 1 0 0 0,-14-1-3280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53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76 1964 0 0,'0'0'7826'0'0,"2"-5"-6581"0"0,4-15-311 0 0,-4 15 1941 0 0,0 1-2466 0 0,1-1-215 0 0,-1 0-1 0 0,1 0 1 0 0,0 1-1 0 0,1-1 1 0 0,-1 1-1 0 0,7-6 1 0 0,-6 7-323 0 0,1 5-50 0 0,18 5 194 0 0,-18-5 140 0 0,-1 2 11 0 0,1 2-160 0 0,0 0 1 0 0,0 0 0 0 0,-1 1 0 0 0,0 0 0 0 0,0-1 0 0 0,-1 2 0 0 0,0-1 0 0 0,0 0 0 0 0,0 0 0 0 0,1 10 0 0 0,-2 43 199 0 0,-6-38-127 0 0,-1 0 0 0 0,0 0 0 0 0,-2-1 0 0 0,-1 0 0 0 0,0 0 0 0 0,-2 0 0 0 0,-14 23 0 0 0,22-40 49 0 0,2-3-178 0 0,0 0 35 0 0,-1 0 1 0 0,1 0 0 0 0,0 0 0 0 0,-1 0 0 0 0,1 0 0 0 0,0 0 0 0 0,-1 0 0 0 0,1 0 0 0 0,-1 0 0 0 0,0 0 0 0 0,1-1 0 0 0,-1 1 0 0 0,1 0 0 0 0,-1 0-1 0 0,0-1 1 0 0,0 1 0 0 0,-1 1 0 0 0,0 0-1591 0 0,5-13 1551 0 0,1 0 0 0 0,1 0 0 0 0,0 1 0 0 0,0-1 0 0 0,13-18 0 0 0,6 2 430 0 0,0 0-1 0 0,2 1 1 0 0,56-43 0 0 0,-78 67-408 0 0,1-1 38 0 0,15-6 110 0 0,-15 6 82 0 0,2 3-118 0 0,25-1-178 0 0,-27 3 119 0 0,-1-1 1 0 0,0 1 0 0 0,0 0 0 0 0,0 0-1 0 0,0 0 1 0 0,0 1 0 0 0,-1-1 0 0 0,1 1-1 0 0,-1 0 1 0 0,5 5 0 0 0,-7-7-26 0 0,3 2 181 0 0,-1 3-87 0 0,7 14-63 0 0,-7-15-89 0 0,-2 0-7 0 0,4 15 141 0 0,-4-15-96 0 0,-1 1-21 0 0,0 17-86 0 0,0-17 53 0 0,-1 0 103 0 0,-4 18-226 0 0,4-18 50 0 0,-1-1 247 0 0,-17 39 59 0 0,17-40-76 0 0,-1-7-1124 0 0,2 2 1028 0 0,0 0-1 0 0,0-1 0 0 0,0 1 1 0 0,0 0-1 0 0,0 0 0 0 0,0 0 1 0 0,0 0-1 0 0,-1 0 0 0 0,1 0 1 0 0,-3-1-1 0 0,6-4 31 0 0,9-14 13 0 0,2-1 0 0 0,0 2 1 0 0,1-1-1 0 0,1 2 0 0 0,0 0 0 0 0,2 1 1 0 0,28-24-1 0 0,-23 25 320 0 0,-2 6-24 0 0,56-30 457 0 0,-71 39-446 0 0,1 0-292 0 0,27 0 378 0 0,-31 1-384 0 0,-1 0-1 0 0,1 1 1 0 0,0 0-1 0 0,-1-1 1 0 0,1 1-1 0 0,0 0 1 0 0,-1 0-1 0 0,1 0 1 0 0,-1 0 0 0 0,1 0-1 0 0,-1 0 1 0 0,3 3-1 0 0,-2-2 20 0 0,4 2 62 0 0,-1 1 0 0 0,1 0 1 0 0,-1 1-1 0 0,0-1 0 0 0,-1 1 1 0 0,0 0-1 0 0,1 0 0 0 0,-2 0 1 0 0,1 1-1 0 0,-1 0 1 0 0,4 8-1 0 0,31 90 461 0 0,-36-101-887 0 0,0 2-384 0 0,4 16-285 0 0,-5-16-214 0 0,2-2-895 0 0,-2-1 1106 0 0,5 10-501 0 0,2-5-3934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1:56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40 309 424 0 0,'0'0'9314'0'0,"-4"-3"-8199"0"0,0-3-48 0 0,-1 0 0 0 0,1 0 0 0 0,0 0 0 0 0,0 0 1 0 0,1-1-1 0 0,-3-8 0 0 0,2 3-1463 0 0,3 7 1158 0 0,2-1-623 0 0,2-19 38 0 0,-2 19 38 0 0,2 1-231 0 0,8-13 27 0 0,1 0-1 0 0,0 1 0 0 0,1 1 1 0 0,1 0-1 0 0,0 1 0 0 0,1 0 1 0 0,1 2-1 0 0,1-1 0 0 0,30-18 1 0 0,-44 30-153 0 0,-1 1 133 0 0,-1 0-1 0 0,1 0 0 0 0,-1-1 1 0 0,0 2-1 0 0,1-1 0 0 0,0 0 1 0 0,-1 0-1 0 0,1 0 0 0 0,0 1 1 0 0,-1-1-1 0 0,1 1 0 0 0,2-1 1 0 0,-3 1-10 0 0,3-3-120 0 0,29 0-580 0 0,-27 2 552 0 0,0 3 108 0 0,-1 1 14 0 0,0-1 1 0 0,0 1 0 0 0,-1 0 0 0 0,1 0 0 0 0,-1 0 0 0 0,1 1-1 0 0,3 4 1 0 0,-5-4-99 0 0,-1 0-20 0 0,6 14 31 0 0,-6-13 22 0 0,-2 1 6 0 0,0 5 171 0 0,-1-1 0 0 0,0 0 0 0 0,-1 1 0 0 0,0-1-1 0 0,-1 0 1 0 0,0 0 0 0 0,-1 0 0 0 0,-7 13 0 0 0,-54 86-384 0 0,33-64 266 0 0,29-41 156 0 0,-1 1-155 0 0,-13 14 35 0 0,13-14-28 0 0,2-1 252 0 0,-8 12-19 0 0,8-12-168 0 0,4 0-942 0 0,-2-3 885 0 0,0 0 13 0 0,1 1-1 0 0,-1-1 0 0 0,1 1 1 0 0,-1 0-1 0 0,1-1 0 0 0,0 0 0 0 0,-1 1 1 0 0,1-1-1 0 0,0 1 0 0 0,0-1 1 0 0,0 0-1 0 0,1 2 0 0 0,4-5-121 0 0,27-13 7 0 0,0 0 0 0 0,-1-2-1 0 0,-1-2 1 0 0,57-44 0 0 0,-46 28 714 0 0,-2-2 0 0 0,60-72 1 0 0,-97 106-386 0 0,0-2 28 0 0,26-41 787 0 0,-26 41-754 0 0,-10 6-536 0 0,-23 5 235 0 0,29-6 48 0 0,1 0 1 0 0,-1 0-1 0 0,1 0 0 0 0,-1 0 0 0 0,1 0 1 0 0,-1 0-1 0 0,1 0 0 0 0,-1 0 0 0 0,0 1 1 0 0,1-1-1 0 0,-1 0 0 0 0,1 0 0 0 0,-1 1 1 0 0,1-1-1 0 0,0 0 0 0 0,-1 1 0 0 0,1-1 1 0 0,-1 1-1 0 0,1-1 0 0 0,0 0 0 0 0,-1 1 1 0 0,1-1-1 0 0,-1 1 0 0 0,0 1 10 0 0,-13 15 150 0 0,0 0 0 0 0,1 1 1 0 0,1 1-1 0 0,1 0 1 0 0,-13 30-1 0 0,23-44-47 0 0,0-1-1 0 0,0 0 0 0 0,0 0 1 0 0,0 1-1 0 0,1-1 1 0 0,0 0-1 0 0,-1 1 0 0 0,2-1 1 0 0,-1 0-1 0 0,0 1 1 0 0,1-1-1 0 0,2 7 1 0 0,-3-8-78 0 0,1-1 1 0 0,0 0-1 0 0,-1 0 1 0 0,1 0-1 0 0,0 0 1 0 0,0 0-1 0 0,0 0 1 0 0,0 0 0 0 0,1 0-1 0 0,-1-1 1 0 0,0 1-1 0 0,1 0 1 0 0,-1-1-1 0 0,4 3 1 0 0,1 2 45 0 0,1 1-130 0 0,1 1 1 0 0,0-1 0 0 0,1-1-1 0 0,-1 0 1 0 0,1 0 0 0 0,1 0 0 0 0,14 6-1 0 0,70 22-3905 0 0,-82-31 3055 0 0,-10-2 561 0 0,13 3-1750 0 0,7 0-3674 0 0,22 4 987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00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8 130 2140 0 0,'0'0'8681'0'0,"-1"-5"-8309"0"0,-4-15 305 0 0,4 16 2897 0 0,5-10-3191 0 0,5-4 340 0 0,-3 0-641 0 0,-4 13 495 0 0,-1 0-532 0 0,6-13-92 0 0,-5 14 388 0 0,-1 4-411 0 0,-1 0 74 0 0,1-1 0 0 0,-1 1 0 0 0,0 0 0 0 0,1 0 0 0 0,-1 0 0 0 0,1-1 1 0 0,-1 1-1 0 0,0 0 0 0 0,1 0 0 0 0,-1-1 0 0 0,0 1 0 0 0,1 0 0 0 0,-1-1 1 0 0,0 1-1 0 0,0-1 0 0 0,1 1 0 0 0,-1 0 0 0 0,0-1 0 0 0,0 1 0 0 0,1-1 0 0 0,-1 1 1 0 0,0 0-1 0 0,0-1 0 0 0,0 1 0 0 0,0-2 0 0 0,0 2-33 0 0,0 0 0 0 0,0-1 0 0 0,1 1 0 0 0,-1-1 0 0 0,0 1 0 0 0,0-1 0 0 0,0 1 0 0 0,0 0 0 0 0,1-1 0 0 0,-1 1 0 0 0,0-1 0 0 0,0 1-1 0 0,1 0 1 0 0,-1-1 0 0 0,0 1 0 0 0,1 0 0 0 0,-1-1 0 0 0,0 1 0 0 0,1 0 0 0 0,-1-1 0 0 0,0 1 0 0 0,1 0 0 0 0,-1 0 0 0 0,1 0 0 0 0,-1-1 0 0 0,1 1 0 0 0,1 0 22 0 0,-1 1 0 0 0,0-1 1 0 0,1 1-1 0 0,-1-1 0 0 0,0 1 1 0 0,0-1-1 0 0,0 1 0 0 0,1 0 0 0 0,-1 0 1 0 0,0-1-1 0 0,0 1 0 0 0,2 2 1 0 0,-2-1 1 0 0,3 0-25 0 0,2 16-27 0 0,-4-14 87 0 0,-1 1 51 0 0,0 1-182 0 0,1 20 51 0 0,-1-19 36 0 0,1 28-150 0 0,-2-28 205 0 0,0 0 45 0 0,-2 17-63 0 0,2-18 35 0 0,-1 2 42 0 0,-3 20 124 0 0,3-21-222 0 0,0 0-66 0 0,-4 20-49 0 0,4-20 55 0 0,0-1 131 0 0,-18 52-299 0 0,16-53 329 0 0,-16 43 30 0 0,17-43 285 0 0,1 0-390 0 0,-4 15-66 0 0,4-15 683 0 0,4-9-691 0 0,7-12 39 0 0,-7 12-69 0 0,-3-1-218 0 0,17-84 50 0 0,-16 84 389 0 0,0 0-170 0 0,5-14-43 0 0,-4 14 116 0 0,-1 1-141 0 0,14-41 4 0 0,-14 40 31 0 0,1-1 47 0 0,-1 0 1 0 0,1-1-1 0 0,1 1 0 0 0,-1 0 0 0 0,6-9 0 0 0,-7 12-25 0 0,1-2 345 0 0,1 1-136 0 0,9-12-102 0 0,-9 12-55 0 0,0 0-305 0 0,9-12 135 0 0,-9 12 127 0 0,-1 0-39 0 0,6-11 101 0 0,-6 12 230 0 0,2 0-176 0 0,12-8-18 0 0,-13 8-45 0 0,2 1-579 0 0,-2 1 545 0 0,0 0 0 0 0,0 0-1 0 0,0 1 1 0 0,1-1 0 0 0,-1 1 0 0 0,0 0 0 0 0,1 0 0 0 0,-1 0-1 0 0,0 0 1 0 0,1 0 0 0 0,-1 1 0 0 0,5 0 0 0 0,-3 1 194 0 0,-4-2-197 0 0,-1 0 0 0 0,1 0-1 0 0,-1 0 1 0 0,1 0 0 0 0,0 0 0 0 0,-1 0 0 0 0,1 1-1 0 0,0-1 1 0 0,-1 0 0 0 0,1 0 0 0 0,-1 1 0 0 0,1-1-1 0 0,-1 0 1 0 0,1 0 0 0 0,-1 1 0 0 0,1-1 0 0 0,-1 1-1 0 0,1-1 1 0 0,-1 1 0 0 0,1 0 0 0 0,0-1 8 0 0,-1 1 1 0 0,1-1-1 0 0,-1 1 1 0 0,1-1-1 0 0,-1 1 1 0 0,1-1-1 0 0,-1 0 0 0 0,1 1 1 0 0,-1-1-1 0 0,1 0 1 0 0,-1 1-1 0 0,1-1 1 0 0,0 0-1 0 0,-1 0 1 0 0,1 0-1 0 0,-1 1 0 0 0,1-1 1 0 0,0 0-1 0 0,-1 0 1 0 0,2 0-1 0 0,0 4-65 0 0,8 13-57 0 0,-8-12 249 0 0,-1 0 19 0 0,3 17-36 0 0,-3-16-44 0 0,-2 0-55 0 0,-2 55 219 0 0,3-55-84 0 0,0 0-68 0 0,-2 16-133 0 0,2-16-33 0 0,0 1 162 0 0,-1 22 68 0 0,1-22-164 0 0,-1-1 88 0 0,-2 56-123 0 0,3-55 174 0 0,-1-2 15 0 0,-1 17 10 0 0,1-16-89 0 0,1 1-362 0 0,0 0 69 0 0,0 10 405 0 0,0 1 0 0 0,6 32-1 0 0,7-15-3366 0 0,-10-31-499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01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37 1104 0 0,'0'0'13412'0'0,"-4"-3"-13291"0"0,-1-1-49 0 0,-1 1 0 0 0,1 0 1 0 0,-1 0-1 0 0,0 0 1 0 0,0 1-1 0 0,0-1 1 0 0,-1 2-1 0 0,-11-3 0 0 0,-56-3 741 0 0,68 7 148 0 0,-6 3-799 0 0,1 1 374 0 0,33-3-256 0 0,-1 0-372 0 0,414 25 149 0 0,-384-23 1447 0 0,42 4-1266 0 0,-87-6-2069 0 0,19 17-8471 0 0,-20-14 6116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02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61 644 0 0,'0'0'5675'0'0,"2"-3"-4354"0"0,2-8 674 0 0,-3-13 8976 0 0,-1 11-12974 0 0,-7 13 2070 0 0,-21 0-37 0 0,22 0-105 0 0,0 0-316 0 0,-18-1 258 0 0,19 0 252 0 0,-1 1 20 0 0,-17-1-6 0 0,17 0 4626 0 0,12 1-4716 0 0,103-6 173 0 0,116 10 0 0 0,-163-4-124 0 0,-56-1-62 0 0,0 1 34 0 0,20 0-22 0 0,-19 0 213 0 0,-1 1-200 0 0,22-2 279 0 0,10 0-4819 0 0,-21 5-286 0 0,-10-1 2663 0 0,2-2-2495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03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10 135 2868 0 0,'0'0'4065'0'0,"-2"-5"-2485"0"0,0 0-1133 0 0,-4-15 4158 0 0,8 14-4257 0 0,2-16-7 0 0,-3 17 768 0 0,2 1-747 0 0,8-11-65 0 0,-9 11-62 0 0,2 1-147 0 0,8-9-9 0 0,-9 9-93 0 0,0 1 100 0 0,13-6 94 0 0,-12 6-28 0 0,1 1-232 0 0,1 1 104 0 0,0 0 1 0 0,1 1 0 0 0,-1-1 0 0 0,0 1 0 0 0,0 1 0 0 0,12 3 0 0 0,-13-3-23 0 0,-1 2 8 0 0,3 4-7 0 0,0 0 0 0 0,-1 0 0 0 0,0 1 0 0 0,0 0 0 0 0,-1 0 0 0 0,7 18 0 0 0,1 33-114 0 0,-12-53 53 0 0,-1 1 92 0 0,-2 15 38 0 0,0-1 0 0 0,-2 1 0 0 0,-9 31 0 0 0,11-50-172 0 0,1-3 88 0 0,0 1 0 0 0,0-1-1 0 0,0 0 1 0 0,0 1 0 0 0,1-1 0 0 0,-1 1 0 0 0,0-1 0 0 0,1 1 0 0 0,-1-1 0 0 0,1 1 0 0 0,-1 3 0 0 0,0-1-43 0 0,-1 1-178 0 0,0-1 29 0 0,-22 31-272 0 0,22-31 380 0 0,0-5-258 0 0,1 0 362 0 0,-1 0-1 0 0,0 0 0 0 0,1 0 1 0 0,-1 0-1 0 0,0 0 0 0 0,1 1 1 0 0,-1-1-1 0 0,0 1 0 0 0,-3-1 1 0 0,0-1 130 0 0,6-4-35 0 0,0-4-59 0 0,1 1 0 0 0,0-1 1 0 0,0 1-1 0 0,1-1 0 0 0,0 1 0 0 0,1 0 0 0 0,5-10 0 0 0,13-13 319 0 0,1 1 0 0 0,2 1 0 0 0,1 1-1 0 0,31-26 1 0 0,26-5 799 0 0,-76 55-1095 0 0,38-22 557 0 0,-41 25-291 0 0,2 0-207 0 0,16-6-146 0 0,-17 6 350 0 0,2 3-194 0 0,19 3 78 0 0,-19-3-38 0 0,-4 3-26 0 0,4 3-72 0 0,-1 0 1 0 0,0 1-1 0 0,0 0 1 0 0,-1 0 0 0 0,0 0-1 0 0,0 1 1 0 0,3 9-1 0 0,9 28-387 0 0,0 3-2311 0 0,6-2-5121 0 0,-16-37 4117 0 0,14 14-507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04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69 169 2512 0 0,'0'0'2277'0'0,"-1"-6"-285"0"0,-2-57 3605 0 0,4 57-4710 0 0,-1 1 43 0 0,3-15-76 0 0,-3 15 400 0 0,1-2-735 0 0,6-49 207 0 0,-60 599 650 0 0,38-431-1222 0 0,15-106-103 0 0,-1 1-116 0 0,-7 66 2125 0 0,12-75-2055 0 0,11-5 44 0 0,-11 6-61 0 0,-1-6-17 0 0,1 1 1 0 0,-1 0-1 0 0,1 1 1 0 0,0-1-1 0 0,0 1 0 0 0,7-7 1 0 0,6-10-50 0 0,1 2 0 0 0,1-1 0 0 0,1 2-1 0 0,43-32 1 0 0,-59 48 124 0 0,1 0-28 0 0,13-8-88 0 0,-13 8 45 0 0,0 1-82 0 0,15-8 38 0 0,-15 8-92 0 0,0 1 109 0 0,15-3 80 0 0,-14 3-6 0 0,0 2-15 0 0,2 0-13 0 0,-1 1 0 0 0,1 0 1 0 0,-1 0-1 0 0,0 0 0 0 0,0 1 0 0 0,0 0 1 0 0,0 1-1 0 0,0-1 0 0 0,-1 1 1 0 0,1 1-1 0 0,-1-1 0 0 0,0 1 0 0 0,-1 0 1 0 0,9 9-1 0 0,-10-11-5 0 0,-2-2 6 0 0,-1 0 1 0 0,1 1-1 0 0,-1-1 1 0 0,0 0 0 0 0,1 1-1 0 0,-1-1 1 0 0,0 1-1 0 0,0-1 1 0 0,0 1 0 0 0,0 0-1 0 0,1 2 1 0 0,2 2-3 0 0,0 1 1 0 0,0 0-1 0 0,-1 0 0 0 0,0 0 1 0 0,0 0-1 0 0,3 13 0 0 0,0-3 97 0 0,-7-16-78 0 0,1 0 0 0 0,-1 0 0 0 0,1 0 0 0 0,-1 0-1 0 0,1 0 1 0 0,0 0 0 0 0,-1 0 0 0 0,1 0 0 0 0,0 0 0 0 0,0 0-1 0 0,0 1 1 0 0,0-1 0 0 0,0 0 0 0 0,0 0 0 0 0,0 0 0 0 0,0 0 0 0 0,0 1-1 0 0,1 0-2 0 0,-1-1-1 0 0,0 1 0 0 0,0-1 0 0 0,0 1 0 0 0,0-1 1 0 0,0 1-1 0 0,0-1 0 0 0,-1 1 0 0 0,1-1 0 0 0,0 1 1 0 0,-1-1-1 0 0,1 0 0 0 0,-1 1 0 0 0,1-1 0 0 0,-1 1 1 0 0,0-1-1 0 0,-1 2 0 0 0,-4 9 59 0 0,-2 0 0 0 0,1-1-1 0 0,-1 1 1 0 0,-1-2 0 0 0,0 1 0 0 0,0-1 0 0 0,-1-1 0 0 0,0 0 0 0 0,-1 0 0 0 0,0-1-1 0 0,0 0 1 0 0,-1-1 0 0 0,-24 11 0 0 0,21-11-31 0 0,-1-2-1 0 0,1 1 1 0 0,-1-2-1 0 0,0 0 1 0 0,0-1 0 0 0,0-1-1 0 0,0 0 1 0 0,-21-1 0 0 0,34-2-392 0 0,-1 1-1 0 0,0-1 1 0 0,0 0 0 0 0,1-1 0 0 0,-1 1 0 0 0,1-1 0 0 0,-1 1 0 0 0,1-1 0 0 0,0 0 0 0 0,-1 0 0 0 0,-3-4 0 0 0,2 3-771 0 0,1 0-3057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06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85 107 2140 0 0,'0'0'5758'0'0,"-2"-4"-5077"0"0,-10-13 5433 0 0,10 13-6068 0 0,1 2-36 0 0,-1-1 0 0 0,1 1 0 0 0,-1 0 0 0 0,0 0 0 0 0,0 0 0 0 0,0 0 0 0 0,0 1 0 0 0,0-1 0 0 0,0 1-1 0 0,0-1 1 0 0,-1 1 0 0 0,1 0 0 0 0,0-1 0 0 0,-3 0 0 0 0,0 1 1050 0 0,0 0-763 0 0,-17 0 57 0 0,17 0 4973 0 0,10-2-5102 0 0,26-7-783 0 0,1 0 1 0 0,0 2-1 0 0,0 1 1 0 0,50-3-1 0 0,-76 9-28 0 0,1 1-77 0 0,24-2-418 0 0,-23 2-253 0 0,-3 1 5 0 0,15 3-185 0 0,-15-3-693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08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9 1048 0 0,'0'0'8777'0'0,"4"-3"-8588"0"0,4-2-323 0 0,-8 4 555 0 0,-15 8 10909 0 0,22-6-11287 0 0,141 0 93 0 0,-142-1-84 0 0,3 0 35 0 0,24 1-61 0 0,-25-1-40 0 0,-1 0-5 0 0,142 1 330 0 0,-122-4-1040 0 0,-22 2 28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12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89 163 1676 0 0,'0'0'9511'0'0,"-1"-5"-8920"0"0,-2-17-229 0 0,2 16 2001 0 0,0 2-2119 0 0,-5-14-53 0 0,4 14 194 0 0,-1 1-273 0 0,-11-5-10 0 0,10 6 659 0 0,4-4-699 0 0,-1-18-40 0 0,0 18-77 0 0,3 2 171 0 0,17-36-62 0 0,-17 36 45 0 0,-2 5-299 0 0,0 0 176 0 0,-1 1 0 0 0,1-1 1 0 0,-1 0-1 0 0,1 1 0 0 0,-1-1 1 0 0,0 0-1 0 0,1 0 0 0 0,-1 0 0 0 0,0 0 1 0 0,0 0-1 0 0,-2 2 0 0 0,2-1-35 0 0,-2 2-210 0 0,0-2-439 0 0,-12 8 160 0 0,12-7 256 0 0,-1-1-286 0 0,-11 7 487 0 0,11-7 186 0 0,4-7-1534 0 0,3-19 1367 0 0,-3 18 154 0 0,1 4-63 0 0,0 1 0 0 0,0-1 0 0 0,0 1 0 0 0,0 0 0 0 0,1-1 0 0 0,-1 1-1 0 0,0 0 1 0 0,0 0 0 0 0,1 0 0 0 0,1-1 0 0 0,0-1 989 0 0,3 2-848 0 0,15-2-240 0 0,-16 2 543 0 0,1 3-480 0 0,15 5 18 0 0,-16-5 289 0 0,-3 1-439 0 0,-1-3 139 0 0,0 1-6 0 0,0 0 1 0 0,0 0 0 0 0,0 0-1 0 0,1 0 1 0 0,-1 1 0 0 0,0-1-1 0 0,0 0 1 0 0,0 0 0 0 0,-1 1 0 0 0,1-1-1 0 0,1 3 1 0 0,-3-3 24 0 0,0 1 0 0 0,1-1 1 0 0,-1 1-1 0 0,0-1 0 0 0,0 1 0 0 0,0-1 1 0 0,-1 0-1 0 0,1 0 0 0 0,0 1 0 0 0,0-1 1 0 0,-3 1-1 0 0,4-2-5 0 0,-3 4 58 0 0,-1-1-197 0 0,-15 9-50 0 0,14-10 13 0 0,0 0-37 0 0,-12 4 206 0 0,12-5 234 0 0,0 1-354 0 0,-15 5-87 0 0,15-5-54 0 0,3 1-2891 0 0,-6 10 2823 0 0,4-9-3117 0 0,6 1 1896 0 0,5 12 218 0 0,-5-13 354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16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87 166 1056 0 0,'0'0'9266'0'0,"0"-5"-8233"0"0,4-14-105 0 0,-3 14 2178 0 0,2-25-2228 0 0,-2 24 462 0 0,-1 0-961 0 0,3-13-199 0 0,1 2 451 0 0,-2-1 1 0 0,1-23 0 0 0,24 173-709 0 0,-25-120 23 0 0,1-1 1 0 0,1 1-1 0 0,0-1 0 0 0,1 0 1 0 0,0 0-1 0 0,0-1 1 0 0,9 12-1 0 0,-10-16-94 0 0,0-1-1 0 0,0 0 1 0 0,1 0-1 0 0,0 0 1 0 0,0-1-1 0 0,0 1 1 0 0,1-1-1 0 0,0 0 1 0 0,-1-1 0 0 0,1 0-1 0 0,0 0 1 0 0,1 0-1 0 0,-1 0 1 0 0,10 1-1 0 0,-7-1-366 0 0,0-1 0 0 0,0 0 0 0 0,0-1-1 0 0,0 0 1 0 0,14 0 0 0 0,-17-1 595 0 0,2 0-710 0 0,-7 0 579 0 0,0-1-1 0 0,0 0 0 0 0,0 1 1 0 0,1-1-1 0 0,-1 1 1 0 0,0 0-1 0 0,0-1 0 0 0,1 1 1 0 0,-1 0-1 0 0,0 0 1 0 0,0-1-1 0 0,1 1 0 0 0,-1 0 1 0 0,2 1-1 0 0,-1-1-5 0 0,0 0 1 0 0,0 0-1 0 0,0 0 0 0 0,0 0 1 0 0,0-1-1 0 0,0 1 0 0 0,0-1 1 0 0,0 1-1 0 0,0-1 0 0 0,0 1 1 0 0,3-3-1 0 0,12-4-298 0 0,-12 5 113 0 0,0 0 197 0 0,17-13 1287 0 0,39-31 0 0 0,-57 44-874 0 0,0-3 120 0 0,15-11 60 0 0,-15 11-96 0 0,0 1-125 0 0,10-13 95 0 0,-11 13 156 0 0,0 0-333 0 0,21-31 1098 0 0,-41 78-1408 0 0,1 1 0 0 0,-16 68 0 0 0,-10 102 175 0 0,37-182-75 0 0,-7 27 135 0 0,-2 0 1 0 0,-26 69-1 0 0,35-117-87 0 0,5-9-72 0 0,-1 0 0 0 0,0 1 1 0 0,0-1-1 0 0,0 0 0 0 0,0 0 1 0 0,0 0-1 0 0,-1 0 0 0 0,1 0 1 0 0,-1 0-1 0 0,-2 3 0 0 0,-9 10 209 0 0,6-7-173 0 0,1 0-1 0 0,-1-1 1 0 0,0 0-1 0 0,-1-1 1 0 0,0 1-1 0 0,0-1 1 0 0,0-1-1 0 0,-1 0 0 0 0,0 0 1 0 0,0 0-1 0 0,0-1 1 0 0,0-1-1 0 0,-1 0 1 0 0,0 0-1 0 0,1-1 0 0 0,-13 2 1 0 0,14-3-153 0 0,-1-1 0 0 0,1 0 1 0 0,-1-1-1 0 0,0 0 0 0 0,1 0 1 0 0,-1-1-1 0 0,-9-2 0 0 0,11 2 24 0 0,-2-1-123 0 0,0 1-1 0 0,0-1 0 0 0,-14-6 1 0 0,12 3-1717 0 0,0 0 1 0 0,1-1 0 0 0,-1 0 0 0 0,2-1 0 0 0,-17-15 0 0 0,20 17-1898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17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70 916 0 0,'0'0'10834'0'0,"-1"-6"-9639"0"0,-2-21 2966 0 0,1 23-3831 0 0,-8-15 5930 0 0,14 17-6155 0 0,14-7-21 0 0,-14 6-17 0 0,5 4-56 0 0,43 1 81 0 0,34 2-181 0 0,271 9-946 0 0,-332-13-199 0 0,-19 0-1215 0 0,21 21-13371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21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 1056 0 0,'0'0'2655'0'0,"3"-3"-1802"0"0,4-4 818 0 0,4-14 10644 0 0,-9 16-11278 0 0,0 0-3496 0 0,-1 0 6168 0 0,-23 25-21118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17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63 136 0 0,'0'0'11517'0'0,"-3"-3"-10351"0"0,-12-12 6698 0 0,18 11-7677 0 0,8-12 27 0 0,-9 12-245 0 0,15 0-319 0 0,-15 3 226 0 0,0 0 0 0 0,0 0 1 0 0,0 0-1 0 0,0 0 0 0 0,0 1 0 0 0,0-1 0 0 0,0 1 1 0 0,0-1-1 0 0,0 1 0 0 0,4 0 0 0 0,60-6-2824 0 0,-60 5 1548 0 0,3 1-546 0 0,0-1 953 0 0,9 0-386 0 0,4 5-2645 0 0,4 3 801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17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2 152 0 0,'-7'9'1991'0'0,"4"-3"4267"0"0,15-8 4158 0 0,-2-1-10242 0 0,4 0-4546 0 0,-7 0 3683 0 0,4 0-51 0 0,9 2-6076 0 0,20 0 3870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20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15 194 1996 0 0,'-2'-4'1848'0'0,"-11"-14"6744"0"0,13 11-8131 0 0,1-3-10 0 0,0-1 1 0 0,0 1 0 0 0,5-14 0 0 0,-4 19 77 0 0,-2 4-504 0 0,0 1 0 0 0,0-1 0 0 0,0 0 0 0 0,0 1 0 0 0,0-1-1 0 0,0 1 1 0 0,0-1 0 0 0,1 0 0 0 0,-1 1 0 0 0,0-1 0 0 0,1 1 0 0 0,-1-1-1 0 0,0 1 1 0 0,1-1 0 0 0,-1 1 0 0 0,0-1 0 0 0,1 1 0 0 0,-1-1-1 0 0,1 1 1 0 0,-1 0 0 0 0,1-1 0 0 0,-1 1 0 0 0,1 0 0 0 0,0-1 0 0 0,0 1-16 0 0,-1-1 1 0 0,1 1 0 0 0,-1 0 0 0 0,1-1-1 0 0,-1 1 1 0 0,1 0 0 0 0,-1-1 0 0 0,1 1-1 0 0,-1-1 1 0 0,1 1 0 0 0,-1-1-1 0 0,0 1 1 0 0,1-1 0 0 0,-1 1 0 0 0,0-1-1 0 0,1 1 1 0 0,-1-1 0 0 0,0 1 0 0 0,0-1-1 0 0,1 0 1 0 0,-1 1 0 0 0,0-1 0 0 0,0 1-1 0 0,0-2 1 0 0,3-3 34 0 0,0 1 0 0 0,1-1 0 0 0,-1 1 0 0 0,1 0 0 0 0,0 0 0 0 0,0 0 0 0 0,5-4 0 0 0,-5 5-97 0 0,0 0-102 0 0,12-7 182 0 0,-12 8-166 0 0,2 1-66 0 0,16-3 266 0 0,-16 3-78 0 0,-1 2 7 0 0,19 2-23 0 0,-18-2-54 0 0,-5 0 85 0 0,-1-1 1 0 0,1 1-1 0 0,-1 0 1 0 0,1-1-1 0 0,0 1 0 0 0,-1-1 1 0 0,1 1-1 0 0,0-1 1 0 0,-1 0-1 0 0,1 1 1 0 0,0-1-1 0 0,0 0 1 0 0,0 1-1 0 0,-1-1 1 0 0,1 0-1 0 0,0 0 0 0 0,0 0 1 0 0,1 1-1 0 0,0-1-5 0 0,0 0-1 0 0,0 0 0 0 0,0 1 0 0 0,-1-1 0 0 0,1 1 0 0 0,0-1 1 0 0,0 1-1 0 0,-1 0 0 0 0,1 0 0 0 0,0 0 0 0 0,1 1 0 0 0,39 35-110 0 0,-38-32 166 0 0,-2 0 84 0 0,2 9-34 0 0,0 0-1 0 0,3 23 1 0 0,-7-30-197 0 0,-1 2 63 0 0,1 0 73 0 0,0-5-23 0 0,0 0 1 0 0,-1 1-1 0 0,1-1 0 0 0,-1 0 1 0 0,0 0-1 0 0,0 0 0 0 0,-3 6 1 0 0,-23 67 158 0 0,24-69-203 0 0,0 1 1 0 0,-1-1-1 0 0,0 1 0 0 0,0-1 0 0 0,-9 11 0 0 0,2-3 100 0 0,-4 6-82 0 0,-28 43 278 0 0,19-21-450 0 0,21-41 299 0 0,1 2-67 0 0,-8 12 14 0 0,8-13 524 0 0,7-6-825 0 0,-1-1 213 0 0,1 0 0 0 0,-1 1 0 0 0,0-2 0 0 0,0 1 0 0 0,0 0-1 0 0,0-1 1 0 0,4-6 0 0 0,25-23 99 0 0,36-48 0 0 0,-38 44-117 0 0,51-62 108 0 0,-49 54 96 0 0,-31 42-151 0 0,2-1 146 0 0,9-11 54 0 0,-10 12-88 0 0,-1-1-24 0 0,8-12 91 0 0,-8 12 6 0 0,1 1-139 0 0,22-33 489 0 0,-22 33-452 0 0,-1-2 89 0 0,7-13-138 0 0,-6 14 269 0 0,-1 0-166 0 0,9-13-72 0 0,-8 13 556 0 0,-1 0-514 0 0,7-11-72 0 0,-6 11 1055 0 0,-4-1-1071 0 0,-1-17-54 0 0,1 16 18 0 0,0 6-218 0 0,-1 1 215 0 0,1-1 1 0 0,-1 0-1 0 0,1 1 0 0 0,-1-1 0 0 0,1 1 1 0 0,0 0-1 0 0,-1-1 0 0 0,1 1 1 0 0,0 0-1 0 0,0 0 0 0 0,-2 2 0 0 0,0-1-13 0 0,-1 0-12 0 0,0 2 55 0 0,-15 19-105 0 0,1 2-1 0 0,2 0 1 0 0,0 1-1 0 0,-16 36 1 0 0,27-47 105 0 0,0 0 0 0 0,1 0 0 0 0,-3 22 0 0 0,4-23 24 0 0,2-9 26 0 0,1 2 53 0 0,1-3-150 0 0,-1 1 62 0 0,0-1 0 0 0,0 1 1 0 0,1-1-1 0 0,-1 1 1 0 0,1-1-1 0 0,0 1 0 0 0,1-1 1 0 0,-1 0-1 0 0,1 0 1 0 0,0 0-1 0 0,0 0 1 0 0,2 4-1 0 0,0-3-52 0 0,-2-1 40 0 0,1-1 1 0 0,0 1 0 0 0,0-1 0 0 0,0 0 0 0 0,1 0 0 0 0,-1 0 0 0 0,1 0 0 0 0,0 0 0 0 0,6 3 0 0 0,30 10 96 0 0,-22-12-132 0 0,1 2-50 0 0,-14-4 32 0 0,1-1 32 0 0,16 3 84 0 0,-16-3 282 0 0,-1 1-274 0 0,17 3 1 0 0,-16-3 350 0 0,-1-1-300 0 0,15 4-66 0 0,-15-3 219 0 0,0-1-327 0 0,14 5-89 0 0,-14-4 55 0 0,-1-1-1510 0 0,1 0 2772 0 0,11 2-4348 0 0,14 8-8867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22.8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8 159 1340 0 0,'0'0'11813'0'0,"-1"-4"-11501"0"0,-4-16 44 0 0,4 15 915 0 0,7-13-1197 0 0,-3 14-56 0 0,-2 0-75 0 0,3 0 157 0 0,9-12 52 0 0,-10 13-76 0 0,1 0-61 0 0,11-6-72 0 0,-11 7 146 0 0,0 0-92 0 0,15-5 159 0 0,-15 6-95 0 0,2 1-244 0 0,19 2 62 0 0,-19-1 68 0 0,-1 2-163 0 0,13 8 229 0 0,-13-8-112 0 0,-2 2 77 0 0,9 15 74 0 0,-9-15-43 0 0,-2 1 233 0 0,4 20-87 0 0,-4-20-93 0 0,0 3 176 0 0,-1-8-232 0 0,1 21 82 0 0,0-1 0 0 0,-1 1-1 0 0,-1 0 1 0 0,-8 39-1 0 0,5-41-215 0 0,2-15 72 0 0,2 0 210 0 0,-2 16-29 0 0,1-15-121 0 0,0-1-175 0 0,-4 19 361 0 0,4-18 159 0 0,0-1-353 0 0,-4 18-143 0 0,4-17 168 0 0,1-7-176 0 0,0 1 152 0 0,1-1 0 0 0,-1 1 0 0 0,0 0 0 0 0,0-1 0 0 0,1 1 0 0 0,-1-1 0 0 0,0 1 0 0 0,0 0 0 0 0,1-1 0 0 0,-1 1 0 0 0,1 0 0 0 0,-1 0 0 0 0,0-1 0 0 0,1 1 0 0 0,-1 0 0 0 0,0 0 0 0 0,1-1 0 0 0,-1 1 0 0 0,1 0 0 0 0,-1 0 0 0 0,1 0 0 0 0,-1 0 0 0 0,1 0 0 0 0,0-1-1 0 0,0 1-1 0 0,0 0 1 0 0,-1 0-1 0 0,1 0 0 0 0,0-1 1 0 0,-1 1-1 0 0,1 0 1 0 0,-1-1-1 0 0,1 1 0 0 0,0 0 1 0 0,-1-1-1 0 0,1 1 1 0 0,-1-1-1 0 0,1 1 0 0 0,-1-1 1 0 0,1 1-1 0 0,-1-1 1 0 0,0 0-1 0 0,1 1 1 0 0,-1-1-1 0 0,1 0 0 0 0,-1 1 1 0 0,0-1-1 0 0,0 1 1 0 0,1-1-1 0 0,-1 0 0 0 0,0-1 1 0 0,8-20-93 0 0,-5 17-117 0 0,-1-1 18 0 0,6-17 222 0 0,-6 18-59 0 0,1-1-110 0 0,17-42 282 0 0,-18 44-99 0 0,0-2 82 0 0,9-15-116 0 0,-8 16 74 0 0,-1 0-71 0 0,6-13 2 0 0,-6 13 159 0 0,0 1-144 0 0,7-12 41 0 0,-7 12 54 0 0,0 0-56 0 0,33-60 259 0 0,-32 60-312 0 0,1 0-53 0 0,54-56-12 0 0,-54 56 62 0 0,10-8-96 0 0,-12 10 87 0 0,1-1 54 0 0,0 0-250 0 0,33-26 172 0 0,-32 27 244 0 0,-1 0-317 0 0,-1 0-813 0 0,7-5 2175 0 0,-5 5-4825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23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33 564 0 0,'0'0'15340'0'0,"3"-4"-15221"0"0,10-10 27 0 0,-10 10-108 0 0,4 3 110 0 0,127-8-49 0 0,-110 8-157 0 0,3 3 3 0 0,-3 1-155 0 0,-18-3-87 0 0,1 0 127 0 0,62 2-2434 0 0,-62-2 1454 0 0,-2 2-3227 0 0,12 3 2118 0 0,-12-4 413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23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1292 0 0,'0'0'16329'0'0,"5"1"-16244"0"0,51-2-856 0 0,-49 0-386 0 0,0 0-890 0 0,2 1 965 0 0,6-1-409 0 0,5-2-2700 0 0,10-2 652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72 1252 0 0,'0'0'2734'0'0,"-3"-3"-459"0"0,-13-12 4892 0 0,14 12-6393 0 0,1 0-495 0 0,0 0 0 0 0,0 1 0 0 0,0-1-1 0 0,0 0 1 0 0,1 0 0 0 0,-1 0 0 0 0,1 0 0 0 0,0 0 0 0 0,-1 0 0 0 0,1 0 0 0 0,1 0 0 0 0,-1 1-1 0 0,1-6 1 0 0,0 3-359 0 0,6 5-116 0 0,19 3 278 0 0,-19-2-8 0 0,-3 2-152 0 0,0 0 64 0 0,3 2 41 0 0,-1-1 1 0 0,0 1-1 0 0,0 1 1 0 0,0-1-1 0 0,-1 1 1 0 0,1 0-1 0 0,-1 0 1 0 0,7 13-1 0 0,-6-5-47 0 0,-1-1 1 0 0,0 1-1 0 0,-1 0 0 0 0,-1 0 0 0 0,0 1 1 0 0,-1-1-1 0 0,0 1 0 0 0,-1-1 0 0 0,-1 1 1 0 0,0-1-1 0 0,-3 18 0 0 0,0-14-8 0 0,0 0 0 0 0,-1-1 0 0 0,-1 1-1 0 0,-1-1 1 0 0,0 0 0 0 0,-1 0 0 0 0,-13 22-1 0 0,18-35-9 0 0,-1 1-484 0 0,-1 0 130 0 0,0 0-1 0 0,1 0 1 0 0,-1 0 0 0 0,-1-1-1 0 0,-8 8 1 0 0,10-10-294 0 0,2-3-915 0 0,1-1 1560 0 0,0 1 1 0 0,-1 0 0 0 0,1-1-1 0 0,-1 1 1 0 0,1 0 0 0 0,-1 0-1 0 0,1-1 1 0 0,-1 1-1 0 0,0 0 1 0 0,0 0 0 0 0,-1-2-1 0 0,0 0-32 0 0,0-1-70 0 0,3-1 271 0 0,12-53 536 0 0,-8 44-444 0 0,1 1 0 0 0,1-1 0 0 0,0 1 0 0 0,12-16 0 0 0,71-90 2006 0 0,-87 115-2013 0 0,1 0-185 0 0,11-13 184 0 0,-11 12-30 0 0,-1 2-163 0 0,10-11 37 0 0,-10 10-75 0 0,1 1 32 0 0,-4 2-11 0 0,1 0-2 0 0,0-1 0 0 0,0 1 0 0 0,0-1-1 0 0,0 1 1 0 0,0-1 0 0 0,0 1 0 0 0,1 0 0 0 0,-1-1 0 0 0,0 1 0 0 0,1 0-1 0 0,2-1 1 0 0,13-8-155 0 0,-15 8 146 0 0,2-1 27 0 0,2 5-109 0 0,40 18 160 0 0,-43-18-116 0 0,1 2 100 0 0,1 3-29 0 0,1-1 0 0 0,-1 1 0 0 0,-1 0 0 0 0,1 0 0 0 0,-1 0 0 0 0,-1 1 0 0 0,1-1 0 0 0,-1 1 0 0 0,0 0 0 0 0,-1 0 0 0 0,2 11 0 0 0,-1-6 76 0 0,-1-8-221 0 0,-5 65 576 0 0,2-63-616 0 0,1-2 180 0 0,-1 17-65 0 0,1-16 117 0 0,-1-1-488 0 0,-17 45-488 0 0,15-46 708 0 0,2-5-1388 0 0,0 1 1566 0 0,1 0-1 0 0,-1 0 1 0 0,1 0-1 0 0,-1 0 1 0 0,1 0-1 0 0,-1-1 0 0 0,1 1 1 0 0,0 0-1 0 0,-1 0 1 0 0,1-1-1 0 0,-1 1 1 0 0,1 0-1 0 0,0-1 1 0 0,-1 1-1 0 0,1 0 0 0 0,0-1 1 0 0,-1 1-1 0 0,1-1 1 0 0,0 1-1 0 0,-1-1 1 0 0,1 1-1 0 0,0-1 1 0 0,0 0-6 0 0,-1 1 0 0 0,1-1 0 0 0,0 1 1 0 0,0 0-1 0 0,-1-1 0 0 0,1 1 1 0 0,0-1-1 0 0,0 1 0 0 0,-1 0 0 0 0,1-1 1 0 0,-1 1-1 0 0,1 0 0 0 0,0-1 1 0 0,-1 1-1 0 0,1 0 0 0 0,-1 0 1 0 0,1-1-1 0 0,-1 1 0 0 0,1 0 0 0 0,-1 0 1 0 0,1 0-1 0 0,0 0 0 0 0,-1-1 1 0 0,1 1-1 0 0,-2 0 0 0 0,1-5-44 0 0,-1-5 13 0 0,1-1 1 0 0,1 0-1 0 0,0 0 0 0 0,0 0 1 0 0,1 0-1 0 0,4-17 0 0 0,-3 22 78 0 0,0 0 54 0 0,10-15 377 0 0,1 1-1 0 0,0 0 1 0 0,2 0-1 0 0,0 2 1 0 0,1 0-1 0 0,30-27 0 0 0,-42 42-330 0 0,0 0-159 0 0,15-10 68 0 0,-15 10 8 0 0,1 1 191 0 0,16-3-97 0 0,-16 3-101 0 0,0 6-4 0 0,15 10 43 0 0,-15-10-62 0 0,-2 1 84 0 0,1 5-35 0 0,-1 0 0 0 0,0 1 0 0 0,0-1 1 0 0,-1 1-1 0 0,0-1 0 0 0,-1 1 0 0 0,0 19 0 0 0,-6 34 145 0 0,-3 6-200 0 0,7-65-40 0 0,0 2-36 0 0,-3 20 18 0 0,4-20 103 0 0,-1-2-3662 0 0,0 18 180 0 0,0-18 313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26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38 876 0 0,'0'0'15565'0'0,"-2"-4"-15411"0"0,-7-11 173 0 0,6 11 1169 0 0,-2 3-1507 0 0,-39-2 4717 0 0,32 3-5110 0 0,6 0 1635 0 0,13-1-1141 0 0,89-8-112 0 0,184 9 1 0 0,-239 1 22 0 0,-34-1-3 0 0,26-1-30 0 0,-26 1 89 0 0,0 0-38 0 0,19 1 35 0 0,-20 0-31 0 0,0-1-128 0 0,18 1 97 0 0,-18 0 50 0 0,0-1-901 0 0,1 0 552 0 0,5 0-27 0 0,0 1-4352 0 0,-2 3 285 0 0,1 6 2659 0 0,-10-9 1121 0 0,3 2-2965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27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259 89 2292 0 0,'0'0'12189'0'0,"-3"-3"-11705"0"0,-6-11-196 0 0,6 10 865 0 0,3 4-1149 0 0,0-1 0 0 0,0 1 1 0 0,-1-1-1 0 0,1 1 1 0 0,0 0-1 0 0,-1-1 1 0 0,1 1-1 0 0,0-1 1 0 0,-1 1-1 0 0,1 0 1 0 0,0-1-1 0 0,-1 1 1 0 0,1 0-1 0 0,0 0 1 0 0,-1-1-1 0 0,1 1 0 0 0,-1 0 1 0 0,1 0-1 0 0,-1-1 1 0 0,1 1-1 0 0,-1 0 1 0 0,1 0-1 0 0,-1 0 1 0 0,1 0-1 0 0,-1 0 1 0 0,0 0-6 0 0,1 0 0 0 0,-1 0 0 0 0,1 0 0 0 0,-1 0 0 0 0,1-1 0 0 0,-1 1 0 0 0,1 0 0 0 0,-1 0 1 0 0,1 0-1 0 0,-1-1 0 0 0,1 1 0 0 0,0 0 0 0 0,-1 0 0 0 0,1-1 0 0 0,-1 1 0 0 0,1 0 0 0 0,0-1 0 0 0,-1 1 1 0 0,1 0-1 0 0,0-1 0 0 0,-1 1 0 0 0,1-1 0 0 0,0 1 0 0 0,0 0 0 0 0,-1-2 0 0 0,-5 2-72 0 0,-20-3 119 0 0,19 2 96 0 0,0 1-90 0 0,-20-3-31 0 0,21 2-20 0 0,-1 1 100 0 0,-55-2 497 0 0,56 2 16 0 0,-1 0-472 0 0,-20-1-146 0 0,21 0 644 0 0,-1 1-632 0 0,-14 0 252 0 0,36-1 434 0 0,36-3-288 0 0,245-19 1397 0 0,-291 23-1467 0 0,-3-1-283 0 0,0 0 1 0 0,0 1 0 0 0,-1-1 0 0 0,1 1-1 0 0,0 0 1 0 0,0 0 0 0 0,0 0-1 0 0,0 0 1 0 0,0 0 0 0 0,0 0 0 0 0,-1 0-1 0 0,4 1 1 0 0,0 0 72 0 0,1-2 615 0 0,0 1-411 0 0,4-1-481 0 0,22-3-471 0 0,-13 0-3362 0 0,-18 4 3713 0 0,0 0 1 0 0,0-1-1 0 0,-1 1 0 0 0,1 0 0 0 0,0 0 1 0 0,0 0-1 0 0,0 0 0 0 0,0 0 0 0 0,0 0 1 0 0,0 0-1 0 0,0 0 0 0 0,0 0 0 0 0,-1 0 0 0 0,1 1 1 0 0,0-1-1 0 0,0 0 0 0 0,1 1 0 0 0,9 2-1517 0 0,3-4-2792 0 0,13-4-173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28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1 176 3044 0 0,'0'0'6458'0'0,"-1"-7"-4900"0"0,3-23 1861 0 0,0-1 0 0 0,9-38 0 0 0,-10 63-2542 0 0,4-21-570 0 0,-4 22 2 0 0,0 11-889 0 0,4 61 548 0 0,-3-21 186 0 0,6 287-109 0 0,-8-327 13 0 0,0 0 18 0 0,8 87 2313 0 0,-7-87-1883 0 0,2-10-1063 0 0,2-1 458 0 0,-1-1 1 0 0,1 0-1 0 0,-1 0 1 0 0,0-1-1 0 0,-1 1 1 0 0,0-1-1 0 0,0 0 1 0 0,4-12-1 0 0,3-9-109 0 0,-8 24 166 0 0,0-1-68 0 0,7-13 138 0 0,-6 13-6 0 0,-1 1-177 0 0,3-4 41 0 0,0 1 1 0 0,0 0-1 0 0,0 1 1 0 0,1-1-1 0 0,0 1 1 0 0,9-6-1 0 0,-11 9 63 0 0,1 3-7 0 0,3 0 44 0 0,-1 0 0 0 0,0 0 0 0 0,1 1 0 0 0,-1 0-1 0 0,0 1 1 0 0,0 0 0 0 0,0 0 0 0 0,0 0 0 0 0,0 1 0 0 0,-1 0 0 0 0,10 5 0 0 0,-1 3 4 0 0,0 0 1 0 0,-1 1-1 0 0,0 0 0 0 0,-1 1 0 0 0,0 1 1 0 0,-1 0-1 0 0,-1 1 0 0 0,0 0 1 0 0,-1 1-1 0 0,0 0 0 0 0,7 18 0 0 0,-11-22 51 0 0,-5-10-33 0 0,0 0 0 0 0,0 0 0 0 0,-1 0 0 0 0,1 0 0 0 0,0 0 0 0 0,-1 0 0 0 0,1 0 0 0 0,-1 0 0 0 0,1 1 0 0 0,-1 3 0 0 0,1 12 37 0 0,2 49 30 0 0,-4-56-3 0 0,-1-1 1 0 0,-1 1-1 0 0,1-1 0 0 0,-2 0 1 0 0,1 0-1 0 0,-1 0 0 0 0,-1 0 1 0 0,0-1-1 0 0,0 1 0 0 0,-9 10 1 0 0,9-13 28 0 0,1-2-16 0 0,0 0-1 0 0,-1-1 1 0 0,1 1-1 0 0,-1-1 0 0 0,0 0 1 0 0,-1-1-1 0 0,1 1 1 0 0,-12 5-1 0 0,12-6-25 0 0,0-1-7 0 0,0 0 1 0 0,0 0-1 0 0,0 0 1 0 0,0-1-1 0 0,0 0 0 0 0,-1 0 1 0 0,1 0-1 0 0,0-1 1 0 0,-1 0-1 0 0,1 0 1 0 0,-7 0-1 0 0,7-1-35 0 0,2 2-5 0 0,0-1 1 0 0,-1 0-1 0 0,1-1 0 0 0,0 1 0 0 0,-1 0 0 0 0,1-1 1 0 0,0 0-1 0 0,0 0 0 0 0,-6-2 0 0 0,1 0-39 0 0,4 3-20 0 0,1-1 0 0 0,0 0 0 0 0,-1 0 0 0 0,1 0-1 0 0,0 0 1 0 0,0-1 0 0 0,0 1 0 0 0,0-1 0 0 0,0 0 0 0 0,0 1 0 0 0,-3-4 0 0 0,-5-2-143 0 0,-1 0-652 0 0,0-1 1 0 0,1 0 0 0 0,-12-10 0 0 0,0-8-3907 0 0,21 25 4078 0 0,1-1 0 0 0,0 1 1 0 0,0-1-1 0 0,1 0 0 0 0,-1 1 1 0 0,0-1-1 0 0,0 0 0 0 0,1 0 1 0 0,-1 1-1 0 0,1-1 0 0 0,-1-3 1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30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92 744 0 0,'-26'-12'2338'0'0,"20"10"-285"0"0,3-1-260 0 0,-10-8-190 0 0,10 8 1366 0 0,-1-1-2041 0 0,-12-9 57 0 0,13 10 659 0 0,-1 0-932 0 0,-9-8-266 0 0,10 8 760 0 0,-1 0-972 0 0,-11-7-83 0 0,11 8 888 0 0,11 0-1091 0 0,1 0-1 0 0,-1 1 1 0 0,1-1-1 0 0,-1 2 1 0 0,1-1-1 0 0,-1 1 1 0 0,1 0-1 0 0,-1 0 1 0 0,15 4-1 0 0,-3-2-235 0 0,53 7-2096 0 0,-37-4-2015 0 0,44 1-1 0 0,-42-7 979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31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3172 0 0,'0'0'13447'0'0,"5"0"-13448"0"0,54-4-1539 0 0,-26 7-1608 0 0,6 1-1947 0 0,16-4 1688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31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46 3924 0 0,'0'0'5101'0'0,"-2"-4"-3392"0"0,-8-16 4705 0 0,10 20-6407 0 0,0-1 0 0 0,0 1 1 0 0,1-1-1 0 0,-1 1 1 0 0,0-1-1 0 0,0 1 0 0 0,0-1 1 0 0,0 1-1 0 0,1-1 0 0 0,-1 1 1 0 0,0-1-1 0 0,0 1 1 0 0,1-1-1 0 0,-1 1 0 0 0,0 0 1 0 0,1-1-1 0 0,-1 1 1 0 0,0-1-1 0 0,1 1 0 0 0,-1 0 1 0 0,1 0-1 0 0,-1-1 0 0 0,1 1 1 0 0,-1 0-1 0 0,1 0 1 0 0,0-1-1 0 0,-1 1 2 0 0,1 0 1 0 0,-1-1-1 0 0,1 1 1 0 0,-1 0-1 0 0,1-1 1 0 0,-1 1-1 0 0,1 0 1 0 0,-1-1-1 0 0,1 1 0 0 0,-1-1 1 0 0,1 1-1 0 0,-1 0 1 0 0,0-1-1 0 0,1 1 1 0 0,-1-1-1 0 0,0 0 1 0 0,1 1-1 0 0,-1-1 0 0 0,0 1 1 0 0,0-1-1 0 0,0 1 1 0 0,1-2-1 0 0,5 5 25 0 0,101 47 135 0 0,-62-28-273 0 0,-1 2 0 0 0,-1 1 0 0 0,-2 2 0 0 0,72 61 1 0 0,-88-57-433 0 0,-24-29 533 0 0,1-1-1 0 0,-1 0 1 0 0,0 0-1 0 0,0 1 0 0 0,0-1 1 0 0,0 1-1 0 0,-1-1 1 0 0,1 1-1 0 0,0-1 1 0 0,0 1-1 0 0,-1-1 1 0 0,1 1-1 0 0,-1 0 1 0 0,0-1-1 0 0,1 1 1 0 0,-1 2-1 0 0,0 1 5 0 0,2-1 0 0 0,-2 0 1 0 0,1 1-1 0 0,0-1 1 0 0,-1 1-1 0 0,0-1 1 0 0,0 0-1 0 0,0 1 1 0 0,0-1-1 0 0,-1 1 1 0 0,0-1-1 0 0,0 0 1 0 0,0 1-1 0 0,-2 3 0 0 0,-1 1-28 0 0,0 1-1 0 0,-1-1 0 0 0,1 0 0 0 0,-10 10 0 0 0,-10 11 9 0 0,-2-1-1 0 0,-1-2 0 0 0,-1-1 1 0 0,-2-1-1 0 0,0-1 0 0 0,-37 21 1 0 0,-196 111 1590 0 0,240-140-1317 0 0,19-13 6 0 0,0-1-86 0 0,-11 6-58 0 0,11-5-46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32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47 100 2020 0 0,'0'-6'2858'0'0,"0"-19"-637"0"0,0 19 1325 0 0,0 0-2155 0 0,-2-50 4345 0 0,-4 105-5602 0 0,-1 68 155 0 0,-20 244 329 0 0,26-355-382 0 0,1 0-48 0 0,-3 19 139 0 0,3-19 798 0 0,0-12-1916 0 0,3-16 733 0 0,-3 16-8 0 0,1 0-42 0 0,2-10 70 0 0,0 0-1 0 0,1 0 0 0 0,1 1 0 0 0,0-1 0 0 0,8-14 0 0 0,-8 20 30 0 0,0 0 0 0 0,2 0-1 0 0,-1 1 1 0 0,1 0 0 0 0,0 0 0 0 0,1 1-1 0 0,9-9 1 0 0,-13 14 30 0 0,3-3-42 0 0,1 0 1 0 0,0 1-1 0 0,0 0 1 0 0,0 0-1 0 0,10-4 0 0 0,-8 5 8 0 0,0 0-1 0 0,0 1 1 0 0,1 0-1 0 0,-1 1 0 0 0,1 0 1 0 0,-1 1-1 0 0,1 0 1 0 0,0 0-1 0 0,0 1 0 0 0,0 1 1 0 0,-1-1-1 0 0,1 2 1 0 0,0 0-1 0 0,16 5 0 0 0,-24-7 28 0 0,0 1 0 0 0,-1 0-1 0 0,1-1 1 0 0,-1 1-1 0 0,1 0 1 0 0,0 0-1 0 0,-1 0 1 0 0,0 1 0 0 0,1-1-1 0 0,3 4 1 0 0,0-1 4 0 0,-3-3-21 0 0,-1 1 0 0 0,0-1-1 0 0,0 0 1 0 0,1 0 0 0 0,-1 1 0 0 0,0 0 0 0 0,0-1 0 0 0,0 1 0 0 0,-1 0 0 0 0,1 0 0 0 0,0 0 0 0 0,1 3 0 0 0,2 1-7 0 0,-3-4 5 0 0,0 0 0 0 0,0-1 0 0 0,0 1 0 0 0,-1 0 0 0 0,1 0-1 0 0,0 0 1 0 0,-1 0 0 0 0,0 1 0 0 0,1-1 0 0 0,-1 0-1 0 0,1 4 1 0 0,1 1 29 0 0,-1-3 9 0 0,0 0-1 0 0,-1 0 1 0 0,1 0 0 0 0,-1 1 0 0 0,0-1-1 0 0,0 1 1 0 0,0-1 0 0 0,-1 1 0 0 0,0-1 0 0 0,0 1-1 0 0,0-1 1 0 0,0 1 0 0 0,-1 5 0 0 0,0-6-48 0 0,1-1 26 0 0,0 0 0 0 0,0 0-1 0 0,0 0 1 0 0,-1 0 0 0 0,1 0 0 0 0,-1 0 0 0 0,0 0 0 0 0,0 0 0 0 0,0 0-1 0 0,0 0 1 0 0,-3 4 0 0 0,-1 3 60 0 0,1 1 29 0 0,-1 0-1 0 0,0-1 1 0 0,-1 1 0 0 0,0-1-1 0 0,0 0 1 0 0,-1-1 0 0 0,0 0-1 0 0,-1 0 1 0 0,0 0 0 0 0,-1-1-1 0 0,1 0 1 0 0,-15 9 0 0 0,18-14-31 0 0,-1 1 0 0 0,0-1-1 0 0,0 0 1 0 0,0-1 0 0 0,0 1 0 0 0,-11 1 0 0 0,8-1 19 0 0,4-2-17 0 0,-1 0 0 0 0,0 0-1 0 0,0 0 1 0 0,0-1-1 0 0,1 0 1 0 0,-1 0 0 0 0,0-1-1 0 0,-11-1 1 0 0,15 1-49 0 0,-3 0-102 0 0,0 0 0 0 0,0-1 0 0 0,1 0-1 0 0,-1 0 1 0 0,1 0 0 0 0,0-1 0 0 0,-1 1-1 0 0,1-1 1 0 0,0 0 0 0 0,-3-3 0 0 0,3 3-10 0 0,-1-2-773 0 0,-1 1-1 0 0,1-1 0 0 0,0 1 1 0 0,-7-11-1 0 0,6 8-615 0 0,2-2-6273 0 0,-5-18 3400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33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71 612 0 0,'0'0'4920'0'0,"-4"-2"-3219"0"0,-18-8 8390 0 0,18 7-9537 0 0,-9-7 160 0 0,10 8 2889 0 0,7-1-3221 0 0,11-6-68 0 0,-11 7-192 0 0,3 0-154 0 0,4-2 16 0 0,4-1-981 0 0,0 0 0 0 0,1 1-1 0 0,0 0 1 0 0,25-1 0 0 0,69 8-9975 0 0,-104-2 7393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33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9 3412 0 0,'-3'4'3473'0'0,"-15"15"12969"0"0,24-19-16010 0 0,1 1-318 0 0,-5 0-74 0 0,1-1 0 0 0,-1 0 0 0 0,0 1 1 0 0,1-1-1 0 0,-1 0 0 0 0,0 0 0 0 0,1-1 1 0 0,-1 1-1 0 0,0 0 0 0 0,1-1 0 0 0,3-1 1 0 0,66-15-1670 0 0,-55 13-660 0 0,1 1 0 0 0,-1 0-1 0 0,1 1 1 0 0,-1 1-1 0 0,25 1 1 0 0,-37 1-3274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36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0 152 768 0 0,'0'0'7888'0'0,"2"-4"-7212"0"0,4-14-12 0 0,-4 13 2725 0 0,-1 1-3126 0 0,7-12 26 0 0,-6 11 1337 0 0,0 2-1182 0 0,21-37 1 0 0,-21 36-215 0 0,1 0-371 0 0,7-12-18 0 0,-7 12 103 0 0,9-14-263 0 0,-9 14 565 0 0,-2 9-345 0 0,6 13 24 0 0,11 47-11 0 0,-17-59 154 0 0,2 0-45 0 0,12 25 43 0 0,-13-26-18 0 0,0-1 0 0 0,0 0 0 0 0,1 0 0 0 0,0 0 0 0 0,0 0 0 0 0,0-1 0 0 0,0 1 0 0 0,1-1 0 0 0,-1 0 0 0 0,1 0 0 0 0,0 0 0 0 0,6 4 0 0 0,-3-3-27 0 0,0 0 50 0 0,0 1 1 0 0,1-1-1 0 0,-1-1 1 0 0,1 1-1 0 0,0-2 0 0 0,13 4 1 0 0,-14-3-56 0 0,-3-2 13 0 0,-1 1 0 0 0,1-1 0 0 0,0 0 0 0 0,-1 0-1 0 0,1 0 1 0 0,0 0 0 0 0,7 0 0 0 0,16 1-147 0 0,-19-1 99 0 0,27 0-6 0 0,-31-1 29 0 0,9-1-30 0 0,0 0 0 0 0,-1 0 0 0 0,1-2-1 0 0,-1 0 1 0 0,1 0 0 0 0,19-9 0 0 0,-22 8-45 0 0,1 0 51 0 0,0 0 0 0 0,0-1-1 0 0,-1 0 1 0 0,0-1-1 0 0,0 0 1 0 0,-1-1-1 0 0,0 0 1 0 0,0 0-1 0 0,0-1 1 0 0,10-12 0 0 0,7-20 120 0 0,-24 36 10 0 0,1-1 54 0 0,10-14 16 0 0,-10 14 209 0 0,-1 1-70 0 0,7-16-101 0 0,-6 16 156 0 0,-1-1-465 0 0,6-14 12 0 0,-6 15 555 0 0,-3 4-484 0 0,-1 0-1 0 0,1 1 1 0 0,-1-1 0 0 0,1 1 0 0 0,-1-1 0 0 0,1 1 0 0 0,0-1-1 0 0,-1 1 1 0 0,1 0 0 0 0,0 0 0 0 0,0 0 0 0 0,-2 1-1 0 0,0 0 7 0 0,2-1 13 0 0,0-1 0 0 0,0 0 1 0 0,0 1-1 0 0,0-1 0 0 0,0 1 0 0 0,0 0 0 0 0,0-1 1 0 0,0 1-1 0 0,0 0 0 0 0,0-1 0 0 0,1 1 0 0 0,-1 0 0 0 0,0 0 1 0 0,1 0-1 0 0,-1 0 0 0 0,0 0 0 0 0,1 0 0 0 0,-1 0 1 0 0,0 1-1 0 0,-9 16-57 0 0,-9 11 124 0 0,1 2 0 0 0,1 0-1 0 0,2 1 1 0 0,-20 59 0 0 0,-25 150 140 0 0,57-226-180 0 0,0 0 0 0 0,-1 0 0 0 0,-1 0 0 0 0,-10 21-1 0 0,12-30 38 0 0,0 0-1 0 0,-1-1 0 0 0,1 0 0 0 0,-1 0 0 0 0,-1 0 0 0 0,1 0 1 0 0,-1 0-1 0 0,0-1 0 0 0,0 0 0 0 0,0 0 0 0 0,0-1 0 0 0,-1 1 1 0 0,1-1-1 0 0,-7 3 0 0 0,-44 12 667 0 0,45-16-674 0 0,1 0 0 0 0,-1-1 1 0 0,0 0-1 0 0,1-1 0 0 0,-1 0 1 0 0,0-1-1 0 0,0 0 0 0 0,1 0 1 0 0,-1-1-1 0 0,-10-4 0 0 0,-60-30-2618 0 0,76 34 1387 0 0,2-1-504 0 0,-13-9-1020 0 0,12 8-1108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36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86 3696 0 0,'0'0'10243'0'0,"4"-2"-8949"0"0,14-10 6710 0 0,-14 10-7656 0 0,14-4-73 0 0,-14 4-20 0 0,1 1-62 0 0,50-12 309 0 0,224-22-134 0 0,-273 35-308 0 0,1-1-20 0 0,53-6 316 0 0,-54 6-511 0 0,0 1-2173 0 0,16-3 912 0 0,-16 2-633 0 0,26 6-14209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37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98 3336 0 0,'0'0'2327'0'0,"-1"-6"-167"0"0,0 1-1525 0 0,-1-16 2899 0 0,2 19-3438 0 0,1 1 0 0 0,-1-1 0 0 0,1 0 0 0 0,-1 1 0 0 0,1-1 0 0 0,0 1 0 0 0,0-1 0 0 0,0 1 0 0 0,0 0 0 0 0,0-1 0 0 0,0 1 0 0 0,1-2 0 0 0,-1 2 52 0 0,2-3 468 0 0,1 1-196 0 0,12-10 99 0 0,-12 10-210 0 0,1 1-115 0 0,16-9-121 0 0,-16 8-59 0 0,1 2 22 0 0,18-2 196 0 0,-17 2-26 0 0,-2 3-258 0 0,0-1 64 0 0,0 1 0 0 0,0 0 0 0 0,0 0 0 0 0,0 1 0 0 0,0-1 0 0 0,-1 1 0 0 0,1 0 0 0 0,-1 0 0 0 0,0 1 0 0 0,0-1 0 0 0,0 1 0 0 0,0 0 0 0 0,-1 0 0 0 0,5 6 0 0 0,-5-1 14 0 0,1 0 0 0 0,-1 0-1 0 0,-1 0 1 0 0,1 1 0 0 0,-2-1-1 0 0,1 1 1 0 0,-1-1 0 0 0,-1 1-1 0 0,0 0 1 0 0,0-1 0 0 0,-1 1-1 0 0,0-1 1 0 0,0 1 0 0 0,-1-1-1 0 0,-1 1 1 0 0,-6 15 0 0 0,-7 27-309 0 0,15-47 410 0 0,-1 1 56 0 0,-7 18-178 0 0,7-18 118 0 0,6-9-3291 0 0,61-58 2651 0 0,-42 38 1476 0 0,37-27-1 0 0,-51 42-853 0 0,1 0-20 0 0,1-1 0 0 0,-1 2 0 0 0,1 0 1 0 0,1 0-1 0 0,-1 1 0 0 0,1 0 0 0 0,21-7 0 0 0,-14 9 56 0 0,-15 3-119 0 0,4 0 152 0 0,20 1-11 0 0,-21 0-217 0 0,-3 2 111 0 0,37 34 324 0 0,-38-31-388 0 0,-1 0-86 0 0,18 57 578 0 0,-19-56-502 0 0,-1 1 19 0 0,-8 90 265 0 0,7-91-227 0 0,5-9-935 0 0,15-17 818 0 0,0 0-1 0 0,20-29 1 0 0,-24 29 372 0 0,0 1-1 0 0,1 0 1 0 0,0 2 0 0 0,37-31-1 0 0,18-3 26 0 0,-67 49-336 0 0,2 1 165 0 0,-4 0-70 0 0,-1 1-50 0 0,0-1-1 0 0,0 1 1 0 0,1-1-1 0 0,-1 1 0 0 0,0-1 1 0 0,1 1-1 0 0,-1 0 1 0 0,0 0-1 0 0,0 0 1 0 0,1 0-1 0 0,-1 0 1 0 0,0 0-1 0 0,1 0 1 0 0,-1 0-1 0 0,0 0 1 0 0,1 1-1 0 0,-1-1 1 0 0,0 0-1 0 0,0 1 1 0 0,3 0-1 0 0,15 9 136 0 0,-15-7 130 0 0,-1 2-116 0 0,1 9-20 0 0,0 0-1 0 0,-1 0 0 0 0,-1 0 1 0 0,0 1-1 0 0,-1-1 0 0 0,0 0 0 0 0,-3 25 1 0 0,2-5-214 0 0,-6 25-3404 0 0,4-48 2233 0 0,1-5-2807 0 0,1-1 127 0 0,-3 21-658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38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5 148 1168 0 0,'0'0'2570'0'0,"-1"-6"-495"0"0,-2-20-349 0 0,3 20 2595 0 0,2 1-3368 0 0,22-36 1461 0 0,-22 37-2178 0 0,2 1 10 0 0,13-10-10 0 0,-13 10 19 0 0,0 1 71 0 0,13-6-114 0 0,-13 6-153 0 0,2 3-93 0 0,19 1-29 0 0,-19-2 110 0 0,-1 3 25 0 0,2 2-95 0 0,0 0 0 0 0,-1 0 0 0 0,0 1 0 0 0,6 6 0 0 0,-9-8 37 0 0,-1 2 204 0 0,3 18-61 0 0,-3-18-134 0 0,-3 2 105 0 0,-2 6-66 0 0,0 1-1 0 0,-1 0 0 0 0,-1-1 1 0 0,0 0-1 0 0,0 0 0 0 0,-2 0 1 0 0,-11 19-1 0 0,-17 14-22 0 0,32-43 106 0 0,0 1-29 0 0,-8 13-7 0 0,8-13-83 0 0,0-1 83 0 0,-2 6-452 0 0,9-8 134 0 0,24-18 60 0 0,40-35 18 0 0,215-190 3193 0 0,-279 237-2776 0 0,-1 1-152 0 0,12-9 20 0 0,-12 8 42 0 0,0 1-272 0 0,9-7 190 0 0,-26 24 226 0 0,-12 14-140 0 0,-2 6-86 0 0,2 1 0 0 0,-32 54 0 0 0,49-65-26 0 0,8-19-62 0 0,0 0 236 0 0,1 2-79 0 0,4 24-52 0 0,-4-30-131 0 0,0 0 0 0 0,0 0 0 0 0,0 0 0 0 0,0 0 0 0 0,0 0 0 0 0,1 0 0 0 0,-1 0 0 0 0,1 0 0 0 0,-1 1 0 0 0,0-2 0 0 0,1 1 0 0 0,0 0 0 0 0,-1 0-1 0 0,1 0 1 0 0,-1 0 0 0 0,1 0 0 0 0,0 0 0 0 0,0-1 0 0 0,0 1 0 0 0,-1 0 0 0 0,1 0 0 0 0,0-1 0 0 0,0 1 0 0 0,0-1 0 0 0,1 1 0 0 0,0 0-33 0 0,4 4-441 0 0,0 0-1 0 0,0-1 1 0 0,0 0 0 0 0,1 0 0 0 0,0-1 0 0 0,13 6 0 0 0,1 0-1420 0 0,-21-8 1681 0 0,1-1 0 0 0,0 1-1 0 0,0-1 1 0 0,0 1 0 0 0,0-1 0 0 0,0 1-1 0 0,-1-1 1 0 0,1 0 0 0 0,0 1-1 0 0,0-1 1 0 0,0 0 0 0 0,0 0 0 0 0,0 1-1 0 0,0-1 1 0 0,0 0 0 0 0,0 0 0 0 0,0 0-1 0 0,0 0 1 0 0,0-1 0 0 0,0 1-1 0 0,0 0 1 0 0,1-1 0 0 0,0 1-126 0 0,-1 0 0 0 0,0-1 0 0 0,1 1 1 0 0,-1 0-1 0 0,0 0 0 0 0,1 0 0 0 0,-1 0 0 0 0,1 0 1 0 0,-1 0-1 0 0,0 0 0 0 0,1 0 0 0 0,-1 1 0 0 0,0-1 1 0 0,1 0-1 0 0,1 2 0 0 0,20 5-3549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39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63 1356 0 0,'0'0'5699'0'0,"-3"-2"-3694"0"0,-13-13 6759 0 0,12 12-7903 0 0,-9-9-78 0 0,10 10 2954 0 0,10 0-3443 0 0,1 0-213 0 0,28-3 223 0 0,320-10 306 0 0,-234 12-528 0 0,-116 2-52 0 0,1 1-53 0 0,30-1-45 0 0,25 2-6583 0 0,-56-1 2052 0 0,-4 4 189 0 0,10 16-1017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41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247 109 56 0 0,'0'0'7039'0'0,"-3"-3"-5973"0"0,-6-12-260 0 0,7 11 2932 0 0,-2 2-3452 0 0,-36-20 1120 0 0,36 20-968 0 0,-2 0-296 0 0,-77-27 2164 0 0,77 28-1883 0 0,1-1-185 0 0,-16-3 77 0 0,16 4 630 0 0,0-1-527 0 0,-17-5-120 0 0,17 5 1844 0 0,0 1-1691 0 0,-12-6-3 0 0,12 6 1482 0 0,12 0-1787 0 0,71 4 40 0 0,81 12-1 0 0,-94-8-167 0 0,505 64-21 0 0,-74-9 1124 0 0,-489-61-779 0 0,44 2 958 0 0,13 0-1433 0 0,-58-2-690 0 0,-1 0-2161 0 0,8 1 586 0 0,22 7-10585 0 0,-28-7 12987 0 0,-1 0-5400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43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19 816 0 0,'0'0'15195'0'0,"3"-2"-15373"0"0,12-12 1217 0 0,-9 14-1120 0 0,20-2 172 0 0,-19 1-50 0 0,2 1-51 0 0,45 0 114 0 0,447 8 141 0 0,-495-7-11 0 0,33-1 3 0 0,-32 0 379 0 0,0 0-227 0 0,69 0 1438 0 0,-43 0-4712 0 0,-32 1 2476 0 0,1-1 0 0 0,-1 0 0 0 0,1 0 0 0 0,-1 1-1 0 0,1-1 1 0 0,-1 1 0 0 0,1 0 0 0 0,-1-1 0 0 0,1 1 0 0 0,-1 0-1 0 0,0 0 1 0 0,2 1 0 0 0,0 0-738 0 0,2 0-2490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44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219 171 1512 0 0,'-25'-4'1952'0'0,"20"3"1118"0"0,1-2-1911 0 0,-3-4-1229 0 0,-12-20 7465 0 0,17 23-5489 0 0,2-1-1767 0 0,1 0 0 0 0,-1 0 0 0 0,1 1 0 0 0,1-1 1 0 0,-1 0-1 0 0,1 0 0 0 0,-1 1 0 0 0,1-1 0 0 0,5-6 1 0 0,-5 6 24 0 0,3 2-43 0 0,12-11-9 0 0,-12 10-32 0 0,1 1-39 0 0,11-4 12 0 0,1 0-1 0 0,-1 2 1 0 0,1-1-1 0 0,1 2 1 0 0,-1 1-1 0 0,28-2 1 0 0,-40 4-20 0 0,2 1-7 0 0,24-3-143 0 0,-24 2 50 0 0,-2 2 148 0 0,18-1-34 0 0,-17 0-156 0 0,-2 1-6 0 0,0 1 90 0 0,1 0-1 0 0,0 0 1 0 0,-1 0 0 0 0,1 1-1 0 0,9 5 1 0 0,-12-5-56 0 0,1 2 21 0 0,11 14 22 0 0,-11-14 134 0 0,-3 1-122 0 0,1 17 80 0 0,-1-17-59 0 0,-2 3-27 0 0,2-1 29 0 0,-1-6 10 0 0,1 1 0 0 0,-1-1 1 0 0,0 1-1 0 0,0 0 0 0 0,0-1 0 0 0,0 1 1 0 0,-1-1-1 0 0,1 1 0 0 0,-1-1 1 0 0,0 1-1 0 0,1-1 0 0 0,-1 1 0 0 0,0-1 1 0 0,-2 3-1 0 0,-9 22 22 0 0,-1 0 1 0 0,-2-1-1 0 0,0-1 0 0 0,-2 0 0 0 0,0-1 0 0 0,-28 27 1 0 0,-28 17 117 0 0,-4-3 0 0 0,-123 80 1 0 0,196-143 12 0 0,0 1 166 0 0,-1 1 0 0 0,1-1-1 0 0,0 1 1 0 0,0 0-1 0 0,1 0 1 0 0,-5 7-1 0 0,5-8 377 0 0,9-2-652 0 0,103-1 511 0 0,71-16 374 0 0,-56 8-428 0 0,-118 7-477 0 0,0 0 16 0 0,53-6 60 0 0,-53 6-102 0 0,0 1-304 0 0,19-3-125 0 0,-19 2-283 0 0,21-2-14491 0 0,-22 2 10389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45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1228 359 760 0 0,'-3'-37'5352'0'0,"4"29"-4872"0"0,-1 0 0 0 0,-1 1 1 0 0,0-1-1 0 0,0 0 0 0 0,0 0 1 0 0,-1 1-1 0 0,0-1 0 0 0,0 1 0 0 0,-1-1 1 0 0,0 1-1 0 0,0 0 0 0 0,-1 0 1 0 0,0 1-1 0 0,0-1 0 0 0,-6-6 1 0 0,-34-30 655 0 0,23 27-922 0 0,0 1-1 0 0,-1 1 1 0 0,-1 1-1 0 0,-1 1 1 0 0,1 1-1 0 0,-45-14 1 0 0,32 13 39 0 0,0 2 1 0 0,0 1 0 0 0,-70-7-1 0 0,90 15-213 0 0,1 0 0 0 0,0 2-1 0 0,-1 0 1 0 0,1 1-1 0 0,0 0 1 0 0,-1 1 0 0 0,-18 6-1 0 0,0 4 52 0 0,-54 27 0 0 0,60-25-12 0 0,1 1 0 0 0,1 2 0 0 0,1 0 0 0 0,0 2 0 0 0,2 1 0 0 0,0 0 0 0 0,-32 41 1 0 0,25-23-18 0 0,2 1 0 0 0,2 1 0 0 0,1 2 0 0 0,-22 53 0 0 0,32-62 24 0 0,2 1-1 0 0,2 0 0 0 0,1 1 0 0 0,-8 55 0 0 0,15-64-80 0 0,1 0-1 0 0,1 0 0 0 0,2 0 0 0 0,0 0 0 0 0,2 0 1 0 0,12 52-1 0 0,-10-61-42 0 0,1 0 1 0 0,0-1 0 0 0,2 1-1 0 0,0-1 1 0 0,1-1 0 0 0,1 0-1 0 0,0 0 1 0 0,1 0-1 0 0,1-2 1 0 0,0 1 0 0 0,18 14-1 0 0,-11-13-41 0 0,0 0 0 0 0,2-2 0 0 0,0 0-1 0 0,0-2 1 0 0,1 0 0 0 0,1-1-1 0 0,43 14 1 0 0,-27-14 93 0 0,0-2 1 0 0,1-2-1 0 0,0-1 0 0 0,1-2 1 0 0,-1-1-1 0 0,1-3 0 0 0,0-1 0 0 0,-1-2 1 0 0,0-2-1 0 0,51-12 0 0 0,-34 1 182 0 0,-1-2 0 0 0,-1-3 0 0 0,95-50 0 0 0,-78 29 383 0 0,-1-3-1 0 0,70-59 0 0 0,-119 85-144 0 0,-1 0-1 0 0,0-1 1 0 0,25-33-1 0 0,-38 42-210 0 0,0 0 0 0 0,0-1-1 0 0,-1 0 1 0 0,-1 0 0 0 0,0-1 0 0 0,0 1 0 0 0,-1-1-1 0 0,5-25 1 0 0,-8 29-178 0 0,-2 0-1 0 0,1 0 1 0 0,-1 0-1 0 0,-1 0 1 0 0,0 0-1 0 0,0 0 1 0 0,-1 0 0 0 0,0 0-1 0 0,0 0 1 0 0,-1 1-1 0 0,0-1 1 0 0,0 1-1 0 0,-1 0 1 0 0,0 0-1 0 0,-1 0 1 0 0,-5-7-1 0 0,-3-2-112 0 0,-1 0 0 0 0,0 2 0 0 0,-1 0 0 0 0,0 0 0 0 0,-26-18 0 0 0,-3 4-455 0 0,-2 1-1 0 0,0 2 1 0 0,-2 2 0 0 0,-1 2 0 0 0,-1 3-1 0 0,-74-20 1 0 0,-319-48-11287 0 0,280 62 5690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49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634 164 2052 0 0,'0'0'7093'0'0,"1"-5"-5544"0"0,3-17-271 0 0,-3 16 1551 0 0,0 1-2531 0 0,11-46 1128 0 0,-11 46-470 0 0,0-1-861 0 0,1-17-157 0 0,-2 17 908 0 0,0 0-761 0 0,-4-23-263 0 0,-2 30 112 0 0,-8 1 65 0 0,1 1 0 0 0,-1 1 1 0 0,1 0-1 0 0,0 0 0 0 0,0 2 0 0 0,-13 7 0 0 0,-81 51-313 0 0,50-29 268 0 0,31-20 109 0 0,-127 80 180 0 0,149-92-354 0 0,0 0-33 0 0,-12 7 62 0 0,13-7 163 0 0,-1-1 5 0 0,-12 7-4 0 0,13-7 75 0 0,-1 0-107 0 0,-14 12-362 0 0,22-11 338 0 0,11 9-75 0 0,-11-9-24 0 0,1-2-58 0 0,16 5 24 0 0,-16-4 3 0 0,0-1 28 0 0,155 23 214 0 0,-63-3 244 0 0,-92-19-414 0 0,0 0 8 0 0,47 27-276 0 0,-47-26 300 0 0,-2 2 114 0 0,10 11-87 0 0,-10-12-176 0 0,-1 2 47 0 0,4 18 142 0 0,-5-19-118 0 0,-1 2 19 0 0,-1 7 88 0 0,-2 1 0 0 0,0-1 0 0 0,0 0 0 0 0,-1 1 0 0 0,-11 23 0 0 0,-3-1-66 0 0,-22 36 1 0 0,28-54 28 0 0,-1 0 0 0 0,-1-1 0 0 0,-1 0 0 0 0,0-1 1 0 0,-2 0-1 0 0,-21 16 0 0 0,-35 20 1420 0 0,69-51-1243 0 0,-3 0 92 0 0,-18 7 121 0 0,19-7 34 0 0,-1-2-68 0 0,-8-1-214 0 0,1 0-1 0 0,0-1 1 0 0,0-1-1 0 0,0 0 1 0 0,0-1-1 0 0,0-1 1 0 0,-16-7-1 0 0,13 5-463 0 0,12 5-291 0 0,0-1-313 0 0,-1 0 304 0 0,-5-2 467 0 0,6 1-3491 0 0,-3-2-3360 0 0,-10-11 2295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49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59 900 0 0,'0'0'10520'0'0,"-2"-4"-10033"0"0,-6-12 47 0 0,6 12 1206 0 0,-1 8-1782 0 0,-1 4 37 0 0,0-1 1 0 0,0 1-1 0 0,0-1 1 0 0,1 1-1 0 0,0 0 1 0 0,1 0-1 0 0,-2 11 1 0 0,3-14 136 0 0,1 4-5 0 0,-1-5-160 0 0,0 24 457 0 0,2 58 0 0 0,3-58-310 0 0,-3-21 38 0 0,0-2-155 0 0,20 40 311 0 0,-18-42-304 0 0,0 0 110 0 0,3 0-67 0 0,-1-1 1 0 0,1 0-1 0 0,-1 0 0 0 0,1 0 0 0 0,0 0 1 0 0,6 0-1 0 0,-7-2 25 0 0,0-2-69 0 0,2-1-25 0 0,-1 0 1 0 0,1-1-1 0 0,-1 0 0 0 0,0 0 0 0 0,0-1 1 0 0,0 0-1 0 0,-1 0 0 0 0,1 0 1 0 0,5-8-1 0 0,35-70-96 0 0,-5-20 251 0 0,-23 52 333 0 0,-17 46-460 0 0,2 0 113 0 0,18-44 387 0 0,-23 123-546 0 0,0-48-59 0 0,1-1 1 0 0,1 1-1 0 0,2 0 0 0 0,5 34 1 0 0,11-13-2288 0 0,-15-42 24 0 0,2-2-839 0 0,15 13 523 0 0,-15-13 99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50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30 340 0 0,'0'0'6222'0'0,"-1"-5"-4872"0"0,-4-15-364 0 0,4 15 4036 0 0,-2 12-4531 0 0,-7 33-389 0 0,1 1 0 0 0,2 0 0 0 0,-3 57 0 0 0,5-46-35 0 0,-6 56-72 0 0,9-100 48 0 0,-2 28 402 0 0,-2 32-604 0 0,5-63 342 0 0,1 1-102 0 0,-2 52 1028 0 0,2-52 52 0 0,4-8-1176 0 0,13-5 42 0 0,-13 5 143 0 0,0-2-90 0 0,25-33-307 0 0,-26 34 365 0 0,-2 2-152 0 0,1 1-1 0 0,-1-1 1 0 0,1 0 0 0 0,-1 1 0 0 0,0-1-1 0 0,1 0 1 0 0,-1 0 0 0 0,0 0-1 0 0,0 0 1 0 0,1 0 0 0 0,-1 0-1 0 0,1-2 1 0 0,-1 2-13 0 0,3-2-67 0 0,16-11 310 0 0,-15 12-150 0 0,19-3-184 0 0,-18 4 49 0 0,-1 0-56 0 0,46-8 169 0 0,-46 8-54 0 0,2 1-240 0 0,21 0 221 0 0,-21 0-12 0 0,-3 2 17 0 0,14 4 52 0 0,-14-5-2 0 0,1 2 18 0 0,15 8-90 0 0,-15-8-41 0 0,-2 1 74 0 0,10 12 97 0 0,-9-12-95 0 0,-3 0-33 0 0,2 15 154 0 0,-2-14 80 0 0,-2 2-97 0 0,-4 8-57 0 0,0 1 0 0 0,0-1 0 0 0,-2 0 0 0 0,-13 22 0 0 0,10-23-57 0 0,0-1 0 0 0,-1-1 0 0 0,0 0 0 0 0,-1-1 0 0 0,-18 14 0 0 0,23-20 47 0 0,-18 12 131 0 0,21-14-109 0 0,-2-1-61 0 0,-16 7 52 0 0,17-7 821 0 0,-2-2-635 0 0,-21 0-153 0 0,21 0 74 0 0,-10-13-184 0 0,13 11 112 0 0,3-3-62 0 0,1 2-36 0 0,-1 0 0 0 0,1-1 0 0 0,0 1 0 0 0,0-1 0 0 0,0 1 0 0 0,0 0 0 0 0,1-1 1 0 0,0 1-1 0 0,-1 0 0 0 0,1-1 0 0 0,0 1 0 0 0,2-4 0 0 0,-1 2-339 0 0,2 2 71 0 0,9-10-156 0 0,-10 10-37 0 0,21-3-1341 0 0,-19 5 595 0 0,0 2-539 0 0,15 2-1458 0 0,-15-2 317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51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91 3080 0 0,'-2'-54'10575'0'0,"1"41"-11143"0"0,0 6 2355 0 0,-3 4-1632 0 0,-12-8-38 0 0,12 8-62 0 0,-3 4-128 0 0,-18 2 176 0 0,19-3-141 0 0,2 3 55 0 0,-12 5-195 0 0,6-2 114 0 0,0-1-1 0 0,0 2 1 0 0,1-1 0 0 0,-1 1-1 0 0,-10 11 1 0 0,17-15 72 0 0,-1 2-53 0 0,-12 16 29 0 0,12-16 44 0 0,1-2-58 0 0,-10 12 64 0 0,10-11 13 0 0,2 0-16 0 0,-6 13-67 0 0,5-12 257 0 0,5-2-153 0 0,9 12-36 0 0,-9-11 251 0 0,22 11-491 0 0,-20-12 69 0 0,1 0 92 0 0,16 8 135 0 0,-16-8 3 0 0,-2-1-121 0 0,14 10-225 0 0,-14-10 323 0 0,-1 2 50 0 0,10 11-172 0 0,-9-12-3 0 0,-2 2 127 0 0,6 11 146 0 0,-6-11-114 0 0,-1 1-222 0 0,4 19 144 0 0,-4-19 303 0 0,-2 1-310 0 0,1-4-97 0 0,-1 4 167 0 0,0 0 0 0 0,0 0 0 0 0,-1 0 0 0 0,0-1-1 0 0,0 1 1 0 0,-1-1 0 0 0,-6 12 0 0 0,0-4-121 0 0,-1-2 1 0 0,-1 1 0 0 0,0-1-1 0 0,0 0 1 0 0,-1-1 0 0 0,-1-1-1 0 0,0 0 1 0 0,0-1 0 0 0,-29 16-1 0 0,38-23-1052 0 0,-1-4-4035 0 0,-14-4 2138 0 0,14 5-162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51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67 3876 0 0,'0'-5'3264'0'0,"7"-38"3599"0"0,-5 31-6979 0 0,-1 6 3147 0 0,0 12-2804 0 0,4 212 537 0 0,-1 0-921 0 0,-2-197-20 0 0,0 15-271 0 0,8 38 1 0 0,-5-53 151 0 0,-4-16 50 0 0,1 0-225 0 0,0-1-206 0 0,3 7 799 0 0,-4-6-3659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52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48 131 3076 0 0,'-22'-18'1134'0'0,"18"15"2831"0"0,2 1-3725 0 0,1 0 1 0 0,0 1-1 0 0,-1-1 1 0 0,1 1-1 0 0,-1 0 1 0 0,1-1-1 0 0,-1 1 1 0 0,0 0-1 0 0,-2-1 1 0 0,1-1 3552 0 0,5-1-3635 0 0,9-11 5 0 0,-8 11-216 0 0,179-15-4776 0 0,-108 9 3399 0 0,-37 2 1169 0 0,-31 7 390 0 0,1 0 372 0 0,21-3 182 0 0,-21 3 242 0 0,-2 0-81 0 0,15-3 1 0 0,-15 3 82 0 0,0-1-113 0 0,-1 0-839 0 0,2 0 829 0 0,0-1 1 0 0,0 0-1 0 0,0 1 0 0 0,0 0 0 0 0,8-1 0 0 0,4 9-775 0 0,-18-6-20 0 0,1 1 1 0 0,0-1 0 0 0,0 0 0 0 0,-1 1-1 0 0,1-1 1 0 0,0 1 0 0 0,0-1 0 0 0,0 0 0 0 0,-1 0-1 0 0,1 1 1 0 0,0-1 0 0 0,0 0 0 0 0,0 0 0 0 0,0 0-1 0 0,0 0 1 0 0,0 0 0 0 0,0 0 0 0 0,-1 0-1 0 0,1 0 1 0 0,1-1 0 0 0,0 8 65 0 0,4 18-1247 0 0,4 45-1 0 0,-10-64-859 0 0,1 0-1675 0 0,1 18 228 0 0,-1-18-428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52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59 5825 0 0,'0'0'6368'0'0,"-13"-32"1213"0"0,1 6-6353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52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12 2344 0 0,'0'0'4291'0'0,"-1"-5"-2139"0"0,-2-2 3878 0 0,0 28-3540 0 0,-3 65-3003 0 0,1-14 736 0 0,-4 48-465 0 0,2 96 956 0 0,7-209-685 0 0,0-1-124 0 0,2 21-122 0 0,-2-21-288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53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1 146 1424 0 0,'0'0'13651'0'0,"2"-5"-13855"0"0,0 2 137 0 0,-1 1 26 0 0,0 1 0 0 0,0 0 1 0 0,0-1-1 0 0,-1 1 0 0 0,1-1 1 0 0,0 1-1 0 0,-1-1 0 0 0,1 1 0 0 0,-1-1 1 0 0,1 0-1 0 0,-1 1 0 0 0,0-2 1 0 0,6 2-494 0 0,50-7-943 0 0,20 1-290 0 0,22-3 899 0 0,-52 3 711 0 0,25-4 1562 0 0,-3-5 2773 0 0,-49 8-3078 0 0,-15 6-926 0 0,0 0 1057 0 0,0-1-817 0 0,14-7 108 0 0,-14 7 741 0 0,1 0-883 0 0,34-22 646 0 0,-34 47-1083 0 0,-3-16 83 0 0,-2 0 70 0 0,1 19-130 0 0,-1-19-60 0 0,1-1 15 0 0,3 15 103 0 0,-3-15 118 0 0,1-1-72 0 0,6 13 75 0 0,-6-12 1 0 0,-1-5-133 0 0,-1 0 1 0 0,1 0-1 0 0,-1 0 1 0 0,1 0-1 0 0,0 0 1 0 0,-1 0-1 0 0,1 0 1 0 0,-1 0-1 0 0,1 0 1 0 0,-1 0-1 0 0,1 1 1 0 0,-1-1-1 0 0,1 0 1 0 0,-1 0-1 0 0,1 1 1 0 0,-1-1-1 0 0,1 0 1 0 0,-1 1-1 0 0,0-1 1 0 0,1 0-1 0 0,-1 1 1 0 0,1-1-1 0 0,-1 1 1 0 0,1 0 1 0 0,0 0 0 0 0,-1-1 0 0 0,1 1 0 0 0,0 0 0 0 0,0-1 0 0 0,-1 1 0 0 0,1 0 0 0 0,0-1 0 0 0,0 0 0 0 0,0 1 0 0 0,0-1 0 0 0,0 1 0 0 0,-1-1 0 0 0,1 0 0 0 0,0 0 0 0 0,0 1 0 0 0,0-1 0 0 0,0 0 0 0 0,0 0 0 0 0,2 0 0 0 0,7 0-112 0 0,0 0 1 0 0,-1 0-1 0 0,1-1 1 0 0,0 0-1 0 0,0-1 0 0 0,-1 0 1 0 0,1-1-1 0 0,-1 1 1 0 0,14-8-1 0 0,-17 7 51 0 0,5-2-13 0 0,-1-1 0 0 0,0 0 0 0 0,18-15 0 0 0,6-9 432 0 0,-31 27-172 0 0,-2 3-199 0 0,-1 0 1 0 0,1 0 0 0 0,-1-1-1 0 0,1 1 1 0 0,-1 0 0 0 0,0 0 0 0 0,1 0-1 0 0,-1-1 1 0 0,1 1 0 0 0,-1 0-1 0 0,0-1 1 0 0,1 1 0 0 0,-1 0 0 0 0,0 0-1 0 0,1-1 1 0 0,-1 1 0 0 0,0-1-1 0 0,1 1 1 0 0,-1 0 0 0 0,0-1 0 0 0,0 1-1 0 0,0-1 1 0 0,1 1 0 0 0,-1 0-1 0 0,0-1 1 0 0,0 0 0 0 0,0 0-8 0 0,0 1 0 0 0,0-1 0 0 0,1 1 1 0 0,-1 0-1 0 0,0-1 0 0 0,0 1 0 0 0,0-1 0 0 0,0 1 0 0 0,1-1 1 0 0,-1 1-1 0 0,0 0 0 0 0,1-1 0 0 0,-1 1 0 0 0,0 0 0 0 0,1-1 0 0 0,-1 1 1 0 0,0 0-1 0 0,1-1 0 0 0,-1 1 0 0 0,0 0 0 0 0,1 0 0 0 0,-1 0 1 0 0,1-1-1 0 0,-1 1 0 0 0,1 0 0 0 0,0 0 0 0 0,-1 0 5 0 0,1 0-1 0 0,-1 0 0 0 0,1 0 0 0 0,-1 0 0 0 0,1 1 1 0 0,-1-1-1 0 0,1 0 0 0 0,-1 0 0 0 0,1 1 0 0 0,-1-1 1 0 0,1 0-1 0 0,-1 0 0 0 0,1 1 0 0 0,-1-1 0 0 0,0 1 1 0 0,1-1-1 0 0,-1 0 0 0 0,1 1 0 0 0,-1-1 1 0 0,0 1-1 0 0,0-1 0 0 0,1 1 0 0 0,-1-1 0 0 0,0 1 1 0 0,0-1-1 0 0,1 1 0 0 0,-1 0-30 0 0,0-1 0 0 0,0 1 1 0 0,0-1-1 0 0,1 1 0 0 0,-1-1 0 0 0,0 1 0 0 0,0-1 0 0 0,1 1 1 0 0,-1-1-1 0 0,0 1 0 0 0,1-1 0 0 0,-1 0 0 0 0,0 1 1 0 0,1-1-1 0 0,-1 1 0 0 0,1-1 0 0 0,-1 0 0 0 0,1 0 0 0 0,-1 1 1 0 0,1-1-1 0 0,-1 0 0 0 0,1 0 0 0 0,-1 1 0 0 0,1-1 1 0 0,-1 0-1 0 0,1 0 0 0 0,3 5-514 0 0,0 1-38 0 0,0-1-1 0 0,0 0 1 0 0,1 0 0 0 0,10 9-1 0 0,-11-11-955 0 0,1 1-1 0 0,0-1 0 0 0,1 0 1 0 0,-1-1-1 0 0,8 4 0 0 0,19 6-2936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54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3236 0 0,'0'0'11825'0'0,"1"6"-11257"0"0,2 75-372 0 0,-10 111-1 0 0,1 43-84 0 0,6-229-129 0 0,0 23 228 0 0,0-23-292 0 0,1-13-3457 0 0,0-19 3900 0 0,-1 19 571 0 0,2 2-457 0 0,-1 0-315 0 0,1-1-1 0 0,0 1 1 0 0,0 0 0 0 0,0 0-1 0 0,1 0 1 0 0,0 0 0 0 0,0 1-1 0 0,0-1 1 0 0,5-5 0 0 0,4-3-39 0 0,-11 12-108 0 0,0 0 0 0 0,1 0 0 0 0,-1 0 0 0 0,0 0 0 0 0,0 0 0 0 0,1 0 0 0 0,-1 0 0 0 0,0 0 0 0 0,1 0 0 0 0,-1 1 0 0 0,1-1 1 0 0,-1 0-1 0 0,1 1 0 0 0,-1 0 0 0 0,3-1 0 0 0,0 0 55 0 0,1-2 221 0 0,1 2-169 0 0,1-1-63 0 0,-1 1 0 0 0,0-1 0 0 0,0 1 1 0 0,0 1-1 0 0,0-1 0 0 0,1 1 1 0 0,-1 0-1 0 0,0 1 0 0 0,1-1 1 0 0,-1 1-1 0 0,0 1 0 0 0,0-1 1 0 0,0 1-1 0 0,0 0 0 0 0,0 0 1 0 0,0 1-1 0 0,-1-1 0 0 0,1 1 0 0 0,-1 1 1 0 0,0-1-1 0 0,0 1 0 0 0,0 0 1 0 0,0 0-1 0 0,5 6 0 0 0,-1 0-198 0 0,0 1 0 0 0,-1 0 0 0 0,-1 0 0 0 0,1 0 0 0 0,-2 1 0 0 0,0 0 0 0 0,0 0 0 0 0,5 19 0 0 0,-6-17-886 0 0,-3-9-538 0 0,0-1-731 0 0,4 14-936 0 0,-5-14 472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54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79 3740 0 0,'0'0'2989'0'0,"-3"-40"4827"0"0,6 1-7096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55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76 2400 0 0,'0'0'9870'0'0,"-1"-4"-8988"0"0,-5-14-27 0 0,4 14 2561 0 0,4-1-3139 0 0,5-12-41 0 0,-5 13 599 0 0,17 9-517 0 0,-14-3-234 0 0,-1 0 302 0 0,-2 2-168 0 0,7 15 0 0 0,-7-14-78 0 0,1 0-55 0 0,7 15 61 0 0,-7-14-57 0 0,-1 0-91 0 0,6 20 97 0 0,-6-20-131 0 0,4 23 71 0 0,-5-23 58 0 0,0-1-48 0 0,3 16-158 0 0,-4-16 108 0 0,1 1-31 0 0,9 50 336 0 0,-8-51-81 0 0,-1-12-524 0 0,4-18 214 0 0,-4 19 139 0 0,2 1 59 0 0,7-9-33 0 0,1 0-1 0 0,1 1 1 0 0,0 0-1 0 0,1 1 1 0 0,0 0-1 0 0,1 1 1 0 0,0 0 0 0 0,0 2-1 0 0,25-13 1 0 0,-34 19-138 0 0,32-6 150 0 0,-35 10-86 0 0,0-1-1 0 0,0 0 1 0 0,0 0-1 0 0,0 1 1 0 0,0-1-1 0 0,0 1 0 0 0,-1-1 1 0 0,1 1-1 0 0,0 0 1 0 0,3 2-1 0 0,0-1 6 0 0,0 0-92 0 0,-1 0-1 0 0,0 1 1 0 0,0-1 0 0 0,0 1-1 0 0,0 0 1 0 0,0 0 0 0 0,-1 0 0 0 0,0 0-1 0 0,1 1 1 0 0,3 5 0 0 0,29 42-1171 0 0,-27-36 948 0 0,1 2-477 0 0,1-1 0 0 0,1-1 1 0 0,0 0-1 0 0,1 0 0 0 0,24 20 0 0 0,-32-32 459 0 0,-1 0 0 0 0,0 0 0 0 0,1-1-1 0 0,0 1 1 0 0,-1-1 0 0 0,1-1 0 0 0,0 1 0 0 0,0-1 0 0 0,0 1 0 0 0,0-1 0 0 0,0-1 0 0 0,1 1 0 0 0,-1-1 0 0 0,6 0 0 0 0,1-1-173 0 0,-1 0 1 0 0,1 0-1 0 0,18-6 0 0 0,-8 0 388 0 0,-1 0 0 0 0,0-2 0 0 0,24-12 0 0 0,-14 3 3264 0 0,35-25 0 0 0,-63 40-2163 0 0,2 0-173 0 0,14-11-180 0 0,-14 11 27 0 0,-1-1-117 0 0,13-14-226 0 0,-13 14 2 0 0,-1 0 97 0 0,8-14 66 0 0,-8 14-74 0 0,0-1-90 0 0,6-15 119 0 0,-7 14-90 0 0,0 2-28 0 0,3-16-15 0 0,-4 15 166 0 0,0 0-187 0 0,3-24 150 0 0,-5 23-540 0 0,-4-18 48 0 0,4 18 79 0 0,-4 5-80 0 0,-15-3 124 0 0,15 3-82 0 0,-1 3-10 0 0,-57 28-187 0 0,37-12 113 0 0,5 0-155 0 0,-21 27-394 0 0,39-41 368 0 0,0 0-50 0 0,2-3 280 0 0,-1 0 26 0 0,1 0 1 0 0,0 1-1 0 0,0-1 0 0 0,-1 0 1 0 0,1 1-1 0 0,0-1 0 0 0,0 0 1 0 0,0 1-1 0 0,1-1 0 0 0,-1 1 1 0 0,0-1-1 0 0,0 3 0 0 0,1-2 29 0 0,0 0 0 0 0,0 0 0 0 0,0-1-1 0 0,1 1 1 0 0,-1 0 0 0 0,1-1 0 0 0,0 1-1 0 0,-1 0 1 0 0,1-1 0 0 0,0 1 0 0 0,2 2-1 0 0,-1 0 11 0 0,0 1 680 0 0,64 2 661 0 0,-61-7-1212 0 0,0 4-107 0 0,-1 0 20 0 0,0 0 0 0 0,0 1 1 0 0,0 0-1 0 0,0 0 1 0 0,-1 0-1 0 0,0 0 1 0 0,0 0-1 0 0,0 1 0 0 0,-1-1 1 0 0,1 1-1 0 0,-2 0 1 0 0,3 7-1 0 0,7 34 219 0 0,-2 0 0 0 0,5 72 0 0 0,-9 99 367 0 0,-20 175 1336 0 0,6-305-698 0 0,-4-1-1 0 0,-33 120 1 0 0,41-184-957 0 0,4-20-301 0 0,0 0 0 0 0,0 0 1 0 0,0 0-1 0 0,0 0 0 0 0,0-1 1 0 0,-1 1-1 0 0,1 0 0 0 0,-1-1 1 0 0,-2 4-1 0 0,-8 13 81 0 0,9-15 21 0 0,2-4-112 0 0,-1 1 0 0 0,0-1-1 0 0,1 0 1 0 0,-1 1 0 0 0,0-1-1 0 0,1 1 1 0 0,-1-1-1 0 0,1 1 1 0 0,-1 0 0 0 0,1 0-1 0 0,-3 1 1 0 0,0 0 6 0 0,4-1-17 0 0,0-1 1 0 0,-1 0-1 0 0,1 0 1 0 0,0 0 0 0 0,0 0-1 0 0,-1 1 1 0 0,1-1-1 0 0,0 0 1 0 0,-1 0-1 0 0,1 0 1 0 0,0 0-1 0 0,-1 0 1 0 0,1 0 0 0 0,0 0-1 0 0,-1 0 1 0 0,1 0-1 0 0,0 0 1 0 0,0 0-1 0 0,-1 0 1 0 0,1 0-1 0 0,0 0 1 0 0,-1 0 0 0 0,1-1-1 0 0,0 1 1 0 0,-1 0-1 0 0,1 0 1 0 0,0 0-1 0 0,0 0 1 0 0,-1-1-1 0 0,-7-5 11 0 0,0 0 0 0 0,0 0 0 0 0,0-1-1 0 0,1 0 1 0 0,0-1 0 0 0,1 1-1 0 0,0-1 1 0 0,0-1 0 0 0,1 1-1 0 0,0-1 1 0 0,0 0 0 0 0,1 0-1 0 0,0 0 1 0 0,-3-11 0 0 0,-3-11-37 0 0,2 0 1 0 0,1-1 0 0 0,-4-39-1 0 0,10 54-154 0 0,0-1-1 0 0,1 1 0 0 0,1-1 0 0 0,0 1 0 0 0,2-1 0 0 0,0 1 0 0 0,1 0 0 0 0,0 0 0 0 0,1 0 0 0 0,2 0 0 0 0,-1 1 0 0 0,19-30 0 0 0,-13 26-1292 0 0,1 1 0 0 0,0 1 1 0 0,29-29-1 0 0,-22 28-2586 0 0,0 1 0 0 0,44-29 0 0 0,-17 18-2865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58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43 226 400 0 0,'1'-5'1982'0'0,"8"-30"6854"0"0,0 0-4497 0 0,9-35-2536 0 0,-16 65-1683 0 0,-1 0-90 0 0,9-32 717 0 0,-1 3-887 0 0,-11 67-54 0 0,-89 421 854 0 0,87-436-592 0 0,3-13 177 0 0,-2 9-4 0 0,3-4 1405 0 0,10-20-726 0 0,-7 7-968 0 0,-2-2-9 0 0,6-13-50 0 0,-6 13 133 0 0,1-1-72 0 0,16-35-89 0 0,25-42 0 0 0,-10 41-77 0 0,-30 39 102 0 0,2 0 83 0 0,14-10 6 0 0,-14 10-109 0 0,0 1 184 0 0,18-5-107 0 0,-18 5 39 0 0,1 2-236 0 0,1 0 255 0 0,0 0 1 0 0,-1 0-1 0 0,1 1 0 0 0,-1 0 1 0 0,1 0-1 0 0,-1 1 0 0 0,1-1 1 0 0,-1 1-1 0 0,0 1 1 0 0,0-1-1 0 0,0 1 0 0 0,0 0 1 0 0,0 0-1 0 0,-1 1 0 0 0,1 0 1 0 0,-1 0-1 0 0,0 0 0 0 0,0 0 1 0 0,-1 1-1 0 0,1 0 0 0 0,5 8 1 0 0,-7-7-13 0 0,1 1 0 0 0,-1 0 0 0 0,0 0 0 0 0,3 10 0 0 0,-5-12-1 0 0,-1 2 42 0 0,0-2-9 0 0,1 1-11 0 0,-1 0 0 0 0,0 1 1 0 0,0-1-1 0 0,0 0 0 0 0,-1 0 1 0 0,0 0-1 0 0,0 0 1 0 0,-1 0-1 0 0,-3 10 0 0 0,3-13-34 0 0,-2 7 53 0 0,-1 0 0 0 0,0 0-1 0 0,0-1 1 0 0,-1 0 0 0 0,0 0 0 0 0,-1 0-1 0 0,-9 9 1 0 0,11-14-9 0 0,-1 2 27 0 0,0-1 0 0 0,-1 0 0 0 0,0 0 0 0 0,0 0 0 0 0,0-1 0 0 0,-1 0 1 0 0,1-1-1 0 0,-1 0 0 0 0,-12 4 0 0 0,9-6-438 0 0,-1 0 0 0 0,1-1 0 0 0,0 0 0 0 0,0-1 0 0 0,0 0 0 0 0,0-1-1 0 0,0 0 1 0 0,-19-6 0 0 0,26 6-1237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2:59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14 212 2920 0 0,'0'0'6784'0'0,"-2"4"-5622"0"0,1-3-579 0 0,-7 9-674 0 0,5-2 5181 0 0,8-6-4842 0 0,-4-1-201 0 0,1 1-1 0 0,0-1 0 0 0,1 0 1 0 0,-1 0-1 0 0,0 0 1 0 0,0 0-1 0 0,0-1 0 0 0,1 1 1 0 0,-1-1-1 0 0,0 1 1 0 0,1-1-1 0 0,-1 0 0 0 0,0 0 1 0 0,1 0-1 0 0,-1 0 0 0 0,0 0 1 0 0,1 0-1 0 0,-1-1 1 0 0,0 1-1 0 0,1-1 0 0 0,-1 0 1 0 0,0 1-1 0 0,3-2 1 0 0,6-5-101 0 0,1-1 1 0 0,-1 0 0 0 0,0 0 0 0 0,-1-1 0 0 0,0 0 0 0 0,-1 0-1 0 0,0-2 1 0 0,0 1 0 0 0,-1-1 0 0 0,0 0 0 0 0,10-20 0 0 0,6-17 345 0 0,-22 43-340 0 0,4-17 94 0 0,-3 16 4 0 0,-1 1 370 0 0,0-1-365 0 0,5-11-99 0 0,-7 17 42 0 0,0 0 0 0 0,0 0-1 0 0,0 0 1 0 0,0 0-1 0 0,0 0 1 0 0,0 0 0 0 0,0 0-1 0 0,0 0 1 0 0,0 1 0 0 0,0-1-1 0 0,0 0 1 0 0,0 0-1 0 0,0 0 1 0 0,0 0 0 0 0,0 0-1 0 0,0 0 1 0 0,0 0 0 0 0,0 0-1 0 0,0 0 1 0 0,0 0-1 0 0,0 0 1 0 0,0 0 0 0 0,0 0-1 0 0,0 0 1 0 0,0 0 0 0 0,0 0-1 0 0,1 0 1 0 0,-1 0-1 0 0,0 0 1 0 0,0 0 0 0 0,0 1-1 0 0,0-1 1 0 0,0 0 0 0 0,0 0-1 0 0,0 0 1 0 0,0 0-1 0 0,0 0 1 0 0,0 0 0 0 0,0 0-1 0 0,0 0 1 0 0,-6 31-129 0 0,2-11 262 0 0,4-15-23 0 0,-1 2-118 0 0,-1 24 37 0 0,1-23-110 0 0,1 0 154 0 0,0 22-120 0 0,0-23-35 0 0,1-1 193 0 0,1 17 15 0 0,-1-17 16 0 0,1-2 40 0 0,0-1-124 0 0,-1-2-33 0 0,0 0 1 0 0,0 1-1 0 0,0-1 1 0 0,0 0-1 0 0,-1 0 1 0 0,1 1-1 0 0,0-1 1 0 0,-1 0-1 0 0,1 1 1 0 0,-1-1-1 0 0,1 1 1 0 0,0 2-1 0 0,3-3-130 0 0,0 1 154 0 0,14 4 77 0 0,-16-6-126 0 0,-1-1 0 0 0,1 1 0 0 0,0-1 0 0 0,-1 1 0 0 0,1-1 0 0 0,0 0 0 0 0,-1 1 0 0 0,1-1 0 0 0,-1 0 0 0 0,0 0 0 0 0,1 0 0 0 0,1-2 0 0 0,0 1-14 0 0,2-1 40 0 0,0-2-64 0 0,49-51-246 0 0,-33 32 148 0 0,1 1 1 0 0,29-23-1 0 0,-46 43 176 0 0,0 1 96 0 0,14-7-51 0 0,-15 7 40 0 0,3 3 34 0 0,17 0-41 0 0,-18 0-122 0 0,-1 1 186 0 0,4 1-70 0 0,8 5 235 0 0,25 32 485 0 0,-26-24-748 0 0,-13-12-49 0 0,-1-3-20 0 0,-1 0 1 0 0,1-1 0 0 0,-1 1-1 0 0,0 0 1 0 0,1 0 0 0 0,-1 0-1 0 0,0 0 1 0 0,0 1-1 0 0,0-1 1 0 0,1 0 0 0 0,-1 0-1 0 0,1 3 1 0 0,-2-3 12 0 0,4 2 504 0 0,0 0-167 0 0,-4-2-228 0 0,1 1-45 0 0,0-1-1 0 0,0 0 1 0 0,0 1-1 0 0,0-1 1 0 0,0 0-1 0 0,0 0 1 0 0,0 0-1 0 0,1 0 1 0 0,-1 0-1 0 0,0 0 1 0 0,0 0-1 0 0,3 0 1 0 0,-2-1-69 0 0,0 0 1 0 0,-1 0 0 0 0,1 0-1 0 0,0 0 1 0 0,0-1-1 0 0,-1 1 1 0 0,1-1 0 0 0,0 1-1 0 0,-1-1 1 0 0,1 0-1 0 0,0 1 1 0 0,1-3 0 0 0,1 1 29 0 0,0 0-37 0 0,0 0 0 0 0,-1 0 0 0 0,1 0 0 0 0,-1 0-1 0 0,0-1 1 0 0,1 1 0 0 0,-1-1 0 0 0,0 0 0 0 0,-1 0 0 0 0,1 0-1 0 0,2-5 1 0 0,-3 6-40 0 0,15-14-287 0 0,33-22 0 0 0,-46 36 165 0 0,0 0 26 0 0,0 1 105 0 0,0 0 1 0 0,0 1 0 0 0,-1-1 0 0 0,1 1 0 0 0,0 0-1 0 0,0 0 1 0 0,0 0 0 0 0,-1 1 0 0 0,1-1-1 0 0,0 1 1 0 0,0 0 0 0 0,-1 0 0 0 0,1 0-1 0 0,-1 1 1 0 0,1-1 0 0 0,5 4 0 0 0,-6-2 45 0 0,2 1 45 0 0,59 51-413 0 0,-60-53-185 0 0,1 2-407 0 0,14 12-330 0 0,-15-12-1098 0 0,19 10-10869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00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73 4144 0 0,'-16'-24'8837'0'0,"-5"-2"-4020"0"0,6 4-4905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00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79 2880 0 0,'0'0'3192'0'0,"1"-6"-640"0"0,2-15-361 0 0,-2 16 1523 0 0,1 0-2066 0 0,5-15-194 0 0,-5 15 1916 0 0,-1 0-2653 0 0,2-6 1226 0 0,-3 13-776 0 0,-5 30-443 0 0,-7 34-716 0 0,4-15 178 0 0,3-30-120 0 0,4-16-12 0 0,0 2 0 0 0,0-2-503 0 0,-5 31 434 0 0,4-21-3021 0 0,2-1-3389 0 0,1-5 1033 0 0,4 0 3987 0 0,-3-5 155 0 0,0 0-3270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01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730 74 2768 0 0,'-4'-4'2014'0'0,"-71"-46"6394"0"0,69 47-7525 0 0,5 2-833 0 0,1 0 0 0 0,-1 1 1 0 0,0-1-1 0 0,0 0 0 0 0,0 1 1 0 0,0-1-1 0 0,0 1 0 0 0,0-1 1 0 0,0 1-1 0 0,0-1 0 0 0,0 1 1 0 0,0 0-1 0 0,0 0 0 0 0,0-1 1 0 0,0 1-1 0 0,0 0 0 0 0,-1 0 1 0 0,-15-4 397 0 0,15 3-405 0 0,0 0-1 0 0,0 1 1 0 0,0-1 0 0 0,0 1-1 0 0,0-1 1 0 0,-1 1-1 0 0,1 0 1 0 0,0 0-1 0 0,0 0 1 0 0,0 0-1 0 0,-3 0 1 0 0,-1 1 21 0 0,-6-1 50 0 0,1 1 0 0 0,0 1 0 0 0,-1 0 0 0 0,1 0 0 0 0,0 1 0 0 0,0 0 0 0 0,0 1 0 0 0,1 1 0 0 0,-1-1 0 0 0,-9 8 0 0 0,-14 8 45 0 0,2 1 0 0 0,1 2 1 0 0,1 1-1 0 0,0 1 0 0 0,2 2 0 0 0,2 1 1 0 0,0 0-1 0 0,2 2 0 0 0,1 2 1 0 0,1 0-1 0 0,2 1 0 0 0,1 0 1 0 0,2 2-1 0 0,1 0 0 0 0,2 1 1 0 0,1 1-1 0 0,2 0 0 0 0,2 0 1 0 0,-9 70-1 0 0,17-88-120 0 0,1 0 0 0 0,0 0 0 0 0,2 1 0 0 0,0-2 0 0 0,1 1 0 0 0,1 0 0 0 0,1-1 0 0 0,0 1 0 0 0,1-1 0 0 0,2-1 1 0 0,-1 1-1 0 0,2-1 0 0 0,0 0 0 0 0,1-1 0 0 0,1 0 0 0 0,0-1 0 0 0,2 0 0 0 0,-1-1 0 0 0,2 0 0 0 0,-1-1 0 0 0,2-1 0 0 0,0 0 0 0 0,0-1 0 0 0,1 0 0 0 0,1-2 0 0 0,-1 0 0 0 0,2 0 0 0 0,-1-2 1 0 0,1 0-1 0 0,34 8 0 0 0,-21-9-3 0 0,1-2 1 0 0,0-1-1 0 0,0-1 1 0 0,0-2-1 0 0,0-1 1 0 0,0-2-1 0 0,0 0 1 0 0,54-15-1 0 0,-40 7 310 0 0,-1-2-1 0 0,0-2 1 0 0,-1-1-1 0 0,-1-3 1 0 0,-1-1-1 0 0,72-47 1 0 0,-95 53-134 0 0,1-1 0 0 0,-2 0 0 0 0,0-1-1 0 0,-1-1 1 0 0,-1-1 0 0 0,0 0 0 0 0,-2-1 0 0 0,0-1 0 0 0,-1 0 0 0 0,-1-1 0 0 0,0 0-1 0 0,-2-1 1 0 0,-1 0 0 0 0,0 0 0 0 0,5-28 0 0 0,-10 33-212 0 0,-2-1 0 0 0,1 1 0 0 0,-2-1 0 0 0,0 0-1 0 0,-2 0 1 0 0,0 1 0 0 0,0-1 0 0 0,-2 0 0 0 0,0 1 0 0 0,-1-1 0 0 0,-1 1 0 0 0,0 0 0 0 0,-2 1 0 0 0,0-1 0 0 0,0 1-1 0 0,-2 0 1 0 0,0 1 0 0 0,-1 0 0 0 0,0 1 0 0 0,-1 0 0 0 0,-1 0 0 0 0,0 1 0 0 0,0 1 0 0 0,-2 0 0 0 0,1 0 0 0 0,-2 2-1 0 0,1 0 1 0 0,-19-10 0 0 0,-4 2-604 0 0,0 1 0 0 0,-1 1 0 0 0,0 2-1 0 0,-1 2 1 0 0,0 2 0 0 0,-1 1 0 0 0,-52-4 0 0 0,-3 6-5851 0 0,-189 11 0 0 0,130 6-161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10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53 1496 0 0,'-4'-2'998'0'0,"1"1"-548"0"0,-6-4-346 0 0,0 3 4038 0 0,8-3-3651 0 0,-4-19 12787 0 0,4 23-13387 0 0,1 1 154 0 0,0 0-1 0 0,0-1 1 0 0,0 1 0 0 0,0-1-1 0 0,0 1 1 0 0,0-1-1 0 0,-1 1 1 0 0,1 0 0 0 0,0-1-1 0 0,0 1 1 0 0,-1-1 0 0 0,1 1-1 0 0,0 0 1 0 0,-1-1 0 0 0,1 1-1 0 0,0 0 1 0 0,-1-1 0 0 0,1 1-1 0 0,0 0 1 0 0,-1 0 0 0 0,1-1-1 0 0,-1 1 1 0 0,1 0 0 0 0,0 0-1 0 0,-2 0 1 0 0,-4-5-3665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11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5 332 0 0,'0'0'7387'0'0,"-5"1"-6494"0"0,-17 6 8905 0 0,25-2-10188 0 0,3 6 317 0 0,0-1 1 0 0,0-1 0 0 0,9 11 0 0 0,-7-10-17 0 0,-1-1 0 0 0,0 1 1 0 0,-1 1-1 0 0,0-1 0 0 0,0 1 1 0 0,4 14-1 0 0,6 33-195 0 0,-13-45 246 0 0,-2 0-1 0 0,0 0 1 0 0,0 0 0 0 0,-1 0-1 0 0,-1 0 1 0 0,0 0-1 0 0,-1 0 1 0 0,0 0 0 0 0,-1 0-1 0 0,-4 13 1 0 0,0-3-132 0 0,-4 8 600 0 0,8-25-670 0 0,1-3-243 0 0,-8 13 12 0 0,8-13-194 0 0,-1-8-2103 0 0,-1 2 2648 0 0,3 1 79 0 0,0 1-1 0 0,0 0 0 0 0,0 0 0 0 0,0-1 1 0 0,0 1-1 0 0,0 0 0 0 0,0-1 1 0 0,0 1-1 0 0,1-1 0 0 0,-1 1 0 0 0,0-1 1 0 0,1 1-1 0 0,-1-1 0 0 0,1 0 1 0 0,0 1-1 0 0,0-1 0 0 0,-1-1 0 0 0,2-65 366 0 0,3 49 67 0 0,0 1 0 0 0,1-1 0 0 0,1 1 0 0 0,1 0-1 0 0,0 0 1 0 0,1 0 0 0 0,14-21 0 0 0,-15 27-181 0 0,58-83 812 0 0,-62 91-973 0 0,1 1-122 0 0,12-9 61 0 0,-11 10-56 0 0,-1-1 189 0 0,15-6 161 0 0,-14 7-199 0 0,1 2-65 0 0,1 2 1 0 0,0-1-1 0 0,0 1 0 0 0,0 0 0 0 0,0 0 0 0 0,0 1 0 0 0,-1 0 0 0 0,1 0 0 0 0,-1 1 0 0 0,0 0 1 0 0,0 0-1 0 0,0 0 0 0 0,-1 1 0 0 0,0 0 0 0 0,1 0 0 0 0,-1 0 0 0 0,-1 0 0 0 0,1 1 0 0 0,-1 0 1 0 0,0 0-1 0 0,-1 0 0 0 0,1 1 0 0 0,-1-1 0 0 0,0 1 0 0 0,2 9 0 0 0,1 4-129 0 0,-4-15 144 0 0,-1 2 65 0 0,3 21-196 0 0,-2-21 86 0 0,-2-1-100 0 0,0 19 75 0 0,0-19-10 0 0,-1-4 60 0 0,0 0 0 0 0,1-1-1 0 0,-1 1 1 0 0,1 0 0 0 0,-1 0 0 0 0,1 0-1 0 0,0 0 1 0 0,0-1 0 0 0,0 1 0 0 0,0 0-1 0 0,1 3 1 0 0,-1-4-5 0 0,-1 4-68 0 0,-5 22 163 0 0,5-21-173 0 0,2-12-1523 0 0,-1-3 1526 0 0,6-27-372 0 0,26-38 988 0 0,30-21-80 0 0,-56 85-374 0 0,1 1 0 0 0,0 0 0 0 0,0 1 0 0 0,1-1 0 0 0,0 1 0 0 0,0 1 0 0 0,1 0 0 0 0,14-10 0 0 0,-19 15 103 0 0,2 0 1 0 0,16-4-128 0 0,-16 5 93 0 0,0 0 97 0 0,19-5-50 0 0,-19 5-50 0 0,0 1-87 0 0,2 2-25 0 0,1-1 1 0 0,0 1-1 0 0,-1 0 1 0 0,1 1-1 0 0,-1 0 1 0 0,0 0-1 0 0,0 1 1 0 0,12 7-1 0 0,-11-4 12 0 0,0 0 0 0 0,0 1 0 0 0,-1 0-1 0 0,0 0 1 0 0,-1 1 0 0 0,0 0-1 0 0,0 0 1 0 0,-1 1 0 0 0,7 14 0 0 0,-3 5 187 0 0,7 46 0 0 0,-14-66-193 0 0,0 3-859 0 0,-1 0 1 0 0,1 0-1 0 0,-1 13 0 0 0,-1-24 412 0 0,-1 1-1 0 0,1-1 1 0 0,0 1 0 0 0,0-1-1 0 0,-1 1 1 0 0,1-1 0 0 0,0 1-1 0 0,0-1 1 0 0,0 0 0 0 0,1 0-1 0 0,-1 0 1 0 0,2 2 0 0 0,-2-2-291 0 0,2 3-2579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04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19 1784 0 0,'0'0'12137'0'0,"-5"-1"-12047"0"0,-17-1 68 0 0,17 1 0 0 0,0 3-192 0 0,-13 4 34 0 0,13-5 1385 0 0,0 1-1218 0 0,-7 5 1212 0 0,28-5-668 0 0,-14-1-858 0 0,4-1 147 0 0,0 0 42 0 0,221-17 606 0 0,-193 13-668 0 0,-28 3 72 0 0,1 1 144 0 0,64-6 720 0 0,-64 5-630 0 0,-3 0-566 0 0,16-4-175 0 0,-16 4-470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05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2480 0 0,'0'0'4265'0'0,"-3"3"-2760"0"0,-11 12 6016 0 0,15-10-7532 0 0,5 13 158 0 0,-4-13-143 0 0,1-2-84 0 0,10 12 230 0 0,1-1 0 0 0,21 17-1 0 0,64 38-54 0 0,-68-48-163 0 0,16 6 207 0 0,39 19-277 0 0,-39-20 284 0 0,-43-24-228 0 0,-3-2 84 0 0,0 1 1 0 0,1-1-1 0 0,-1 1 0 0 0,1-1 0 0 0,-1 1 1 0 0,0-1-1 0 0,1 1 0 0 0,-1 0 0 0 0,0-1 1 0 0,0 1-1 0 0,0 0 0 0 0,2 2 0 0 0,0-1-9 0 0,1 0 207 0 0,0 1-342 0 0,11 7 98 0 0,-11-8-267 0 0,13 12-75 0 0,-13-11 342 0 0,-2 1-78 0 0,-1 0 114 0 0,0-1 0 0 0,-1 0 0 0 0,1 1 0 0 0,0-1 0 0 0,-1 0 0 0 0,0 1 0 0 0,0-1 0 0 0,0 1 0 0 0,0-1 0 0 0,-1 1 0 0 0,1-1 0 0 0,-2 4 0 0 0,1-1 386 0 0,-1-1-14 0 0,-3 7-303 0 0,-1-1 0 0 0,-1 0-1 0 0,0 0 1 0 0,-16 20 0 0 0,-126 118-581 0 0,137-138 601 0 0,-46 41 373 0 0,54-49-554 0 0,-1 0 206 0 0,-14 13-186 0 0,14-12 148 0 0,2 0-50 0 0,-11 8-100 0 0,11-8 192 0 0,-1-1-284 0 0,-51 43 630 0 0,51-44 335 0 0,9 0-796 0 0,2-1 85 0 0,0 0 0 0 0,0 0 0 0 0,0 0 0 0 0,0-1 0 0 0,10-1 0 0 0,197-27 523 0 0,-208 28-614 0 0,0-1-13 0 0,20-2 93 0 0,-19 3 18 0 0,-1-1-300 0 0,51-4 438 0 0,-51 4-197 0 0,-1 1-2058 0 0,18-2 807 0 0,-18 2-971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06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24 456 0 0,'0'0'6325'0'0,"0"-5"-5707"0"0,0 3-1030 0 0,1-15 3096 0 0,-1 17-2559 0 0,1 0 0 0 0,-1 0 0 0 0,1 0 0 0 0,-1 0 0 0 0,0 0 0 0 0,1 0 0 0 0,-1 1 0 0 0,1-1 0 0 0,-1 0 0 0 0,1 0 0 0 0,-1 0 0 0 0,1 1 0 0 0,-1-1 0 0 0,0 0 0 0 0,1 0 0 0 0,-1 1 0 0 0,1-1 0 0 0,-1 0 0 0 0,0 1 0 0 0,1-1 0 0 0,-1 0 0 0 0,0 1 0 0 0,0-1 0 0 0,1 1 0 0 0,-1-1 0 0 0,0 1 0 0 0,0-1 0 0 0,1 0 0 0 0,-1 1 0 0 0,0-1 0 0 0,0 2 0 0 0,3 1 696 0 0,-2 3-618 0 0,23 72 355 0 0,-23-73-224 0 0,0-4-297 0 0,0 0-1 0 0,-1 0 0 0 0,1 0 0 0 0,-1 1 0 0 0,1-1 0 0 0,-1 0 0 0 0,0 0 0 0 0,1 1 0 0 0,-1-1 0 0 0,0 0 0 0 0,0 0 0 0 0,0 1 1 0 0,0-1-1 0 0,0 3 0 0 0,0-2-42 0 0,0 1 0 0 0,-1-1 1 0 0,2 0-1 0 0,-1 1 0 0 0,0-1 1 0 0,0 1-1 0 0,1-1 0 0 0,0 0 1 0 0,1 5-1 0 0,17 48 39 0 0,-13-42 124 0 0,1-1-1 0 0,0 0 0 0 0,1 0 0 0 0,0-1 0 0 0,0 0 0 0 0,14 13 0 0 0,-16-19-215 0 0,0 0-1 0 0,0-1 1 0 0,0 1-1 0 0,1-2 0 0 0,0 1 1 0 0,0-1-1 0 0,0 0 1 0 0,0 0-1 0 0,0-1 1 0 0,0 0-1 0 0,1 0 0 0 0,-1-1 1 0 0,1 0-1 0 0,9 0 1 0 0,-12-1-53 0 0,1 1-282 0 0,2-2-156 0 0,-3 1 439 0 0,43-7-2049 0 0,-44 6 1584 0 0,0 0 1 0 0,1 0-1 0 0,-1-1 1 0 0,0 1 0 0 0,0-1-1 0 0,0 0 1 0 0,0 0 0 0 0,0 0-1 0 0,-1-1 1 0 0,5-3 0 0 0,15-18-1358 0 0,-4 1 645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06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646 89 900 0 0,'0'-6'1690'0'0,"0"-23"4333"0"0,-1 24-5108 0 0,-1-6-1051 0 0,-12-23 6464 0 0,12 30-5302 0 0,-3 6-1118 0 0,-19 3 267 0 0,21 0-230 0 0,-8 11 27 0 0,8-12 108 0 0,-1 2 125 0 0,-8 15-129 0 0,1 1 0 0 0,1 0 0 0 0,1 1 0 0 0,0 0 0 0 0,2 1 0 0 0,-5 27 0 0 0,-19 159 308 0 0,29-197-323 0 0,-21 432 440 0 0,13-165 239 0 0,9-261-672 0 0,-2-2-64 0 0,-2 1 272 0 0,3-10-54 0 0,-1 0 1 0 0,1 0-1 0 0,-2-1 0 0 0,1 1 0 0 0,-1 0 0 0 0,-9 13 0 0 0,10-17-162 0 0,-1-1-1 0 0,1 1 0 0 0,-1-1 1 0 0,1 0-1 0 0,-1 0 0 0 0,0 0 0 0 0,0 0 1 0 0,-1-1-1 0 0,1 1 0 0 0,-1-1 0 0 0,1 0 1 0 0,-1-1-1 0 0,1 1 0 0 0,-1-1 0 0 0,-9 2 1 0 0,-13-2 17 0 0,1 0 0 0 0,-1-2 0 0 0,-40-5 0 0 0,51 3-315 0 0,-61-8 429 0 0,17-1-4015 0 0,40 7 1321 0 0,15 4-1612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07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24 548 0 0,'0'0'13296'0'0,"-2"-4"-13031"0"0,0 2-93 0 0,1 1-54 0 0,0 0 0 0 0,1 0 0 0 0,-1 0 0 0 0,0 0 0 0 0,0 0 0 0 0,1 0 0 0 0,-1-1 0 0 0,1 1 0 0 0,-1 0 0 0 0,1 0 0 0 0,-1 0 0 0 0,0-3 0 0 0,-3 6 182 0 0,0 1-248 0 0,0 1 0 0 0,0-1 0 0 0,0 1 0 0 0,0-1 0 0 0,1 1-1 0 0,-1 0 1 0 0,1 1 0 0 0,0-1 0 0 0,1 0 0 0 0,-1 1 0 0 0,1 0-1 0 0,0-1 1 0 0,0 1 0 0 0,-2 7 0 0 0,-6 27 537 0 0,-7 47 0 0 0,17-80-482 0 0,0 2 51 0 0,1 4-123 0 0,-1-3 144 0 0,0 1-1 0 0,1 0 0 0 0,0-1 0 0 0,1 1 1 0 0,0-1-1 0 0,0 1 0 0 0,1-1 0 0 0,0 0 1 0 0,1 0-1 0 0,0 0 0 0 0,6 10 1 0 0,-4-12-178 0 0,1 0 1 0 0,-1 0 0 0 0,2-1 0 0 0,-1 1 0 0 0,1-2 0 0 0,-1 1 0 0 0,2-1 0 0 0,-1 0-1 0 0,0-1 1 0 0,13 5 0 0 0,-14-6-595 0 0,-1-3 35 0 0,20 4-147 0 0,-19-4-666 0 0,-2-2-996 0 0,15-5-1479 0 0,-15 5 258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07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1168 0 0,'0'0'14493'0'0,"3"-2"-13799"0"0,-3 1-606 0 0,0 1 1 0 0,1-1 0 0 0,-1 1-1 0 0,1-1 1 0 0,-1 1-1 0 0,1 0 1 0 0,-1-1 0 0 0,1 1-1 0 0,-1 0 1 0 0,1-1-1 0 0,-1 1 1 0 0,1 0 0 0 0,-1 0-1 0 0,1-1 1 0 0,-1 1-1 0 0,1 0 1 0 0,-1 0 0 0 0,1 0-1 0 0,0 0 1 0 0,-1 0-1 0 0,1 0 1 0 0,-1 0 0 0 0,1 0-1 0 0,0 0 1 0 0,-1 0 0 0 0,1 0-1 0 0,-1 0 1 0 0,2 0-1 0 0,-1 2 52 0 0,0 0 1 0 0,0 0-1 0 0,0 0 0 0 0,0 0 0 0 0,-1 0 0 0 0,1 0 0 0 0,-1 0 0 0 0,1 0 0 0 0,-1 0 0 0 0,0 0 1 0 0,1 1-1 0 0,-1-1 0 0 0,-1 2 0 0 0,3 19 63 0 0,-2-17-155 0 0,9-29-14088 0 0,-7 18 10371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08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0 292 0 0,'0'0'17312'0'0,"-2"4"-17080"0"0,-8 11-168 0 0,8-11 710 0 0,-3-2-816 0 0,-41 15 94 0 0,42-15-2 0 0,0 0 58 0 0,-38 19 1444 0 0,158-21-505 0 0,5-4-65 0 0,-54 2-335 0 0,1-3 343 0 0,-61 5-302 0 0,0-1-300 0 0,20-1-131 0 0,-20 2 386 0 0,-1 0-622 0 0,1-1 1272 0 0,15 0-5030 0 0,15 4-10691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14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0 143 2272 0 0,'0'0'15156'0'0,"5"-1"-15594"0"0,14-5 612 0 0,-15 4 81 0 0,2 2-556 0 0,3 1 237 0 0,0 0 1 0 0,-1 0 0 0 0,1 1 0 0 0,8 2 0 0 0,-13-2 123 0 0,-2-1-135 0 0,0-1 81 0 0,-1 0 0 0 0,1 1 1 0 0,-1 0-1 0 0,0-1 0 0 0,1 1 0 0 0,-1 0 0 0 0,1 0 1 0 0,-1 0-1 0 0,0 0 0 0 0,0 0 0 0 0,3 2 0 0 0,-3-1-8 0 0,4 0-90 0 0,-2 2 172 0 0,43 56 19 0 0,-43-56-73 0 0,-3-2-27 0 0,0 0 0 0 0,0 0-1 0 0,0 0 1 0 0,1 0-1 0 0,-1 1 1 0 0,1-1 0 0 0,0-1-1 0 0,0 1 1 0 0,-1 0 0 0 0,3 3-1 0 0,0 1-47 0 0,-1 0-129 0 0,-1 0 161 0 0,4 17 132 0 0,-4-17-19 0 0,1 1-192 0 0,4 21 59 0 0,-5-21 81 0 0,-1-1-39 0 0,0 20 127 0 0,0-20-80 0 0,-1 2-76 0 0,-20 95 179 0 0,15-75-133 0 0,-3-1-73 0 0,0-1 0 0 0,-2 0 0 0 0,0-1 1 0 0,-18 27-1 0 0,26-48-48 0 0,3-3 92 0 0,0 0 0 0 0,0-1 0 0 0,0 1-1 0 0,0 0 1 0 0,-1-1 0 0 0,1 1 0 0 0,0 0 0 0 0,0-1-1 0 0,-1 1 1 0 0,1-1 0 0 0,-1 1 0 0 0,1-1 0 0 0,0 1 0 0 0,-1-1-1 0 0,1 1 1 0 0,-1-1 0 0 0,1 1 0 0 0,-1-1 0 0 0,1 1-1 0 0,-1-1 1 0 0,0 0 0 0 0,1 1 0 0 0,-2-1 0 0 0,2 0 17 0 0,-1 1 1 0 0,1-1 0 0 0,-1 0-1 0 0,1 0 1 0 0,-1 1 0 0 0,1-1 0 0 0,-1 0-1 0 0,1 1 1 0 0,-1-1 0 0 0,1 1-1 0 0,-1-1 1 0 0,1 0 0 0 0,0 1 0 0 0,-1-1-1 0 0,1 1 1 0 0,0-1 0 0 0,-1 1-1 0 0,1-1 1 0 0,0 1 0 0 0,0-1 0 0 0,-1 1-1 0 0,1 0 1 0 0,0-1 0 0 0,0 1-1 0 0,0-1 1 0 0,0 1 0 0 0,0 0 0 0 0,-1 1-21 0 0,1 0 0 0 0,-1-1 1 0 0,1 1-1 0 0,-1 0 1 0 0,0-1-1 0 0,0 1 0 0 0,0-1 1 0 0,0 1-1 0 0,0-1 1 0 0,0 0-1 0 0,0 1 1 0 0,-1 0-1 0 0,1-1-5 0 0,-1 3 737 0 0,3-11-1092 0 0,8-28 349 0 0,2 0 1 0 0,23-50 0 0 0,-23 60-133 0 0,-6 13 142 0 0,-1-1 0 0 0,5-21 0 0 0,-7 22-35 0 0,14-41-75 0 0,-6 19 125 0 0,25-57 0 0 0,8-8 338 0 0,-41 94-236 0 0,-2 3-111 0 0,0 1 1 0 0,1-1-1 0 0,-1 0 0 0 0,1 0 0 0 0,-1 0 0 0 0,1 0 0 0 0,0 1 0 0 0,-1-1 1 0 0,1 0-1 0 0,0 1 0 0 0,0-1 0 0 0,2-1 0 0 0,-1-1-3 0 0,1-2 47 0 0,-2 2-31 0 0,17-37-205 0 0,-16 37 100 0 0,4-13 69 0 0,-4 14 72 0 0,0 0 355 0 0,0-2-546 0 0,19-38 111 0 0,-19 39 1004 0 0,-3-2-1028 0 0,-2-16 95 0 0,2 17 31 0 0,-2 9-139 0 0,-9 13 28 0 0,9-13 10 0 0,0 1 71 0 0,-22 53-48 0 0,2 1 1 0 0,3 1 0 0 0,2 1-1 0 0,-17 117 1 0 0,32-161 5 0 0,1-6 15 0 0,1 1 0 0 0,0 0 1 0 0,1 0-1 0 0,1 14 0 0 0,-1-18-3 0 0,1 4 133 0 0,0 0 0 0 0,1 0 0 0 0,0 1 0 0 0,1-1 0 0 0,1-1 0 0 0,7 19 0 0 0,-8-20-100 0 0,-2-7-33 0 0,0 1 0 0 0,0-1-1 0 0,0 0 1 0 0,1 1-1 0 0,-1-1 1 0 0,1 0-1 0 0,0 0 1 0 0,0 0-1 0 0,0 0 1 0 0,4 4-1 0 0,0 1 94 0 0,7 8 7 0 0,0 0 0 0 0,1 0 0 0 0,20 16 1 0 0,14 4 32 0 0,-44-33-132 0 0,1 0 39 0 0,42 26 521 0 0,-43-26-444 0 0,0-1 38 0 0,11 7 29 0 0,-11-6-45 0 0,0-1-613 0 0,13 5 33 0 0,-13-5-272 0 0,2-2-5730 0 0,18-1 2987 0 0,-18 1 494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15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1 644 0 0,'0'0'14363'0'0,"-4"4"-14337"0"0,-11 12 173 0 0,11-12 85 0 0,-1 21 11 0 0,4-20-115 0 0,2 17 406 0 0,0 0 1 0 0,7 34-1 0 0,-6-52-436 0 0,0 3-97 0 0,1-1-12 0 0,0 0 0 0 0,0 0 0 0 0,0 0 0 0 0,1 0 0 0 0,0 0 0 0 0,0-1 0 0 0,1 0 0 0 0,0 0 0 0 0,0 0 0 0 0,0 0 0 0 0,0-1 0 0 0,1 0 0 0 0,9 6 0 0 0,-11-8-309 0 0,1-1-225 0 0,8 1-984 0 0,26 4-8473 0 0,-32-5 10295 0 0,-1 0-3601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16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12 2352 0 0,'0'0'2422'0'0,"-5"-3"-602"0"0,-3-2-2686 0 0,2 2 4120 0 0,6 9 2124 0 0,1 9-1919 0 0,-1-15-3458 0 0,0 1 0 0 0,0-1 0 0 0,0 1 0 0 0,0-1 0 0 0,0 0 0 0 0,0 1 0 0 0,0-1 0 0 0,-1 1 0 0 0,1-1 0 0 0,0 0 0 0 0,0 1 0 0 0,0-1 0 0 0,0 0 0 0 0,0 1 0 0 0,-1-1 0 0 0,1 0 0 0 0,0 1 0 0 0,0-1 0 0 0,-1 0 0 0 0,1 1 0 0 0,0-1 0 0 0,0 0 0 0 0,-1 1 0 0 0,1-1 0 0 0,0 0 0 0 0,-1 0 0 0 0,1 1 0 0 0,-1-1-8 0 0,0 1 0 0 0,1-1 0 0 0,-1 0 0 0 0,1 1 0 0 0,-1-1 0 0 0,1 1 1 0 0,-1 0-1 0 0,1-1 0 0 0,0 1 0 0 0,-1-1 0 0 0,1 1 0 0 0,0 0 0 0 0,-1-1 0 0 0,1 1 1 0 0,0-1-1 0 0,0 1 0 0 0,0 0 0 0 0,-1 0 0 0 0,1-1 0 0 0,0 1 0 0 0,0 0 1 0 0,0-1-1 0 0,0 1 0 0 0,0 0 0 0 0,0-1 0 0 0,0 1 0 0 0,1 1 0 0 0,0 23-55 0 0,-1-19 476 0 0,-1-2-344 0 0,-5 15-195 0 0,4-14 2059 0 0,0-1-1970 0 0,-5 13-19 0 0,6-13 1763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54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2408 0 0,'0'0'4076'0'0,"4"-1"-3130"0"0,-3 0-999 0 0,1 0 1 0 0,0 0-1 0 0,-1 0 1 0 0,1 0-1 0 0,0 0 0 0 0,0 1 1 0 0,0-1-1 0 0,-1 0 1 0 0,5 1-1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4:32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 0 0,'0'0'300'0'0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47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 3364 0 0,'0'0'4458'0'0,"2"-4"-3209"0"0,11-28 8988 0 0,-9 17-4503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48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44 160 0 0,'0'0'12163'0'0,"-4"-2"-11377"0"0,-15-10 9400 0 0,23 10-9911 0 0,9-2-179 0 0,0 0 1 0 0,22-3-1 0 0,88-3-1607 0 0,-94 8 461 0 0,-9 1 603 0 0,6 2-591 0 0,45 1-4485 0 0,-54 0 767 0 0,-5 3 3502 0 0,-7-2 159 0 0,1-1-2662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48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6 816 0 0,'0'0'9245'0'0,"-4"3"-7776"0"0,-17 7 9068 0 0,30-10-10293 0 0,71-5-663 0 0,-1 0-1916 0 0,1 3-4562 0 0,-40-1 2707 0 0,2-1-852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49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499 161 1064 0 0,'12'-23'2792'0'0,"-10"19"1291"0"0,-1 0-2408 0 0,6-13-218 0 0,-6 13 1721 0 0,0-1-2608 0 0,0-4 35 0 0,0 1-1 0 0,0-1 0 0 0,-1 1 0 0 0,-2-11 0 0 0,1 14-359 0 0,-2 2-208 0 0,-38-23 168 0 0,36 23-63 0 0,-1 2-383 0 0,-58-11 317 0 0,58 11-41 0 0,0 1 62 0 0,-18 0 12 0 0,18 0-4 0 0,0 2-60 0 0,-21 5 35 0 0,20-6-12 0 0,0 2-133 0 0,-19 10 65 0 0,1 1-1 0 0,-29 22 1 0 0,32-18 145 0 0,2 1 0 0 0,0 1 0 0 0,1 1 1 0 0,-32 46-1 0 0,24-30 68 0 0,22-29-179 0 0,0 0 0 0 0,1 0-1 0 0,0 0 1 0 0,0 1-1 0 0,1-1 1 0 0,-3 15-1 0 0,4-16 9 0 0,-7 15 31 0 0,5-1 15 0 0,3-13-70 0 0,1-6-33 0 0,-2 9 168 0 0,1 0 0 0 0,1 0 0 0 0,-1-1 0 0 0,2 1 0 0 0,0 0-1 0 0,0 0 1 0 0,4 13 0 0 0,22 36 256 0 0,-27-58-392 0 0,1 0 1 0 0,0 1 0 0 0,0-1-1 0 0,0 0 1 0 0,1 0 0 0 0,-1 0 0 0 0,0 0-1 0 0,1 0 1 0 0,-1 0 0 0 0,4 3-1 0 0,11 9 124 0 0,-10-7-80 0 0,0-1 0 0 0,0 0-1 0 0,1-1 1 0 0,0 1 0 0 0,0-1 0 0 0,1-1-1 0 0,-1 1 1 0 0,15 5 0 0 0,-19-9-53 0 0,12 6 90 0 0,0-2-1 0 0,0 0 0 0 0,0-1 1 0 0,1 0-1 0 0,-1-2 0 0 0,1 0 0 0 0,0 0 1 0 0,-1-1-1 0 0,1-1 0 0 0,23-3 1 0 0,26-9 842 0 0,-54 10-673 0 0,12-5 29 0 0,0-3 191 0 0,-14 8-359 0 0,-5 1-45 0 0,-1 0 1 0 0,1-1-1 0 0,0 1 0 0 0,-1-1 0 0 0,1 0 0 0 0,-1 0 1 0 0,5-3-1 0 0,4-1 110 0 0,-1-1 0 0 0,-1 0 0 0 0,0-1 1 0 0,0 0-1 0 0,0-1 0 0 0,-1 0 0 0 0,0 0 0 0 0,-1-1 1 0 0,0 0-1 0 0,0-1 0 0 0,-1 1 0 0 0,-1-1 0 0 0,7-14 1 0 0,5-33 172 0 0,-18 55-358 0 0,1 1 1 0 0,0-1-1 0 0,-1 1 1 0 0,1-1-1 0 0,-1 1 1 0 0,0-1-1 0 0,0 1 1 0 0,0-1-1 0 0,0 1 1 0 0,-1-5-1 0 0,0 0-9 0 0,-3-8-23 0 0,-2 5-224 0 0,0 0 0 0 0,0 0 0 0 0,-1 1 0 0 0,0-1 0 0 0,-1 2 0 0 0,0-1 0 0 0,0 1 0 0 0,-1 0 0 0 0,0 1 0 0 0,-18-11 0 0 0,11 10-774 0 0,0 1 1 0 0,-1 0-1 0 0,0 1 1 0 0,0 1-1 0 0,-34-5 0 0 0,-90 0-7916 0 0,99 9 6402 0 0,-46-5-3377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5:45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82 636 0 0,'0'0'6545'0'0,"-2"-4"-5753"0"0,-7-19 8539 0 0,15 21-9290 0 0,64-9 384 0 0,301-24-265 0 0,-365 34-87 0 0,20-1 79 0 0,-21 2 1 0 0,2-1 45 0 0,20-1 112 0 0,-20 2-47 0 0,-2-1-622 0 0,7 2 1294 0 0,25 3-13803 0 0,-32-2 9509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5:47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75 1284 0 0,'-3'-16'-23'0'0,"-3"-12"8529"0"0,2 19-7526 0 0,3 4 3497 0 0,-3 0-4763 0 0,-3-5-3 0 0,8 10 386 0 0,-1-1 0 0 0,1 1 0 0 0,-1 0 0 0 0,0 0 0 0 0,1 0 0 0 0,-1 0 0 0 0,1 0 0 0 0,-1 0 1 0 0,1 0-1 0 0,-1 0 0 0 0,1 0 0 0 0,-1 0 0 0 0,0 0 0 0 0,1 0 0 0 0,-1 0 0 0 0,1 0 0 0 0,-1 0 0 0 0,1 1 1 0 0,-1-1-1 0 0,0 0 0 0 0,1 0 0 0 0,-1 0 0 0 0,1 1 0 0 0,-1-1 0 0 0,0 0 0 0 0,1 0 0 0 0,-1 1 0 0 0,0-1 1 0 0,1 0-1 0 0,-1 1 0 0 0,0-1 0 0 0,1 1 0 0 0,3 1-94 0 0,0 0-52 0 0,14 5-10 0 0,-14-6 149 0 0,2 1-70 0 0,16 6 20 0 0,-16-6 87 0 0,-1 0-24 0 0,45 16-301 0 0,-45-16 130 0 0,0 0 147 0 0,74 32-69 0 0,-74-31 27 0 0,-4-3-44 0 0,0 0 1 0 0,0 0 0 0 0,0 0 0 0 0,0 0 0 0 0,-1 1 0 0 0,1-1-1 0 0,0 0 1 0 0,0 1 0 0 0,0-1 0 0 0,0 0 0 0 0,0 1 0 0 0,-1-1-1 0 0,1 1 1 0 0,0-1 0 0 0,0 1 0 0 0,-1 0 0 0 0,2 0 0 0 0,12 9 128 0 0,2-1-36 0 0,-13-7-13 0 0,1 1-142 0 0,12 7 53 0 0,-13-7 34 0 0,2 0-65 0 0,11 10 147 0 0,-12-10-65 0 0,-4-3-431 0 0,1 0 388 0 0,0 0-1 0 0,-1 1 0 0 0,1-1 1 0 0,-1 0-1 0 0,1 0 1 0 0,-1 1-1 0 0,1-1 1 0 0,-1 0-1 0 0,0 1 0 0 0,1-1 1 0 0,-1 1-1 0 0,1-1 1 0 0,-1 0-1 0 0,0 1 1 0 0,1-1-1 0 0,-1 1 1 0 0,0-1-1 0 0,1 1 0 0 0,-1-1 1 0 0,0 1-1 0 0,0-1 1 0 0,0 1-1 0 0,1 0 1 0 0,-1 0 15 0 0,0-1 0 0 0,0 1 0 0 0,0 0 1 0 0,0-1-1 0 0,1 1 0 0 0,-1-1 0 0 0,0 1 1 0 0,0-1-1 0 0,1 1 0 0 0,-1-1 0 0 0,0 1 1 0 0,1-1-1 0 0,-1 0 0 0 0,1 1 0 0 0,-1-1 1 0 0,1 1-1 0 0,-1-1 0 0 0,0 0 0 0 0,1 1 1 0 0,-1-1-1 0 0,1 0 0 0 0,-1 0 0 0 0,1 1 1 0 0,0-1-1 0 0,-1 5 56 0 0,-1 17-101 0 0,1-16 136 0 0,-3-1-104 0 0,-9 15 40 0 0,9-14-62 0 0,0-2-92 0 0,-19 27 156 0 0,-2-1-1 0 0,-41 40 1 0 0,52-57 109 0 0,-18 24 163 0 0,18-24-302 0 0,-16 18-53 0 0,-58 47 0 0 0,84-75-9 0 0,-1 0 34 0 0,-13 9 43 0 0,13-9-98 0 0,3-2-9 0 0,1-1 87 0 0,0 1 1 0 0,0-1 0 0 0,0 1 0 0 0,-1-1 0 0 0,1 1 0 0 0,0-1 0 0 0,-1 0 0 0 0,1 1-1 0 0,0-1 1 0 0,-1 1 0 0 0,1-1 0 0 0,0 0 0 0 0,-1 1 0 0 0,1-1 0 0 0,-1 0 0 0 0,1 0 0 0 0,-1 1-1 0 0,1-1 1 0 0,0 0 0 0 0,-1 0 0 0 0,1 0 0 0 0,-1 0 0 0 0,1 1 0 0 0,-2-1 0 0 0,2 0-11 0 0,-1 0 1 0 0,1 0 0 0 0,-1 0 0 0 0,1 0 0 0 0,-1 0-1 0 0,1 0 1 0 0,-1 1 0 0 0,1-1 0 0 0,-1 0-1 0 0,1 0 1 0 0,-1 1 0 0 0,1-1 0 0 0,0 0 0 0 0,-1 0-1 0 0,1 1 1 0 0,0-1 0 0 0,-1 1 0 0 0,1-1 0 0 0,0 0-1 0 0,-1 1 1 0 0,1-1 0 0 0,0 1 0 0 0,0-1 0 0 0,-1 0-1 0 0,1 1 1 0 0,0 0 0 0 0,-8 9-80 0 0,-5 1 91 0 0,1 3 66 0 0,9-11 237 0 0,1 1-273 0 0,-17 36-392 0 0,17-36 1941 0 0,33-2-1403 0 0,-25-2-195 0 0,0-1 176 0 0,103-15 126 0 0,-59 5-300 0 0,-15 3 161 0 0,43-3 1 0 0,75-4-472 0 0,-146 14 339 0 0,-1 1 184 0 0,19-3 10 0 0,-19 2 300 0 0,0 1-473 0 0,19 0-95 0 0,-19 0 52 0 0,1 1-4813 0 0,20-1 779 0 0,-20 0 100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5:49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2 256 368 0 0,'0'0'14095'0'0,"-1"-5"-13915"0"0,0-3 154 0 0,1-1-1 0 0,1 1 0 0 0,0-1 1 0 0,0 1-1 0 0,0 0 1 0 0,1-1-1 0 0,3-8 0 0 0,-3 13-392 0 0,-2 3-107 0 0,1-1 151 0 0,0 1 1 0 0,-1 0 0 0 0,1 0 0 0 0,0-1-1 0 0,0 1 1 0 0,0 0 0 0 0,0 0 0 0 0,0 0-1 0 0,0 0 1 0 0,0 0 0 0 0,1-1 0 0 0,-1 1 0 0 0,1-2 120 0 0,2 1-151 0 0,34-23 111 0 0,-34 22-12 0 0,0 1-367 0 0,3 1 281 0 0,0-1 0 0 0,0 0 0 0 0,0 1 0 0 0,0 1 1 0 0,12-1-1 0 0,-13 1-27 0 0,-1 3 36 0 0,12 6 56 0 0,-12-7 15 0 0,-1 1-62 0 0,1 2 39 0 0,-1-1 0 0 0,1 1 1 0 0,0 0-1 0 0,-1 1 0 0 0,0-1 1 0 0,0 1-1 0 0,-1-1 0 0 0,0 1 0 0 0,0 0 1 0 0,3 9-1 0 0,-1-3 16 0 0,-1 1-1 0 0,-1 0 0 0 0,0 0 1 0 0,0 15-1 0 0,-3-17-61 0 0,-1 0 0 0 0,0-1 0 0 0,0 1 0 0 0,-2-1-1 0 0,1 1 1 0 0,-1-1 0 0 0,-5 11 0 0 0,2-1 230 0 0,-26 64-110 0 0,30-79-253 0 0,-1 0 103 0 0,-7 14 192 0 0,7-14 177 0 0,3-3-335 0 0,0 0 1 0 0,-1 0-1 0 0,1 0 0 0 0,-1 0 1 0 0,1 0-1 0 0,-1 0 0 0 0,0 0 1 0 0,1-1-1 0 0,-1 1 0 0 0,-2 2 1 0 0,2 1-154 0 0,2-11-524 0 0,4-16 633 0 0,-4 16-109 0 0,1 1 66 0 0,15-24-10 0 0,1 0-1 0 0,28-33 0 0 0,-41 56 113 0 0,41-51-12 0 0,14-16 422 0 0,9-24-518 0 0,-66 93-65 0 0,-1-1 124 0 0,8-15-15 0 0,-8 14-8 0 0,0 2 78 0 0,6-12 78 0 0,-6 12 202 0 0,0 0-188 0 0,14-44 581 0 0,-14 43-107 0 0,-4 0-940 0 0,-3-13 386 0 0,3 13 220 0 0,-2 7-365 0 0,-14 9-42 0 0,14-8 49 0 0,1 0 38 0 0,-13 20 211 0 0,1 1 0 0 0,1 0 1 0 0,1 2-1 0 0,-13 36 0 0 0,5-1-200 0 0,-12 65 0 0 0,29-108 216 0 0,4 4-71 0 0,2-9-11 0 0,-1-2-86 0 0,1-1 0 0 0,0 0 0 0 0,0 0 0 0 0,1 0 0 0 0,6 14 0 0 0,-6-19 43 0 0,0 0 0 0 0,0-1 0 0 0,0 1 0 0 0,0-1 0 0 0,1 1 0 0 0,0-1-1 0 0,0 0 1 0 0,0 0 0 0 0,0-1 0 0 0,1 1 0 0 0,0-1 0 0 0,-1 0-1 0 0,11 5 1 0 0,-6-3-28 0 0,-6-3-21 0 0,1 1 0 0 0,0-1 0 0 0,0 0 1 0 0,0-1-1 0 0,0 1 0 0 0,0-1 0 0 0,0 0 1 0 0,6 1-1 0 0,120 21-2974 0 0,-54-12-4816 0 0,-67-9 4782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9:46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80 0 0,'0'0'14627'0'0,"-3"3"-14542"0"0,-5 7 1828 0 0,17-8 1998 0 0,17-1-4577 0 0,50 7 941 0 0,149 11-916 0 0,-152-14 281 0 0,-65-5 295 0 0,59 7 7 0 0,-61-7-133 0 0,0 1-684 0 0,17 4 332 0 0,-17-4-385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9:48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33 276 0 0,'0'0'8368'0'0,"0"-5"-8215"0"0,3-22 7168 0 0,1 29-7862 0 0,13 9 520 0 0,-1 2-1 0 0,0 0 1 0 0,-1 1-1 0 0,-1 0 1 0 0,18 24-1 0 0,17 16 91 0 0,-3-4 603 0 0,-4-10-389 0 0,-37-36 335 0 0,-2 0-796 0 0,12 11 38 0 0,-12-11-143 0 0,1-2 398 0 0,47 46 894 0 0,-48-44-1200 0 0,-4 1-825 0 0,-1 1 921 0 0,0 0 1 0 0,-1 0-1 0 0,0 0 1 0 0,0-1-1 0 0,0 1 1 0 0,-5 5-1 0 0,5-8 44 0 0,3-1 90 0 0,-1-1-1 0 0,1 1 0 0 0,-1-1 0 0 0,0 1 1 0 0,1-1-1 0 0,-1 0 0 0 0,0 0 0 0 0,0 1 1 0 0,0-1-1 0 0,0 0 0 0 0,0 0 0 0 0,-2 1 0 0 0,2-1 6 0 0,-2 3-127 0 0,-1 0-54 0 0,-45 57-460 0 0,-56 91 0 0 0,48-71 26 0 0,46-64 441 0 0,8-13 596 0 0,1 1-522 0 0,-3 4 217 0 0,-2 0-19 0 0,1 1-1 0 0,1-1 1 0 0,-9 22-1 0 0,19-29-183 0 0,12 5 207 0 0,-12-5 175 0 0,2-2-507 0 0,21-1 119 0 0,-21 1 60 0 0,1 0 145 0 0,115 5 384 0 0,-52-1-753 0 0,37 2 25 0 0,-102-6 255 0 0,0 0-106 0 0,17 0 8 0 0,-17 0 276 0 0,0 0-87 0 0,17 3 68 0 0,-18-3 422 0 0,1 0-584 0 0,17 2-63 0 0,-17-2 187 0 0,0 0-186 0 0,18 2 60 0 0,-18-1-201 0 0,18 8-10498 0 0,-20-7 7420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9:53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12 178 1120 0 0,'0'0'3085'0'0,"-2"-4"-2415"0"0,-7-20 6063 0 0,10 20-6550 0 0,8-49 3860 0 0,-8 48-3047 0 0,-1-1-897 0 0,0-17-169 0 0,0 18 286 0 0,1-1-366 0 0,1-15 161 0 0,-1 16 571 0 0,-1 0-1080 0 0,1-2 537 0 0,-1-3-296 0 0,-7 26-13117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9:56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69 144 0 0,'0'0'5002'0'0,"2"-4"-4789"0"0,-1 2 127 0 0,6-8-701 0 0,-5 2 5002 0 0,-2 7-4654 0 0,-1 1 0 0 0,1-1 0 0 0,0 1 0 0 0,0-1 0 0 0,0 0 0 0 0,0 1 1 0 0,0-1-1 0 0,-1 1 0 0 0,1-1 0 0 0,0 0 0 0 0,0 1 0 0 0,-1-1 0 0 0,1 1 0 0 0,0-1 0 0 0,-1 1 0 0 0,1-1 1 0 0,-1 1-1 0 0,1 0 0 0 0,-1-1 0 0 0,0 0 0 0 0,-10-13 3914 0 0,3-1-3788 0 0,6 11 3921 0 0,4 9-4899 0 0,7 14 1084 0 0,-6-15-178 0 0,-1 2-663 0 0,0-2 569 0 0,-1-3 31 0 0,0 1 1 0 0,0-1-1 0 0,0 1 0 0 0,0-1 1 0 0,-1 1-1 0 0,1 0 0 0 0,-1-1 1 0 0,1 1-1 0 0,-1 0 0 0 0,1-1 1 0 0,-1 4-1 0 0,3 0 174 0 0,3 5-175 0 0,0 0 0 0 0,0-1 1 0 0,1 1-1 0 0,1-1 1 0 0,-1-1-1 0 0,2 1 0 0 0,-1-1 1 0 0,12 8-1 0 0,26 14 575 0 0,19 6-286 0 0,-61-34-212 0 0,1 0-245 0 0,14 7 24 0 0,-15-7 95 0 0,1-1 64 0 0,12 3 18 0 0,0 0 0 0 0,1-2-1 0 0,-1 0 1 0 0,1-1 0 0 0,-1-1-1 0 0,32-3 1 0 0,-43 3 520 0 0,0-2-551 0 0,20-2-89 0 0,-20 3 133 0 0,-2-1-270 0 0,15-4-112 0 0,-15 5-292 0 0,1-1-151 0 0,12-3-47 0 0,-12 4-45 0 0,-1-2-1068 0 0,40-31-3705 0 0,-39 31 4810 0 0,6-7-134 0 0,-2 0-1125 0 0,6-5 1511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9:57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360 164 1716 0 0,'0'0'1096'0'0,"2"-5"-555"0"0,15-46 3217 0 0,-15 46-1597 0 0,-1 0-1687 0 0,-1-6-749 0 0,-1-27 6072 0 0,0 33-4804 0 0,-1 1-891 0 0,-21-32 1395 0 0,21 33-1303 0 0,-3 3-252 0 0,-15 4-42 0 0,15-3 16 0 0,4 4 108 0 0,-1 0 1 0 0,1 0 0 0 0,-1 1 0 0 0,0-1-1 0 0,0 0 1 0 0,-4 8 0 0 0,4-10-70 0 0,0 1 164 0 0,1 2-42 0 0,-5 17-85 0 0,5-18 119 0 0,-1 2-89 0 0,-7 42-50 0 0,2 0 0 0 0,-2 70 0 0 0,12 34-348 0 0,-1-113 407 0 0,-1 238 344 0 0,-2-272-168 0 0,2 8-99 0 0,-2-1 0 0 0,1 1 0 0 0,-6 24 0 0 0,5-31 37 0 0,1-4 82 0 0,-1 1 0 0 0,1-1 0 0 0,-1 1 0 0 0,0-1-1 0 0,0 1 1 0 0,0-1 0 0 0,-4 6 0 0 0,-2 15 765 0 0,3-21-824 0 0,-10 10-71 0 0,10-10 93 0 0,-1-1-69 0 0,-15 5 10 0 0,15-6-41 0 0,0 0 6 0 0,-48-1 220 0 0,48-1-279 0 0,-2 0-53 0 0,-19-5-60 0 0,19 4-34 0 0,2 1 49 0 0,-18-4-37 0 0,17 4-164 0 0,2 0-215 0 0,-15-4-228 0 0,14 3-189 0 0,0 2-4434 0 0,-16-1 1421 0 0,15 0 309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9:57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0 64 0 0,'0'0'16368'0'0,"-5"3"-17165"0"0,-14 6 749 0 0,15-6 141 0 0,2 1-193 0 0,-3 9 107 0 0,0 0-1 0 0,1 0 1 0 0,1 1-1 0 0,0-1 1 0 0,0 1-1 0 0,2-1 1 0 0,0 1-1 0 0,1 23 1 0 0,0-31 296 0 0,1 0-2 0 0,0-3-247 0 0,0 3-2 0 0,0 0 1 0 0,0 0-1 0 0,1 0 1 0 0,0 0-1 0 0,0-1 0 0 0,0 1 1 0 0,0-1-1 0 0,1 1 1 0 0,0-1-1 0 0,0 0 1 0 0,1 0-1 0 0,0 0 1 0 0,-1-1-1 0 0,2 1 1 0 0,-1-1-1 0 0,0 0 0 0 0,9 6 1 0 0,24 10 69 0 0,-31-19-57 0 0,-2 1 68 0 0,3 0-256 0 0,18 5 24 0 0,-18-5 40 0 0,-1-1 124 0 0,17 2-106 0 0,-17-2-39 0 0,1 0-348 0 0,19 1-150 0 0,-20-2-404 0 0,-1-1-2799 0 0,15-5 691 0 0,-15 4 525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9:58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49 3652 0 0,'0'0'4815'0'0,"-2"-4"-2920"0"0,-2-3-1356 0 0,1 3 483 0 0,1 0 1 0 0,0-1-1 0 0,0 1 1 0 0,0-1-1 0 0,0 1 1 0 0,-1-8-1 0 0,2 13-988 0 0,-1 0-1 0 0,0 0 1 0 0,1 0-1 0 0,-1 0 1 0 0,0-1-1 0 0,0 1 1 0 0,0-1-1 0 0,0 1 0 0 0,1-1 1 0 0,-4 1-1 0 0,1 0 435 0 0,3 1-422 0 0,0-1 0 0 0,0 1 0 0 0,-1-1-1 0 0,1 1 1 0 0,0-1 0 0 0,0 1 0 0 0,-1-1-1 0 0,1 0 1 0 0,-1 0 0 0 0,-2 2 0 0 0,1 0 1591 0 0,-9 5-121 0 0,7-4-4467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9:59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9 556 0 0,'0'0'12409'0'0,"-4"-1"-11178"0"0,-14-5-496 0 0,13 5 1536 0 0,11 3-2721 0 0,-1-1 449 0 0,-1 2 1 0 0,1-1-1 0 0,-1 0 1 0 0,1 1 0 0 0,-1 0-1 0 0,0 0 1 0 0,0 0 0 0 0,4 5-1 0 0,-5-4-27 0 0,0-1 135 0 0,25 32-125 0 0,-25-31-192 0 0,1 11 126 0 0,6 4 20 0 0,1 40 17 0 0,-10-52-34 0 0,-1-1-129 0 0,-4 52 166 0 0,3-52 120 0 0,1 1 73 0 0,-3 20 63 0 0,3-20-158 0 0,-2-3-326 0 0,-4 18-342 0 0,-8 29 713 0 0,15-43-615 0 0,9-24-1218 0 0,3-8 1016 0 0,12-20-157 0 0,40-58 0 0 0,-53 80 981 0 0,-2 3-61 0 0,26-47 2858 0 0,-34 61-1853 0 0,0 1-906 0 0,16-41 1164 0 0,-17 41-526 0 0,-2 4-788 0 0,-1 0 3 0 0,0 1-1 0 0,0-1 1 0 0,0 1-1 0 0,0-1 1 0 0,1 1-1 0 0,-1 0 0 0 0,0 0 1 0 0,0 0-1 0 0,1 0 1 0 0,-1 0-1 0 0,-2 2 1 0 0,1 0-68 0 0,2-3 63 0 0,-1 1 0 0 0,1 0 0 0 0,0-1 1 0 0,-1 1-1 0 0,1 0 0 0 0,0 0 0 0 0,0 0 1 0 0,0 0-1 0 0,0 0 0 0 0,0 0 1 0 0,0 0-1 0 0,0 0 0 0 0,0 0 0 0 0,0 1 1 0 0,1-1-1 0 0,-1 0 0 0 0,0 1 0 0 0,0 1 1 0 0,-2 3 54 0 0,-1 0-34 0 0,-2 4-50 0 0,-1 0 0 0 0,1 0 0 0 0,1 1 0 0 0,-7 16 0 0 0,5-9-108 0 0,1 0 1 0 0,1 0 0 0 0,0 1 0 0 0,1-1 0 0 0,2 1-1 0 0,-1 0 1 0 0,2 30 0 0 0,2-43 138 0 0,0 0-1 0 0,0-1 1 0 0,0 1 0 0 0,1-1 0 0 0,0 1-1 0 0,0-1 1 0 0,1 0 0 0 0,-1 0-1 0 0,1 0 1 0 0,6 8 0 0 0,-6-9 22 0 0,1 2-126 0 0,0 0 0 0 0,0 0 0 0 0,1 0 0 0 0,0-1-1 0 0,8 8 1 0 0,-1-1-264 0 0,-10-10 268 0 0,0 0-1 0 0,0 1 1 0 0,1-1-1 0 0,-1-1 1 0 0,0 1-1 0 0,1 0 1 0 0,0 0 0 0 0,-1-1-1 0 0,1 0 1 0 0,0 1-1 0 0,4 0 1 0 0,3 2-170 0 0,-5-1-145 0 0,0-1 1 0 0,0 0-1 0 0,-1 0 1 0 0,1-1-1 0 0,1 0 1 0 0,8 2-1 0 0,27 7-4430 0 0,-3 4 2867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9:59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51 2224 0 0,'3'-5'2454'0'0,"6"-14"-189"0"0,-7 14 1432 0 0,-2-7-1832 0 0,0 3 1172 0 0,-5 13-1600 0 0,-2 5-1890 0 0,5-6 462 0 0,0 1 1 0 0,0-1 0 0 0,0 1 0 0 0,1 0 0 0 0,0-1-1 0 0,0 1 1 0 0,0 0 0 0 0,0 0 0 0 0,0 0-1 0 0,1 0 1 0 0,0 0 0 0 0,0 0 0 0 0,0 5 0 0 0,0-7 27 0 0,0 6-86 0 0,0 0 1 0 0,0 0 0 0 0,1 0 0 0 0,0 1 0 0 0,3 11 0 0 0,-2-13 39 0 0,-2-5-35 0 0,1 1-1 0 0,0-1 1 0 0,-1 0 0 0 0,1 0-1 0 0,0 0 1 0 0,1 0 0 0 0,-1 0-1 0 0,0 0 1 0 0,1 0 0 0 0,-1 0-1 0 0,1 0 1 0 0,-1 0 0 0 0,1-1-1 0 0,0 1 1 0 0,-1-1 0 0 0,4 2-1 0 0,-4-2-66 0 0,0 0 0 0 0,1 0-1 0 0,-1-1 1 0 0,0 1 0 0 0,0 0-1 0 0,0 0 1 0 0,-1 0 0 0 0,1 0 0 0 0,0 0-1 0 0,0 0 1 0 0,0 1 0 0 0,-1-1-1 0 0,2 2 1 0 0,4-1-1123 0 0,20 7-630 0 0,-19-7-1029 0 0,0-3 426 0 0,32-3 263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9:59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18 3652 0 0,'-30'-10'3165'0'0,"23"7"-813"0"0,2 3-521 0 0,-15-3-451 0 0,15 2 741 0 0,0 0-1374 0 0,-52 1 1182 0 0,52 1-1686 0 0,0-1-476 0 0,-16 3-967 0 0,15-2-1054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0:00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0 368 0 0,'0'0'2302'0'0,"-5"1"-464"0"0,-4 3-1559 0 0,-24 8 8029 0 0,29-10-5123 0 0,2-2-3166 0 0,0 0-1 0 0,0 0 0 0 0,0 0 1 0 0,0 1-1 0 0,1-1 1 0 0,-1 0-1 0 0,0 1 0 0 0,0 0 1 0 0,0-1-1 0 0,1 1 0 0 0,-3 1 1 0 0,-1-1 2433 0 0,13-3-2402 0 0,-1 0 1 0 0,0 1-1 0 0,1 0 0 0 0,13 0 1 0 0,-8 1-10 0 0,149-6 254 0 0,-150 6-279 0 0,67-1 134 0 0,-19-3 25 0 0,11 2-291 0 0,-63 1 373 0 0,-1 1 99 0 0,19 2-6 0 0,-19-2 297 0 0,0 0-588 0 0,18-2-255 0 0,-19 2-237 0 0,23 4-12199 0 0,-23-3 7886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0:06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311 154 448 0 0,'0'0'14199'0'0,"-3"-3"-13673"0"0,0 0-417 0 0,0 0 0 0 0,0 0 0 0 0,0 0 0 0 0,-1 1 0 0 0,1-1 0 0 0,-1 1 0 0 0,0 0 0 0 0,-4-2-1 0 0,3 2 783 0 0,4 1-879 0 0,-1 0 0 0 0,0 0 0 0 0,0 1 0 0 0,1-1 0 0 0,-1 1 1 0 0,0 0-1 0 0,0-1 0 0 0,1 1 0 0 0,-1 0 0 0 0,0 0 0 0 0,0 0 1 0 0,-2 0-1 0 0,2 0 11 0 0,-3 0 34 0 0,-23-4-284 0 0,23 4 35 0 0,-1-1-124 0 0,-89-10 166 0 0,89 11 350 0 0,1-1-145 0 0,-8-1 0 0 0,-36-6 477 0 0,20 6 2986 0 0,30 2-3516 0 0,-1 0 1 0 0,0 0-1 0 0,1 0 0 0 0,-1 0 0 0 0,1 0 0 0 0,-1 0 1 0 0,0 0-1 0 0,1 0 0 0 0,-1 0 0 0 0,1-1 1 0 0,-1 1-1 0 0,0 0 0 0 0,1 0 0 0 0,-1 0 0 0 0,0 0 1 0 0,1-1-1 0 0,-1 1 0 0 0,0 0 0 0 0,1 0 0 0 0,-1 0 1 0 0,0-1-1 0 0,1 1 0 0 0,-1 0 0 0 0,0-1 0 0 0,0 1 1 0 0,0 0-1 0 0,1 0 0 0 0,-1-1 0 0 0,0 1 0 0 0,1-1 1 0 0,-1 0 2 0 0,1 0 0 0 0,-1 0 0 0 0,1 0 0 0 0,-1 1 0 0 0,1-1 0 0 0,0 0 0 0 0,0 0 0 0 0,-1 1 0 0 0,1-1 1 0 0,0 0-1 0 0,0 1 0 0 0,0-1 0 0 0,0 1 0 0 0,0-1 0 0 0,-1 1 0 0 0,1-1 0 0 0,0 1 0 0 0,0 0 0 0 0,0 0 0 0 0,0-1 0 0 0,0 1 1 0 0,2 0-1 0 0,159-28-240 0 0,0 7 1 0 0,233-1-1 0 0,-356 23-392 0 0,-32-1 273 0 0,-1 0-138 0 0,19 1 92 0 0,-19-1-396 0 0,31-2-13346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0:07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1 620 0 0,'0'0'9529'0'0,"-6"0"-8334"0"0,0 1-724 0 0,-4 1-17 0 0,-1-1 3727 0 0,10 3-4269 0 0,-6 14 77 0 0,5-13 75 0 0,4-1-136 0 0,7 14 295 0 0,1-1 0 0 0,14 18 0 0 0,24 15-323 0 0,3-2 1 0 0,2-2 0 0 0,96 64-1 0 0,-146-108 156 0 0,2 2-203 0 0,14 10-21 0 0,-15-11 109 0 0,16 13 617 0 0,-17-14-588 0 0,0 0 1 0 0,0 0-1 0 0,0 0 0 0 0,-1 0 0 0 0,1 1 1 0 0,0-1-1 0 0,-1 1 0 0 0,0 0 0 0 0,0-1 1 0 0,0 1-1 0 0,3 5 0 0 0,-5-8 30 0 0,3 4 235 0 0,-5 0-101 0 0,-4 15-41 0 0,4-15-171 0 0,-1 0-159 0 0,-11 10 103 0 0,0-1 1 0 0,-26 19-1 0 0,4-8 37 0 0,-63 46-292 0 0,23-10 425 0 0,21-7-88 0 0,36-33 211 0 0,16-17-174 0 0,-1 1-85 0 0,-14 13 136 0 0,14-13 32 0 0,0 0-82 0 0,-11 10-50 0 0,11-10-49 0 0,0 0 51 0 0,-9 10 175 0 0,10-10 198 0 0,2-3-287 0 0,-1 0 0 0 0,0 1 1 0 0,1-1-1 0 0,0 0 0 0 0,-1 1 0 0 0,1-1 0 0 0,0 1 0 0 0,0 0 0 0 0,-2 2 0 0 0,0 0 1218 0 0,3-4-1276 0 0,0 1 37 0 0,0-1-1 0 0,1 1 1 0 0,-1-1 0 0 0,0 1 0 0 0,0-1 0 0 0,0 0 0 0 0,1 1 0 0 0,-1-1 0 0 0,0 1 0 0 0,1-1 0 0 0,-1 1 0 0 0,0-1 0 0 0,1 0 0 0 0,-1 1 0 0 0,1-1 0 0 0,-1 0 0 0 0,0 1 0 0 0,1-1 0 0 0,-1 0 0 0 0,1 0 0 0 0,-1 1 0 0 0,1-1 0 0 0,-1 0 0 0 0,1 0 0 0 0,0 0-1 0 0,-1 0 10 0 0,1 0-1 0 0,-1 1 0 0 0,1-1 0 0 0,-1 0 0 0 0,1 0 0 0 0,-1 0 1 0 0,1 0-1 0 0,-1 1 0 0 0,1-1 0 0 0,-1 0 0 0 0,0 1 0 0 0,1-1 0 0 0,-1 0 1 0 0,0 1-1 0 0,1-1 0 0 0,-1 0 0 0 0,0 1 0 0 0,1-1 0 0 0,-1 1 0 0 0,0-1 1 0 0,0 0-1 0 0,1 1 0 0 0,-1-1 0 0 0,0 1 0 0 0,0-1 0 0 0,0 1 0 0 0,1 0 1 0 0,5-2 83 0 0,18-2-199 0 0,-17 3 30 0 0,0-1 197 0 0,295-35-375 0 0,-276 34 151 0 0,-19 2 39 0 0,1 0 206 0 0,22-1-8 0 0,-22 1-156 0 0,-2-1 129 0 0,58-2-125 0 0,-34 2-566 0 0,-24 1 261 0 0,1 0-3134 0 0,20 1 1198 0 0,-20 0-775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0:07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 1028 0 0,'0'0'11467'0'0,"0"-6"-10411"0"0,1-23 2005 0 0,1 29-3376 0 0,0 0 325 0 0,-1 1 0 0 0,1-1 1 0 0,0 0-1 0 0,0 1 1 0 0,-1-1-1 0 0,1 1 1 0 0,0 0-1 0 0,-1 0 0 0 0,1-1 1 0 0,1 3-1 0 0,2-1-46 0 0,0 0-66 0 0,-1 2 236 0 0,3 6-133 0 0,0 0 25 0 0,0-1 0 0 0,1 1-1 0 0,0-1 1 0 0,1-1 0 0 0,0 1 0 0 0,0-1 0 0 0,1-1-1 0 0,0 0 1 0 0,0 0 0 0 0,1-1 0 0 0,-1-1 0 0 0,13 5 0 0 0,-13-6 10 0 0,1-1 1 0 0,-1-1 0 0 0,1 0 0 0 0,0 0 0 0 0,-1-1 0 0 0,1-1-1 0 0,0 1 1 0 0,0-2 0 0 0,0 0 0 0 0,0 0 0 0 0,-1-1 0 0 0,1 0 0 0 0,-1 0-1 0 0,20-9 1 0 0,-12 5-22 0 0,-1-2 1 0 0,0 0-1 0 0,25-17 0 0 0,-4-4 142 0 0,-34 26 119 0 0,0-1-52 0 0,11-9-25 0 0,-11 9 438 0 0,0 1-506 0 0,34-23 22 0 0,-40 48-237 0 0,1-17 228 0 0,0 3 48 0 0,-1 44-36 0 0,2-4 9 0 0,-8 350 828 0 0,-17-198-806 0 0,23-189-163 0 0,-1 12 148 0 0,-1-7-111 0 0,0-4 12 0 0,-28 47 206 0 0,28-53-212 0 0,3-4-52 0 0,0 0 1 0 0,-1 0-1 0 0,1 0 0 0 0,-1 0 1 0 0,1 0-1 0 0,-1 0 0 0 0,1-1 0 0 0,-1 1 1 0 0,0-1-1 0 0,0 1 0 0 0,0-1 1 0 0,0 0-1 0 0,-4 3 0 0 0,-3 1 84 0 0,2-2-231 0 0,-1 1 0 0 0,1-1 0 0 0,0-1 0 0 0,-1 1 0 0 0,1-1 0 0 0,-1-1 0 0 0,0 1 0 0 0,0-1 0 0 0,1-1 0 0 0,-1 1 0 0 0,0-1 0 0 0,0-1-1 0 0,0 1 1 0 0,0-2 0 0 0,1 1 0 0 0,-1-1 0 0 0,0 0 0 0 0,1 0 0 0 0,0-1 0 0 0,-1 0 0 0 0,1 0 0 0 0,-8-6 0 0 0,-6-5-793 0 0,-18-24-9007 0 0,38 36 9556 0 0,-3-2-3802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0:08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0 916 0 0,'0'0'3156'0'0,"-4"1"-2099"0"0,-15 5-207 0 0,14-5 4714 0 0,-1-1-5333 0 0,-19-2 40 0 0,19 2 234 0 0,0 1-435 0 0,-19 2 24 0 0,18-2 131 0 0,2 0-99 0 0,-15 5-44 0 0,15-5 133 0 0,1 0-92 0 0,-45 14 1062 0 0,44-14 376 0 0,0 1-1829 0 0,-12 4 354 0 0,12-4 764 0 0,23 11-746 0 0,-17-12-101 0 0,0 0 0 0 0,1 0 0 0 0,-1 0 0 0 0,0-1 0 0 0,0 1 0 0 0,0-1 0 0 0,1 1 0 0 0,-1-1 0 0 0,0 1 0 0 0,1-1 0 0 0,-1 0 0 0 0,1 1 0 0 0,-1-1 0 0 0,0 0 0 0 0,1 0 0 0 0,-1 0 0 0 0,0 0 0 0 0,2-1 0 0 0,1 1-3 0 0,11 2 0 0 0,0-1 0 0 0,24-2 1 0 0,-30 1 4 0 0,97-7 444 0 0,-47 3-284 0 0,2 1-74 0 0,-55 3-146 0 0,1-1 146 0 0,126-11 1326 0 0,-127 11-1458 0 0,16 3-5887 0 0,-11-4 1315 0 0,-9 2 3901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0:17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0 315 1096 0 0,'0'0'2440'0'0,"1"-5"-1850"0"0,4-14-16 0 0,-4 14 2190 0 0,4-17-2662 0 0,-2 17-32 0 0,-2 0 1237 0 0,0 0-884 0 0,2-14 51 0 0,-2 14 3131 0 0,0 0-3363 0 0,11-81 3641 0 0,-12 80-3239 0 0,0 1-701 0 0,1-19 132 0 0,0 19 557 0 0,0 0-794 0 0,3-14 217 0 0,-2 14-66 0 0,0 1-559 0 0,9-12 667 0 0,-8 12 61 0 0,-3 4-200 0 0,1 0 49 0 0,-1 0 0 0 0,1 0 0 0 0,-1 0-1 0 0,1-1 1 0 0,-1 1 0 0 0,1 0 0 0 0,-1 0 0 0 0,0 0 0 0 0,1-1 0 0 0,-1 1 0 0 0,1 0 0 0 0,-1 0 0 0 0,1-1 0 0 0,-1 1 0 0 0,0 0 0 0 0,1-1 0 0 0,-1 1 0 0 0,0 0 0 0 0,1-1 0 0 0,-1 1 0 0 0,0-1 0 0 0,1 0 0 0 0,12-11-382 0 0,2 3 331 0 0,-11 7-20 0 0,1 0-162 0 0,15-4 153 0 0,-15 4 366 0 0,1 2-335 0 0,18 0 87 0 0,-18 0-6 0 0,-1 1-129 0 0,15 2 42 0 0,-15-2-44 0 0,0 1-146 0 0,17 4 200 0 0,-17-5 128 0 0,-1 1 12 0 0,37 23-474 0 0,-37-22 320 0 0,-1 1 145 0 0,9 10-48 0 0,-9-10 303 0 0,0-1-342 0 0,8 12 88 0 0,-8-12 46 0 0,0 2-334 0 0,7 12 189 0 0,-8-12-74 0 0,-1-1 73 0 0,8 52-14 0 0,-9-50 254 0 0,-1 1-268 0 0,-3 12-14 0 0,-2 1 0 0 0,0-1 0 0 0,-1-1 0 0 0,-18 34 0 0 0,-48 68-42 0 0,70-116 30 0 0,-1 0 220 0 0,-10 12-207 0 0,10-12-61 0 0,2 0 65 0 0,-7 11 115 0 0,6-11 53 0 0,1 0 4 0 0,-9 10-11 0 0,8-10-56 0 0,1 0-36 0 0,-9 10-34 0 0,8-11 580 0 0,4-9-778 0 0,4-21 315 0 0,-4 20-60 0 0,4 2-211 0 0,87-91 363 0 0,31-36-532 0 0,-66 71 53 0 0,-53 57 365 0 0,0 0 55 0 0,32-35-48 0 0,-32 35-15 0 0,-4 4-81 0 0,0-1-1 0 0,0 1 0 0 0,0-1 0 0 0,0 1 0 0 0,0-1 1 0 0,0 1-1 0 0,1-1 0 0 0,-1 1 0 0 0,0-1 0 0 0,0 1 1 0 0,1 0-1 0 0,-1-1 0 0 0,0 1 0 0 0,1-1 0 0 0,-1 1 1 0 0,0 0-1 0 0,1-1 0 0 0,-1 1 0 0 0,1 0 0 0 0,-1-1 1 0 0,1 1-1 0 0,-1 0 0 0 0,0 0 0 0 0,1-1 0 0 0,-1 1 0 0 0,2 0 1 0 0,-2 0-2 0 0,1 0 0 0 0,-1-1 0 0 0,1 1 0 0 0,-1 0 0 0 0,1 0 1 0 0,-1 0-1 0 0,0-1 0 0 0,1 1 0 0 0,-1 0 0 0 0,1-1 0 0 0,-1 1 1 0 0,0 0-1 0 0,1-1 0 0 0,-1 1 0 0 0,0-1 0 0 0,1 1 0 0 0,-1 0 1 0 0,0-1-1 0 0,0 1 0 0 0,1-1 0 0 0,-1 1 0 0 0,0-1 0 0 0,0 1 1 0 0,0-1-1 0 0,0 1 0 0 0,1-1 0 0 0,3-3 101 0 0,11-11-96 0 0,-11 11 78 0 0,-2-1-117 0 0,1 1 35 0 0,-1-1 0 0 0,1 1 0 0 0,0 0 0 0 0,1 0 0 0 0,-1 1 0 0 0,7-7 0 0 0,-7 7 594 0 0,9-16-471 0 0,-10 16-49 0 0,-5 0-82 0 0,2 2-17 0 0,-1 0-1 0 0,1 0 1 0 0,0 0-1 0 0,-1-1 1 0 0,1 1-1 0 0,0 0 1 0 0,0 0-1 0 0,0-1 0 0 0,0 1 1 0 0,-1-3-1 0 0,-2 6-73 0 0,-9 8 103 0 0,1 1 1 0 0,0 0 0 0 0,1 0 0 0 0,0 1 0 0 0,1 1-1 0 0,0 0 1 0 0,-14 24 0 0 0,0 6-16 0 0,-26 63 1 0 0,28-50-19 0 0,15-28 208 0 0,4-17-76 0 0,0 1 0 0 0,1 0 1 0 0,0 0-1 0 0,1 0 0 0 0,0 0 0 0 0,1 0 0 0 0,0 0 1 0 0,1 0-1 0 0,0 0 0 0 0,1 0 0 0 0,0-1 0 0 0,1 1 1 0 0,7 17-1 0 0,-5-19 5 0 0,0 1 1 0 0,1-2 0 0 0,0 1-1 0 0,1-1 1 0 0,0 0-1 0 0,1 0 1 0 0,0-1-1 0 0,0 0 1 0 0,14 11-1 0 0,-8-7 9 0 0,-10-9-30 0 0,-2-1-65 0 0,-1-1 0 0 0,1 1 0 0 0,-1-1 0 0 0,1 0 0 0 0,0 1 0 0 0,-1-1 0 0 0,1 0 0 0 0,0 0 0 0 0,0 0 0 0 0,2 0 0 0 0,12 6 148 0 0,92 43 177 0 0,-104-49-262 0 0,-4 0-73 0 0,1 0-1 0 0,-1-1 1 0 0,1 1-1 0 0,-1-1 0 0 0,1 0 1 0 0,0 1-1 0 0,-1-1 1 0 0,1 1-1 0 0,0-1 0 0 0,-1 0 1 0 0,1 0-1 0 0,0 1 1 0 0,-1-1-1 0 0,1 0 0 0 0,0 0 1 0 0,-1 0-1 0 0,1 0 1 0 0,1 1-1 0 0,17 3 28 0 0,-2 4-5 0 0,-13-7 34 0 0,0 1-39 0 0,14 4-24 0 0,-14-5-154 0 0,2 0-1298 0 0,15 5 197 0 0,-16-5-385 0 0,28-1-9788 0 0,-27 0 8132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0:19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10 1120 0 0,'0'0'7638'0'0,"-6"0"-7110"0"0,-18 0-16 0 0,18 0 3380 0 0,2-2-3545 0 0,-14-4 109 0 0,14 5 219 0 0,0 3-614 0 0,-1 0-25 0 0,1 1 1 0 0,0-1-1 0 0,0 1 1 0 0,0 0-1 0 0,0 0 1 0 0,1 0-1 0 0,-1 1 1 0 0,1-1-1 0 0,0 1 1 0 0,0 0-1 0 0,0-1 1 0 0,0 2-1 0 0,1-1 1 0 0,-1 0-1 0 0,1 0 1 0 0,-2 8-1 0 0,-3 3 24 0 0,0 2 398 0 0,1 0-1 0 0,-5 31 1 0 0,9-41-463 0 0,1-2 178 0 0,1 3 107 0 0,-1 1-148 0 0,0 0 1 0 0,1 0 0 0 0,1 0 0 0 0,-1 0 0 0 0,1 0 0 0 0,1-1-1 0 0,0 1 1 0 0,0 0 0 0 0,5 11 0 0 0,-3-13-57 0 0,1 0 0 0 0,-1 0 0 0 0,2 0 1 0 0,-1-1-1 0 0,1 0 0 0 0,0 0 0 0 0,0 0 1 0 0,0-1-1 0 0,1 0 0 0 0,0 0 0 0 0,0 0 1 0 0,0-1-1 0 0,1 0 0 0 0,7 3 0 0 0,-10-6 35 0 0,0 2-31 0 0,18 6-11 0 0,-17-6 209 0 0,-2-2-162 0 0,15 3-149 0 0,-14-2 33 0 0,1-2-1046 0 0,17 2 512 0 0,-17-2-202 0 0,0 0-2934 0 0,16-4 1696 0 0,-16 4-1340 0 0,-3-3 335 0 0,15-12-162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0:19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81 332 0 0,'0'0'2056'0'0,"-3"-4"156"0"0,-8-14 6530 0 0,8 14-7855 0 0,-7-10-194 0 0,8 10 2411 0 0,-1 7-2969 0 0,-6 9-140 0 0,4-8 3538 0 0,2-8-3502 0 0,2 1-41 0 0,-1 0 1 0 0,1-1-1 0 0,0 1 1 0 0,0 0-1 0 0,1 0 1 0 0,-1-1-1 0 0,0 1 1 0 0,1-1-1 0 0,0 1 1 0 0,0 0-1 0 0,0-1 1 0 0,1-3-1 0 0,0 2-62 0 0,-4 9-949 0 0,-5 11 163 0 0,6-11-395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22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338 118 884 0 0,'0'0'14313'0'0,"3"-4"-14222"0"0,7-16 960 0 0,-14 18-1228 0 0,-14-5 150 0 0,14 5 303 0 0,-3 2-396 0 0,-17-2 199 0 0,18 2-102 0 0,0 0-357 0 0,-17-2 444 0 0,17 2 63 0 0,0 0-152 0 0,-20 0-41 0 0,19 0-81 0 0,1 0 105 0 0,0-1 19 0 0,-3 0 24 0 0,0 1 1 0 0,-1 0-1 0 0,1 0 1 0 0,-14 3 72 0 0,-76 11 194 0 0,93-13 139 0 0,0-1-331 0 0,-19 2 68 0 0,19-2 1874 0 0,12-3-1987 0 0,30-10-62 0 0,0 1 0 0 0,0 2 1 0 0,1 1-1 0 0,38-3 0 0 0,161-10 489 0 0,-151 16-87 0 0,-16-3-827 0 0,-63 8 320 0 0,-4 2-319 0 0,0-1 399 0 0,0 1 0 0 0,-1-1 0 0 0,1 1 1 0 0,0-1-1 0 0,0 0 0 0 0,0 0 0 0 0,0 0 1 0 0,0 0-1 0 0,-1 0 0 0 0,1 0 0 0 0,2-1 1 0 0,1 1-147 0 0,1 0-1030 0 0,14 20-11744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23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8 2260 0 0,'0'0'4245'0'0,"-5"-1"-2693"0"0,-18-6 6708 0 0,23 13-7853 0 0,0 17-177 0 0,0-22-221 0 0,0 0-1 0 0,0 0 1 0 0,0 0-1 0 0,1 0 1 0 0,-1 0-1 0 0,0 0 1 0 0,0 0-1 0 0,1 0 1 0 0,-1 0-1 0 0,1 0 1 0 0,-1 0-1 0 0,1 0 1 0 0,-1 0-1 0 0,1 0 1 0 0,0 0-1 0 0,-1 0 1 0 0,1 0-1 0 0,0 0 1 0 0,0-1-1 0 0,0 1 1 0 0,-1 0-1 0 0,1-1 1 0 0,1 2-1 0 0,0-2 27 0 0,14 18 84 0 0,1 0 1 0 0,33 25 0 0 0,-42-36-101 0 0,63 45 124 0 0,84 48-1 0 0,-17-12-198 0 0,-134-85-70 0 0,1 0 48 0 0,14 9 195 0 0,-14-9-103 0 0,12 11 18 0 0,-13-11 3 0 0,-4 3-363 0 0,-1 19 254 0 0,1-19-9 0 0,-5-1 108 0 0,-74 64-83 0 0,-159 119-184 0 0,157-120 565 0 0,44-39-469 0 0,34-26 131 0 0,0 0 1 0 0,3-2 45 0 0,-2-1 1 0 0,1 1 0 0 0,0 0 1 0 0,0 0-1 0 0,0 0 0 0 0,0 0 0 0 0,0 0 0 0 0,0 1 0 0 0,0-1 0 0 0,0 0 1 0 0,0 0-1 0 0,0 3 0 0 0,1-2-5 0 0,1 0 1 0 0,0 0-1 0 0,0-1 1 0 0,0 1 0 0 0,1 0-1 0 0,-1-1 1 0 0,0 1-1 0 0,1-1 1 0 0,-1 0-1 0 0,4 3 1 0 0,4 1 4 0 0,399 41 750 0 0,-302-31-342 0 0,-100-14 131 0 0,0 0-279 0 0,18 3-62 0 0,-18-3-148 0 0,0 0-1046 0 0,17 2 183 0 0,-17-2-1394 0 0,28-9-10808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24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98 332 0 0,'0'0'12819'0'0,"1"-6"-12514"0"0,3-19 42 0 0,-3 19-28 0 0,0 6-291 0 0,0 0 0 0 0,1-1 0 0 0,-1 1 0 0 0,0-1 0 0 0,0 1 0 0 0,0-1 0 0 0,1 0 0 0 0,-1 0 0 0 0,0 1 0 0 0,0-1 0 0 0,0 0 0 0 0,1-2 0 0 0,-1 2 10 0 0,3-1 214 0 0,1 0-157 0 0,77-17 220 0 0,-76 19-451 0 0,0 0 50 0 0,-1 1 228 0 0,0-1-143 0 0,1 0 0 0 0,-1 0 0 0 0,0 1 0 0 0,0 0 0 0 0,1 0 0 0 0,-1 1 0 0 0,0 0 0 0 0,0 0 0 0 0,0 0 0 0 0,0 0 0 0 0,6 5 0 0 0,-7-5 7 0 0,-1 0 20 0 0,1 0 0 0 0,-1 1 0 0 0,1 0 1 0 0,-1-1-1 0 0,0 1 0 0 0,0 0 0 0 0,0 0 0 0 0,0 1 0 0 0,0-1 1 0 0,-1 1-1 0 0,0-1 0 0 0,3 5 0 0 0,-1 4 8 0 0,-1-1 1 0 0,0 1-1 0 0,-1-1 0 0 0,0 1 0 0 0,0 0 1 0 0,-1 0-1 0 0,-1 0 0 0 0,0 0 0 0 0,-1 0 0 0 0,0 0 1 0 0,-1-1-1 0 0,0 1 0 0 0,-6 17 0 0 0,-5 15 84 0 0,-2-1 0 0 0,-2-1 0 0 0,-28 52 1 0 0,42-90 6 0 0,4-5-133 0 0,-1 1 0 0 0,1-1 0 0 0,-1 0 0 0 0,0 1 0 0 0,0-1 0 0 0,1 0-1 0 0,-1 0 1 0 0,0 0 0 0 0,0 1 0 0 0,0-1 0 0 0,0 0 0 0 0,0 0 0 0 0,0 1 0 0 0,0-1 0 0 0,0 0 0 0 0,0 0 0 0 0,0 0 0 0 0,0 1 0 0 0,0-1 0 0 0,-1 0 0 0 0,1-1 0 0 0,-1 1 11 0 0,1 0 0 0 0,0 0 1 0 0,-1 0-1 0 0,1 0 1 0 0,0 0-1 0 0,0 0 0 0 0,0 0 1 0 0,0 0-1 0 0,0 0 0 0 0,0 0 1 0 0,0 0-1 0 0,0 0 1 0 0,1-1-1 0 0,-1 1 0 0 0,0 0 1 0 0,1 0-1 0 0,-1 0 0 0 0,1 0 1 0 0,-1 0-1 0 0,1 0 1 0 0,-1 1-1 0 0,1-1 0 0 0,0 0 1 0 0,-1 0-1 0 0,2-1 1 0 0,11-17 55 0 0,25-38-274 0 0,3 2-1 0 0,51-54 0 0 0,40-25 472 0 0,-110 112-154 0 0,-18 19 125 0 0,0-1-68 0 0,11-12 20 0 0,-11 12 446 0 0,-1 0-445 0 0,8-11-90 0 0,-8 12 194 0 0,-7 1-402 0 0,-12-6 61 0 0,12 7 133 0 0,0 4 93 0 0,-27 35-111 0 0,1 1 0 0 0,2 1 0 0 0,2 1 0 0 0,2 1 0 0 0,-27 62 0 0 0,49-100-43 0 0,1 0 1 0 0,-1 0 0 0 0,1 0-1 0 0,-1-1 1 0 0,1 1 0 0 0,0 0-1 0 0,0 6 1 0 0,-3 18 92 0 0,3-23-128 0 0,-1 3 159 0 0,1-1-1 0 0,0 1 1 0 0,0 0 0 0 0,1 0-1 0 0,-1 0 1 0 0,2 0-1 0 0,-1 0 1 0 0,1 0-1 0 0,1 0 1 0 0,-1-1-1 0 0,6 15 1 0 0,0-9-43 0 0,1-1 0 0 0,1 0 1 0 0,0-1-1 0 0,1 0 0 0 0,0 0 1 0 0,0-1-1 0 0,1-1 0 0 0,0 0 0 0 0,1 0 1 0 0,18 10-1 0 0,-6-6 31 0 0,0-1 1 0 0,0-1 0 0 0,1-2-1 0 0,49 13 1 0 0,-69-20-143 0 0,56 3-1016 0 0,-55-6 709 0 0,19-3-1679 0 0,-20 4 1776 0 0,0-2-960 0 0,41-14-2215 0 0,-42 14 2607 0 0,16-15-8095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24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1168 0 0,'0'0'15466'0'0,"1"6"-15363"0"0,-6 55 748 0 0,3-48-561 0 0,0 0-1 0 0,1 1 1 0 0,1-1 0 0 0,0 1 0 0 0,0-1 0 0 0,2 0 0 0 0,0 1 0 0 0,0-1 0 0 0,1 0 0 0 0,1 0 0 0 0,8 20 0 0 0,-11-28-166 0 0,5 13 342 0 0,-5-17-440 0 0,-1 1 1 0 0,1 0 0 0 0,-1 0-1 0 0,1-1 1 0 0,0 1 0 0 0,0 0-1 0 0,0-1 1 0 0,0 1-1 0 0,0-1 1 0 0,0 1 0 0 0,2 1-1 0 0,3 4 155 0 0,2 2-387 0 0,1 0 0 0 0,0-1 0 0 0,0 1 0 0 0,0-2 0 0 0,1 0 0 0 0,1 0 0 0 0,15 8 0 0 0,-22-13-805 0 0,3-2-869 0 0,18 2-997 0 0,-19-2-1008 0 0,-2-2 387 0 0,15-8-432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25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82 668 0 0,'8'-29'3296'0'0,"-7"23"1666"0"0,1 2-2876 0 0,5-15-474 0 0,-5 15 2086 0 0,1 0-2834 0 0,9-6-390 0 0,-9 4 3231 0 0,0 10-3261 0 0,11 11-48 0 0,-10-12 406 0 0,-4 4-553 0 0,-6 53 937 0 0,5-54-694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25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23 210 4252 0 0,'0'0'12356'0'0,"-2"-4"-12195"0"0,-7-10-24 0 0,7 10 1021 0 0,0 0-1228 0 0,0-7 199 0 0,0 0 0 0 0,0-1 0 0 0,1 1 0 0 0,1 0 0 0 0,0-1 0 0 0,1-11 0 0 0,0 17 90 0 0,2 0 2 0 0,1-1-199 0 0,0 1 1 0 0,0 0-1 0 0,1 0 0 0 0,-1 0 0 0 0,1 0 1 0 0,1 1-1 0 0,-1-1 0 0 0,1 2 0 0 0,0-1 0 0 0,0 0 1 0 0,0 1-1 0 0,0 0 0 0 0,8-3 0 0 0,-9 6-128 0 0,1 0 62 0 0,19 0 128 0 0,-24 1-85 0 0,0 0-1 0 0,0 0 1 0 0,1 0 0 0 0,-1 0-1 0 0,0 0 1 0 0,0 0 0 0 0,1 0 0 0 0,-1 0-1 0 0,0 1 1 0 0,0-1 0 0 0,1 0 0 0 0,-1 1-1 0 0,0-1 1 0 0,0 1 0 0 0,0-1-1 0 0,0 1 1 0 0,0 0 0 0 0,0 0 0 0 0,0-1-1 0 0,1 2 1 0 0,1 0 23 0 0,-1-1-10 0 0,0 0 0 0 0,0 0 0 0 0,-1 0 1 0 0,1 0-1 0 0,0 0 0 0 0,0 1 0 0 0,-1-1 0 0 0,1 0 0 0 0,-1 1 0 0 0,1-1 0 0 0,-1 1 0 0 0,0 0 1 0 0,2 2-1 0 0,1 2 7 0 0,-2-4-13 0 0,1 0 0 0 0,-1 0 1 0 0,0 0-1 0 0,0 1 0 0 0,-1-1 1 0 0,1 0-1 0 0,0 1 0 0 0,-1 0 1 0 0,1-1-1 0 0,-1 1 0 0 0,1 3 0 0 0,1 2-9 0 0,-1-5 10 0 0,0 0 0 0 0,0 0 0 0 0,-1 0 0 0 0,1 0 0 0 0,-1 0 0 0 0,0 1 0 0 0,0-1 0 0 0,0 0 0 0 0,0 1 0 0 0,0 5 0 0 0,1 1 34 0 0,0 8 28 0 0,-4 12-34 0 0,-1 0 0 0 0,-1 0 0 0 0,-2 0 0 0 0,-11 35 0 0 0,-33 96 308 0 0,48-156 455 0 0,2 1-472 0 0,-3 16-66 0 0,3-16 332 0 0,8-6-426 0 0,0 2-126 0 0,-5-2-23 0 0,0 1 0 0 0,0-1 1 0 0,0 0-1 0 0,0 1 1 0 0,0-1-1 0 0,0-1 1 0 0,0 1-1 0 0,0 0 1 0 0,0-1-1 0 0,-1 1 1 0 0,7-3-1 0 0,19-4 23 0 0,67-17 603 0 0,0 4-1 0 0,136-10 0 0 0,-160 28-634 0 0,-44 6 12 0 0,-22-4 30 0 0,1 1-470 0 0,16 3-187 0 0,-16-3-281 0 0,16 13-9309 0 0,-18-11 5929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26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13 2576 0 0,'0'0'18393'0'0,"-6"0"-18274"0"0,-15 3-43 0 0,15-2-70 0 0,2 0-51 0 0,-14 6-27 0 0,14-5 294 0 0,0-1-198 0 0,-46 9 2148 0 0,44-9 586 0 0,14 0-2701 0 0,0 1-34 0 0,-4-1-8 0 0,0 0 0 0 0,-1 0 0 0 0,1-1 0 0 0,0 1-1 0 0,0-1 1 0 0,-1 0 0 0 0,1 0 0 0 0,5-1-1 0 0,466-22 92 0 0,-389 18 173 0 0,-78 5-107 0 0,-3-1 33 0 0,16-2-77 0 0,-16 3 75 0 0,1-2-208 0 0,16-2-155 0 0,-16 3-286 0 0,6-2-10176 0 0,-1 1 8652 0 0,0 2-3617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29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33 149 612 0 0,'0'0'2330'0'0,"-3"-3"-1946"0"0,-10-13 4506 0 0,10 13-4507 0 0,-8-11 55 0 0,9 11 3262 0 0,2-3-3433 0 0,2-18 98 0 0,-1 18 450 0 0,1 1-642 0 0,13-44 1157 0 0,-14 44-955 0 0,1 1-628 0 0,-3 4 256 0 0,1 0 0 0 0,0-1 0 0 0,0 1 0 0 0,0-1 0 0 0,0 1 0 0 0,0 0 0 0 0,0-1 0 0 0,0 1 0 0 0,1-1 0 0 0,-1 1 0 0 0,0 0 0 0 0,0-1 0 0 0,0 1 0 0 0,0-1 0 0 0,0 1 0 0 0,0 0 0 0 0,1-1 0 0 0,-1 1 0 0 0,0 0 0 0 0,0-1 0 0 0,1 1 0 0 0,-1 0 0 0 0,0-1 0 0 0,1 1 0 0 0,-1 0 0 0 0,0 0 0 0 0,0-1 0 0 0,1 1 0 0 0,-1 0 0 0 0,1 0 0 0 0,-1 0 0 0 0,0 0 0 0 0,1-1 0 0 0,-1 1 0 0 0,0 0 0 0 0,1 0 0 0 0,0 0 0 0 0,4 15 244 0 0,-4-11-276 0 0,1 1 157 0 0,-1 0 21 0 0,2 5-46 0 0,7 20-141 0 0,14 33 0 0 0,-20-54 56 0 0,0 0 0 0 0,1-1 0 0 0,0 1 0 0 0,1-1 0 0 0,0 0 1 0 0,0-1-1 0 0,0 1 0 0 0,14 10 0 0 0,35 16 62 0 0,-44-28 35 0 0,11 3 15 0 0,-3-5 40 0 0,49 4 207 0 0,-31-7-199 0 0,-31-1-157 0 0,-5-1-23 0 0,0 0 0 0 0,0 1 1 0 0,0-1-1 0 0,1 1 0 0 0,-1-1 1 0 0,0 1-1 0 0,0 0 0 0 0,0 0 0 0 0,0-1 1 0 0,0 1-1 0 0,0 0 0 0 0,1 0 0 0 0,-1 0 1 0 0,0 0-1 0 0,0 0 0 0 0,0 0 1 0 0,1 1-1 0 0,1-1-1 0 0,-1 0-1 0 0,0 1 1 0 0,0-1 0 0 0,0 0-1 0 0,0 0 1 0 0,0-1 0 0 0,0 1-1 0 0,0 0 1 0 0,0-1 0 0 0,0 1 0 0 0,0-1-1 0 0,2 0 1 0 0,6-2 22 0 0,-1 0 1 0 0,0-1-1 0 0,0 0 0 0 0,0-1 1 0 0,0 0-1 0 0,-1 0 0 0 0,10-8 1 0 0,1-6 160 0 0,24-30 0 0 0,-16 10-245 0 0,-25 35 123 0 0,1 0 125 0 0,11-15 50 0 0,-11 14 728 0 0,-3 4-920 0 0,1-1 0 0 0,-1 1 0 0 0,1-1 0 0 0,-1 1 0 0 0,1-1 0 0 0,0 1 0 0 0,-1-1 0 0 0,1 1 1 0 0,0 0-1 0 0,0-1 0 0 0,0 1 0 0 0,2-2 0 0 0,-1 1 38 0 0,1-3 783 0 0,-3 4-854 0 0,0 0 0 0 0,1-1 0 0 0,-1 1 0 0 0,1 0 0 0 0,-1-1 1 0 0,1 1-1 0 0,0 0 0 0 0,-1 0 0 0 0,1-1 0 0 0,0 1 1 0 0,0 0-1 0 0,2-2 0 0 0,-2 1 8 0 0,2-2 467 0 0,-8 7-626 0 0,1-1 153 0 0,0 1-1 0 0,1 0 1 0 0,-1 0 0 0 0,0 1-1 0 0,1-1 1 0 0,0 1-1 0 0,0-1 1 0 0,-4 7-1 0 0,-10 23 27 0 0,1 1-1 0 0,2 1 0 0 0,1 1 0 0 0,2 0 0 0 0,1 0 1 0 0,2 1-1 0 0,2 0 0 0 0,1 1 0 0 0,2-1 0 0 0,3 70 1 0 0,2-67-44 0 0,0 68 26 0 0,-3-78 63 0 0,-1 0 0 0 0,-1 0 0 0 0,-15 55 0 0 0,15-79-39 0 0,1 0-1 0 0,-1 0 1 0 0,0 0-1 0 0,-1 0 0 0 0,0-1 1 0 0,0 1-1 0 0,-5 5 1 0 0,4-5-2 0 0,-1 0 0 0 0,0 0-1 0 0,-1-1 1 0 0,1 0-1 0 0,-1 0 0 0 0,0 0 1 0 0,0-1-1 0 0,-1 0 0 0 0,1 0 1 0 0,-1-1-1 0 0,0 0 1 0 0,1-1-1 0 0,-2 1 0 0 0,1-1 1 0 0,-15 1-1 0 0,17-2 8 0 0,-9 2 57 0 0,-6-2-15 0 0,-1-2-15 0 0,-7-1-815 0 0,-47-8 1 0 0,65 8-1050 0 0,-1-1 0 0 0,1-1 0 0 0,-18-8 0 0 0,17 5-3211 0 0,5-1 3690 0 0,4 5 157 0 0,0-1-2823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29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54 136 0 0,'-28'-8'14151'0'0,"23"7"-13639"0"0,-48-4 1404 0 0,47 5-1809 0 0,-1 0 78 0 0,-30 1 816 0 0,20 0 2142 0 0,51-2-2161 0 0,422-29-247 0 0,-449 30-711 0 0,12 0-16 0 0,7-3 395 0 0,0 1-232 0 0,-19 2 246 0 0,-1 0-326 0 0,17 0 31 0 0,-17 0-4 0 0,0-1-108 0 0,29-3-1164 0 0,-33 3 551 0 0,1 1 0 0 0,-1 0 0 0 0,0 0 0 0 0,0 1 0 0 0,1-1 0 0 0,-1 0 0 0 0,0 1 0 0 0,0-1 0 0 0,1 1 0 0 0,-1 0 0 0 0,0 0 0 0 0,3 1 0 0 0,8 8-3397 0 0,-10-7 353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0:52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87 316 0 0,'0'0'4175'0'0,"-2"-5"-3735"0"0,-11-46 2726 0 0,12 46-2330 0 0,-1 1-738 0 0,0 0-7 0 0,-5-14 983 0 0,2 19-1216 0 0,-18 3 152 0 0,17-3 164 0 0,2 1-120 0 0,-38 25 6084 0 0,38-25-6591 0 0,-5 4 713 0 0,8-2-55 0 0,34 0 352 0 0,-9-2-455 0 0,-17-2-153 0 0,-2 0-125 0 0,55 3 22 0 0,171 26 356 0 0,-185-22-148 0 0,-41-6-186 0 0,28 3 78 0 0,-27-3 127 0 0,1 0-41 0 0,67 10 49 0 0,-43-8-4609 0 0,-23-1 313 0 0,1 3 3180 0 0,-5-3 140 0 0,0 0-1980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0:54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1268 0 0,'0'0'8423'0'0,"3"-3"-8202"0"0,10-6-134 0 0,-10 4 2433 0 0,2 6-2277 0 0,15 5-87 0 0,-15-4 259 0 0,1 0-244 0 0,22 13-68 0 0,-1 1-1 0 0,0 1 1 0 0,-1 1-1 0 0,33 30 1 0 0,87 100 215 0 0,-44-34-522 0 0,-99-111 240 0 0,-3-2-45 0 0,0-1 0 0 0,0 1 0 0 0,0 0 0 0 0,0-1 0 0 0,0 1 0 0 0,0 0 0 0 0,1-1-1 0 0,-1 1 1 0 0,0-1 0 0 0,0 1 0 0 0,1 0 0 0 0,-1-1 0 0 0,0 1 0 0 0,1-1 0 0 0,-1 1-1 0 0,1-1 1 0 0,-1 1 0 0 0,0-1 0 0 0,1 1 0 0 0,-1-1 0 0 0,1 0 0 0 0,0 1 0 0 0,-1-1 0 0 0,1 1-1 0 0,0-1 14 0 0,0 0 0 0 0,-1 1-1 0 0,1-1 1 0 0,-1 0-1 0 0,1 1 1 0 0,-1-1-1 0 0,1 1 1 0 0,-1-1 0 0 0,1 1-1 0 0,-1-1 1 0 0,0 1-1 0 0,1-1 1 0 0,-1 1-1 0 0,0-1 1 0 0,1 1 0 0 0,-1-1-1 0 0,0 1 1 0 0,0 0-1 0 0,1-1 1 0 0,-1 1-1 0 0,0-1 1 0 0,0 1-1 0 0,0 0 1 0 0,0 0 0 0 0,1 1 17 0 0,0-1 0 0 0,0 1 0 0 0,0-1 0 0 0,0 1 1 0 0,0-1-1 0 0,0 1 0 0 0,0-1 0 0 0,1 0 1 0 0,-1 0-1 0 0,3 3 0 0 0,-1-1 86 0 0,0 1 28 0 0,7 10-128 0 0,-7-10 109 0 0,9 14 125 0 0,-10-14 367 0 0,-5 0-875 0 0,-9 14 77 0 0,9-14 413 0 0,-1-2-373 0 0,-14 8 81 0 0,14-7 97 0 0,-1 0-1 0 0,-55 42-355 0 0,-98 95 0 0 0,95-77 343 0 0,60-60 40 0 0,-1 1-120 0 0,-11 12-66 0 0,11-12 208 0 0,0 0-361 0 0,-11 12 318 0 0,11-12 152 0 0,1 0-232 0 0,-22 33 104 0 0,23-33 86 0 0,0 0-40 0 0,-5 12-30 0 0,5-12 324 0 0,0 0-200 0 0,-5 13-138 0 0,5-13-211 0 0,2 2-296 0 0,0 18 521 0 0,0-17 728 0 0,-2-3-724 0 0,0-1 25 0 0,-4 16 1190 0 0,10-17-1167 0 0,13 10-61 0 0,-13-10-101 0 0,3-1 15 0 0,272 38 323 0 0,-36-4-181 0 0,-236-34-179 0 0,1 0 151 0 0,56 7 490 0 0,-59-7-232 0 0,0 0-350 0 0,28 3 187 0 0,22 2-4413 0 0,-49-6 508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1:02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29 244 0 0,'0'0'9595'0'0,"-1"-5"-9523"0"0,-5-18 7359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1:09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86 188 0 0,'0'0'16406'0'0,"-1"-6"-17057"0"0,-1-22 1284 0 0,3 27-640 0 0,-1-1 1 0 0,1 1-1 0 0,-1 0 1 0 0,1 0-1 0 0,0-1 1 0 0,-1 1-1 0 0,1 0 1 0 0,0 0-1 0 0,0 0 1 0 0,0 0-1 0 0,0 0 1 0 0,2-2-1 0 0,-2 2-72 0 0,1-3-355 0 0,0 4 286 0 0,-1-1 140 0 0,0 1 1 0 0,1-1-1 0 0,-1 1 0 0 0,0-1 1 0 0,0 0-1 0 0,1 1 0 0 0,-1-1 1 0 0,0 0-1 0 0,0 0 0 0 0,0 0 1 0 0,2-2-1 0 0,-2 2-25 0 0,3-2-21 0 0,0 1 169 0 0,11-5-148 0 0,-11 5 121 0 0,2 2-226 0 0,16-3 540 0 0,-16 2-336 0 0,-1 3-865 0 0,-1 0 701 0 0,1 0 0 0 0,0 0 0 0 0,-1 1 0 0 0,1-1 0 0 0,-1 1 1 0 0,0 0-1 0 0,5 5 0 0 0,-6-5 676 0 0,-1 2-697 0 0,9 13-59 0 0,-9-13 347 0 0,0 0-213 0 0,5 15 42 0 0,-5-15-112 0 0,-1 0-153 0 0,3 53 378 0 0,-4-52-268 0 0,0 0 256 0 0,-3 18-158 0 0,3-18-160 0 0,-2 0 257 0 0,-3 18-137 0 0,3-18 263 0 0,1-1-105 0 0,-15 43-265 0 0,14-44 132 0 0,0 1 102 0 0,-7 14-180 0 0,7-15 34 0 0,0 2 38 0 0,-9 16 45 0 0,8-17 39 0 0,0 0 33 0 0,-27 37-33 0 0,28-38 2 0 0,-2 1 59 0 0,-10 15-76 0 0,11-15-143 0 0,3-4 145 0 0,0-1 0 0 0,-1 1-1 0 0,1 0 1 0 0,0-1 0 0 0,0 1-1 0 0,0-1 1 0 0,0 1 0 0 0,-1 0-1 0 0,1-1 1 0 0,0 1-1 0 0,-1-1 1 0 0,1 1 0 0 0,0-1-1 0 0,-1 1 1 0 0,1-1 0 0 0,-1 1-1 0 0,1-1 1 0 0,0 1 0 0 0,-1-1-1 0 0,1 0 1 0 0,-1 1 0 0 0,0-1-1 0 0,1 0 1 0 0,-1 1 0 0 0,0-1-1 0 0,0 1 11 0 0,1-1 0 0 0,-1 0-1 0 0,1 0 1 0 0,-1 1-1 0 0,0-1 1 0 0,1 0 0 0 0,-1 1-1 0 0,1-1 1 0 0,0 1 0 0 0,-1-1-1 0 0,1 1 1 0 0,-1-1-1 0 0,1 1 1 0 0,-1-1 0 0 0,1 1-1 0 0,0-1 1 0 0,0 1 0 0 0,-1-1-1 0 0,1 1 1 0 0,0 0-1 0 0,0-1 1 0 0,0 1 0 0 0,-1 0-1 0 0,1-1 1 0 0,0 2 0 0 0,0-1 8 0 0,-1 1 0 0 0,0-1 0 0 0,1 0 0 0 0,-1 1 1 0 0,0-1-1 0 0,0 0 0 0 0,0 0 0 0 0,0 1 0 0 0,0-1 1 0 0,0 0-1 0 0,0 0 0 0 0,-2 1 0 0 0,3-2-4 0 0,-3 4 9 0 0,0-1-44 0 0,-28 29 234 0 0,28-28 240 0 0,5-10-529 0 0,-2 2 142 0 0,0 3-42 0 0,0-1 0 0 0,1 1 0 0 0,-1-1 1 0 0,0 1-1 0 0,0-1 0 0 0,1 1 0 0 0,-1-1 1 0 0,1 1-1 0 0,-1 0 0 0 0,1-1 0 0 0,0 1 0 0 0,0 0 1 0 0,-1-1-1 0 0,1 1 0 0 0,0 0 0 0 0,0 0 1 0 0,0 0-1 0 0,2-2 0 0 0,1-1-67 0 0,93-88 234 0 0,-12 25-111 0 0,-26 19 91 0 0,-33 29 78 0 0,49-40 663 0 0,-62 47-784 0 0,-9 9-413 0 0,-1-1 76 0 0,47-50 1502 0 0,-47 50-1201 0 0,10-17-88 0 0,-11 17 12 0 0,9-13 17 0 0,-8 13-323 0 0,-2 0-284 0 0,8-47 514 0 0,-9 45 383 0 0,-6 6-728 0 0,-27 0 352 0 0,28 2 70 0 0,1 0 0 0 0,-1 1 0 0 0,1-1 0 0 0,0 1 0 0 0,-1-1-1 0 0,1 1 1 0 0,-5 6 0 0 0,4-6-47 0 0,-2 3 16 0 0,-7 5-1 0 0,0 1 0 0 0,0 0-1 0 0,1 1 1 0 0,-13 16 0 0 0,-11 17 400 0 0,-39 62 1 0 0,63-82-386 0 0,8-5 229 0 0,2-13-189 0 0,0 1-1 0 0,0-1 1 0 0,1 1 0 0 0,1 0-1 0 0,-1 0 1 0 0,2 0 0 0 0,-1 0 0 0 0,1 0-1 0 0,0 0 1 0 0,1 1 0 0 0,0-1 0 0 0,3 13-1 0 0,0-12 206 0 0,0-1-194 0 0,0 1-1 0 0,1-1 1 0 0,0-1-1 0 0,0 1 1 0 0,1-1 0 0 0,0 0-1 0 0,1 0 1 0 0,0 0-1 0 0,0-1 1 0 0,1 0-1 0 0,-1-1 1 0 0,1 1-1 0 0,11 5 1 0 0,-11-7-72 0 0,15 7 101 0 0,3-2-112 0 0,-21-8 39 0 0,17 8 80 0 0,0 0 0 0 0,38 10 0 0 0,-38-15-151 0 0,-16-4 144 0 0,1 0-125 0 0,21 1 46 0 0,-20-1 173 0 0,-2-1-32 0 0,58-3-19 0 0,-58 2-108 0 0,-2-1 70 0 0,4-1-198 0 0,-1 0-1 0 0,1-1 0 0 0,-1 0 0 0 0,11-9 0 0 0,-2-1-2402 0 0,0-1-3358 0 0,-13 12 3324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1:09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19 188 0 0,'0'0'9266'0'0,"3"-3"-8186"0"0,12-9-20 0 0,-12 9 2050 0 0,-6 6-3103 0 0,-24 38 640 0 0,25-36-559 0 0,1 1 9 0 0,-8 64 862 0 0,15-38-680 0 0,-5-26-327 0 0,2 0 52 0 0,5 6 111 0 0,0 1 0 0 0,1-1 0 0 0,0-1 0 0 0,22 21 0 0 0,-28-29-370 0 0,1-1-111 0 0,11 8-290 0 0,-11-7-156 0 0,0-1-2307 0 0,11 8-31 0 0,-11-8 377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1:10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 1276 0 0,'0'0'12407'0'0,"-4"1"-12223"0"0,-15 5-35 0 0,14-4 1585 0 0,5-2-1834 0 0,0 1 96 0 0,0-1-1 0 0,0 1 1 0 0,0 0-1 0 0,0-1 1 0 0,0 1-1 0 0,0-1 1 0 0,0 1-1 0 0,-1-1 1 0 0,1 1-1 0 0,0-1 1 0 0,0 1-1 0 0,-1-1 1 0 0,1 0-1 0 0,0 1 1 0 0,-1-1-1 0 0,1 1 1 0 0,-1-1-1 0 0,1 0 1 0 0,0 1-1 0 0,-1-1 1 0 0,1 0-1 0 0,-1 1 1 0 0,0-1-1 0 0,1 0 127 0 0,-1 1-1 0 0,1-1 1 0 0,-1 0-1 0 0,1 1 1 0 0,-1-1 0 0 0,1 0-1 0 0,0 1 1 0 0,-1-1-1 0 0,1 0 1 0 0,0 1-1 0 0,-1-1 1 0 0,1 1 0 0 0,0-1-1 0 0,-1 1 1 0 0,1-1-1 0 0,0 1 1 0 0,0-1 0 0 0,-1 1-1 0 0,1-1 1 0 0,0 1-1 0 0,0-1 1 0 0,0 1 0 0 0,0-1-1 0 0,0 2 1 0 0,0-2-131 0 0,0 1 0 0 0,0-1 0 0 0,1 0 0 0 0,-1 1 1 0 0,0-1-1 0 0,0 1 0 0 0,1-1 0 0 0,-1 0 0 0 0,0 1 1 0 0,0-1-1 0 0,1 0 0 0 0,-1 1 0 0 0,1-1 0 0 0,-1 0 1 0 0,0 0-1 0 0,1 1 0 0 0,-1-1 0 0 0,1 0 0 0 0,-1 0 1 0 0,0 0-1 0 0,1 1 0 0 0,-1-1 0 0 0,1 0 0 0 0,-1 0 1 0 0,1 0-1 0 0,0 0 0 0 0,-1 0 12 0 0,1 0 1 0 0,-1 0 0 0 0,0 0-1 0 0,1 0 1 0 0,-1 1-1 0 0,1-1 1 0 0,-1 0 0 0 0,1 0-1 0 0,-1 0 1 0 0,0 0-1 0 0,1 1 1 0 0,-1-1-1 0 0,1 0 1 0 0,-1 1 0 0 0,0-1-1 0 0,1 0 1 0 0,-1 0-1 0 0,0 1 1 0 0,1-1-1 0 0,-1 1 1 0 0,0-1 0 0 0,0 0-1 0 0,1 1 1 0 0,-1-1-1 0 0,0 1 1 0 0,0 0 57 0 0,0-1-116 0 0,0 1 44 0 0,0 0-1 0 0,-1 0 0 0 0,1 0 0 0 0,0-1 1 0 0,0 1-1 0 0,0 0 0 0 0,0 0 0 0 0,0 0 1 0 0,0-1-1 0 0,0 1 0 0 0,0 0 0 0 0,1 0 1 0 0,-1 0-1 0 0,0-1 0 0 0,0 1 0 0 0,1 0 1 0 0,-1 0-1 0 0,1 1 0 0 0,3 12 652 0 0,-1 13 151 0 0,-3-22 3792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39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77 1684 0 0,'0'0'7528'0'0,"1"-5"-6962"0"0,5-21 4415 0 0,-4 22-4947 0 0,7-11 2 0 0,-7 11 2118 0 0,-7 3-2139 0 0,-19-4 7072 0 0,19 6-6813 0 0,-17 1 63 0 0,17-2 2690 0 0,11 0-2932 0 0,68-5-110 0 0,6 5 145 0 0,364-8 85 0 0,-438 7-174 0 0,0 1-72 0 0,56-2 160 0 0,-56 2 114 0 0,0 0-172 0 0,-2-1-1636 0 0,30-2 4376 0 0,-21 3-8818 0 0,1 1-9234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4:37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48 1496 0 0,'-3'-11'763'0'0,"0"0"257"0"0,2 2 5979 0 0,18-5-5855 0 0,-13 11 589 0 0,2 3-1534 0 0,18 0-187 0 0,-18 0 551 0 0,-2 3-548 0 0,34 21-93 0 0,-34-22 234 0 0,-2 2-199 0 0,-1-3 55 0 0,0 0 2 0 0,1 0-1 0 0,-1 0 1 0 0,0 0-1 0 0,0 0 1 0 0,0 1-1 0 0,0-1 1 0 0,-1 0-1 0 0,1 0 1 0 0,0 1-1 0 0,0-1 1 0 0,-1 1-1 0 0,2 1 142 0 0,-1 2-127 0 0,0 1-18 0 0,1-1 26 0 0,-1-1 0 0 0,0 0 0 0 0,-1 1 1 0 0,1-1-1 0 0,-1 1 0 0 0,0-1 0 0 0,0 1 0 0 0,0-1 0 0 0,0 1 1 0 0,-1-1-1 0 0,0 1 0 0 0,-1 4 0 0 0,-9 15-48 0 0,0-2-1 0 0,-1 1 1 0 0,-17 22-1 0 0,17-27 36 0 0,9-13-85 0 0,-1-1 28 0 0,-9 13 132 0 0,9-13-36 0 0,-7 15 206 0 0,30-27-301 0 0,-14 6 8 0 0,0-2 167 0 0,170-123-975 0 0,-158 113 1033 0 0,26-29 0 0 0,-1 2-297 0 0,-38 37 349 0 0,0 1-362 0 0,10-12 35 0 0,-10 11 417 0 0,-3 4-297 0 0,-1 0 0 0 0,1-1 0 0 0,0 0-1 0 0,0 1 1 0 0,-1-1 0 0 0,1 1 0 0 0,0-1 0 0 0,-1 0 0 0 0,1 1 0 0 0,-1-1-1 0 0,1 0 1 0 0,-1 0 0 0 0,1 1 0 0 0,-1-1 0 0 0,0 0 0 0 0,1 0 0 0 0,-1 0-1 0 0,0 0 1 0 0,0 0 0 0 0,1 1 0 0 0,-1-1 0 0 0,0 0 0 0 0,0 0 0 0 0,0-1-1 0 0,-26 6 111 0 0,16 1-49 0 0,0 6 20 0 0,-1 0 1 0 0,2 1-1 0 0,-1 0 0 0 0,2 1 0 0 0,0 0 0 0 0,-11 24 0 0 0,4-6 73 0 0,11-23-35 0 0,1 0-1 0 0,0 1 0 0 0,0 0 1 0 0,0-1-1 0 0,-1 13 1 0 0,3-16-161 0 0,0 1 114 0 0,2 2 94 0 0,-2-3-215 0 0,1 1 55 0 0,0-1 0 0 0,0 1 0 0 0,0 0 0 0 0,1-1 0 0 0,0 1 0 0 0,0-1 1 0 0,0 1-1 0 0,1-1 0 0 0,-1 1 0 0 0,6 9 0 0 0,28 37 155 0 0,-28-44-268 0 0,1 0-1 0 0,0-1 0 0 0,0 0 0 0 0,0-1 1 0 0,1 0-1 0 0,0 0 0 0 0,17 8 0 0 0,-7-3-211 0 0,39 18-1658 0 0,-35-22-1271 0 0,-2-3-3653 0 0,12-1 3427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4:37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0 2932 0 0,'0'0'11555'0'0,"-3"3"-11125"0"0,-10 11-116 0 0,10-11 25 0 0,-1 1 45 0 0,-5 5-185 0 0,0 2 0 0 0,0-1 0 0 0,1 1 0 0 0,1 0 0 0 0,0 0 0 0 0,0 1 0 0 0,1 0 0 0 0,-6 19 0 0 0,10-27 137 0 0,2 3-195 0 0,1 50 479 0 0,0-52-463 0 0,2 0-318 0 0,22 33-727 0 0,-23-35-124 0 0,2 0-704 0 0,13 8-755 0 0,-13-8-914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4:38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0 784 0 0,'0'0'15027'0'0,"-4"2"-14827"0"0,1-1 52 0 0,0 1 0 0 0,0 0 0 0 0,0 0 0 0 0,0 0 1 0 0,1 0-1 0 0,-1 0 0 0 0,0 0 0 0 0,1 1 0 0 0,0-1 0 0 0,-4 6 0 0 0,4-4 582 0 0,-26 40 1168 0 0,26-40-1657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40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4 193 1208 0 0,'0'0'7473'0'0,"-2"-5"-6055"0"0,2-1-899 0 0,-1 0 0 0 0,1 1 0 0 0,0-1 0 0 0,0 0 1 0 0,1 0-1 0 0,-1 1 0 0 0,3-9 0 0 0,-1 8 218 0 0,0 2-489 0 0,-1-1-199 0 0,0 3-42 0 0,-1 1 1 0 0,0-1 0 0 0,1 1-1 0 0,0-1 1 0 0,-1 1-1 0 0,1-1 1 0 0,0 1-1 0 0,0-1 1 0 0,-1 1 0 0 0,1 0-1 0 0,0-1 1 0 0,0 1-1 0 0,1 0 1 0 0,0-2-1 0 0,46-42 61 0 0,-15 28 361 0 0,-21 12-350 0 0,6-2-211 0 0,-14 5-36 0 0,3 1 64 0 0,19-3-2 0 0,-20 3 118 0 0,0 2 157 0 0,0 0-164 0 0,0-1 0 0 0,0 1 0 0 0,-1 1-1 0 0,1-1 1 0 0,-1 1 0 0 0,1 0 0 0 0,-1 0 0 0 0,0 1-1 0 0,0 0 1 0 0,0-1 0 0 0,0 2 0 0 0,-1-1 0 0 0,1 0 0 0 0,-1 1-1 0 0,1 0 1 0 0,-1 0 0 0 0,-1 1 0 0 0,1-1 0 0 0,0 1-1 0 0,-1-1 1 0 0,0 1 0 0 0,0 0 0 0 0,-1 0 0 0 0,1 1-1 0 0,-1-1 1 0 0,2 9 0 0 0,0-5-20 0 0,-3-6 21 0 0,1 1-1 0 0,-1-1 1 0 0,0 0-1 0 0,-1 1 0 0 0,1-1 1 0 0,0 1-1 0 0,-1-1 1 0 0,0 1-1 0 0,0 5 0 0 0,2 1 18 0 0,-2-6-9 0 0,1 0 0 0 0,-1 1 0 0 0,0-1 0 0 0,0 1 0 0 0,0-1 0 0 0,0 0 0 0 0,-2 6-1 0 0,-3 19 6 0 0,-16 54 0 0 0,1-31 138 0 0,0-6-280 0 0,18-42 308 0 0,-1 0 164 0 0,-6 15-242 0 0,6-14-81 0 0,7-10-1108 0 0,59-70 1386 0 0,-33 37-173 0 0,53-52 1 0 0,62-39 807 0 0,-142 127-789 0 0,2-1 2 0 0,15-10-202 0 0,-15 10-55 0 0,2 4 138 0 0,22 2-30 0 0,-27-2 14 0 0,1-1 0 0 0,0 1 1 0 0,0 0-1 0 0,-1 0 0 0 0,1 1 0 0 0,0-1 0 0 0,-1 1 1 0 0,1-1-1 0 0,-1 1 0 0 0,0 0 0 0 0,1-1 0 0 0,-1 1 1 0 0,0 0-1 0 0,0 1 0 0 0,0-1 0 0 0,0 0 0 0 0,1 4 1 0 0,-1-4-21 0 0,4 6 29 0 0,0 0-1 0 0,0 0 1 0 0,-1 1 0 0 0,0 0 0 0 0,0 0 0 0 0,-1 0 0 0 0,0 1 0 0 0,-1-1 0 0 0,4 15 0 0 0,-3-6-46 0 0,-1 1 0 0 0,-1 0 0 0 0,0 26 1 0 0,-7 29 219 0 0,5-67-232 0 0,-1-1-19 0 0,-1 17 33 0 0,1-17 371 0 0,3-13-272 0 0,6-30-130 0 0,1 0 0 0 0,29-68 0 0 0,-31 86 101 0 0,2 0-1 0 0,1 1 0 0 0,0 0 0 0 0,1 0 0 0 0,1 1 1 0 0,0 1-1 0 0,2 0 0 0 0,0 1 0 0 0,0 0 0 0 0,1 2 0 0 0,1-1 1 0 0,1 2-1 0 0,28-18 0 0 0,-31 23 71 0 0,8-2-13 0 0,-5 5-55 0 0,40-4 462 0 0,-44 8-154 0 0,-11-1-331 0 0,0 1 0 0 0,0 0 1 0 0,0 0-1 0 0,0 0 0 0 0,0 1 0 0 0,0-1 0 0 0,0 0 0 0 0,0 1 1 0 0,0-1-1 0 0,0 1 0 0 0,0 0 0 0 0,0-1 0 0 0,2 3 1 0 0,2-1 113 0 0,-2 0-101 0 0,4 1 46 0 0,0 0 1 0 0,-1 0 0 0 0,0 1-1 0 0,0 0 1 0 0,0 0 0 0 0,-1 1-1 0 0,1 0 1 0 0,-1 0-1 0 0,0 0 1 0 0,10 13 0 0 0,-6-2 107 0 0,-1 1 0 0 0,-1 0 0 0 0,9 27 0 0 0,-16-39-128 0 0,-1 3-52 0 0,-3 24-277 0 0,3-25-146 0 0,-10 66-6434 0 0,9-67 2984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42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77 1400 0 0,'-4'-3'2317'0'0,"-14"-11"6150"0"0,18 12-8361 0 0,1 1-1 0 0,-1-1 1 0 0,1 1 0 0 0,-1 0 0 0 0,1-1 0 0 0,0 1 0 0 0,-1 0 0 0 0,1-1-1 0 0,0 1 1 0 0,0 0 0 0 0,0 0 0 0 0,2-2 0 0 0,-2 1 76 0 0,2-2 707 0 0,0 1-461 0 0,11-9-281 0 0,-10 9 343 0 0,0 1-209 0 0,14-5-339 0 0,-14 6 42 0 0,1 0-166 0 0,14-3 326 0 0,-14 3 340 0 0,1 2-460 0 0,19 4-62 0 0,-19-4 77 0 0,-2 1-11 0 0,11 7 206 0 0,-11-6-45 0 0,-1 0-176 0 0,10 9-40 0 0,-10-9 36 0 0,1 1 101 0 0,22 38-48 0 0,-24-38 160 0 0,1 2-88 0 0,11 54 123 0 0,-13-54-284 0 0,-1 23-27 0 0,0-23 72 0 0,-2 1 64 0 0,-3 22 133 0 0,3-22-59 0 0,0-1 4 0 0,-3 11-161 0 0,-2-1 0 0 0,0-1-1 0 0,0 1 1 0 0,-2-1 0 0 0,-13 19 0 0 0,-22 19 411 0 0,41-50-148 0 0,0 1-86 0 0,-2 6 496 0 0,10-9-317 0 0,25-16-282 0 0,43-35-253 0 0,-1-4-41 0 0,197-157 113 0 0,-265 208 46 0 0,0-1 103 0 0,15-12-149 0 0,-14 13 177 0 0,-2 0 47 0 0,26-27 37 0 0,-26 28 308 0 0,-5-2-436 0 0,-9-11-27 0 0,8 11-35 0 0,-2 5 62 0 0,0 0-1 0 0,0 0 0 0 0,0 1 1 0 0,0-1-1 0 0,0 1 1 0 0,1 1-1 0 0,-7 3 1 0 0,7-4-17 0 0,-14 10 126 0 0,1 0 0 0 0,1 2 0 0 0,0 0 1 0 0,-20 22-1 0 0,20-18-25 0 0,2 0 0 0 0,-1 1 0 0 0,2 1-1 0 0,1 0 1 0 0,0 0 0 0 0,-13 36 0 0 0,24-54-89 0 0,0 0 1 0 0,0 0-1 0 0,0 0 0 0 0,0 1 0 0 0,0-1 1 0 0,1 0-1 0 0,0 0 0 0 0,-1 1 0 0 0,1-1 1 0 0,0 4-1 0 0,0 0 32 0 0,-1 0 214 0 0,2 1-10 0 0,-1-3-232 0 0,0 0 48 0 0,0 0 0 0 0,0 0 0 0 0,1 1 0 0 0,0-1-1 0 0,-1 0 1 0 0,1 0 0 0 0,1 0 0 0 0,-1 0 0 0 0,0 0 0 0 0,1-1 0 0 0,0 1-1 0 0,0 0 1 0 0,0-1 0 0 0,0 1 0 0 0,4 3 0 0 0,12 7 89 0 0,2-1 0 0 0,0 0 0 0 0,0-1 1 0 0,1-2-1 0 0,36 14 0 0 0,-41-17-101 0 0,-10-5-24 0 0,-4-2-31 0 0,0 1 0 0 0,0-1 0 0 0,0 0 0 0 0,0 0 1 0 0,0 1-1 0 0,-1 0 0 0 0,1-1 0 0 0,0 1 0 0 0,0 0 1 0 0,2 1-1 0 0,1 0 1 0 0,1 0 92 0 0,-1 0-92 0 0,18 6 60 0 0,-18-6-41 0 0,0 0-11 0 0,12 4-18 0 0,-12-4 190 0 0,0-1-262 0 0,42 17-3281 0 0,-43-16 2135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3:43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62 1668 0 0,'3'-4'1724'0'0,"8"-13"11724"0"0,-16 16-13398 0 0,-15-5-43 0 0,15 4 559 0 0,0 3-569 0 0,-16 1 23 0 0,15-1 269 0 0,1-1-202 0 0,-16 3 46 0 0,15-3 5085 0 0,12-1-5120 0 0,63-10 101 0 0,136-4 1 0 0,-117 11-46 0 0,-82 4-90 0 0,68-4 649 0 0,-68 3-646 0 0,-4 2-343 0 0,0-1 165 0 0,0 0 1 0 0,0 0-1 0 0,0 0 1 0 0,-1 0-1 0 0,1 0 1 0 0,0 0-1 0 0,0 0 1 0 0,0-1-1 0 0,3 0 1 0 0,0 0-236 0 0,1 0-1114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0:56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348 234 48 0 0,'0'0'3508'0'0,"-1"-4"-2826"0"0,-5-21 2265 0 0,5 21-2725 0 0,-1-3-61 0 0,-1 1 0 0 0,1 0 0 0 0,-1 1 0 0 0,-1-1 0 0 0,-3-6 0 0 0,4 9 1221 0 0,3 2-1373 0 0,0 1-1 0 0,0-1 1 0 0,-1 1 0 0 0,1-1 0 0 0,0 1-1 0 0,0-1 1 0 0,0 1 0 0 0,-1 0 0 0 0,1-1-1 0 0,0 1 1 0 0,0-1 0 0 0,-1 1 0 0 0,1 0-1 0 0,0-1 1 0 0,-1 1 0 0 0,1 0 0 0 0,0-1-1 0 0,-1 1 1 0 0,1 0 0 0 0,-1-1-1 0 0,1 1 1 0 0,0 0 0 0 0,-1 0 0 0 0,1 0-1 0 0,-1-1 1 0 0,0 1 0 0 0,1 0-9 0 0,-1 0 0 0 0,1 0-1 0 0,-1 0 1 0 0,1-1 0 0 0,-1 1 0 0 0,1 0 0 0 0,0 0 0 0 0,-1 0-1 0 0,1-1 1 0 0,-1 1 0 0 0,1 0 0 0 0,0-1 0 0 0,-1 1 0 0 0,1 0-1 0 0,0-1 1 0 0,-1 1 0 0 0,1-1 0 0 0,0 1 0 0 0,0 0-1 0 0,-1-1 1 0 0,1 1 0 0 0,0-1 0 0 0,0 1 0 0 0,0-1 0 0 0,0 1-1 0 0,-1-1 1 0 0,-3-1 32 0 0,-45-16 76 0 0,44 17-56 0 0,0 0-63 0 0,-46-10 890 0 0,46 10 582 0 0,0 0-909 0 0,-15-3 45 0 0,15 3 1885 0 0,1-1-2370 0 0,-58-32 372 0 0,58 31-492 0 0,0 0-369 0 0,-30-25 781 0 0,31 26-419 0 0,-1-1-358 0 0,-12-6 387 0 0,12 6 146 0 0,1 1-313 0 0,-8-6 403 0 0,26 12 79 0 0,-12-3-387 0 0,3 0 48 0 0,-1 1-52 0 0,100 32 289 0 0,-60-21-267 0 0,31 6 152 0 0,70 14-58 0 0,-140-32-83 0 0,0 0 112 0 0,18 4-140 0 0,-18-3 108 0 0,-1-1-52 0 0,47 8 335 0 0,-46-8-163 0 0,-1-1-317 0 0,15 4 28 0 0,-15-3-43 0 0,8 14-10445 0 0,-10-12 7325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0:57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30 2196 0 0,'0'0'1569'0'0,"-2"-5"-298"0"0,-6-19 9166 0 0,7 25-10699 0 0,1 1 282 0 0,0 0 1 0 0,-1-1-1 0 0,1 1 0 0 0,0 0 1 0 0,0-1-1 0 0,0 1 0 0 0,0 0 1 0 0,0-1-1 0 0,1 1 1 0 0,-1 0-1 0 0,0-1 0 0 0,2 3 1 0 0,3 15 79 0 0,8 36 33 0 0,15 38-67 0 0,59 140-437 0 0,-55-157 387 0 0,-11-24 255 0 0,7 25-281 0 0,-27-73-89 0 0,1 1 104 0 0,5 13-212 0 0,-6-13 227 0 0,1-1 59 0 0,3 15-28 0 0,-3-14 133 0 0,-1 0-50 0 0,0-2-143 0 0,0 0 1 0 0,0 0-1 0 0,-1 0 0 0 0,0 1 1 0 0,1-1-1 0 0,-1 0 0 0 0,-1 1 0 0 0,1-1 1 0 0,0 0-1 0 0,-1 0 0 0 0,-1 6 0 0 0,1-5 175 0 0,-4-1-143 0 0,-78 47-42 0 0,33-12-73 0 0,-48 41 386 0 0,95-77-384 0 0,0 2 244 0 0,-12 8-242 0 0,12-8-136 0 0,0-1-33 0 0,-24 32 919 0 0,24-32-752 0 0,1 2-3 0 0,-7 13 106 0 0,7-13-57 0 0,-1 0-31 0 0,-18 39 76 0 0,19-40 109 0 0,0 0-223 0 0,1-1 200 0 0,-1 0-1 0 0,1-1 0 0 0,0 1 0 0 0,0 0 1 0 0,1 0-1 0 0,-1 0 0 0 0,1 0 0 0 0,-1 0 1 0 0,1 0-1 0 0,0 0 0 0 0,0 0 0 0 0,0 0 1 0 0,1 4-1 0 0,0-2 173 0 0,-1-5-250 0 0,0 1-1 0 0,1-1 1 0 0,-1 1-1 0 0,0-1 1 0 0,0 0-1 0 0,1 1 0 0 0,-1-1 1 0 0,0 1-1 0 0,1-1 1 0 0,-1 0-1 0 0,0 1 1 0 0,1-1-1 0 0,-1 0 1 0 0,1 1-1 0 0,-1-1 0 0 0,1 0 1 0 0,-1 0-1 0 0,1 0 1 0 0,-1 1-1 0 0,0-1 1 0 0,1 0-1 0 0,-1 0 1 0 0,1 0-1 0 0,-1 0 0 0 0,2 0 1 0 0,-2 0-10 0 0,1 0 0 0 0,-1 0 0 0 0,1 0 0 0 0,-1 1 0 0 0,0-1 0 0 0,1 0 0 0 0,-1 0 0 0 0,1 0 0 0 0,-1 0 0 0 0,1 0 1 0 0,-1 1-1 0 0,0-1 0 0 0,1 0 0 0 0,-1 0 0 0 0,1 1 0 0 0,-1-1 0 0 0,0 0 0 0 0,1 1 0 0 0,-1-1 0 0 0,0 0 0 0 0,0 1 0 0 0,1-1 0 0 0,-1 1 0 0 0,0-1 0 0 0,0 0 0 0 0,1 1 1 0 0,-1 0-1 0 0,7 1 213 0 0,36 9-34 0 0,1-2 0 0 0,54 5 0 0 0,100-1-51 0 0,-89-8 130 0 0,120 9-643 0 0,-222-13 470 0 0,-1-1 42 0 0,20 1-96 0 0,-20 0-100 0 0,0-1 74 0 0,17 3 40 0 0,-17-2 561 0 0,0-1-428 0 0,59 2-551 0 0,-58-2-266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1:35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0 424 0 0,'0'0'14897'0'0,"-2"4"-14859"0"0,-9 10 302 0 0,9-10 44 0 0,0 1-590 0 0,-7 13 50 0 0,7-13 529 0 0,1 3-672 0 0,0 0 181 0 0,0-1 0 0 0,-1 1 0 0 0,-3 9 0 0 0,3-11 316 0 0,0-1 695 0 0,1-1-604 0 0,-4 15-277 0 0,4-14-191 0 0,0 0-294 0 0,-4 15 526 0 0,4-15 122 0 0,0 0-290 0 0,-10 45-815 0 0,10-45 1487 0 0,0 0-1071 0 0,-9 48 1246 0 0,9-48-330 0 0,0 1-1314 0 0,-9 48 572 0 0,9-49 645 0 0,0 1-830 0 0,-2 21 2231 0 0,5-28-1712 0 0,-1 0 1 0 0,0 0-1 0 0,1-1 1 0 0,-1 1-1 0 0,1 0 1 0 0,0 1-1 0 0,-1-1 1 0 0,1 0-1 0 0,0 0 1 0 0,1 0-1 0 0,1-1 502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1:37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162 142 72 0 0,'0'0'17760'0'0,"-3"3"-17928"0"0,-7 11 208 0 0,7-11-42 0 0,1 1-18 0 0,-20 77 73 0 0,22-76 0 0 0,-2 1-158 0 0,-6 18 250 0 0,6-18-78 0 0,1-1-6 0 0,-16 83-19 0 0,16-82 36 0 0,0-2 27 0 0,-2 16-68 0 0,2-15-188 0 0,0 2-140 0 0,-1 18 241 0 0,2-19 315 0 0,-1 0-505 0 0,-1 19 167 0 0,1-19 138 0 0,0 0-50 0 0,-12 87 413 0 0,12-87-403 0 0,1-1-184 0 0,-4 16 240 0 0,4-16 10 0 0,-1 1-92 0 0,-7 47-202 0 0,7-48 127 0 0,0 1 142 0 0,-16 83 126 0 0,16-84-358 0 0,0 2-77 0 0,-8 56 442 0 0,8-57-313 0 0,1 0 187 0 0,-6 50-17 0 0,5-50-109 0 0,1-1 49 0 0,-11 89 108 0 0,10-88 3349 0 0,2-7-3438 0 0,1 0-1 0 0,-1 0 0 0 0,1 0 0 0 0,-1 0 1 0 0,0-1-1 0 0,0 1 0 0 0,1-1 0 0 0,-1 1 1 0 0,1-3-1 0 0,1 0-47 0 0,-1 0 101 0 0,5-14-86 0 0,-5 13 65 0 0,0-1-102 0 0,48-196 79 0 0,-6-7 60 0 0,-43 204-103 0 0,1-2-16 0 0,8-51-185 0 0,-9 52 227 0 0,0 1-26 0 0,8-54-5 0 0,-9 52 18 0 0,1 1 40 0 0,3-17-38 0 0,-3 18-3 0 0,0-1 73 0 0,2-14-131 0 0,-2 15-1 0 0,0-1 2 0 0,10-84 185 0 0,-10 84-32 0 0,-1 0-134 0 0,11-86 6 0 0,-10 86 62 0 0,0 1-82 0 0,1-19 84 0 0,-1 18 106 0 0,0 1 3 0 0,3-18-77 0 0,-2 17-98 0 0,-2 1-233 0 0,2-18 260 0 0,-1 18 41 0 0,0-1-164 0 0,3-14 211 0 0,-3 15-4 0 0,-2-1-318 0 0,1 2 292 0 0,-2-11-430 0 0,1 15 378 0 0,1 0 0 0 0,0-1-1 0 0,-1 1 1 0 0,1 0 0 0 0,-1 0 0 0 0,1 0 0 0 0,0 0-1 0 0,-1 0 1 0 0,1 0 0 0 0,0 1 0 0 0,-1-1 0 0 0,1 0-1 0 0,0 0 1 0 0,-1 0 0 0 0,1 0 0 0 0,-1 0 0 0 0,1 0-1 0 0,0 1 1 0 0,0-1 0 0 0,-1 0 0 0 0,1 0 0 0 0,0 1-1 0 0,-1-1 1 0 0,1 0 0 0 0,0 0 0 0 0,0 1 0 0 0,-1-1-1 0 0,1 0 1 0 0,0 1 0 0 0,0-1 0 0 0,0 0 0 0 0,0 1-1 0 0,-1-1 1 0 0,1 0 0 0 0,0 1 0 0 0,0-1 0 0 0,0 0-1 0 0,0 1 1 0 0,-2 3-170 0 0,-9 18-9763 0 0,9-18 6604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1:54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99 1408 0 0,'0'0'2418'0'0,"1"-6"-2196"0"0,0 0 156 0 0,0 1-2014 0 0,0-11 17214 0 0,4-3-16028 0 0,-3 15 440 0 0,0-1 148 0 0,60-4-37 0 0,-57 8-238 0 0,1 1 233 0 0,52-7-370 0 0,-51 6 468 0 0,-6 1-238 0 0,1-1 37 0 0,0 1-1 0 0,-1-1 1 0 0,1 1-1 0 0,0 0 0 0 0,-1-1 1 0 0,1 1-1 0 0,0 0 1 0 0,-1 0-1 0 0,1 0 1 0 0,0 1-1 0 0,1-1 1 0 0,2 1-3 0 0,0-2-13 0 0,2 1 162 0 0,18-3-124 0 0,-19 2-34 0 0,1 1-91 0 0,20 0 12 0 0,-20 0 100 0 0,-1 0-123 0 0,22-1 164 0 0,-21 1 255 0 0,0 0-224 0 0,143-6-236 0 0,50 0 136 0 0,-195 6-50 0 0,27 0-5 0 0,-26-1 211 0 0,0 1-159 0 0,53 2-58 0 0,-53-2 446 0 0,-1 1-355 0 0,55 0-106 0 0,-54-1 208 0 0,-1 1-200 0 0,18 0 167 0 0,-18-1 34 0 0,1 0-611 0 0,16 0 650 0 0,-16-1 834 0 0,-12 2-1061 0 0,1 0-428 0 0,-6 0 978 0 0,5 1-4387 0 0,-2 1-3891 0 0,-11 7 4259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06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1 291 260 0 0,'0'0'11837'0'0,"1"-5"-12064"0"0,30-59-118 0 0,-29 60 865 0 0,1 0-365 0 0,10-10-60 0 0,-10 10-68 0 0,0 1-58 0 0,33-29 246 0 0,-32 29 26 0 0,10-9 83 0 0,-11 11-311 0 0,0-2 7 0 0,1 0-180 0 0,11-9 197 0 0,-11 9 331 0 0,0 1-262 0 0,62-30-537 0 0,-61 30 529 0 0,1 3-619 0 0,18 1 410 0 0,-17-2 77 0 0,-4 2-280 0 0,35 22 496 0 0,-35-21 166 0 0,-2-1-442 0 0,-1-1 87 0 0,1 1-1 0 0,0-1 0 0 0,0 1 1 0 0,-1-1-1 0 0,1 0 0 0 0,0 1 1 0 0,0-1-1 0 0,1 0 0 0 0,-1 0 1 0 0,0 1-1 0 0,0-1 0 0 0,0 0 1 0 0,1 0-1 0 0,-1 0 1 0 0,2 1-1 0 0,-1-2 5 0 0,-1 1-1 0 0,0 0 1 0 0,0-1 0 0 0,0 1-1 0 0,0 0 1 0 0,0 0 0 0 0,0 0-1 0 0,0 0 1 0 0,0 0 0 0 0,-1 0-1 0 0,1 0 1 0 0,0 0-1 0 0,-1 0 1 0 0,2 2 0 0 0,-1 3-88 0 0,1 0 1 0 0,0 0 0 0 0,0 0-1 0 0,0 0 1 0 0,5 7-1 0 0,-5-9 145 0 0,-1 1 139 0 0,0 0-243 0 0,3 16 112 0 0,-3-16-92 0 0,-1 1 124 0 0,0 21-119 0 0,0-21 60 0 0,-1 1-89 0 0,-1 17 188 0 0,1-18 84 0 0,0 0-228 0 0,-2 18-10 0 0,2-18 196 0 0,0 0-220 0 0,-3 18-13 0 0,3-19 84 0 0,0 0-91 0 0,-4 14 79 0 0,4-14 226 0 0,0 0-249 0 0,-5 14 147 0 0,4-15 164 0 0,1 1-386 0 0,-5 12 323 0 0,5-12 277 0 0,-19-10-1019 0 0,16 2 499 0 0,-1 2 13 0 0,8-58-857 0 0,-2 53 758 0 0,0 1 6 0 0,6-16-9 0 0,-5 16 53 0 0,0 0-12 0 0,0 1 76 0 0,1-1-25 0 0,0-1 0 0 0,0 0-1 0 0,0 0 1 0 0,-1-1 0 0 0,0 1-1 0 0,1-10 1 0 0,-1 11-117 0 0,7-15 173 0 0,-7 16 38 0 0,0-1-46 0 0,8-14-104 0 0,-8 15-10 0 0,8-15 164 0 0,-8 16-135 0 0,0 2 36 0 0,-1 0 1 0 0,0 0-1 0 0,0 0 0 0 0,0 0 0 0 0,0 0 1 0 0,0 0-1 0 0,0 0 0 0 0,0 0 0 0 0,0 0 1 0 0,0-1-1 0 0,0 1 0 0 0,1-2 0 0 0,-2 1-3 0 0,3-1-13 0 0,1-2-153 0 0,10-13-113 0 0,-11 14 277 0 0,1 0 48 0 0,63-62 984 0 0,-2 15-134 0 0,-60 48-935 0 0,-2 0 2 0 0,7-4-35 0 0,0 0 0 0 0,1 1 0 0 0,0 0 0 0 0,0 0 0 0 0,0 1 0 0 0,18-6 0 0 0,-24 10 30 0 0,-4 2 50 0 0,1-1 0 0 0,-1 0 0 0 0,0 0 0 0 0,1 1 0 0 0,-1-1 0 0 0,1 1 0 0 0,-1-1 0 0 0,0 1 0 0 0,0 0 0 0 0,1 0 0 0 0,-1-1 0 0 0,2 3 0 0 0,0-1 32 0 0,1 0 147 0 0,-1 1-343 0 0,22 36-98 0 0,-23-35 137 0 0,2 9 63 0 0,-3-12 72 0 0,0 0 0 0 0,-1 0 0 0 0,1 0 0 0 0,0 0 1 0 0,-1 0-1 0 0,1 0 0 0 0,-1 0 0 0 0,1 1 0 0 0,-1-1 1 0 0,0 0-1 0 0,1 0 0 0 0,-1 0 0 0 0,0 1 0 0 0,0-1 1 0 0,0 1-1 0 0,6 51 77 0 0,-5-47 155 0 0,-1 0-150 0 0,0 19-136 0 0,0-19 302 0 0,-1 0-228 0 0,-4 54 32 0 0,4-54-138 0 0,-1 0 9 0 0,-2 18 252 0 0,3-18-248 0 0,0-2 51 0 0,-4 14 179 0 0,4-14-149 0 0,-1 2-358 0 0,-4 15 212 0 0,5-16-32 0 0,-1 0-119 0 0,-5 14 188 0 0,5-15 79 0 0,0 0-283 0 0,-5 12 297 0 0,6-12 743 0 0,-1-8-987 0 0,-7-15 304 0 0,7 14 127 0 0,3 0-57 0 0,4-15-174 0 0,-4 15 1 0 0,1 1-61 0 0,7-15-7 0 0,-7 14 12 0 0,0 2 49 0 0,6-13 110 0 0,-6 13-92 0 0,1-1-8 0 0,22-35-165 0 0,-23 35 210 0 0,-1 2-3 0 0,-1 0 1 0 0,0 1-1 0 0,1-1 0 0 0,-1 1 0 0 0,1-1 0 0 0,0 1 1 0 0,0-1-1 0 0,-1 1 0 0 0,1-1 0 0 0,0 1 0 0 0,0 0 1 0 0,3-3-1 0 0,-2 2 11 0 0,0-3 83 0 0,-1 5-100 0 0,-1-1 0 0 0,1 1-1 0 0,-1 0 1 0 0,0-1 0 0 0,1 1 0 0 0,-1 0-1 0 0,0-1 1 0 0,1 1 0 0 0,-1-1 0 0 0,0 1-1 0 0,1 0 1 0 0,-1-1 0 0 0,0 1 0 0 0,0-1-1 0 0,1 1 1 0 0,-1-1 0 0 0,0 1 0 0 0,0-1-1 0 0,0 1 1 0 0,0-1 0 0 0,0 1 0 0 0,0-2-1 0 0,0 2-5 0 0,0-1-1 0 0,0 1 1 0 0,0-1-1 0 0,0 1 0 0 0,0-1 1 0 0,0 1-1 0 0,1-1 1 0 0,-1 1-1 0 0,0 0 0 0 0,0-1 1 0 0,0 1-1 0 0,0-1 1 0 0,1 1-1 0 0,-1 0 0 0 0,0-1 1 0 0,0 1-1 0 0,1-1 1 0 0,-1 1-1 0 0,0 0 0 0 0,1-1 1 0 0,-1 1-1 0 0,0 0 1 0 0,1 0-1 0 0,-1-1 0 0 0,1 1 1 0 0,2-5 23 0 0,9-13 67 0 0,-9 13-102 0 0,0 0 42 0 0,6-13-46 0 0,-7 13 116 0 0,2 1 20 0 0,10-12-132 0 0,-10 12-19 0 0,-4 3-28 0 0,1-1 94 0 0,0 1 0 0 0,0-1 1 0 0,0 1-1 0 0,0-1 0 0 0,0 1 0 0 0,0 0 0 0 0,0-1 0 0 0,0 1 1 0 0,0 0-1 0 0,3-2 0 0 0,-4 3-6 0 0,3-4 274 0 0,1 0-318 0 0,31-29-491 0 0,-31 31 857 0 0,0-2-74 0 0,13-5 9 0 0,0 0 0 0 0,25-8 0 0 0,-37 15-56 0 0,0 1-552 0 0,14-3 363 0 0,-14 2 34 0 0,0 1 1 0 0,15-2-50 0 0,-15 2 523 0 0,0 0-667 0 0,20-5-302 0 0,-22 6 430 0 0,-1-1 0 0 0,1 1 0 0 0,-1 0 0 0 0,1 0 0 0 0,-1 0 1 0 0,1 0-1 0 0,-1 0 0 0 0,0 0 0 0 0,1 1 0 0 0,-1-1 0 0 0,1 1 0 0 0,-1 0 0 0 0,0 0 0 0 0,4 2 0 0 0,-5-3 40 0 0,0 1 7 0 0,0 1-1 0 0,0-1 1 0 0,0 0-1 0 0,0 1 0 0 0,1-1 1 0 0,-1 0-1 0 0,0 0 1 0 0,1 0-1 0 0,-1 0 0 0 0,1 0 1 0 0,3 1-1 0 0,-5 3 89 0 0,4 15-289 0 0,-3-16 384 0 0,-1 3-71 0 0,-2 18-140 0 0,2-19-201 0 0,-1 0 0 0 0,-4 17 388 0 0,4-18-84 0 0,0 1-38 0 0,-6 18-55 0 0,6-18-214 0 0,0 0-65 0 0,-19 47-32 0 0,18-48 664 0 0,1 2-278 0 0,-1 0 0 0 0,0 0 0 0 0,0 0 0 0 0,-1 0 0 0 0,-3 8 0 0 0,3-8-173 0 0,1-3-308 0 0,0 1 352 0 0,-5 16 103 0 0,6-15-49 0 0,-1-1-254 0 0,-2 16 30 0 0,3-16 1142 0 0,0 1-1218 0 0,-2 17-4 0 0,2-17 64 0 0,2-6 28 0 0,-1 0 168 0 0,1 0-1 0 0,-1 1 0 0 0,1-1 0 0 0,-1 0 1 0 0,1 0-1 0 0,-1 0 0 0 0,1 0 1 0 0,-1 1-1 0 0,0-1 0 0 0,1 0 0 0 0,-1 0 1 0 0,1 1-1 0 0,-1-1 0 0 0,0 0 0 0 0,1 1 1 0 0,-1-1-1 0 0,0 1 0 0 0,1-1 1 0 0,-1 0-1 0 0,0 1 0 0 0,1 0 0 0 0,11 12 473 0 0,4-3-645 0 0,-12-8 420 0 0,1 0-374 0 0,15 5-77 0 0,-15-5 470 0 0,0-1-167 0 0,19 5-108 0 0,-18-5 527 0 0,0 1-709 0 0,57 11 731 0 0,-48-11-3814 0 0,-3 0-3734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08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42 104 308 0 0,'0'0'7954'0'0,"2"-4"-7617"0"0,6-17 5670 0 0,-11 18-6098 0 0,-40-15 684 0 0,38 17 3563 0 0,8-2-3985 0 0,1 0-138 0 0,-1 1-1 0 0,1 0 0 0 0,0 0 1 0 0,0 0-1 0 0,-1 0 1 0 0,1 1-1 0 0,0-1 0 0 0,1 1 1 0 0,-1 0-1 0 0,0 0 1 0 0,0 1-1 0 0,8-1 0 0 0,57-7 105 0 0,168-14-2245 0 0,-231 21 1461 0 0,18-2-3743 0 0,-13 5-2337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09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 1300 0 0,'0'0'7974'0'0,"-4"2"-7339"0"0,3 0-483 0 0,0-1-88 0 0,0 0-1 0 0,0 0 1 0 0,0-1 0 0 0,0 1-1 0 0,0 0 1 0 0,-1 0 0 0 0,1-1-1 0 0,0 1 1 0 0,0 0-1 0 0,-1-1 1 0 0,1 1 0 0 0,-3 0 2974 0 0,4 5-2764 0 0,1-2-144 0 0,-1-3-70 0 0,1 1 1 0 0,-1 0 0 0 0,0 0 0 0 0,1 0 0 0 0,-1-1 0 0 0,0 1 0 0 0,0 0 0 0 0,0 0 0 0 0,-1 0 0 0 0,1-1 0 0 0,0 1 0 0 0,-2 3 0 0 0,5-2 95 0 0,30 32 544 0 0,-30-32-708 0 0,2 1 55 0 0,184 139 194 0 0,-186-140-309 0 0,-1-2 68 0 0,-1 0 0 0 0,1 0-1 0 0,-1 0 1 0 0,0 0-1 0 0,1 0 1 0 0,-1 0-1 0 0,0 0 1 0 0,1 1-1 0 0,-1-1 1 0 0,1 3-1 0 0,2-1 228 0 0,-1 1-233 0 0,11 12 97 0 0,-10-12-214 0 0,-4 2 297 0 0,0 17 19 0 0,0-17-357 0 0,-10 12 664 0 0,8-14-718 0 0,-2 0-12 0 0,-93 86 460 0 0,-19 18-1479 0 0,84-66 2690 0 0,29-38-1659 0 0,3 1-387 0 0,-2 18 724 0 0,2-17-232 0 0,6-4 94 0 0,21 2 35 0 0,1 0-1 0 0,0-1 1 0 0,-1-2 0 0 0,1-1-1 0 0,28-3 1 0 0,-20 1-276 0 0,21-2 160 0 0,-33 3 218 0 0,-18 1-131 0 0,0 0 166 0 0,20-1 2 0 0,-20 1-185 0 0,1-1 142 0 0,20 0-140 0 0,-20 1 91 0 0,0 0-162 0 0,19 1-5 0 0,-20 0-426 0 0,14 11-8650 0 0,-17-10 6105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10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 1684 0 0,'0'0'13765'0'0,"1"-5"-13721"0"0,2-23 150 0 0,2 27-219 0 0,13-3 43 0 0,-13 3 67 0 0,0 3 53 0 0,44 23 296 0 0,-44-22-408 0 0,-5-2-26 0 0,0-1 0 0 0,0 1 0 0 0,0-1 0 0 0,0 1 0 0 0,0-1 0 0 0,0 1 0 0 0,0-1 0 0 0,0 1 0 0 0,0-1 0 0 0,0 0 0 0 0,1 1 0 0 0,-1-1 0 0 0,0 1-1 0 0,0-1 1 0 0,1 0 0 0 0,-1 1 0 0 0,0-1 0 0 0,1 1 0 0 0,-1-1 0 0 0,0 0 0 0 0,1 0 0 0 0,-1 1 0 0 0,0-1 0 0 0,1 1 0 0 0,11 14-223 0 0,-5 2 329 0 0,-5-13-32 0 0,-1 3-176 0 0,-1 2 82 0 0,0-1 0 0 0,-1 0 0 0 0,1 0 0 0 0,-2 1 0 0 0,1-1 0 0 0,-1 0 0 0 0,0 0 0 0 0,-4 8 1 0 0,-31 63 401 0 0,33-71-370 0 0,2-4-109 0 0,-1 0-115 0 0,-8 13 69 0 0,9-12 296 0 0,-1-1-101 0 0,-5 14 57 0 0,6-13-150 0 0,7-7-188 0 0,8-5 159 0 0,0-1 0 0 0,-1 1 0 0 0,-1-2 0 0 0,14-11-1 0 0,21-22 562 0 0,25-22-982 0 0,-68 60 597 0 0,0 0 170 0 0,11-13-72 0 0,-10 12-199 0 0,-4 4-14 0 0,1-1 0 0 0,0 1 0 0 0,0-1 0 0 0,-1 1 0 0 0,1-1 0 0 0,0 1 0 0 0,0-1 0 0 0,1 1 1 0 0,-1 0-1 0 0,0 0 0 0 0,0-1 0 0 0,2 0 0 0 0,-2 1-8 0 0,2-2 13 0 0,-2 1-154 0 0,1 1 146 0 0,-1 0 1 0 0,0 0 0 0 0,1 0-1 0 0,-1-1 1 0 0,0 1 0 0 0,0 0-1 0 0,0-1 1 0 0,0 1-1 0 0,0-1 1 0 0,0 0 0 0 0,0-1-1 0 0,0 3 7 0 0,2-4 241 0 0,-1 0-276 0 0,6-12 132 0 0,-6 12 221 0 0,-2 3-506 0 0,-1 1 199 0 0,1 0-1 0 0,-1 0 1 0 0,1 0 0 0 0,-1-1-1 0 0,1 1 1 0 0,-1 0 0 0 0,1 0-1 0 0,0-1 1 0 0,-1 1 0 0 0,1 0-1 0 0,0-1 1 0 0,-1 1-1 0 0,1-1 1 0 0,0 1 0 0 0,-1 0-1 0 0,1-1 1 0 0,0 1 0 0 0,0-1-1 0 0,-1 1 1 0 0,1-1 0 0 0,0 1-1 0 0,0-1 1 0 0,0 1 0 0 0,0-1-1 0 0,-1 0 1 0 0,1 1-4 0 0,0-1 1 0 0,0 1 0 0 0,0-1 0 0 0,0 1-1 0 0,0-1 1 0 0,0 1 0 0 0,0-1-1 0 0,-1 1 1 0 0,1-1 0 0 0,0 1 0 0 0,0-1-1 0 0,-1 1 1 0 0,1-1 0 0 0,0 1-1 0 0,-1 0 1 0 0,1-1 0 0 0,-1 1-1 0 0,1 0 1 0 0,0-1 0 0 0,-1 1 0 0 0,1 0-1 0 0,-1-1 1 0 0,1 1 0 0 0,-1 0-1 0 0,1 0 1 0 0,-1-1 0 0 0,-2 4-16 0 0,-10 8 16 0 0,2 0 0 0 0,0 0 0 0 0,0 1 0 0 0,1 1 0 0 0,1 0 0 0 0,-15 26 0 0 0,15-17-125 0 0,9-16 110 0 0,-2-2 24 0 0,2 2 167 0 0,-3 18-73 0 0,4-12 39 0 0,2-6-90 0 0,0 1-1 0 0,0-1 1 0 0,0 0 0 0 0,0 0 0 0 0,1 0-1 0 0,0-1 1 0 0,0 1 0 0 0,1-1-1 0 0,0 0 1 0 0,-1 0 0 0 0,12 8 0 0 0,45 17 184 0 0,-30-18-456 0 0,-7-6 54 0 0,5 2 102 0 0,71 15-9308 0 0,-94-22 6991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10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 1572 0 0,'0'0'14455'0'0,"-2"5"-14425"0"0,-45 100 563 0 0,46-101-683 0 0,1 2-13 0 0,0 17 143 0 0,0-17-10 0 0,2 0-62 0 0,0 1 12 0 0,1 1 0 0 0,1-1 0 0 0,-1-1 0 0 0,8 11 0 0 0,-9-14-270 0 0,0 0 0 0 0,0-1 0 0 0,1 1 0 0 0,-1-1 0 0 0,1 1 0 0 0,0-1 0 0 0,-1 0 0 0 0,1 0 0 0 0,0 0 0 0 0,4 1 0 0 0,41 21-7333 0 0,-43-22 5469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10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25 1200 0 0,'-4'-6'1530'0'0,"-4"-13"15073"0"0,-10 29-16313 0 0,14-8-167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11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84 124 332 0 0,'0'0'15033'0'0,"-5"1"-15011"0"0,-20 4 505 0 0,20-7-566 0 0,-18-2 81 0 0,17 3 18 0 0,6-1-100 0 0,-1 1 54 0 0,1 0 0 0 0,0-1 0 0 0,-1 1 0 0 0,0 0 0 0 0,1 0-1 0 0,-1-1 1 0 0,0 1 0 0 0,1 0 0 0 0,-1 0 0 0 0,0 0 0 0 0,-2-2-1 0 0,1 1 14 0 0,0-2 217 0 0,1-1-271 0 0,-3-14 118 0 0,4 14 293 0 0,0-1-379 0 0,4-18 67 0 0,-3 18-107 0 0,11-11 11 0 0,-10 13 122 0 0,3 2-5 0 0,16-7-82 0 0,-16 7 69 0 0,1 3-49 0 0,20 3-135 0 0,-20-3 128 0 0,-1 2 1 0 0,14 12-155 0 0,-14-12 159 0 0,-1 1-112 0 0,3 8 27 0 0,0-1 1 0 0,0 1 0 0 0,9 23-1 0 0,-15-30 170 0 0,0 2-86 0 0,2 61-115 0 0,-3-63 35 0 0,-1 3 78 0 0,-18 86-265 0 0,18-90 194 0 0,0 4 77 0 0,-1 1 0 0 0,0-1 0 0 0,-6 15-1 0 0,4-11 47 0 0,3-7 72 0 0,-1 0 15 0 0,-4 15-108 0 0,5-15 912 0 0,2 0-1152 0 0,2 17 210 0 0,-2-16 340 0 0,4-5-531 0 0,15 2 208 0 0,-15-2-71 0 0,1-2 82 0 0,53 0 61 0 0,27-7-138 0 0,-50 3 6 0 0,5 3 20 0 0,30-1-67 0 0,-65 3 194 0 0,1 0-49 0 0,19 0-14 0 0,-20 0-84 0 0,1-1-284 0 0,33 0 442 0 0,12 1-6857 0 0,-39 0 2353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12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1 152 0 0,'0'0'16460'0'0,"-6"0"-16375"0"0,-17 2-128 0 0,17-1 171 0 0,2 0-10 0 0,-14 5 140 0 0,14-4-214 0 0,-2-1-182 0 0,-13 1-351 0 0,-11 3 3327 0 0,62-6-1267 0 0,191-3-1313 0 0,-217 4-361 0 0,0 0 103 0 0,64 1-106 0 0,-63-1 377 0 0,-1 0-190 0 0,19 1 149 0 0,-19 0 268 0 0,0-1-347 0 0,29 0-1175 0 0,-19 0-3191 0 0,0 0-4464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15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1 174 1160 0 0,'0'0'7962'0'0,"2"-3"-7724"0"0,26-30 1500 0 0,-25 29-998 0 0,0 1-426 0 0,7-9-25 0 0,-7 8 675 0 0,1 1-900 0 0,10-10-53 0 0,-11 9 419 0 0,0 1-555 0 0,10-9 199 0 0,-9 9 109 0 0,-2 0-127 0 0,0 1 530 0 0,0-1-1 0 0,-1 0 1 0 0,1 0 0 0 0,-1 0-1 0 0,1 0 1 0 0,-1 0 0 0 0,0 0-1 0 0,1-7 1 0 0,-1-2-1122 0 0,0 7 2255 0 0,-2-1-1718 0 0,-2-12-288 0 0,0 36 231 0 0,3-12-13 0 0,-1 0 89 0 0,-3 40-17 0 0,0-1-49 0 0,-11 53-1 0 0,11-66 47 0 0,2 0-10 0 0,-13 113 327 0 0,15-139-219 0 0,0 3-140 0 0,1 56-155 0 0,-2 55 871 0 0,1-114-284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16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13 123 2044 0 0,'0'0'13489'0'0,"-3"-4"-13359"0"0,-5-11-256 0 0,6 12 3809 0 0,3 2-3668 0 0,1 0 1 0 0,-1 0 0 0 0,1 1 0 0 0,-1-1-1 0 0,0 0 1 0 0,1 0 0 0 0,-1 0 0 0 0,0 0-1 0 0,0-1 1 0 0,0 1 0 0 0,1-2-1 0 0,-2 3-10 0 0,4-3-94 0 0,1 2 57 0 0,46-14 77 0 0,0 2 1 0 0,63-7-1 0 0,287-14 269 0 0,-395 34-528 0 0,0 0-116 0 0,28 0 99 0 0,-17 0-3330 0 0,1 0-6036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18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1 768 0 0,'0'0'5469'0'0,"-6"0"-4685"0"0,-23 2 7626 0 0,24-1-8806 0 0,-2 1 431 0 0,1 0-1 0 0,-1 0 0 0 0,1 0 0 0 0,-11 6 1 0 0,14-5 295 0 0,-1-1-354 0 0,-14 9 1281 0 0,19-8-1219 0 0,0 0 0 0 0,-1 0 0 0 0,1 0 0 0 0,1 0 0 0 0,-1-1 1 0 0,0 1-1 0 0,1-1 0 0 0,-1 1 0 0 0,1-1 0 0 0,0 1 1 0 0,0-1-1 0 0,0 0 0 0 0,0 0 0 0 0,3 3 0 0 0,-1-2 259 0 0,0 1-124 0 0,43 31-153 0 0,2-2 0 0 0,0-3 0 0 0,93 43 0 0 0,-138-71-82 0 0,1 0-6 0 0,14 7-30 0 0,-14-6 212 0 0,-1-1 20 0 0,38 25-444 0 0,-38-25 274 0 0,-9 31-302 0 0,4-26 431 0 0,-3-3-42 0 0,-24 23-8 0 0,-1-1 0 0 0,-37 24-1 0 0,41-30 19 0 0,21-18-125 0 0,0 2 121 0 0,-15 11-143 0 0,14-11-30 0 0,1-1 147 0 0,-34 26-124 0 0,34-26 211 0 0,3-2-122 0 0,-1 1 0 0 0,1-1 0 0 0,-1 1 0 0 0,1-1 0 0 0,-1 0 0 0 0,1 1 0 0 0,-1-1 0 0 0,1 0 0 0 0,-1 0 0 0 0,-2 1 0 0 0,0 1-80 0 0,0 0 30 0 0,-9 9-40 0 0,10-9 301 0 0,0-1-212 0 0,-49 45-68 0 0,49-43 208 0 0,0-1-249 0 0,2-1 188 0 0,-2 1 81 0 0,0 0-1 0 0,1 1 1 0 0,-1-1-1 0 0,1 1 1 0 0,0 0-1 0 0,0 0 1 0 0,1-1 0 0 0,-1 1-1 0 0,-1 6 1 0 0,4-8-129 0 0,-1-1 0 0 0,1 1 0 0 0,0-1 0 0 0,0 0 1 0 0,0 1-1 0 0,0-1 0 0 0,0 0 0 0 0,0 0 0 0 0,0 0 0 0 0,0 0 0 0 0,2 2 1 0 0,-3-3-9 0 0,3 3 586 0 0,4-3-500 0 0,19-3 88 0 0,-20 3-119 0 0,1-1 49 0 0,485-62 872 0 0,-486 63-1081 0 0,25-1-214 0 0,-25 1 339 0 0,0-1-119 0 0,16-2-232 0 0,-16 2-190 0 0,0 2-3414 0 0,17 2 1328 0 0,-17-2-1001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20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3 152 2288 0 0,'0'0'8092'0'0,"-1"-5"-6911"0"0,0 1-841 0 0,1 0-1 0 0,0 0 1 0 0,0 0-1 0 0,0 0 1 0 0,0 0-1 0 0,1 0 1 0 0,-1 0 0 0 0,1 1-1 0 0,2-6 1 0 0,-2 4-115 0 0,2 2 20 0 0,31-32 82 0 0,-29 32-351 0 0,-5 2 28 0 0,0 1 0 0 0,0-1 0 0 0,0 1 0 0 0,1-1 0 0 0,-1 1 0 0 0,0-1 0 0 0,1 1 0 0 0,-1 0 0 0 0,0-1 0 0 0,1 1 0 0 0,-1 0 0 0 0,0-1 0 0 0,1 1 0 0 0,-1 0 0 0 0,1 0 0 0 0,-1-1 0 0 0,0 1 0 0 0,1 0 0 0 0,-1 0 0 0 0,1 0 0 0 0,-1-1 0 0 0,1 1 0 0 0,-1 0 0 0 0,1 0 0 0 0,0 0 0 0 0,0 0-4 0 0,-1 0 0 0 0,1 0 0 0 0,-1 0 0 0 0,1 0 0 0 0,-1 0 1 0 0,0-1-1 0 0,1 1 0 0 0,-1 0 0 0 0,1 0 0 0 0,-1 0 0 0 0,1-1 0 0 0,-1 1 1 0 0,1 0-1 0 0,-1 0 0 0 0,0-1 0 0 0,1 1 0 0 0,-1 0 0 0 0,0-1 0 0 0,1 1 1 0 0,-1 0-1 0 0,0-1 0 0 0,1 1 0 0 0,-1-1 0 0 0,0 1 0 0 0,1-1 0 0 0,2-1-28 0 0,39-16 76 0 0,-38 16 139 0 0,2 2-276 0 0,19 0-1 0 0,-18 0 3 0 0,-3 2 39 0 0,15 3-15 0 0,-14-3 39 0 0,0 1 186 0 0,2 2-129 0 0,0 0 0 0 0,0 0 0 0 0,0 0 0 0 0,-1 1 0 0 0,0 1 0 0 0,6 6 1 0 0,-9-9-12 0 0,0 0 1 0 0,0 1 0 0 0,-1-1 0 0 0,1 0-1 0 0,-1 1 1 0 0,0 0 0 0 0,0-1 0 0 0,-1 1 0 0 0,1 0-1 0 0,-1 0 1 0 0,0 0 0 0 0,0 0 0 0 0,-1 5-1 0 0,0-3 77 0 0,-3 54 280 0 0,3-56-620 0 0,-2 2 14 0 0,-4 19 264 0 0,5-19 131 0 0,-1-1-187 0 0,-4 17-118 0 0,5-18 219 0 0,-1 1-289 0 0,-18 44 275 0 0,19-46 109 0 0,-1-8-129 0 0,-3-16-96 0 0,3 15-136 0 0,4-1-31 0 0,3-17 281 0 0,-3 18-172 0 0,0-1-33 0 0,8-17 214 0 0,-8 18 73 0 0,1-1-181 0 0,14-23 316 0 0,41-54 0 0 0,-40 63-390 0 0,-15 16 260 0 0,1 1 11 0 0,2-3-168 0 0,24-19-184 0 0,-28 24 220 0 0,0-1-1 0 0,0 0 0 0 0,1 1 0 0 0,-1 0 0 0 0,1 0 0 0 0,-1 0 1 0 0,1 0-1 0 0,-1 0 0 0 0,1 0 0 0 0,-1 0 0 0 0,1 1 0 0 0,5-1 1 0 0,15 3-66 0 0,-17-2 125 0 0,-1 4-169 0 0,13 10 127 0 0,-14-11-11 0 0,-1 2 70 0 0,3 4-94 0 0,-1 0-1 0 0,0 0 1 0 0,0 0-1 0 0,-1 0 1 0 0,0 1-1 0 0,4 19 1 0 0,-3-1 10 0 0,-4-21-75 0 0,-1-1 152 0 0,-3 56-140 0 0,2-56 123 0 0,1-1 68 0 0,-4 16-108 0 0,4-15-71 0 0,-2 0 32 0 0,-11 47 134 0 0,12-48-1 0 0,-1-10-361 0 0,1-2 200 0 0,-1 0 0 0 0,2-1 0 0 0,-1 1 1 0 0,1-1-1 0 0,1-10 0 0 0,0 12 14 0 0,1-1 24 0 0,3-6 1 0 0,1-1 0 0 0,0 0 0 0 0,1 1-1 0 0,15-22 1 0 0,0 9 112 0 0,1 0 0 0 0,2 1 0 0 0,0 2 0 0 0,2 0 0 0 0,50-32 0 0 0,-60 44-33 0 0,45-20 22 0 0,-57 29-221 0 0,2 2 265 0 0,19 0-19 0 0,-20 1-219 0 0,-2 2 53 0 0,0 2 79 0 0,0 0 0 0 0,0 0 0 0 0,0 1 0 0 0,-1 0 0 0 0,1 0-1 0 0,-1 0 1 0 0,-1 0 0 0 0,1 0 0 0 0,-1 1 0 0 0,1 6 0 0 0,12 70 574 0 0,-12-63-547 0 0,0 12 324 0 0,-2-27-336 0 0,-1 1-180 0 0,2 21 20 0 0,-2-20 393 0 0,0 0-218 0 0,1 21-47 0 0,-1-20-117 0 0,0-3-160 0 0,-1 19 33 0 0,1-18-112 0 0,0 0-1263 0 0,-2 19 273 0 0,2-19-858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21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3 107 1732 0 0,'0'0'11474'0'0,"-1"-5"-10677"0"0,1-2-490 0 0,-1-14 2524 0 0,1 20-2796 0 0,0 0-1 0 0,0 1 1 0 0,0-1-1 0 0,0 0 1 0 0,0 1 0 0 0,0-1-1 0 0,1 0 1 0 0,-1 1 0 0 0,0-1-1 0 0,0 1 1 0 0,1-1 0 0 0,-1 1-1 0 0,0-1 1 0 0,1 0-1 0 0,-1 1 1 0 0,0-1 0 0 0,1 1-1 0 0,-1 0 1 0 0,1-1 0 0 0,-1 1-1 0 0,1-1 1 0 0,-1 1 0 0 0,2-1-1 0 0,-2 1 5 0 0,1-1 0 0 0,-1 1 1 0 0,1 0-1 0 0,-1-1 0 0 0,1 1 0 0 0,-1-1 0 0 0,1 1 0 0 0,-1-1 0 0 0,1 1 0 0 0,-1-1 1 0 0,0 1-1 0 0,1-1 0 0 0,-1 1 0 0 0,0-1 0 0 0,1 1 0 0 0,-1-1 0 0 0,0 0 0 0 0,0 1 0 0 0,0-1 1 0 0,1 0-1 0 0,-1 1 0 0 0,0-1 0 0 0,0 0 0 0 0,3-3 246 0 0,11-10-113 0 0,-10 11-236 0 0,-4 2 68 0 0,0 1 0 0 0,0-1 0 0 0,1 1-1 0 0,-1 0 1 0 0,0-1 0 0 0,1 1 0 0 0,-1-1-1 0 0,0 1 1 0 0,1 0 0 0 0,-1-1-1 0 0,0 1 1 0 0,1 0 0 0 0,-1-1 0 0 0,1 1-1 0 0,-1 0 1 0 0,1 0 0 0 0,-1-1 0 0 0,0 1-1 0 0,1 0 1 0 0,-1 0 0 0 0,1 0-1 0 0,-1 0 1 0 0,1 0 0 0 0,-1 0 0 0 0,2 0-1 0 0,-2 0 4 0 0,1 0-1 0 0,-1 0 0 0 0,1-1 0 0 0,-1 1 1 0 0,1 0-1 0 0,-1 0 0 0 0,0 0 0 0 0,1 0 1 0 0,-1 0-1 0 0,1-1 0 0 0,-1 1 0 0 0,1 0 1 0 0,-1 0-1 0 0,1-1 0 0 0,-1 1 0 0 0,0 0 1 0 0,1-1-1 0 0,-1 1 0 0 0,0 0 0 0 0,1-1 1 0 0,-1 1-1 0 0,0-1 0 0 0,1 1 0 0 0,-1 0 1 0 0,0-1-1 0 0,5-1-133 0 0,14-5 196 0 0,-14 6 11 0 0,0 0-145 0 0,18 0-9 0 0,0 2 0 0 0,24 2-1 0 0,-41-1-135 0 0,-2 0 81 0 0,38 21 272 0 0,-38-20-276 0 0,-1 2-194 0 0,9 14 427 0 0,-9-14-2 0 0,-2 0-176 0 0,5 14-21 0 0,-4-15-36 0 0,-2 4 105 0 0,0 21 100 0 0,0-22-175 0 0,-2 0-16 0 0,-9 23 219 0 0,0 0 0 0 0,-19 33 0 0 0,6-21 39 0 0,21-38-315 0 0,3-3 166 0 0,-1 1 1 0 0,1 0-1 0 0,-1-1 1 0 0,1 1-1 0 0,-1-1 1 0 0,0 1-1 0 0,0-1 0 0 0,0 1 1 0 0,0-1-1 0 0,0 0 1 0 0,0 1-1 0 0,-2 1 0 0 0,1-1 11 0 0,-1 2 92 0 0,0 1-188 0 0,-9 11 222 0 0,10-11 257 0 0,6-7-504 0 0,6-3 90 0 0,-1 0 1 0 0,1-1-1 0 0,-2 1 0 0 0,1-2 1 0 0,-1 1-1 0 0,0-1 0 0 0,0-1 1 0 0,11-13-1 0 0,10-9 241 0 0,70-76-42 0 0,-44 44 454 0 0,-52 59-699 0 0,-2 2 77 0 0,-1-1 0 0 0,1 1 0 0 0,0-1 0 0 0,0 1-1 0 0,0-1 1 0 0,0 1 0 0 0,0 0 0 0 0,0-1-1 0 0,0 1 1 0 0,0 0 0 0 0,0 0 0 0 0,2-1 0 0 0,-2 1 2 0 0,2-3 66 0 0,0 1 138 0 0,10-12 37 0 0,-10 11 28 0 0,0 0-180 0 0,9-12-46 0 0,-9 13 441 0 0,0-1-393 0 0,7-11-108 0 0,-7 12 216 0 0,-8 5-376 0 0,-7 6 162 0 0,1 0 1 0 0,1 0-1 0 0,0 1 1 0 0,0 1-1 0 0,0-1 1 0 0,1 2-1 0 0,1-1 1 0 0,-11 18-1 0 0,1 0-22 0 0,2 0 0 0 0,-14 32 0 0 0,27-51 84 0 0,-1 0 1 0 0,2 1-1 0 0,-1-1 0 0 0,-1 11 0 0 0,3-14-7 0 0,0 0 169 0 0,2 1 69 0 0,-1-1-251 0 0,0-1 70 0 0,1 0-1 0 0,-1 1 0 0 0,1-1 1 0 0,0 0-1 0 0,0 1 0 0 0,0-1 1 0 0,1 0-1 0 0,0 0 0 0 0,0 0 0 0 0,5 9 1 0 0,36 33 477 0 0,-35-40-505 0 0,11 7 34 0 0,0-4 13 0 0,32 16 90 0 0,6 2-167 0 0,-52-26 71 0 0,0 0-20 0 0,12 8-8 0 0,-12-8-29 0 0,0 0-266 0 0,-1 0-554 0 0,3 0 2843 0 0,-3 0-3527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22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1 360 0 0,'0'0'1809'0'0,"-5"1"-492"0"0,-17 7 11112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23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26 784 0 0,'0'0'13561'0'0,"-2"-4"-13471"0"0,-9-15 174 0 0,6 18-315 0 0,-17 0 134 0 0,16 1-43 0 0,-1 0 5 0 0,-1 0 177 0 0,-27 0-708 0 0,10 2 3237 0 0,26-2-2741 0 0,-1 0 0 0 0,1-1 1 0 0,-1 1-1 0 0,1 0 0 0 0,0 0 1 0 0,-1 0-1 0 0,1 0 0 0 0,-1 0 0 0 0,1 1 1 0 0,-1-1-1 0 0,1 0 0 0 0,-1 0 1 0 0,1 0-1 0 0,0 0 0 0 0,-1 1 0 0 0,1-1 1 0 0,-1 0-1 0 0,1 0 0 0 0,-1 1 1 0 0,0-1-1 0 0,1 0 0 0 0,-1 1 0 0 0,1-1 1 0 0,-1 0-1 0 0,1 2 0 0 0,0-1 4 0 0,0 0 0 0 0,0-1-1 0 0,-1 1 1 0 0,1 0-1 0 0,0 0 1 0 0,0-1 0 0 0,0 1-1 0 0,0-1 1 0 0,0 1-1 0 0,1-1 1 0 0,-1 1 0 0 0,0-1-1 0 0,0 0 1 0 0,0 1-1 0 0,0-1 1 0 0,0 0 0 0 0,1 0-1 0 0,1 0 1 0 0,54 4 125 0 0,19-4 290 0 0,-70 1-448 0 0,2-1 117 0 0,33 3-131 0 0,0 1 824 0 0,49-3 1 0 0,-83-1-1143 0 0,-3 1-3545 0 0,15 3 1310 0 0,-14-2-920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25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11 129 2084 0 0,'0'0'3377'0'0,"-2"-3"-1912"0"0,1 1-768 0 0,-1 0 1 0 0,1 0-1 0 0,0-1 0 0 0,0 1 0 0 0,1 0 1 0 0,-1 0-1 0 0,0-1 0 0 0,1 1 0 0 0,0 0 1 0 0,-1-1-1 0 0,1 1 0 0 0,0-4 0 0 0,1-5-1384 0 0,0 5 1179 0 0,-1 6-486 0 0,1-1 1 0 0,-1 1 0 0 0,0-1-1 0 0,0 1 1 0 0,1-1 0 0 0,-1 1-1 0 0,0-1 1 0 0,0 1-1 0 0,1 0 1 0 0,-1-1 0 0 0,1 1-1 0 0,-1-1 1 0 0,0 1 0 0 0,1 0-1 0 0,-1-1 1 0 0,1 1 0 0 0,-1 0-1 0 0,1 0 1 0 0,-1-1-1 0 0,1 1 1 0 0,-1 0 0 0 0,1 0-1 0 0,-1 0 1 0 0,1-1 0 0 0,0 1 3 0 0,-1 0 0 0 0,1 0 1 0 0,-1 0-1 0 0,1 0 1 0 0,-1 0-1 0 0,0 0 0 0 0,1-1 1 0 0,-1 1-1 0 0,1 0 1 0 0,-1 0-1 0 0,0 0 1 0 0,1-1-1 0 0,-1 1 0 0 0,1 0 1 0 0,-1-1-1 0 0,0 1 1 0 0,0 0-1 0 0,1-1 0 0 0,-1 1 1 0 0,0-1-1 0 0,1 1 1 0 0,-1 0-1 0 0,0-1 0 0 0,0 1 1 0 0,0-1-1 0 0,0 1 1 0 0,1-1-1 0 0,3-1 114 0 0,11-6 69 0 0,-11 7-72 0 0,1-1-194 0 0,18-3-60 0 0,-18 3 216 0 0,0 4-64 0 0,14 2-102 0 0,-14-3 134 0 0,-1 3-93 0 0,15 9 98 0 0,-14-10 22 0 0,-3 2-155 0 0,9 14 74 0 0,-8-15-89 0 0,-3 2 149 0 0,0 4-42 0 0,0-1-1 0 0,-1 1 1 0 0,0-1 0 0 0,-1 1 0 0 0,0-1 0 0 0,0 0-1 0 0,-1 1 1 0 0,-8 16 0 0 0,-1-2-73 0 0,0-1-1 0 0,-25 33 1 0 0,9-18 153 0 0,26-34-232 0 0,-1-1 227 0 0,-3 12-94 0 0,17-17-26 0 0,23-20-196 0 0,190-154-12 0 0,-210 165 439 0 0,0-1-1 0 0,-1 0 1 0 0,-1-1-1 0 0,13-16 1 0 0,0 0 221 0 0,-22 25-80 0 0,-1 1-36 0 0,8-12-140 0 0,-7 11 293 0 0,-1 0-132 0 0,6-12-56 0 0,-6 12-104 0 0,-6 2-473 0 0,-14-4 319 0 0,17 6-15 0 0,1 0 1 0 0,0 0-1 0 0,0 0 1 0 0,-1 0-1 0 0,1 0 0 0 0,0 0 1 0 0,0-1-1 0 0,0 1 0 0 0,-1 0 1 0 0,1 0-1 0 0,0 0 0 0 0,0 0 1 0 0,-1 0-1 0 0,1 0 0 0 0,0 0 1 0 0,0 0-1 0 0,-1 0 1 0 0,1 0-1 0 0,0 0 0 0 0,0 0 1 0 0,0 1-1 0 0,-1-1 0 0 0,1 0 1 0 0,0 0-1 0 0,0 0 0 0 0,-1 0 1 0 0,1 0-1 0 0,0 0 1 0 0,0 0-1 0 0,0 1 0 0 0,-1-1 1 0 0,1 0-1 0 0,0 0 0 0 0,0 0 1 0 0,0 1-1 0 0,-1-1 0 0 0,-16 18 36 0 0,0 1-1 0 0,1 1 0 0 0,1 1 0 0 0,1 0 0 0 0,1 1 0 0 0,-18 39 0 0 0,29-56-23 0 0,2 2 194 0 0,-1 23 64 0 0,1-27-239 0 0,0 1-1 0 0,1-1 0 0 0,-1 1 0 0 0,1-1 0 0 0,0 0 0 0 0,0 1 0 0 0,1-1 1 0 0,-1 0-1 0 0,0 0 0 0 0,1 0 0 0 0,0 0 0 0 0,0 0 0 0 0,0 0 0 0 0,0 0 1 0 0,0-1-1 0 0,4 4 0 0 0,1 1-222 0 0,1-1 0 0 0,-1 1 0 0 0,17 9-1 0 0,-7-6-322 0 0,1-1 0 0 0,0 0-1 0 0,0-1 1 0 0,1-1 0 0 0,0-1-1 0 0,0 0 1 0 0,0-2-1 0 0,1 0 1 0 0,23 1 0 0 0,-37-5 91 0 0,-5 1 397 0 0,0-1 1 0 0,0 1 0 0 0,0-1-1 0 0,0 1 1 0 0,0-1-1 0 0,0 0 1 0 0,0 0 0 0 0,0 0-1 0 0,0 1 1 0 0,0-1 0 0 0,0 0-1 0 0,0 0 1 0 0,0 0 0 0 0,0-1-1 0 0,0 1 1 0 0,0 0 0 0 0,0 0-1 0 0,0 0 1 0 0,1-1 0 0 0,-1 0 12 0 0,0 1 0 0 0,0 0 1 0 0,0 0-1 0 0,0-1 1 0 0,0 1-1 0 0,0 0 0 0 0,0 0 1 0 0,0 0-1 0 0,0 0 1 0 0,0 0-1 0 0,0 0 1 0 0,0 0-1 0 0,0 0 0 0 0,0 1 1 0 0,0-1-1 0 0,0 0 1 0 0,0 1-1 0 0,0-1 0 0 0,1 1 1 0 0,4-1-245 0 0,14-4 387 0 0,0 0 1 0 0,26-10 0 0 0,-42 11 510 0 0,0 1-304 0 0,29-29 2000 0 0,-29 28-422 0 0,1 21-1896 0 0,-3-14 15 0 0,0 1-38 0 0,-1 1-77 0 0,1 20-150 0 0,-2-19 43 0 0,3-3-382 0 0,-2-2 563 0 0,11 24-2933 0 0,2-11-4382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25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48 776 0 0,'0'0'3854'0'0,"-4"-3"-684"0"0,-11-12-638 0 0,11 12-348 0 0,-12-11 942 0 0,13 12-1036 0 0,-2 0-1257 0 0,-12-5-204 0 0,12 6 765 0 0,-1 1-1396 0 0,-19 0-98 0 0,18 0-399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26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48 160 0 0,'0'0'21145'0'0,"1"-5"-20856"0"0,1-23 101 0 0,4 27-429 0 0,15-2-96 0 0,-16 2-219 0 0,3 1-338 0 0,24-1-106 0 0,70-2-8194 0 0,-65 0 5451 0 0,-3 1-464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26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16 56 0 0,'0'0'4066'0'0,"-4"2"-1467"0"0,-19 12 8264 0 0,30-14-10526 0 0,54-1-266 0 0,86-17-4642 0 0,-99 13 401 0 0,-14 1 1293 0 0,1 1-69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27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96 980 0 0,'8'-28'9767'0'0,"-6"23"-8889"0"0,4-13-130 0 0,-5 13 2599 0 0,-2 0-3135 0 0,-5-22 138 0 0,1 26-341 0 0,-14-4 94 0 0,15 3 36 0 0,-3 3-160 0 0,-19 1 95 0 0,19-2-68 0 0,3 2-34 0 0,-9 3 93 0 0,0 0 1 0 0,0 2-1 0 0,0-1 1 0 0,1 2-1 0 0,0-1 1 0 0,-14 13-1 0 0,19-15-31 0 0,-19 18 14 0 0,-5 11-70 0 0,22-24 10 0 0,0-1 51 0 0,1 1 0 0 0,0 0 1 0 0,0 1-1 0 0,1 0 0 0 0,1 0 0 0 0,-1 1 0 0 0,2-1 1 0 0,0 1-1 0 0,0 0 0 0 0,1 1 0 0 0,-4 18 0 0 0,5-10 93 0 0,2-15-128 0 0,1 2 16 0 0,0-3-75 0 0,-1 1 99 0 0,1 0 0 0 0,0 0 0 0 0,1 0 0 0 0,-1 0 0 0 0,1 0 0 0 0,0 0 0 0 0,1 0-1 0 0,-1 0 1 0 0,5 9 0 0 0,-3-8-17 0 0,1-1 0 0 0,0 0 0 0 0,0 0-1 0 0,0 0 1 0 0,0 0 0 0 0,1-1 0 0 0,0 0 0 0 0,0 0-1 0 0,1 0 1 0 0,-1 0 0 0 0,1-1 0 0 0,0 0 0 0 0,0 0-1 0 0,0-1 1 0 0,1 0 0 0 0,-1 0 0 0 0,1 0 0 0 0,0-1-1 0 0,0 0 1 0 0,0 0 0 0 0,7 1 0 0 0,7-1 377 0 0,0 0 0 0 0,0-1-1 0 0,0-2 1 0 0,0 0 0 0 0,33-6 0 0 0,-33 1-44 0 0,1 0 1 0 0,-1-2-1 0 0,0-1 0 0 0,-1 0 0 0 0,0-2 0 0 0,-1 0 0 0 0,32-25 1 0 0,-36 24-133 0 0,0 0 1 0 0,-1-2-1 0 0,0 0 1 0 0,-1 0-1 0 0,-1-1 1 0 0,0-1 0 0 0,-1 0-1 0 0,-1 0 1 0 0,8-18-1 0 0,-10 18 99 0 0,-7 15-309 0 0,0-1 0 0 0,0 0 0 0 0,-1 0-1 0 0,1 0 1 0 0,0 0 0 0 0,-1 0 0 0 0,1 0 0 0 0,-1 0 0 0 0,0-1 0 0 0,0 1 0 0 0,0 0-1 0 0,0 0 1 0 0,0 0 0 0 0,0-3 0 0 0,-1 0-25 0 0,1-1 0 0 0,-1 2 1 0 0,0-1-1 0 0,0 0 0 0 0,-1 0 0 0 0,1 0 0 0 0,-1 0 0 0 0,0 1 0 0 0,0-1 0 0 0,-1 1 1 0 0,1 0-1 0 0,-1-1 0 0 0,0 1 0 0 0,0 0 0 0 0,-1 1 0 0 0,-5-6 0 0 0,-2 1-503 0 0,-2 0 0 0 0,1 1-1 0 0,-1 0 1 0 0,0 2-1 0 0,-1-1 1 0 0,1 1 0 0 0,-1 1-1 0 0,0 1 1 0 0,-20-4-1 0 0,-18 1-5489 0 0,-60-1 0 0 0,49 7-206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5:59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111 144 1144 0 0,'0'0'5737'0'0,"0"-6"-5165"0"0,2-6-926 0 0,2-31 7168 0 0,-3 38-4474 0 0,-1-1-2141 0 0,-2-18-153 0 0,2 18 635 0 0,-2 2-604 0 0,0-1-70 0 0,-1 1 1 0 0,1 0-1 0 0,-1 0 0 0 0,0 0 0 0 0,0 0 1 0 0,-6-6-1 0 0,6 7 41 0 0,-1 6-417 0 0,-2 4 411 0 0,-1 0 0 0 0,1 0 0 0 0,0 1 0 0 0,1-1 0 0 0,0 1 0 0 0,0 1 0 0 0,-5 12 0 0 0,-2 2 107 0 0,10-19-274 0 0,0 1-40 0 0,-3 16 98 0 0,1-1 0 0 0,-2 28 0 0 0,6-41 118 0 0,1-1-156 0 0,17 45 126 0 0,-16-47 210 0 0,1 0 145 0 0,7 12-163 0 0,-7-12-94 0 0,-3-4-118 0 0,1 0 1 0 0,-1 1-1 0 0,0-1 1 0 0,1 0-1 0 0,-1 0 0 0 0,1 1 1 0 0,-1-1-1 0 0,0 0 1 0 0,1 0-1 0 0,-1 1 1 0 0,1-1-1 0 0,-1 0 1 0 0,0 1-1 0 0,0-1 1 0 0,1 0-1 0 0,-1 1 1 0 0,0-1-1 0 0,0 1 1 0 0,1-1-1 0 0,-1 0 1 0 0,0 1-1 0 0,0-1 1 0 0,0 1-1 0 0,0-1 1 0 0,1 1-1 0 0,-1 0 0 0 0,0-1-10 0 0,0 1 0 0 0,0-1 0 0 0,0 1 0 0 0,0-1 0 0 0,0 1-1 0 0,0-1 1 0 0,1 0 0 0 0,-1 1 0 0 0,0-1 0 0 0,0 1-1 0 0,1-1 1 0 0,-1 0 0 0 0,0 1 0 0 0,0-1 0 0 0,1 1 0 0 0,-1-1-1 0 0,0 0 1 0 0,1 0 0 0 0,-1 1 0 0 0,1-1 0 0 0,-1 0-1 0 0,0 1 1 0 0,1-1 0 0 0,-1 0 0 0 0,1 0 0 0 0,0 0 0 0 0,0 1-72 0 0,1 0 0 0 0,-1 0 1 0 0,0 0-1 0 0,1 0 1 0 0,-1 1-1 0 0,0-1 0 0 0,0 0 1 0 0,0 0-1 0 0,1 1 0 0 0,0 1 1 0 0,1 0-875 0 0,1 0-331 0 0,11 7-559 0 0,-11-8-1421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36:00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29 2536 0 0,'0'0'7789'0'0,"-1"-5"-6482"0"0,-5-14-197 0 0,5 14 2554 0 0,-2 9-3530 0 0,-9 9 34 0 0,9-10 1483 0 0,2 2-2208 0 0,-4 14 763 0 0,4-14-58 0 0,-1 0-3729 0 0,-4 16-117 0 0,5-15 193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35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339 28 564 0 0,'0'0'3222'0'0,"-6"-1"-2617"0"0,0 0-296 0 0,-4 0-99 0 0,0-1 7773 0 0,-2-17-7632 0 0,10 15 1507 0 0,-4 5-2779 0 0,1 0 945 0 0,1 0 0 0 0,-1 1 1 0 0,1-1-1 0 0,-1 1 0 0 0,1 0 1 0 0,0 0-1 0 0,0 0 0 0 0,0 1 0 0 0,0-1 1 0 0,0 1-1 0 0,0 0 0 0 0,1 0 1 0 0,-1 0-1 0 0,1 1 0 0 0,0-1 1 0 0,-5 7-1 0 0,-27 55-11 0 0,2 2 0 0 0,3 1 0 0 0,-22 79 0 0 0,21-61-353 0 0,20-48 427 0 0,6 2-173 0 0,1-29 55 0 0,3-7 40 0 0,-1 1 0 0 0,1 0 0 0 0,0-1 0 0 0,0 1 0 0 0,0 0 0 0 0,1-1 0 0 0,0 1 0 0 0,0 7 0 0 0,-2 27 104 0 0,-1-13 138 0 0,2 49-1 0 0,4-42 6 0 0,1 1-1 0 0,2-2 0 0 0,1 1 0 0 0,2-1 1 0 0,1 0-1 0 0,28 59 0 0 0,-19-61 27 0 0,1-1 0 0 0,1-1 0 0 0,29 30 0 0 0,-28-39-221 0 0,-3-8 160 0 0,48 32-239 0 0,-62-40 202 0 0,0 0-39 0 0,-3-1-120 0 0,-1-1-23 0 0,0 0-1 0 0,0 0 1 0 0,0 0 0 0 0,1 0-1 0 0,-1 0 1 0 0,0 0 0 0 0,1-1 0 0 0,-1 1-1 0 0,1 0 1 0 0,-1-1 0 0 0,1 1 0 0 0,2 0 131 0 0,0 2 47 0 0,32 24 461 0 0,-32-25-714 0 0,-3-2-947 0 0,0 0 997 0 0,0 0 1 0 0,-1 0-1 0 0,1 0 0 0 0,-1 1 0 0 0,1-1 0 0 0,0 0 0 0 0,-1 0 0 0 0,1 0 0 0 0,-1 1 0 0 0,1-1 0 0 0,-1 0 0 0 0,1 1 0 0 0,-1-1 0 0 0,1 0 0 0 0,-1 1 0 0 0,1-1 0 0 0,-1 1 0 0 0,1-1 0 0 0,0 2 0 0 0,4 3-2127 0 0,2-4-4395 0 0,-3-4 3676 0 0,13-15-66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36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1 241 1120 0 0,'0'0'10289'0'0,"1"-5"-9805"0"0,4-14-194 0 0,-4 14 1648 0 0,-1 3-1938 0 0,0 1 0 0 0,1 0 0 0 0,-1-1 0 0 0,0 1 0 0 0,1 0 0 0 0,-1-1 0 0 0,1 1 0 0 0,0 0 0 0 0,-1-1 0 0 0,1 1-1 0 0,0 0 1 0 0,1-2 0 0 0,0 0 45 0 0,0-1 721 0 0,1-1-843 0 0,8-13-70 0 0,-9 14 479 0 0,1 1-492 0 0,30-26-220 0 0,-29 26 1394 0 0,-1 0-810 0 0,37-24-1238 0 0,-36 24 1172 0 0,0 1-747 0 0,13-9 571 0 0,-13 8 1269 0 0,13-5-1187 0 0,-13 7-3 0 0,0-1 356 0 0,13-5-927 0 0,-13 6 558 0 0,0 0 496 0 0,-5-1-635 0 0,0 1 100 0 0,0-1 1 0 0,1 1-1 0 0,-1-1 1 0 0,1 1-1 0 0,0-1 0 0 0,-1 1 1 0 0,1-1-1 0 0,0 0 0 0 0,0 1 1 0 0,0-1-1 0 0,0-2 0 0 0,0 2 12 0 0,-1-2 85 0 0,-1-1-191 0 0,-8-11 238 0 0,8 12 495 0 0,-1 8-1354 0 0,-8 12 752 0 0,8-11 290 0 0,3 2-315 0 0,1 22-125 0 0,-1-22 116 0 0,2 0 39 0 0,4 21 61 0 0,-5-21-116 0 0,1-1 42 0 0,-1-3-2 0 0,0 4 6 0 0,1 0 0 0 0,1 0 0 0 0,-1 0 0 0 0,1 0 0 0 0,0 0 1 0 0,1-1-1 0 0,-1 1 0 0 0,1-1 0 0 0,1 0 0 0 0,-1 0 0 0 0,1-1 1 0 0,0 1-1 0 0,8 6 0 0 0,54 23 470 0 0,-63-33-409 0 0,3-1-140 0 0,16 3 107 0 0,48 1 1 0 0,-66-5-14 0 0,1-2 72 0 0,1-1-119 0 0,1 0 0 0 0,0 0 0 0 0,-1-1 0 0 0,0 0 0 0 0,0-1 0 0 0,0 1-1 0 0,0-1 1 0 0,-1-1 0 0 0,0 1 0 0 0,0-1 0 0 0,7-8 0 0 0,12-26-96 0 0,-22 35 169 0 0,-1 1 193 0 0,18-41-196 0 0,-18 40 111 0 0,0 0-162 0 0,4-15 181 0 0,-4 15 252 0 0,-5 10-434 0 0,-6 12-23 0 0,2 1 1 0 0,0 0 0 0 0,1 1 0 0 0,1-1-1 0 0,0 1 1 0 0,2 0 0 0 0,-2 31 0 0 0,-5 15 264 0 0,6-27-435 0 0,3-2 382 0 0,-4 17-131 0 0,1 3 32 0 0,2 1 111 0 0,0-14-91 0 0,-1 0 0 0 0,-13 62 1 0 0,14-96 22 0 0,0 0 1 0 0,-1 1 0 0 0,0-1 0 0 0,0 0-1 0 0,-1-1 1 0 0,0 1 0 0 0,-1-1-1 0 0,0 0 1 0 0,0 0 0 0 0,-7 8 0 0 0,9-12 42 0 0,-2-1-162 0 0,-16 8-108 0 0,15-8 216 0 0,0-2 75 0 0,-63 2 94 0 0,57-5-494 0 0,0 0 0 0 0,0 0 0 0 0,1-2 0 0 0,0 1-1 0 0,-1-1 1 0 0,1-1 0 0 0,1 0 0 0 0,-14-8 0 0 0,17 9-122 0 0,3 2-477 0 0,2 0 607 0 0,1 1 0 0 0,0 0-1 0 0,0-1 1 0 0,-1 1 0 0 0,1 0 0 0 0,-1 0-1 0 0,1 0 1 0 0,-1 0 0 0 0,0 1-1 0 0,-3-2 1 0 0,2-1-1588 0 0,1-2-3951 0 0,-4-14 2994 0 0,5 14 53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37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25 2800 0 0,'0'0'6624'0'0,"0"-6"-5584"0"0,1-4-1874 0 0,-2 2 4086 0 0,1 8-3094 0 0,-1 0 1 0 0,1 0 0 0 0,-1 0 0 0 0,0 0-1 0 0,1 0 1 0 0,-1 0 0 0 0,1 0-1 0 0,-1 1 1 0 0,1-1 0 0 0,-1 0-1 0 0,0 0 1 0 0,1 1 0 0 0,-1-1-1 0 0,1 0 1 0 0,-1 0 0 0 0,1 1-1 0 0,0-1 1 0 0,-1 1 0 0 0,1-1-1 0 0,-1 1 1 0 0,1-1 0 0 0,0 0 0 0 0,-1 1-1 0 0,1-1 1 0 0,0 1 0 0 0,-1-1-1 0 0,1 2 1 0 0,-3 2-235 0 0,0 1 148 0 0,-5 18-55 0 0,6-17 108 0 0,1 0 68 0 0,-5 17-41 0 0,5-17 2 0 0,1-6-160 0 0,0 1 1 0 0,0-1-1 0 0,1 1 0 0 0,-1-1 1 0 0,0 1-1 0 0,0 0 1 0 0,0-1-1 0 0,1 1 1 0 0,-1-1-1 0 0,0 1 1 0 0,0 0-1 0 0,0-1 0 0 0,0 1 1 0 0,0-1-1 0 0,0 1 1 0 0,0 0-1 0 0,0-1 1 0 0,-1 1-1 0 0,1-1 1 0 0,0 1-1 0 0,0-1 0 0 0,0 1 1 0 0,-1 0-1 0 0,0 1 66 0 0,1-1-1 0 0,-1 1 0 0 0,1 0 0 0 0,-1-1 0 0 0,1 1 1 0 0,0 0-1 0 0,-1-1 0 0 0,1 1 0 0 0,0 0 1 0 0,0-1-1 0 0,0 1 0 0 0,1 2 0 0 0,3 27 397 0 0,-3-29-461 0 0,-1 0 0 0 0,1-1 1 0 0,0 1-1 0 0,0 0 0 0 0,0-1 1 0 0,0 1-1 0 0,0-1 1 0 0,0 1-1 0 0,0-1 0 0 0,0 0 1 0 0,3 3-1 0 0,0-1-13 0 0,0 2 33 0 0,-1-2-128 0 0,45 18-3269 0 0,-43-20 1819 0 0,1-1-610 0 0,18 1-958 0 0,-18-1 469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37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72 744 0 0,'0'0'6179'0'0,"-1"-6"-4310"0"0,-4-16-60 0 0,3 17 3265 0 0,1 0-4109 0 0,-4-12-304 0 0,3 13 1973 0 0,-2 2-2483 0 0,-11-6-19 0 0,11 6 412 0 0,-2 2-5986 0 0,-18 3 1569 0 0,19-2 143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38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 2784 0 0,'0'0'5742'0'0,"-5"1"-4350"0"0,-11 6 4837 0 0,24-5-2597 0 0,8-1-4716 0 0,-9-1 1251 0 0,40 0 77 0 0,26-3-32 0 0,-50 2-284 0 0,-1 1 1 0 0,31 3 0 0 0,-33 0-3988 0 0,-1 2-3956 0 0,-14-3 4413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39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27 1340 0 0,'0'0'10162'0'0,"0"-6"-9346"0"0,3-14 528 0 0,5 36 889 0 0,-6-10-2018 0 0,-1-2-106 0 0,2 7-93 0 0,2 4 83 0 0,0 0 0 0 0,13 27 0 0 0,-16-38-77 0 0,1 0-1 0 0,-1 1 1 0 0,1-1-1 0 0,0 0 1 0 0,0 0 0 0 0,1-1-1 0 0,-1 1 1 0 0,1-1-1 0 0,0 1 1 0 0,0-1 0 0 0,0 0-1 0 0,0-1 1 0 0,0 1-1 0 0,1-1 1 0 0,4 3 0 0 0,-1-3-14 0 0,1 0 1 0 0,-1 0-1 0 0,1 0 1 0 0,-1-1 0 0 0,1-1-1 0 0,0 1 1 0 0,-1-1-1 0 0,1-1 1 0 0,0 0 0 0 0,-1 0-1 0 0,1 0 1 0 0,-1-1-1 0 0,1-1 1 0 0,-1 1 0 0 0,0-1-1 0 0,0-1 1 0 0,0 1-1 0 0,0-1 1 0 0,-1-1 0 0 0,1 0-1 0 0,9-8 1 0 0,15-16 284 0 0,-28 26-103 0 0,-2-1-10 0 0,9-10-17 0 0,-8 10-92 0 0,-1 1 137 0 0,24-33 28 0 0,-23 32 152 0 0,-5 9-234 0 0,-5 13-107 0 0,5-14 122 0 0,1 3 77 0 0,-21 203 631 0 0,17-116-674 0 0,-4-1 0 0 0,-3 0 0 0 0,-29 103 0 0 0,39-185-157 0 0,-1-1 0 0 0,0 1 1 0 0,-1-1-1 0 0,0 0 1 0 0,-1 0-1 0 0,0 0 1 0 0,-1-1-1 0 0,0 0 0 0 0,0 0 1 0 0,-12 14-1 0 0,12-17-11 0 0,-23 17 179 0 0,2-4-174 0 0,25-18-31 0 0,1 1 0 0 0,-1-1 0 0 0,0 0 1 0 0,0 0-1 0 0,0 1 0 0 0,0-1 0 0 0,0-1 0 0 0,0 1 0 0 0,0 0 0 0 0,0 0 0 0 0,0-1 1 0 0,0 1-1 0 0,0-1 0 0 0,-1 0 0 0 0,-2 0 0 0 0,-2 1 8 0 0,4 0-7 0 0,0 0-1 0 0,-1 0 0 0 0,1-1 1 0 0,0 1-1 0 0,-1-1 0 0 0,1 0 0 0 0,0 1 1 0 0,-5-2-1 0 0,0 1 21 0 0,5 0-41 0 0,-1 1-1 0 0,1-1 0 0 0,-1 0 0 0 0,0 0 1 0 0,1-1-1 0 0,-1 1 0 0 0,0-1 0 0 0,1 0 1 0 0,-1 0-1 0 0,-3-1 0 0 0,-6-2-64 0 0,-4-2-696 0 0,0 0-1 0 0,0-1 1 0 0,1-1-1 0 0,-1 0 1 0 0,2-2-1 0 0,-22-15 1 0 0,35 24 486 0 0,1 0 1 0 0,-1 0-1 0 0,1 0 1 0 0,0 0-1 0 0,-1-1 0 0 0,1 1 1 0 0,0 0-1 0 0,0-1 1 0 0,-1 1-1 0 0,1-1 1 0 0,0 0-1 0 0,1 1 1 0 0,-1-1-1 0 0,0 0 0 0 0,0 1 1 0 0,0-3-1 0 0,-1-2-818 0 0,-2-4-2293 0 0,-1-17-384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39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0 2300 0 0,'0'0'6808'0'0,"-5"2"-6064"0"0,-15 4-68 0 0,15-5 1268 0 0,0 1-1489 0 0,-12 5-83 0 0,12-6 210 0 0,1 1-150 0 0,-46 18 268 0 0,44-19-641 0 0,4-1-60 0 0,1 1 0 0 0,-1-1-1 0 0,0 0 1 0 0,1 1 0 0 0,-1-1-1 0 0,1 1 1 0 0,-1-1 0 0 0,1 1 0 0 0,-1 0-1 0 0,1-1 1 0 0,-1 1 0 0 0,-1 2 0 0 0,1-2 4 0 0,-2 0 71 0 0,-1 1 68 0 0,-13 5 212 0 0,14-5 108 0 0,-16 6-304 0 0,16-6 320 0 0,-2 0-203 0 0,-15 5-11 0 0,16-5 1412 0 0,11-1-1472 0 0,1 2-154 0 0,-4-2-43 0 0,-1 0 0 0 0,1-1 0 0 0,-1 1 0 0 0,1 0-1 0 0,-1-1 1 0 0,1 0 0 0 0,-1 0 0 0 0,1 1 0 0 0,-1-2 0 0 0,1 1 0 0 0,3 0 0 0 0,413-37 1169 0 0,-413 36-979 0 0,45-3 688 0 0,-27 2-303 0 0,48-1-8209 0 0,-66 4 3873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40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14 876 0 0,'0'0'5783'0'0,"-3"-3"-3613"0"0,-9-7 6156 0 0,15 16-5383 0 0,21 30-4096 0 0,-13-20 2033 0 0,42 69-429 0 0,56 123 0 0 0,-85-152-292 0 0,-2 1 1 0 0,-2 1-1 0 0,16 83 1 0 0,-31-122-96 0 0,-2 0 0 0 0,0-1 0 0 0,-2 1 0 0 0,0 0 0 0 0,-1 0 0 0 0,-1 0 0 0 0,0 0 0 0 0,-6 25 0 0 0,2-29-20 0 0,-1-1 0 0 0,0 1 0 0 0,-2-1 0 0 0,1 0 0 0 0,-2-1 0 0 0,1 0 0 0 0,-2 0 0 0 0,0-1 0 0 0,0 0 0 0 0,-1 0 0 0 0,-15 11 0 0 0,-16 10-1508 0 0,-84 52 0 0 0,93-64-147 0 0,3-3-2417 0 0,26-15 407 0 0,-1-2 351 0 0,-17 8-313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2:52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269 163 1528 0 0,'0'0'5631'0'0,"0"-6"-5046"0"0,0-23 6154 0 0,-1 24-6526 0 0,1 1-182 0 0,-1 0-1 0 0,-1 1 1 0 0,1-1-1 0 0,0 0 1 0 0,-1 1-1 0 0,0 0 1 0 0,0-1-1 0 0,0 1 1 0 0,-4-5-1 0 0,3 5 76 0 0,-1 1-631 0 0,-14-7 519 0 0,14 7 325 0 0,-1 1-46 0 0,-80-21 327 0 0,79 21-673 0 0,1 0 136 0 0,-18-5-50 0 0,17 5-71 0 0,1 0-12 0 0,-47-11 767 0 0,47 10-288 0 0,0 1-196 0 0,-13-3 57 0 0,13 3 356 0 0,10 2-552 0 0,16 2-27 0 0,-16-2 104 0 0,2-1-164 0 0,19 2-4 0 0,-19-2 13 0 0,-1 1-86 0 0,20 1 133 0 0,-19-2 326 0 0,0 0-429 0 0,21 2-6 0 0,-21-2 37 0 0,73 4 378 0 0,61-8-289 0 0,-41-3 217 0 0,-94 7-226 0 0,1-1-181 0 0,22-1-28 0 0,-21 1 96 0 0,64-3-114 0 0,-65 3 471 0 0,0 1-199 0 0,19-1-67 0 0,-20 0 250 0 0,0 1-245 0 0,57-4 1336 0 0,-57 4-202 0 0,-1-1-1068 0 0,15-1-51 0 0,-15 1 369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00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6 386 24 0 0,'0'0'8137'0'0,"-1"-5"-7272"0"0,-3-29 6671 0 0,5 23-8209 0 0,0 6 969 0 0,0 0-208 0 0,19-72-166 0 0,-18 72 57 0 0,-1 0-271 0 0,0-1 259 0 0,0 1 0 0 0,1-1 0 0 0,-1 1 0 0 0,1 0 0 0 0,1 0 0 0 0,3-8 0 0 0,-4 9 141 0 0,0-1-61 0 0,0 0-1 0 0,0 1 1 0 0,1-1 0 0 0,-1 0 0 0 0,1 1-1 0 0,5-7 1 0 0,-4 4-60 0 0,-2 4-107 0 0,1-2 108 0 0,7-12 116 0 0,-8 13-148 0 0,1 0 42 0 0,42-55 47 0 0,-42 56 38 0 0,1 0-94 0 0,10-9-44 0 0,-10 9 87 0 0,-1 0-24 0 0,37-18 194 0 0,-36 19-86 0 0,2 1-602 0 0,16-2 351 0 0,-16 2 249 0 0,-1 3-129 0 0,4 2-31 0 0,-1 1 0 0 0,0-1-1 0 0,0 2 1 0 0,-1-1 0 0 0,14 14-1 0 0,-18-16 86 0 0,-3-1-93 0 0,0-1 57 0 0,1 1 1 0 0,-1 0-1 0 0,0-1 0 0 0,1 1 1 0 0,-1 0-1 0 0,1-1 0 0 0,0 1 1 0 0,0-1-1 0 0,-1 1 0 0 0,3 1 1 0 0,-1 1 16 0 0,0 2-28 0 0,0-2 44 0 0,19 42 51 0 0,-19-42-12 0 0,-1 2-80 0 0,4 18-108 0 0,-4-18 58 0 0,0-1 186 0 0,4 15-95 0 0,-4-15-14 0 0,0 2-125 0 0,1 17 68 0 0,-1-18-55 0 0,-1 0 170 0 0,3 18-17 0 0,-3-18-78 0 0,0 0-13 0 0,0 19-20 0 0,0-19 154 0 0,0 0-70 0 0,0 17-115 0 0,0-17 278 0 0,-1 0-149 0 0,-4 17-12 0 0,4-17-148 0 0,0-1 107 0 0,-5 17-64 0 0,5-16 91 0 0,-1-2-225 0 0,-3 16 310 0 0,4-16 69 0 0,-1 1-278 0 0,-5 15 138 0 0,6-16 166 0 0,-1 1-280 0 0,-5 15 110 0 0,5-15 232 0 0,1-6-376 0 0,0-1 118 0 0,0 1-1 0 0,0 0 1 0 0,0-1 0 0 0,0 1 0 0 0,0-1 0 0 0,1 0 0 0 0,-1 1-1 0 0,0-1 1 0 0,1 0 0 0 0,-1-3 0 0 0,1 5 2 0 0,-2-5 45 0 0,2 0-182 0 0,3-18 63 0 0,-3 17 87 0 0,2 1-143 0 0,4-16 55 0 0,-5 16 95 0 0,1-1-10 0 0,4-18-24 0 0,-5 19 2 0 0,0 0-42 0 0,4-14-40 0 0,-4 15 106 0 0,1-1-42 0 0,7-15-16 0 0,-7 15 58 0 0,-1 0 64 0 0,4-14-104 0 0,-4 14-79 0 0,0 0 26 0 0,19-42 84 0 0,-17 42-66 0 0,0 1-56 0 0,23-38 278 0 0,-23 37-132 0 0,0 1-97 0 0,11-14 133 0 0,-11 13 39 0 0,0 2-33 0 0,30-30-254 0 0,-30 30 304 0 0,0 1-20 0 0,38-27-469 0 0,-36 26 352 0 0,1 1-86 0 0,54-2 86 0 0,-53 5 61 0 0,-3 1-176 0 0,37 19 273 0 0,-37-18-262 0 0,0 0 120 0 0,10 8 1 0 0,-10-8-68 0 0,-3-1-37 0 0,-1 0 85 0 0,1-1 0 0 0,0 0 0 0 0,0 1 0 0 0,0-1 0 0 0,0 1 0 0 0,0-1 0 0 0,0 0 0 0 0,0 0 1 0 0,1 1-1 0 0,1 0 0 0 0,-2-1 1 0 0,1 2 252 0 0,1 2-271 0 0,5 15-39 0 0,-6-15 185 0 0,-1 1-106 0 0,2 17-32 0 0,-2-17 31 0 0,0 1 166 0 0,-1 6 26 0 0,0 0 0 0 0,-3 22 1 0 0,1-29-256 0 0,1-1 165 0 0,-3 17 114 0 0,2-16-343 0 0,1-2 37 0 0,-6 14 127 0 0,5-13-9 0 0,1 0-126 0 0,-4 17 86 0 0,4-16-103 0 0,-1-2 177 0 0,-6 13-32 0 0,5-12 180 0 0,3-5-595 0 0,0-1 378 0 0,-1 1-1 0 0,1 0 0 0 0,-1 0 1 0 0,1-1-1 0 0,-1 1 1 0 0,1 0-1 0 0,0-1 0 0 0,-1 1 1 0 0,1-1-1 0 0,0 1 1 0 0,-1 0-1 0 0,1-1 0 0 0,0 1 1 0 0,0-1-1 0 0,-1 1 1 0 0,1-1-1 0 0,0 1 0 0 0,0-1 1 0 0,0 1-1 0 0,0-1 1 0 0,0 1-1 0 0,0-1 0 0 0,0 0 1 0 0,0 0-15 0 0,-1 1 0 0 0,1-1 0 0 0,0 1 0 0 0,0-1 0 0 0,0 1 0 0 0,0-1 0 0 0,0 1 0 0 0,0-1 0 0 0,-1 1 1 0 0,1-1-1 0 0,0 1 0 0 0,0-1 0 0 0,-1 1 0 0 0,1 0 0 0 0,0-1 0 0 0,-1 1 0 0 0,1-1 0 0 0,0 1 0 0 0,-1 0 0 0 0,1-1 0 0 0,0 1 1 0 0,-1 0-1 0 0,1-1 0 0 0,-1 1 0 0 0,1-5 71 0 0,4-15 1 0 0,-4 15-52 0 0,2 0 72 0 0,4-13-83 0 0,-5 14-90 0 0,2-2 12 0 0,3-12 68 0 0,2-1 0 0 0,1 1-1 0 0,0 1 1 0 0,1-1 0 0 0,1 2 0 0 0,0-1 0 0 0,1 2 0 0 0,1-1 0 0 0,0 2 0 0 0,2 0 0 0 0,24-20-1 0 0,36-11 196 0 0,-69 43-98 0 0,-1 0-135 0 0,16-4 64 0 0,-15 5 29 0 0,0 1-70 0 0,5 1 46 0 0,-1 0 0 0 0,0 1-1 0 0,18 6 1 0 0,-23-5-128 0 0,0 0 94 0 0,4 4 3 0 0,-4-4 17 0 0,-1 0 1 0 0,0 0-1 0 0,-1 1 1 0 0,1-1-1 0 0,0 1 1 0 0,4 7-1 0 0,-1 0 86 0 0,-1 1 1 0 0,0 0-1 0 0,-1 0 1 0 0,5 19-1 0 0,-1 7 145 0 0,-7-32-101 0 0,-1 0-155 0 0,1 18 254 0 0,-2-18 231 0 0,1 1-354 0 0,0 22-78 0 0,-1-22 110 0 0,0-1-125 0 0,-1 20 114 0 0,0-20 150 0 0,1 0-98 0 0,-2 26 72 0 0,3-26-1114 0 0,1 18-151 0 0,-1-18-1060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03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18 2228 0 0,'0'0'10087'0'0,"-4"-3"-9744"0"0,-10-8 158 0 0,11 8 885 0 0,-2 4-1296 0 0,-16 2-90 0 0,16-2 79 0 0,1 1 24 0 0,-7 4-10 0 0,0 0 0 0 0,0 1 0 0 0,1 0 0 0 0,0 1 0 0 0,1 0 0 0 0,0 0 0 0 0,0 1 0 0 0,1 0 0 0 0,0 1 0 0 0,-12 18 0 0 0,-2 7 109 0 0,-35 74-1 0 0,37-63 53 0 0,2 1 0 0 0,2 0 1 0 0,2 1-1 0 0,-7 50 0 0 0,16-63-37 0 0,1 0 0 0 0,1 0 0 0 0,3 1 0 0 0,0-1 0 0 0,3 0 0 0 0,9 51-1 0 0,-3-52-49 0 0,1-1 0 0 0,2 0 0 0 0,2-1 0 0 0,0 0 0 0 0,3-1 0 0 0,0-1 0 0 0,2-1 0 0 0,1 0 0 0 0,1-1-1 0 0,2-2 1 0 0,37 36 0 0 0,33 12-100 0 0,-10-7 296 0 0,-61-51-301 0 0,-18-14-13 0 0,-1 1 86 0 0,11 10 19 0 0,-10-10-20 0 0,-4-2-123 0 0,0 0-1 0 0,1-1 0 0 0,-1 1 0 0 0,0 0 1 0 0,1-1-1 0 0,-1 1 0 0 0,1 0 0 0 0,-1-1 1 0 0,1 1-1 0 0,-1 0 0 0 0,1-1 0 0 0,-1 1 1 0 0,1-1-1 0 0,-1 1 0 0 0,1-1 0 0 0,0 1 1 0 0,1 0-1 0 0,9 8 156 0 0,14 7-4137 0 0,-3-11-6526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05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101 105 1700 0 0,'0'0'6932'0'0,"1"-4"-6539"0"0,4-16-88 0 0,-4 15 2247 0 0,-7 5-2547 0 0,-17-3 168 0 0,17 2 575 0 0,0 1-281 0 0,-20-2-31 0 0,19 2 532 0 0,2-1-788 0 0,-18-1-14 0 0,18 1 1554 0 0,9-2-1776 0 0,5-2 64 0 0,-1 1 1 0 0,1-1-1 0 0,1 1 1 0 0,-1 1-1 0 0,0 0 1 0 0,1 0-1 0 0,-1 1 1 0 0,20-2-1 0 0,-2-1 13 0 0,70-5-35 0 0,29-2-127 0 0,-94 10 152 0 0,-24 2-130 0 0,-2 0-273 0 0,20 0 271 0 0,-19 0-247 0 0,-2 0-3004 0 0,1 2 2681 0 0,4 0-130 0 0,0-1-4723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06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 2260 0 0,'-5'0'1899'0'0,"-21"2"7325"0"0,22 1-9112 0 0,-12 11 806 0 0,16-8-734 0 0,-3 17 56 0 0,3-17 176 0 0,1-1-402 0 0,1 1 32 0 0,1 0 1 0 0,0 0-1 0 0,0 0 1 0 0,0 0-1 0 0,1-1 0 0 0,-1 1 1 0 0,1-1-1 0 0,1 0 1 0 0,-1 0-1 0 0,1-1 1 0 0,0 1-1 0 0,0-1 1 0 0,0 0-1 0 0,9 5 0 0 0,7 3-82 0 0,0 0-1 0 0,44 17 0 0 0,-61-27 43 0 0,1 0 84 0 0,12 7-40 0 0,-12-7-74 0 0,0 0 16 0 0,38 20-722 0 0,-39-19 739 0 0,-3 2-450 0 0,6 15 371 0 0,-5-15 114 0 0,-3-4-46 0 0,0 1 0 0 0,0-1 0 0 0,0 1 0 0 0,0-1-1 0 0,0 1 1 0 0,0-1 0 0 0,1 1 0 0 0,-1 0 0 0 0,1 0-1 0 0,-1-1 1 0 0,1 1 0 0 0,-1 2 0 0 0,1 1 6 0 0,-3 0-10 0 0,0 0 114 0 0,-104 132-180 0 0,75-94-28 0 0,29-39 24 0 0,3-4 76 0 0,0 1-1 0 0,0-1 0 0 0,0 1 1 0 0,0-1-1 0 0,0 0 0 0 0,0 1 0 0 0,0-1 1 0 0,0 1-1 0 0,-1-1 0 0 0,1 0 1 0 0,0 1-1 0 0,0-1 0 0 0,0 1 1 0 0,-1-1-1 0 0,1 0 0 0 0,0 1 1 0 0,-1-1-1 0 0,1 0 0 0 0,0 1 0 0 0,-1-1 1 0 0,1 0-1 0 0,0 0 0 0 0,-1 1 1 0 0,1-1-1 0 0,0 0 0 0 0,-1 0 1 0 0,0 1-1 0 0,1-1 15 0 0,-1 0 1 0 0,1 0-1 0 0,-1 1 1 0 0,0-1-1 0 0,1 0 1 0 0,0 1-1 0 0,-1-1 1 0 0,1 0-1 0 0,-1 1 1 0 0,1-1-1 0 0,-1 1 1 0 0,1-1-1 0 0,0 1 1 0 0,-1-1-1 0 0,1 1 1 0 0,0-1-1 0 0,-1 1 1 0 0,1-1-1 0 0,0 1 1 0 0,0-1-1 0 0,0 1 1 0 0,0-1-1 0 0,-1 1 1 0 0,1 0-1 0 0,0-1 1 0 0,0 1-1 0 0,0-1 1 0 0,0 1-1 0 0,0 0 1 0 0,0-1-1 0 0,0 1 1 0 0,1-1-1 0 0,-1 1 1 0 0,0 0-1 0 0,3 20 124 0 0,-2-15-148 0 0,4-5 66 0 0,14 3-57 0 0,-14-3 100 0 0,3-1-113 0 0,167-6 724 0 0,-110 3-479 0 0,2 3-58 0 0,-5 4-511 0 0,-56-4-279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06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0 174 2028 0 0,'0'0'6503'0'0,"1"-6"-5984"0"0,1-18 177 0 0,-1 18 515 0 0,0 6-1147 0 0,1-1-1 0 0,-1 0 1 0 0,1 1 0 0 0,-1-1-1 0 0,1 0 1 0 0,-1 0 0 0 0,0 0-1 0 0,0 0 1 0 0,1 0-1 0 0,-1 0 1 0 0,0 0 0 0 0,1-2-1 0 0,-1 2 43 0 0,3-2 334 0 0,0 1-77 0 0,11-6-163 0 0,-11 5 45 0 0,0 2-177 0 0,10-3 109 0 0,0 1 1 0 0,0 1-1 0 0,27-1 1 0 0,-35 3-233 0 0,-2 3 149 0 0,18 9 164 0 0,-19-6-291 0 0,-1 0 71 0 0,0-1 1 0 0,0 1-1 0 0,0 1 0 0 0,0-1 1 0 0,-1 0-1 0 0,0 0 0 0 0,-1 1 1 0 0,1-1-1 0 0,-1 0 0 0 0,-1 1 1 0 0,1-1-1 0 0,-1 0 0 0 0,-2 11 1 0 0,-6 15 12 0 0,-1-1-1 0 0,-24 50 1 0 0,32-77 40 0 0,-1 1 53 0 0,1-1 0 0 0,0 1 0 0 0,0 0 0 0 0,0-1 0 0 0,1 1 0 0 0,-1 0 0 0 0,1 0 0 0 0,0 7 0 0 0,0-10-232 0 0,0 3 589 0 0,5-7-534 0 0,14-13 27 0 0,-1-1 0 0 0,0 0 1 0 0,-2-1-1 0 0,22-29 0 0 0,-4 2-11 0 0,82-114 52 0 0,-112 155 49 0 0,-1-2-173 0 0,8-12 16 0 0,-8 13 150 0 0,-1 3-155 0 0,1-1 65 0 0,-1 1 0 0 0,1 0 1 0 0,-1-1-1 0 0,0 1 0 0 0,0 0 1 0 0,1-1-1 0 0,-1 1 0 0 0,0-1 1 0 0,0 0-1 0 0,1-3 1 0 0,-2 5-1 0 0,3-4-28 0 0,0 0-3 0 0,19-37 854 0 0,-20 37-654 0 0,-4 5-374 0 0,1-1 214 0 0,-1 1 0 0 0,1 0 0 0 0,-1 0 0 0 0,1 0 0 0 0,-1 0 0 0 0,1 0-1 0 0,0 0 1 0 0,-1 0 0 0 0,1 0 0 0 0,-2 3 0 0 0,3-3 0 0 0,-5 4 27 0 0,0 0 0 0 0,0 1 0 0 0,1-1 0 0 0,0 1 0 0 0,0 0 0 0 0,0 1 0 0 0,-4 10 0 0 0,2-6 21 0 0,-9 16 64 0 0,2 1-1 0 0,0 1 0 0 0,2 0 1 0 0,-15 59-1 0 0,23-77-98 0 0,3-9-13 0 0,-1 0-1 0 0,1 0 0 0 0,-1-1 0 0 0,1 1 1 0 0,0 0-1 0 0,0 0 0 0 0,0 0 0 0 0,0-1 0 0 0,0 1 1 0 0,0 0-1 0 0,0 0 0 0 0,0-1 0 0 0,1 1 0 0 0,-1 0 1 0 0,2 2-1 0 0,0 3-33 0 0,0 0 16 0 0,0 0 0 0 0,0 0-1 0 0,1 0 1 0 0,0 0 0 0 0,0 0-1 0 0,1-1 1 0 0,0 0 0 0 0,0 1-1 0 0,1-2 1 0 0,-1 1 0 0 0,11 9-1 0 0,-4-7-442 0 0,0 0 1 0 0,1-1-1 0 0,0 0 0 0 0,23 9 0 0 0,54 12-7604 0 0,-55-20 4490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07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27 204 0 0,'0'0'12281'0'0,"-2"-4"-12129"0"0,-4-14-16 0 0,4 14 1769 0 0,-25 9-1778 0 0,22-4 132 0 0,5-1-246 0 0,-1 1-1 0 0,1-1 1 0 0,0 1 0 0 0,0-1 0 0 0,0 0-1 0 0,-1 1 1 0 0,1-1 0 0 0,0 1 0 0 0,-1-1-1 0 0,1 1 1 0 0,0-1 0 0 0,-1 0-1 0 0,1 1 1 0 0,0-1 0 0 0,-1 0 0 0 0,1 1-1 0 0,-1-1 1 0 0,1 0 0 0 0,-1 0-1 0 0,1 1 1 0 0,0-1 0 0 0,-1 0 0 0 0,1 0-1 0 0,-1 0 1 0 0,1 0 0 0 0,-2 1-1 0 0,2-1 0 0 0,-1 0-1 0 0,1 0 0 0 0,-1 0 1 0 0,1 0-1 0 0,-1 0 1 0 0,1 0-1 0 0,-1 1 0 0 0,1-1 1 0 0,-1 0-1 0 0,1 0 0 0 0,-1 1 1 0 0,1-1-1 0 0,0 0 0 0 0,-1 1 1 0 0,1-1-1 0 0,0 0 1 0 0,-1 1-1 0 0,1-1 0 0 0,0 1 1 0 0,-1-1-1 0 0,1 0 0 0 0,0 1 1 0 0,0-1-1 0 0,-1 1 0 0 0,1-1 1 0 0,0 2 78 0 0,-5 0-16 0 0,-12 6-14 0 0,12-5 136 0 0,2 0-148 0 0,-9 8 1 0 0,9-8 186 0 0,1 2-73 0 0,-6 14 63 0 0,6-14 47 0 0,0 0-102 0 0,-3 12-23 0 0,0 0 1 0 0,1 0-1 0 0,1 0 0 0 0,0 0 0 0 0,1 1 0 0 0,1 34 0 0 0,3-44-231 0 0,0 1 1 0 0,0 0-1 0 0,1-1 0 0 0,0 0 0 0 0,1 0 0 0 0,-1 0 0 0 0,2 0 0 0 0,-1 0 1 0 0,1-1-1 0 0,0 0 0 0 0,0 0 0 0 0,1 0 0 0 0,7 6 0 0 0,28 13-7240 0 0,-36-24 4239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08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0 3120 0 0,'0'0'16254'0'0,"-4"3"-16172"0"0,-13 9 710 0 0,12-10-1228 0 0,-12 5 448 0 0,12-6 611 0 0,1 1-877 0 0,-15 4 71 0 0,14-5-107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09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69 104 0 0,'0'0'3168'0'0,"-4"2"-2272"0"0,-18 4 8007 0 0,19-9-8555 0 0,2 1-226 0 0,0-1-1 0 0,0 1 1 0 0,0 0-1 0 0,0 0 1 0 0,1-1-1 0 0,-1 1 0 0 0,1 0 1 0 0,-1-1-1 0 0,1 1 1 0 0,0-1-1 0 0,0 1 1 0 0,0-1-1 0 0,0 1 1 0 0,1 0-1 0 0,-1-1 1 0 0,2-3-1 0 0,-1 0 84 0 0,3 4-259 0 0,13-8 34 0 0,-13 8 267 0 0,1 0-322 0 0,14-4 68 0 0,-14 4 64 0 0,1 2-315 0 0,19 0 175 0 0,-19 0 70 0 0,-3 3-81 0 0,13 9 108 0 0,-12-10-11 0 0,-1 16 60 0 0,-3-16-64 0 0,1 0 0 0 0,0-1 0 0 0,-1 1 0 0 0,0 0 0 0 0,1 0 0 0 0,-1 0 0 0 0,0 0 0 0 0,0 0 0 0 0,0 0 0 0 0,0 0 0 0 0,-1 0-1 0 0,1 2 1 0 0,-4 15 74 0 0,0-1 0 0 0,-1 1 0 0 0,-1-1 0 0 0,-10 21 0 0 0,-37 74-56 0 0,42-91-31 0 0,9-18-24 0 0,0 2 20 0 0,0-3 72 0 0,1-2-21 0 0,0 0 0 0 0,0 1 0 0 0,0-1 0 0 0,0 0 0 0 0,1 1 0 0 0,-1-1 0 0 0,1 0 0 0 0,-1 1 1 0 0,1-1-1 0 0,-1 1 0 0 0,1-1 0 0 0,0 1 0 0 0,0-1 0 0 0,0 1 0 0 0,0-1 0 0 0,0 1 0 0 0,0-1 0 0 0,0 3 1 0 0,2 19 144 0 0,-1-17 114 0 0,6-6-271 0 0,133-12-264 0 0,-88 4 406 0 0,3-1 453 0 0,-50 8-605 0 0,1 0 141 0 0,19-4-86 0 0,-19 3 208 0 0,-5 2-256 0 0,1-1 1 0 0,-1 0 0 0 0,1 1-1 0 0,-1-1 1 0 0,1 1 0 0 0,-1-1-1 0 0,1 1 1 0 0,0 0-1 0 0,-1-1 1 0 0,1 1 0 0 0,0 0-1 0 0,2 1 1 0 0,-2-1 6 0 0,3-1-31 0 0,1 0-5980 0 0,17-1 2722 0 0,-17 1 479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10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18 1356 0 0,'-5'0'2014'0'0,"-23"3"14724"0"0,33-5-16745 0 0,55-8 109 0 0,91 6-336 0 0,-99 3 213 0 0,19 1-41 0 0,-64 0-6 0 0,0 0 177 0 0,65 0 473 0 0,-65 0-84 0 0,63-1-420 0 0,-64 1-830 0 0,34-2-16153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12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32 204 0 0,'0'0'6477'0'0,"-3"3"-5049"0"0,-12 12 7897 0 0,18-19-9355 0 0,13-8 237 0 0,-12 8-126 0 0,-3 4-131 0 0,1 0 48 0 0,-1-1 0 0 0,1 1 0 0 0,-1-1 0 0 0,1 1 0 0 0,-1-1 0 0 0,1 1 1 0 0,-1-1-1 0 0,1 0 0 0 0,-1 0 0 0 0,0 0 0 0 0,3-2 0 0 0,-2 1 18 0 0,3-1 57 0 0,1 2-197 0 0,19-5 75 0 0,-19 4 10 0 0,-5 3 43 0 0,-1-1-1 0 0,0 0 1 0 0,1 0 0 0 0,-1 0 0 0 0,1 1 0 0 0,-1-1 0 0 0,0 0 0 0 0,1 0 0 0 0,-1 0 0 0 0,1 0 0 0 0,-1 0 0 0 0,0 0 0 0 0,1 0 0 0 0,-1 0 0 0 0,1 0 0 0 0,-1 0 0 0 0,1 0 0 0 0,-1 0-1 0 0,0 0 1 0 0,1 0 0 0 0,-1 0 0 0 0,1-1 0 0 0,-1 1 0 0 0,0 0 0 0 0,1 0 0 0 0,-1 0 0 0 0,0-1 0 0 0,1 1 0 0 0,-1-1 0 0 0,1 1-4 0 0,0-1 0 0 0,0 1 1 0 0,0-1-1 0 0,0 1 0 0 0,0-1 1 0 0,0 1-1 0 0,0 0 1 0 0,0-1-1 0 0,0 1 0 0 0,0 0 1 0 0,0 0-1 0 0,0 0 0 0 0,0 0 1 0 0,0 0-1 0 0,0 0 0 0 0,0 0 1 0 0,0 0-1 0 0,1 0 0 0 0,-1 0 1 0 0,1 1-1 0 0,48 16 251 0 0,-46-15-379 0 0,0 2 59 0 0,1 1 63 0 0,-1 0 0 0 0,1 0 0 0 0,-1 0 0 0 0,-1 1 0 0 0,1-1 1 0 0,-1 1-1 0 0,0 0 0 0 0,0 0 0 0 0,0 0 0 0 0,-1 1 0 0 0,0-1 0 0 0,2 11 0 0 0,-4 47-35 0 0,-4-42 72 0 0,0 0 0 0 0,-1-1 0 0 0,-2 1 0 0 0,0-1 0 0 0,-1 0 0 0 0,-1-1 0 0 0,-12 21 0 0 0,-4 11-278 0 0,3-9 264 0 0,19-39 204 0 0,4-9-2058 0 0,4-8 1768 0 0,-1 1 0 0 0,1-1 0 0 0,1 1 0 0 0,0 0 0 0 0,16-21 0 0 0,48-58-337 0 0,-18 32 219 0 0,63-72 1362 0 0,-112 128-1002 0 0,0 0-144 0 0,7-13 50 0 0,-7 12 403 0 0,-1 3-474 0 0,-1 0 1 0 0,1 0-1 0 0,-1 0 0 0 0,0 0 1 0 0,1 0-1 0 0,-1 0 1 0 0,0-1-1 0 0,0 1 1 0 0,1-1-1 0 0,0-2 1 0 0,2 1 156 0 0,-2-1-43 0 0,7-11 1233 0 0,-23 25-841 0 0,-28 36-191 0 0,23-18-2 0 0,0 1-1 0 0,2 1 0 0 0,1 1 0 0 0,2 0 1 0 0,-18 53-1 0 0,31-77-187 0 0,0-6-109 0 0,0 1 0 0 0,1 0 0 0 0,-1-1 0 0 0,1 1 0 0 0,-1 0-1 0 0,1-1 1 0 0,0 1 0 0 0,0 0 0 0 0,-1 0 0 0 0,2-1 0 0 0,-1 1 0 0 0,0 0-1 0 0,1 3 1 0 0,1 8 372 0 0,-1-6-281 0 0,1 0 0 0 0,0 0-1 0 0,0 0 1 0 0,1-1 0 0 0,-1 1-1 0 0,2-1 1 0 0,-1 0 0 0 0,1 0-1 0 0,-1 0 1 0 0,2 0 0 0 0,-1 0-1 0 0,6 5 1 0 0,-1-3-35 0 0,0 1 1 0 0,1-2-1 0 0,-1 1 0 0 0,1-1 1 0 0,1-1-1 0 0,21 11 0 0 0,64 12-1133 0 0,-91-27 631 0 0,1 0-202 0 0,20 7-218 0 0,-20-7-196 0 0,-2 0-2133 0 0,14 4 413 0 0,-14-4-1033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12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1 556 0 0,'-2'3'2766'0'0,"-12"14"8677"0"0,10-15-11304 0 0,-39 20 1213 0 0,39-20 556 0 0,11-1-1808 0 0,29-2 408 0 0,35-5 1 0 0,-14 2-519 0 0,-34 0 122 0 0,-17 3-39 0 0,1 0-153 0 0,61-6-32 0 0,-61 6 159 0 0,-2 1-265 0 0,8-1 1247 0 0,32 0-13793 0 0,-39 1 8834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14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1 124 956 0 0,'0'0'7287'0'0,"0"-5"-6453"0"0,3-23 1542 0 0,1 25-1884 0 0,11-7 15 0 0,-11 8-58 0 0,1 0-243 0 0,15-5 38 0 0,-15 6 121 0 0,2-1-60 0 0,19-6-133 0 0,-20 6 16 0 0,0 2-193 0 0,9 1 151 0 0,1 1 0 0 0,-1 1 1 0 0,20 5-1 0 0,-31-6 121 0 0,0 2-143 0 0,-1-2-78 0 0,1 0-3 0 0,-1 0 1 0 0,0 0 0 0 0,0 1 0 0 0,0 0-1 0 0,0-1 1 0 0,-1 1 0 0 0,1 0 0 0 0,-1 0-1 0 0,0 0 1 0 0,1 1 0 0 0,-1-1 0 0 0,-1 1-1 0 0,4 5 1 0 0,1 18 5 0 0,-4-20-47 0 0,-2 0 53 0 0,0 4 11 0 0,-1-1-1 0 0,0 1 1 0 0,-1-1-1 0 0,0 0 1 0 0,0 1-1 0 0,-5 9 1 0 0,-5 6-9 0 0,-19 32 0 0 0,30-57-60 0 0,-40 58 219 0 0,39-55-329 0 0,4-11-1365 0 0,-1 0 1399 0 0,-1 5 64 0 0,0 0 0 0 0,1 0 0 0 0,-1 0 0 0 0,1 0 0 0 0,-1 0 0 0 0,1 0 0 0 0,0 0 0 0 0,0 0 0 0 0,0 0 0 0 0,0 0 0 0 0,0 0 0 0 0,0 0 1 0 0,0 1-1 0 0,1-1 0 0 0,1-2 0 0 0,79-84 130 0 0,96-80 1 0 0,-164 156-125 0 0,-11 9 240 0 0,2-2 70 0 0,11-14-115 0 0,-11 15 425 0 0,-5 2-576 0 0,0 1 0 0 0,1-1-1 0 0,0 1 1 0 0,-1-1 0 0 0,1 1 0 0 0,0 0-1 0 0,0-1 1 0 0,0 1 0 0 0,0 0 0 0 0,0 0 0 0 0,0 0-1 0 0,2-2 1 0 0,-2 2 16 0 0,2-3 368 0 0,-1 0-331 0 0,7-12-130 0 0,-6 12 296 0 0,-9 6-308 0 0,0-2 100 0 0,4 0-32 0 0,1 1 0 0 0,-1-1 0 0 0,0 0 0 0 0,0 0 0 0 0,0 1 1 0 0,1-1-1 0 0,-1 1 0 0 0,0 0 0 0 0,1-1 0 0 0,-1 1 0 0 0,1 0 0 0 0,-1 0 0 0 0,1 0 0 0 0,-1 0 0 0 0,1 0 1 0 0,-2 2-1 0 0,-19 16 29 0 0,2 1 1 0 0,0 1-1 0 0,1 1 1 0 0,1 1-1 0 0,1 0 1 0 0,1 1-1 0 0,1 1 1 0 0,-12 28-1 0 0,26-49-37 0 0,-1-1 1 0 0,1 0-1 0 0,-1 0 1 0 0,1 1-1 0 0,0-1 1 0 0,1 1-1 0 0,-1-1 0 0 0,0 5 1 0 0,0 0 33 0 0,1-3 39 0 0,-1 0-1 0 0,1 0 1 0 0,0 1-1 0 0,0-1 1 0 0,1 0-1 0 0,-1 0 1 0 0,1 0-1 0 0,0 0 1 0 0,1 0-1 0 0,1 6 1 0 0,0-3 25 0 0,-1-2-91 0 0,0 0-1 0 0,1 0 1 0 0,0 0 0 0 0,0-1-1 0 0,0 0 1 0 0,1 1 0 0 0,0-1-1 0 0,0-1 1 0 0,0 1 0 0 0,1 0-1 0 0,-1-1 1 0 0,8 5 0 0 0,-1-1-219 0 0,0 0 0 0 0,1-2 0 0 0,-1 1 0 0 0,19 6 0 0 0,-6-5-833 0 0,0 0 0 0 0,1-2-1 0 0,-1-1 1 0 0,2-1 0 0 0,-1-1-1 0 0,40 0 1 0 0,-41-8 164 0 0,-18 3 762 0 0,-2 1-6 0 0,2-1 370 0 0,44-23 2024 0 0,-46 22-2051 0 0,-2 3-153 0 0,0-1 1 0 0,-1 0-1 0 0,1 0 1 0 0,-1 0-1 0 0,1 0 1 0 0,-1 0-1 0 0,0-1 0 0 0,1 1 1 0 0,-1 0-1 0 0,0-1 1 0 0,1-1-1 0 0,2 0 545 0 0,-1-2-154 0 0,1 0 0 0 0,0 0-1 0 0,0 0 1 0 0,0 0 0 0 0,9-7 0 0 0,-10 8 450 0 0,9-10-574 0 0,-11 11-291 0 0,2 0 447 0 0,-5 7-617 0 0,-19 44 304 0 0,19-43-82 0 0,3 2-162 0 0,-1-4 70 0 0,0 1-67 0 0,1 0 0 0 0,-1-1 0 0 0,0 1 0 0 0,1-1 0 0 0,0 1 0 0 0,0-1-1 0 0,0 0 1 0 0,0 1 0 0 0,0-1 0 0 0,1 0 0 0 0,-1 0 0 0 0,1 0 0 0 0,0 0 0 0 0,0 0-1 0 0,4 5 1 0 0,23 15-2286 0 0,-26-20 1192 0 0,1-1-1 0 0,-1 1 1 0 0,1-1 0 0 0,0 0-1 0 0,-1 0 1 0 0,1 0 0 0 0,8 2-1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14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38 1912 0 0,'-37'-21'9584'0'0,"27"16"-9153"0"0,5 3 1284 0 0,-1 1-210 0 0,-17-3-356 0 0,17 3-155 0 0,1 0-246 0 0,-17 0-31 0 0,17 1 152 0 0,-1-1-829 0 0,-1 1-451 0 0,-5 0 452 0 0,6 0-4317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15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0 832 0 0,'0'0'13141'0'0,"5"4"-12167"0"0,49 33 1105 0 0,-34-21-1772 0 0,0 1-1 0 0,-2 0 0 0 0,1 2 1 0 0,-2 0-1 0 0,-1 1 0 0 0,0 0 1 0 0,-1 2-1 0 0,-2-1 0 0 0,19 39 1 0 0,-19-33-246 0 0,-1 1 1 0 0,-1 0-1 0 0,-1 0 1 0 0,-1 1-1 0 0,-2 0 1 0 0,-1 0 0 0 0,-1 1-1 0 0,-1 0 1 0 0,-2 0-1 0 0,-1 0 1 0 0,-2 0-1 0 0,-1 0 1 0 0,-1 0-1 0 0,-1 0 1 0 0,-2-1-1 0 0,-1 0 1 0 0,-1 0-1 0 0,-1 0 1 0 0,-2-1-1 0 0,-1-1 1 0 0,-1 1-1 0 0,-1-2 1 0 0,-2 0-1 0 0,-22 29 1 0 0,13-24-140 0 0,-2-2 0 0 0,0-1 0 0 0,-2 0 0 0 0,-50 36 1 0 0,75-62-449 0 0,-1 0-1541 0 0,-13 5 588 0 0,13-5-759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15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59 2128 0 0,'0'0'6581'0'0,"-5"-1"-5084"0"0,-16-3-162 0 0,16 3 4235 0 0,9-4-5467 0 0,14-13-85 0 0,-17 17-27 0 0,0 0 1 0 0,0 1 0 0 0,0-1-1 0 0,0 0 1 0 0,0 0-1 0 0,0 0 1 0 0,0 1 0 0 0,0-1-1 0 0,1 0 1 0 0,-1 1 0 0 0,0-1-1 0 0,0 1 1 0 0,1 0 0 0 0,-1-1-1 0 0,0 1 1 0 0,1 0 0 0 0,-1 0-1 0 0,0 0 1 0 0,1 0 0 0 0,-1 0-1 0 0,2 0 1 0 0,0 0-48 0 0,63-11-5835 0 0,-42 8 1643 0 0,19-3 823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16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10 2332 0 0,'-4'1'3124'0'0,"-17"8"8800"0"0,28-10-11632 0 0,37-6-48 0 0,52-4-10701 0 0,-89 11 6426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16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24 1244 0 0,'0'0'1910'0'0,"-3"-4"-258"0"0,2 3-609 0 0,-7-9-1392 0 0,6 1 10368 0 0,-5 10-9890 0 0,-19-1-44 0 0,20 0 526 0 0,1 4-247 0 0,-17 12-144 0 0,1 1-1 0 0,1 1 1 0 0,1 1 0 0 0,-19 23-1 0 0,-58 93 681 0 0,89-125-888 0 0,6-8-4 0 0,-1 0 1 0 0,1 1 0 0 0,-1 0 0 0 0,1-1-1 0 0,0 1 1 0 0,-1 0 0 0 0,2-1-1 0 0,-1 1 1 0 0,-1 4 0 0 0,-2 9 48 0 0,-12 46 407 0 0,14-56-340 0 0,3 1 28 0 0,0 0-81 0 0,-1-1 0 0 0,2 1-1 0 0,-1-1 1 0 0,1 0-1 0 0,0 1 1 0 0,0-1 0 0 0,1 0-1 0 0,-1 0 1 0 0,2-1-1 0 0,-1 1 1 0 0,0-1 0 0 0,1 1-1 0 0,0-1 1 0 0,0 0-1 0 0,1 0 1 0 0,0-1 0 0 0,7 7-1 0 0,-7-7-14 0 0,0 0 4 0 0,0-1 1 0 0,0 1-1 0 0,0-1 0 0 0,1 0 1 0 0,-1 0-1 0 0,1-1 0 0 0,0 0 1 0 0,0 0-1 0 0,8 2 1 0 0,57 5 10 0 0,-55-8-75 0 0,-14 0 5 0 0,0-1-1 0 0,1 0 1 0 0,-1 0-1 0 0,0 0 1 0 0,0 0-1 0 0,0-1 1 0 0,0 1-1 0 0,0 0 1 0 0,0-1-1 0 0,2 0 1 0 0,11-3 77 0 0,0 0 108 0 0,1-1-1 0 0,-1-1 1 0 0,0 0 0 0 0,17-10-1 0 0,-26 12-132 0 0,0 0 0 0 0,1 0-1 0 0,-2 0 1 0 0,1-1 0 0 0,0 0-1 0 0,-1 0 1 0 0,0-1 0 0 0,0 1-1 0 0,-1-1 1 0 0,0 0 0 0 0,0-1-1 0 0,0 1 1 0 0,4-10-1 0 0,-4 10-31 0 0,-3 4-19 0 0,0 0 1 0 0,0 0-1 0 0,0 0 1 0 0,0 0 0 0 0,0 0-1 0 0,0 0 1 0 0,0 0-1 0 0,-1 0 1 0 0,1 0-1 0 0,-1-1 1 0 0,0 1-1 0 0,1 0 1 0 0,-1 0 0 0 0,0-4-1 0 0,1-1-17 0 0,0 5 6 0 0,-1-1 0 0 0,0 1 0 0 0,1 0 0 0 0,-1-1 0 0 0,0 1 0 0 0,0-1-1 0 0,0 1 1 0 0,-1-1 0 0 0,1 1 0 0 0,-1 0 0 0 0,1-1 0 0 0,-2-3 0 0 0,-2-4-153 0 0,1 0-1 0 0,-2 0 1 0 0,1 0 0 0 0,-1 1-1 0 0,-1-1 1 0 0,0 1-1 0 0,0 0 1 0 0,-1 1-1 0 0,0 0 1 0 0,0 0-1 0 0,-1 0 1 0 0,0 1-1 0 0,0 0 1 0 0,-1 1-1 0 0,0-1 1 0 0,-16-7-1 0 0,-10-3-2120 0 0,-59-19-1 0 0,59 25-2040 0 0,-67-11 0 0 0,50 17 454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18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29 916 0 0,'-5'-1'2185'0'0,"-20"-4"12530"0"0,20 3-14566 0 0,5 2-103 0 0,-1 0 1 0 0,1 0-1 0 0,-1 0 1 0 0,1 0-1 0 0,-1 0 1 0 0,0 0-1 0 0,1 0 1 0 0,-1-1-1 0 0,1 1 1 0 0,-1 0-1 0 0,1 0 1 0 0,-1 0-1 0 0,1-1 1 0 0,-1 1-1 0 0,1 0 1 0 0,0-1-1 0 0,-1 1 0 0 0,1 0 1 0 0,-1-1-1 0 0,1 1 1 0 0,0-1-1 0 0,-1 1 1 0 0,1-1-1 0 0,0 1 1 0 0,-1 0-1 0 0,1-1 1 0 0,-1 0-1 0 0,19-4 560 0 0,-18 5-620 0 0,5-1 94 0 0,2 1-158 0 0,159-3 258 0 0,-108 2-111 0 0,64 1-658 0 0,-115 0 503 0 0,0-1 44 0 0,24 0-187 0 0,-23 1-11 0 0,-2 0 13 0 0,17 1 136 0 0,-17 0-37 0 0,0-1-1064 0 0,1-1 494 0 0,5 0 218 0 0,6 4-8957 0 0,10 2 6195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19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5 392 0 0,'0'0'13415'0'0,"-5"0"-12702"0"0,-16-4-398 0 0,16 4 1662 0 0,5 0-1962 0 0,0 1 0 0 0,0-1 0 0 0,0 1 0 0 0,0-1 1 0 0,0 1-1 0 0,0-1 0 0 0,-1 1 0 0 0,1-1 0 0 0,0 1 1 0 0,0-1-1 0 0,-1 1 0 0 0,1-1 0 0 0,0 1 1 0 0,-1-1-1 0 0,1 1 0 0 0,0-1 0 0 0,-1 0 0 0 0,1 1 1 0 0,-1-1-1 0 0,1 1 0 0 0,-1-1 0 0 0,0 1-39 0 0,1-1-1 0 0,-1 0 1 0 0,1 1 0 0 0,-1-1-1 0 0,1 1 1 0 0,-1-1 0 0 0,1 1-1 0 0,-1-1 1 0 0,1 1 0 0 0,0-1-1 0 0,-1 1 1 0 0,1-1 0 0 0,0 1-1 0 0,-1-1 1 0 0,1 1 0 0 0,0 0-1 0 0,0-1 1 0 0,0 1-1 0 0,0-1 1 0 0,-1 1 0 0 0,1 0-1 0 0,0-1 1 0 0,0 1 0 0 0,0 0-1 0 0,0-1 1 0 0,0 1 0 0 0,1 0-1 0 0,-1-1 1 0 0,0 1 0 0 0,0-1-1 0 0,0 1 1 0 0,0 0-1 0 0,1 0 1 0 0,6 22-72 0 0,-5-18 125 0 0,0 0-35 0 0,7 7 29 0 0,1 0-1 0 0,0 0 0 0 0,1-1 0 0 0,13 13 0 0 0,5-4 50 0 0,49 27 0 0 0,-70-42-116 0 0,-4-3-182 0 0,-1 0-9 0 0,36 24-1241 0 0,-35-23 1246 0 0,-3 1-98 0 0,1-1 301 0 0,-1 1 0 0 0,1-1 0 0 0,-1 0 0 0 0,0 1 0 0 0,-1-1 0 0 0,1 1 0 0 0,-1-1 0 0 0,1 1 0 0 0,-1-1 0 0 0,0 1 0 0 0,0-1 0 0 0,-1 1 0 0 0,1-1 0 0 0,-1 1 0 0 0,1-1 0 0 0,-1 1 0 0 0,-2 3 0 0 0,-13 24-101 0 0,11-20 137 0 0,-1 0-1 0 0,0-1 1 0 0,-1 0-1 0 0,-11 15 1 0 0,12-19-39 0 0,2 1 1 0 0,-1-1-1 0 0,1 1 0 0 0,-4 10 1 0 0,3-8-68 0 0,-80 117 912 0 0,82-122-794 0 0,3-2-20 0 0,-1 0 1 0 0,0-1 0 0 0,1 1-1 0 0,-1 0 1 0 0,0-1-1 0 0,0 1 1 0 0,1-1 0 0 0,-1 0-1 0 0,0 1 1 0 0,-1-1 0 0 0,1 0-1 0 0,-2 3 1 0 0,1-2 9 0 0,-1 2 79 0 0,-9 15-173 0 0,10-16 54 0 0,2-2-36 0 0,0-1 64 0 0,0 1-1 0 0,0-1 1 0 0,0 1-1 0 0,0-1 1 0 0,-1 1-1 0 0,1-1 1 0 0,0 0-1 0 0,0 1 1 0 0,0-1-1 0 0,0 1 1 0 0,-1-1-1 0 0,1 1 1 0 0,0-1-1 0 0,-1 0 1 0 0,1 1-1 0 0,0-1 1 0 0,-1 0-1 0 0,1 1 1 0 0,0-1-1 0 0,-1 0 0 0 0,1 1 1 0 0,0-1-1 0 0,-2 0 1 0 0,-11 15 398 0 0,6-2-268 0 0,-14 23-118 0 0,14-17 2942 0 0,13-18-2718 0 0,17 4 102 0 0,-22-5-323 0 0,0 0 1 0 0,0 1 0 0 0,0-1 0 0 0,0 0 0 0 0,0 0 0 0 0,0 1-1 0 0,-1-1 1 0 0,1 0 0 0 0,0 0 0 0 0,0 0 0 0 0,0 0-1 0 0,0 0 1 0 0,0-1 0 0 0,0 1 0 0 0,0 0 0 0 0,0 0-1 0 0,-1-1 1 0 0,1 1 0 0 0,0 0 0 0 0,0-1 0 0 0,0 1 0 0 0,0-1-1 0 0,0 0 1 0 0,20-8 300 0 0,101-18 551 0 0,56-4-844 0 0,-173 29 66 0 0,1 2-170 0 0,15-3 97 0 0,-16 2 145 0 0,1 0-17 0 0,51-7-46 0 0,-51 7-315 0 0,0 0-3127 0 0,19-2 1864 0 0,-19 2-629 0 0,-1 0-1217 0 0,14-4 380 0 0,-14 3-128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20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67 1668 0 0,'0'0'13857'0'0,"3"-3"-13759"0"0,0 0-76 0 0,-1 1-1 0 0,1 0 0 0 0,-1 0 0 0 0,1 0 1 0 0,0 1-1 0 0,0-1 0 0 0,0 1 0 0 0,0-1 0 0 0,0 1 1 0 0,0 0-1 0 0,0 0 0 0 0,0 0 0 0 0,0 1 1 0 0,0-1-1 0 0,1 1 0 0 0,-1 0 0 0 0,0 0 1 0 0,7 0-1 0 0,47 12-37 0 0,-51-10 470 0 0,-2 2-416 0 0,14 12-61 0 0,-13-11 45 0 0,-3-1-130 0 0,0 0 50 0 0,0 1 0 0 0,0 0 0 0 0,0 0 0 0 0,-1 0 0 0 0,0 0 0 0 0,0 0 0 0 0,0 0 0 0 0,-1 0 0 0 0,1 1 0 0 0,-1-1 0 0 0,-1 0-1 0 0,0 9 1 0 0,-7 20-477 0 0,-22 58-1 0 0,28-87 513 0 0,2-4 32 0 0,0 1 1 0 0,0-1 0 0 0,0 0 0 0 0,-1 0 0 0 0,1 0 0 0 0,0 1-1 0 0,0-1 1 0 0,-1 0 0 0 0,1 0 0 0 0,-1 0 0 0 0,1 0 0 0 0,-1 0-1 0 0,1 0 1 0 0,-2 2 0 0 0,-8 15 579 0 0,7-3-382 0 0,13-20 214 0 0,20-26-319 0 0,23-38 599 0 0,47-66 331 0 0,-97 132-1180 0 0,0-2 189 0 0,9-13 123 0 0,-9 14-109 0 0,0-1-581 0 0,9-13 683 0 0,-9 14 94 0 0,-3 4-245 0 0,0 0 0 0 0,1-1 0 0 0,-1 1-1 0 0,1 0 1 0 0,-1 0 0 0 0,0-1 0 0 0,1 1-1 0 0,-1 0 1 0 0,0-1 0 0 0,0 1-1 0 0,1 0 1 0 0,-1-1 0 0 0,0 1 0 0 0,0-1-1 0 0,1 1 1 0 0,-1 0 0 0 0,0-1 0 0 0,0 1-1 0 0,0-1 1 0 0,0 1 0 0 0,1-1 0 0 0,-1 1-1 0 0,0 0 1 0 0,0-1 0 0 0,0 1 0 0 0,0-1-1 0 0,0 0-6 0 0,0 1-1 0 0,0-1 1 0 0,0 1-1 0 0,0-1 1 0 0,0 1-1 0 0,0-1 1 0 0,0 0-1 0 0,1 1 1 0 0,-1 0-1 0 0,0-1 1 0 0,0 1 0 0 0,0-1-1 0 0,1 1 1 0 0,-1-1-1 0 0,0 1 1 0 0,1-1-1 0 0,-1 1 1 0 0,0 0-1 0 0,1-1 1 0 0,-1 1-1 0 0,1 0 1 0 0,-1-1-1 0 0,1 1 1 0 0,11-19-160 0 0,-10 15 91 0 0,-6 6-499 0 0,-12 7 512 0 0,12-6 94 0 0,0 2-85 0 0,-10 20 98 0 0,1 0 1 0 0,0 1-1 0 0,-13 44 1 0 0,24-65 29 0 0,2 2-123 0 0,0 18 37 0 0,0-19 161 0 0,3 0-150 0 0,-2-4-61 0 0,2 3-46 0 0,0 0 0 0 0,0 0 0 0 0,0 0 0 0 0,0 0 0 0 0,1-1 0 0 0,7 8 0 0 0,-7-9-307 0 0,-1 0 0 0 0,1-1 1 0 0,0 1-1 0 0,-1-1 0 0 0,1 0 0 0 0,0 0 0 0 0,1-1 1 0 0,6 3-1 0 0,59 15-5925 0 0,-42-12 3162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21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31 2268 0 0,'0'0'9738'0'0,"-2"-5"-9039"0"0,-4-16-48 0 0,4 16 1245 0 0,-1 9-1531 0 0,-11 10-90 0 0,11-10-86 0 0,3-3-170 0 0,0-1-1 0 0,0 1 1 0 0,-1 0 0 0 0,1 0 0 0 0,0-1 0 0 0,0 1-1 0 0,0-1 1 0 0,0 1 0 0 0,-1 0 0 0 0,1-1 0 0 0,0 1 0 0 0,0 0-1 0 0,-1-1 1 0 0,1 1 0 0 0,0-1 0 0 0,-1 1 0 0 0,1-1-1 0 0,-1 1 1 0 0,0 0 0 0 0,-10 15 76 0 0,-5 31 102 0 0,14-42 6 0 0,1 2-53 0 0,-6 21-232 0 0,5-21 96 0 0,2-2 184 0 0,5 61 261 0 0,-4-64-509 0 0,-1 0-1 0 0,1-1 1 0 0,0 1-1 0 0,-1-1 1 0 0,1 1 0 0 0,0-1-1 0 0,0 0 1 0 0,0 1 0 0 0,0-1-1 0 0,0 0 1 0 0,0 1-1 0 0,3 1 1 0 0,-3-2-52 0 0,2 3-378 0 0,2-2-1425 0 0,17 6 549 0 0,-17-6-405 0 0,1-3-3815 0 0,25-5 3148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21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41 3312 0 0,'0'0'12362'0'0,"-2"-5"-11778"0"0,-4-13-58 0 0,5 14 2963 0 0,-3 1-3735 0 0,-11-5-99 0 0,11 6-148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22.2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17 1560 0 0,'0'0'12905'0'0,"-3"-3"-12310"0"0,-15-11 283 0 0,13 18-638 0 0,-10 10-87 0 0,1-1-1 0 0,1 2 0 0 0,0-1 1 0 0,1 2-1 0 0,1 0 1 0 0,0 0-1 0 0,2 1 1 0 0,-1 0-1 0 0,-11 32 1 0 0,0 12 103 0 0,-25 108 1 0 0,38-133-169 0 0,2 1-1 0 0,2 0 1 0 0,1 0 0 0 0,2 1-1 0 0,4 44 1 0 0,-1-60-38 0 0,1-1 1 0 0,1 0-1 0 0,1 0 1 0 0,0 0-1 0 0,2 0 1 0 0,0-1-1 0 0,2 0 1 0 0,0-1-1 0 0,1 0 1 0 0,19 27-1 0 0,-11-26-2606 0 0,30 27 0 0 0,-44-44-1051 0 0,2-1 220 0 0,25 9-376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23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2012 0 0,'1'-12'551'0'0,"1"0"608"0"0,-2 1 9050 0 0,4 14-9693 0 0,0-1-367 0 0,-1 0-1 0 0,0 1 0 0 0,0-1 1 0 0,0 1-1 0 0,0 0 0 0 0,0 0 1 0 0,-1 0-1 0 0,1 0 0 0 0,2 5 1 0 0,-3-4 179 0 0,0 3-303 0 0,5 13 47 0 0,-3-6 5 0 0,0 1 0 0 0,2-1 0 0 0,-1 0 0 0 0,2-1 0 0 0,10 18 0 0 0,-13-26-89 0 0,0 1 0 0 0,0-1 1 0 0,0 0-1 0 0,1 0 0 0 0,-1 0 1 0 0,1-1-1 0 0,0 0 0 0 0,1 0 1 0 0,-1 0-1 0 0,7 4 1 0 0,48 4-49 0 0,-53-11-265 0 0,0-2 460 0 0,6-1-124 0 0,-1-1 1 0 0,0 0-1 0 0,0 0 1 0 0,0-1 0 0 0,0-1-1 0 0,0 0 1 0 0,-1-1 0 0 0,16-10-1 0 0,36-35 161 0 0,-59 48 169 0 0,-1-1-34 0 0,11-12-128 0 0,-10 12 282 0 0,-3 3-424 0 0,1 0 0 0 0,-1-1 1 0 0,1 1-1 0 0,-1 0 0 0 0,0-1 1 0 0,0 1-1 0 0,0-1 0 0 0,0 1 1 0 0,0-1-1 0 0,1-2 0 0 0,1 0 725 0 0,-4 20-1013 0 0,-1 0 418 0 0,-6 28-1 0 0,7-41-204 0 0,-30 170 300 0 0,14-64-178 0 0,8-55-144 0 0,2-6 315 0 0,-28 92-1 0 0,33-134-163 0 0,-1 0 0 0 0,0 0 0 0 0,-1 0 0 0 0,1-1 0 0 0,-9 10 0 0 0,5-6 25 0 0,4-6-68 0 0,0-1-1 0 0,1 1 0 0 0,-1-1 0 0 0,0 0 1 0 0,0 0-1 0 0,0 0 0 0 0,-1 0 1 0 0,1-1-1 0 0,0 1 0 0 0,-1-1 1 0 0,1 0-1 0 0,-5 2 0 0 0,2-2-2 0 0,2 1 32 0 0,-13-1 3 0 0,12-1-159 0 0,0 1-1 0 0,0-1 0 0 0,0 0 1 0 0,0 0-1 0 0,0-1 0 0 0,0 0 1 0 0,0 0-1 0 0,0 0 0 0 0,0 0 1 0 0,-7-4-1 0 0,-54-31-5302 0 0,62 33 3251 0 0,1-3-2281 0 0,-8-4 2385 0 0,8 7-1211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23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1 3432 0 0,'0'0'13290'0'0,"-3"4"-13260"0"0,-15 35 346 0 0,2 1 0 0 0,-16 60 0 0 0,28-85-202 0 0,2-10-78 0 0,1 1-189 0 0,-2 17-27 0 0,2-17 159 0 0,3 0-147 0 0,6 17-178 0 0,-6-17-83 0 0,4-5-1175 0 0,-2 0 1449 0 0,31 5-2686 0 0,-32-6 2080 0 0,0 0-1 0 0,0 0 1 0 0,-1-1 0 0 0,1 1-1 0 0,0-1 1 0 0,0 1-1 0 0,0-1 1 0 0,4-2 0 0 0,21-10-2352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23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19 3316 0 0,'0'0'5312'0'0,"-3"-3"-3334"0"0,-13-9-395 0 0,12 9 1191 0 0,-2 3-2208 0 0,-18 0-3 0 0,17-1 257 0 0,1 2-605 0 0,-18 2-47 0 0,17-3 8 0 0,2 1-1775 0 0,-16 3-384 0 0,15-3-1574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24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194 139 1620 0 0,'0'0'12496'0'0,"-5"-1"-12121"0"0,-13-5-235 0 0,13 4 1038 0 0,1 1-1606 0 0,-15-3 474 0 0,14 3 586 0 0,1 0-516 0 0,-44-14 509 0 0,43 13-421 0 0,0 1-294 0 0,-15-5 62 0 0,15 5 805 0 0,0-1-637 0 0,-37-22 3254 0 0,38 21-3113 0 0,8 1-324 0 0,11-6 89 0 0,-11 6-70 0 0,1 0 153 0 0,51-3-74 0 0,-50 5-123 0 0,1 0 82 0 0,21 2-94 0 0,-22-2 434 0 0,0 0-381 0 0,18 0 109 0 0,-19 0 6 0 0,1-1-194 0 0,17-1 132 0 0,-17 2 83 0 0,0-2-17 0 0,142-39-3739 0 0,-143 40 2018 0 0,0 0-938 0 0,18-1-1166 0 0,-17 1 360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25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2848 0 0,'0'0'10093'0'0,"2"-4"-9251"0"0,8-9 391 0 0,-9 13-1133 0 0,-1 0-1 0 0,1 1 1 0 0,0-1-1 0 0,-1 1 1 0 0,1-1-1 0 0,0 0 1 0 0,-1 1-1 0 0,1-1 0 0 0,-1 1 1 0 0,1 0-1 0 0,-1-1 1 0 0,1 1-1 0 0,-1-1 1 0 0,1 1-1 0 0,-1 0 1 0 0,0-1-1 0 0,1 1 1 0 0,-1 0-1 0 0,0 0 0 0 0,1 1 1 0 0,1 2 175 0 0,0 2 44 0 0,3 11-147 0 0,2 0-1 0 0,0 0 1 0 0,2-1 0 0 0,9 17 0 0 0,-15-30-114 0 0,0 0 0 0 0,0 1 0 0 0,1-1 0 0 0,-1 0 0 0 0,0-1 0 0 0,1 1 1 0 0,0-1-1 0 0,0 1 0 0 0,-1-1 0 0 0,8 2 0 0 0,-7-2-71 0 0,4 2 31 0 0,0-1-1 0 0,0 0 1 0 0,0-1 0 0 0,0 1 0 0 0,1-2 0 0 0,-1 1 0 0 0,1-1 0 0 0,0 0-1 0 0,-1-1 1 0 0,1 0 0 0 0,0 0 0 0 0,10-3 0 0 0,-13 3-16 0 0,1-1-45 0 0,1-1-1 0 0,0 0 0 0 0,0 0 0 0 0,10-5 0 0 0,-6 3-52 0 0,31-17-45 0 0,-36 17 171 0 0,-3 1-102 0 0,1 0 97 0 0,35-26-222 0 0,-37 27 529 0 0,0-2 15 0 0,9-12 158 0 0,-9 12 814 0 0,-1 0-950 0 0,8-12-21 0 0,-8 12 293 0 0,-3 9-615 0 0,-46 242 140 0 0,25-151-97 0 0,-10 40 115 0 0,-73 196 0 0 0,70-263 148 0 0,20-51-212 0 0,11-15-93 0 0,1 1 27 0 0,2-4-72 0 0,-1 0 0 0 0,1 0 0 0 0,-1 1 0 0 0,1-1 1 0 0,0 1-1 0 0,-1-1 0 0 0,1 1 0 0 0,0 0 0 0 0,-1-1 0 0 0,1 1 0 0 0,0 0 0 0 0,-2 1 1 0 0,0 0-77 0 0,-1 1-458 0 0,-1-5-333 0 0,0 0 539 0 0,1 1 0 0 0,-1-1 1 0 0,1 0-1 0 0,0 0 0 0 0,0-1 0 0 0,0 1 0 0 0,0-1 0 0 0,-6-6 1 0 0,6 5-880 0 0,0-1 1 0 0,0 0 0 0 0,0 0 0 0 0,0-1 0 0 0,-3-6-1 0 0,-6-13-2545 0 0,10 19-582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26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1800 0 0,'0'0'5989'0'0,"-4"2"-4422"0"0,3-2-1317 0 0,1 0 1 0 0,-1 0 0 0 0,1 0 0 0 0,-1 0 0 0 0,0 1 0 0 0,1-1 0 0 0,-1 0 0 0 0,1 0 0 0 0,-1 1 0 0 0,1-1 0 0 0,-1 0 0 0 0,1 1 0 0 0,-1-1 0 0 0,1 1 0 0 0,-1-1-1 0 0,1 1 1 0 0,0-1 0 0 0,-1 1 0 0 0,1-1 0 0 0,-1 1 0 0 0,1-1 0 0 0,0 1 0 0 0,0-1 0 0 0,-1 1 0 0 0,1-1 0 0 0,0 1 0 0 0,0 0 0 0 0,0 0 0 0 0,6 5 3855 0 0,3-2-5788 0 0,-4-1 2250 0 0,2-4-346 0 0,220-17 798 0 0,-221 18-1023 0 0,0 0-246 0 0,58 2-1556 0 0,-58-1 1154 0 0,-1 1-3179 0 0,-3-1 2839 0 0,9 6-429 0 0,-2-5-3281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26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3444 0 0,'0'0'9542'0'0,"5"2"-8637"0"0,15 6-152 0 0,-15-6 512 0 0,-1 3-667 0 0,21 42 347 0 0,-3 1-1 0 0,-1 1 1 0 0,-2 1 0 0 0,-3 0 0 0 0,11 59 0 0 0,-18-65-708 0 0,-2 0 1 0 0,-3 0-1 0 0,-1 0 1 0 0,-2 1-1 0 0,-2-1 1 0 0,-11 72-1 0 0,7-88-84 0 0,-2 0 0 0 0,-2-1 0 0 0,0 0-1 0 0,-1 0 1 0 0,-23 39 0 0 0,12-25-95 0 0,15-33-142 0 0,-7 5-322 0 0,-1 3-134 0 0,10-12-338 0 0,2 1-1184 0 0,-6-1 3535 0 0,0 0-4942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29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72 118 2044 0 0,'0'0'1778'0'0,"-4"-2"-220"0"0,-14-10 11119 0 0,14 10-12637 0 0,-38-18 276 0 0,38 18 3345 0 0,5 0-3643 0 0,0 1 0 0 0,-1-1 1 0 0,1 1-1 0 0,0-1 0 0 0,0 1 0 0 0,0-1 1 0 0,0 1-1 0 0,0 0 0 0 0,0-1 0 0 0,1 1 0 0 0,-1 0 1 0 0,2-1-1 0 0,-2 1 2 0 0,2-3 14 0 0,2 3 43 0 0,89-20-2169 0 0,106-10 0 0 0,-199 31 1955 0 0,35-2-2528 0 0,-10 4-2185 0 0,-1-1 1453 0 0,-19-1-384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29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40 800 0 0,'0'0'4904'0'0,"-4"4"-2969"0"0,-16 11 10077 0 0,27-15-11549 0 0,1 1-297 0 0,-5-1-101 0 0,0 0 0 0 0,0 0 0 0 0,0 0 0 0 0,0 0 0 0 0,-1 0 0 0 0,1-1 0 0 0,0 1 0 0 0,0-1 0 0 0,0 0 0 0 0,3-1 0 0 0,42-11 467 0 0,128-20 57 0 0,-161 31-756 0 0,8-1-473 0 0,36-1 0 0 0,-51 5-829 0 0,0-1 1 0 0,0 1-1 0 0,-1 0 1 0 0,14 5 0 0 0,-16-5-2023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31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38 183 956 0 0,'0'0'5714'0'0,"-6"0"-4900"0"0,-17-2-75 0 0,18 2 2967 0 0,4-6-3415 0 0,-2-23 380 0 0,5 24-524 0 0,0 0 0 0 0,0 0 0 0 0,0 0 0 0 0,1 0 0 0 0,0 0 0 0 0,6-8-1 0 0,-6 7-97 0 0,0 2 124 0 0,10-13 375 0 0,-10 13-253 0 0,-2 3-264 0 0,0-1 0 0 0,0 0 0 0 0,1 1 1 0 0,-1-1-1 0 0,1 1 0 0 0,-1 0 0 0 0,1 0 0 0 0,0-1 0 0 0,2 0 0 0 0,0-2-167 0 0,0 1 50 0 0,11-12 254 0 0,-11 11-4 0 0,0 3-462 0 0,-1-1 307 0 0,1 1 0 0 0,-1 1 0 0 0,1-1 0 0 0,-1 0 0 0 0,1 1 0 0 0,0 0 0 0 0,-1 0 0 0 0,1 0 0 0 0,-1 0-1 0 0,8 1 1 0 0,-6 1 304 0 0,-5-2-309 0 0,0 1 0 0 0,0-1 0 0 0,1 0 0 0 0,-1 1 0 0 0,0-1 0 0 0,0 1-1 0 0,1-1 1 0 0,-1 1 0 0 0,0-1 0 0 0,0 1 0 0 0,1-1 0 0 0,-1 0 0 0 0,1 1 0 0 0,-1-1 0 0 0,0 0 0 0 0,1 1 0 0 0,-1-1-1 0 0,1 0 1 0 0,-1 0 0 0 0,1 1 0 0 0,-1-1 0 0 0,1 0 0 0 0,-1 0 0 0 0,1 0 0 0 0,-1 0 0 0 0,1 1 0 0 0,0-1-1 0 0,-1 0 1 0 0,1 0 0 0 0,-1 0-1 0 0,1 0 1 0 0,-1 0 0 0 0,1 0-1 0 0,-1 1 1 0 0,1-1 0 0 0,-1 0-1 0 0,1 0 1 0 0,-1 1 0 0 0,1-1-1 0 0,-1 0 1 0 0,0 1 0 0 0,1-1-1 0 0,-1 0 1 0 0,0 1 0 0 0,1-1-1 0 0,-1 1 1 0 0,0-1 0 0 0,1 0-1 0 0,-1 1 1 0 0,0-1 0 0 0,0 1-1 0 0,0-1 1 0 0,1 2 0 0 0,2 10 23 0 0,-2-11-26 0 0,0 0-1 0 0,-1 0 1 0 0,1 0 0 0 0,0 0 0 0 0,-1 0 0 0 0,1 0 0 0 0,-1 0 0 0 0,0 0-1 0 0,1 1 1 0 0,-1-1 0 0 0,0 0 0 0 0,0 0 0 0 0,0 0 0 0 0,0 1 0 0 0,0 1-1 0 0,3 56 263 0 0,-4-48-351 0 0,0-1 0 0 0,-1 0 0 0 0,0 0-1 0 0,-1 0 1 0 0,0 0 0 0 0,0-1 0 0 0,-1 1-1 0 0,-1-1 1 0 0,-7 13 0 0 0,-14 28-293 0 0,-5 2 283 0 0,29-48 198 0 0,0 1-118 0 0,-1 0 0 0 0,0-1-1 0 0,0 1 1 0 0,0-1 0 0 0,0 0 0 0 0,0 0 0 0 0,-1 0 0 0 0,-6 5 0 0 0,7-6-57 0 0,3-3-1041 0 0,0-1 1107 0 0,0 1 0 0 0,0-1 0 0 0,-1 1 0 0 0,1-1 0 0 0,0 1 0 0 0,0-1 0 0 0,0 1 0 0 0,0-1 0 0 0,-1 1 0 0 0,1 0 0 0 0,0-1 0 0 0,-1 1 0 0 0,1 0 0 0 0,0-1 0 0 0,0 1 0 0 0,-1 0 0 0 0,1-1 0 0 0,-1 1 0 0 0,1 0 0 0 0,0-1 0 0 0,-1 1 0 0 0,0 0 0 0 0,1-1-2 0 0,-1 1-1 0 0,1 0 1 0 0,-1-1 0 0 0,1 1 0 0 0,-1 0 0 0 0,1-1 0 0 0,-1 1 0 0 0,1-1 0 0 0,-1 1 0 0 0,1-1 0 0 0,0 1 0 0 0,-1-1 0 0 0,1 1-1 0 0,0-1 1 0 0,-1 1 0 0 0,1-1 0 0 0,0 0 0 0 0,0 1 0 0 0,0-1 0 0 0,-1 0 0 0 0,1 1 0 0 0,0-1 0 0 0,0 1 0 0 0,0-1-1 0 0,0 0 1 0 0,0 1 0 0 0,0-1 0 0 0,0 0 0 0 0,0 1 0 0 0,1-1 0 0 0,-1 1 0 0 0,0-1 0 0 0,0 0 0 0 0,0 1 0 0 0,1-2 0 0 0,12-33 491 0 0,1 0 1 0 0,2 1 0 0 0,2 1-1 0 0,0 1 1 0 0,39-51 0 0 0,-55 81-468 0 0,34-40 989 0 0,-3 2-612 0 0,-30 36-386 0 0,1 1 92 0 0,15-13-135 0 0,-15 13 125 0 0,1 1-127 0 0,-1 0 47 0 0,1 1-1 0 0,-1 0 1 0 0,1 0-1 0 0,-1 0 1 0 0,1 1-1 0 0,0-1 1 0 0,0 1-1 0 0,-1 1 0 0 0,8 0 1 0 0,-5 0 177 0 0,-4 3-83 0 0,30 39-284 0 0,-30-38 142 0 0,-2 1 47 0 0,11 61 351 0 0,-11-60-243 0 0,-1-1-28 0 0,0 5-126 0 0,0-1-10 0 0,0 0 1 0 0,-1 1-1 0 0,0-1 0 0 0,-1 0 0 0 0,0 0 1 0 0,-5 13-1 0 0,1 1-118 0 0,5-19 125 0 0,-1 2-108 0 0,-6 21-15 0 0,6-21 197 0 0,0-3-42 0 0,-4 15-177 0 0,4-15 191 0 0,1 1 55 0 0,-8 9-644 0 0,6-32 419 0 0,3 13 95 0 0,2-1 104 0 0,6-15 139 0 0,2 1 0 0 0,0 0 0 0 0,1 1 0 0 0,1 0 0 0 0,16-19 0 0 0,42-45-297 0 0,-67 80 70 0 0,1 0 173 0 0,11-13-137 0 0,-11 13-62 0 0,0 0 109 0 0,4-1-7 0 0,1 1 1 0 0,-1 0 0 0 0,1 0 0 0 0,0 1 0 0 0,0 0-1 0 0,19-2 1 0 0,-22 4-35 0 0,-1 3-38 0 0,-1 0 90 0 0,0 0-1 0 0,0 0 0 0 0,0 1 1 0 0,0-1-1 0 0,-1 1 0 0 0,1 0 0 0 0,-1 0 1 0 0,0 1-1 0 0,0-1 0 0 0,-1 0 1 0 0,1 1-1 0 0,-1 0 0 0 0,0 0 1 0 0,0-1-1 0 0,-1 1 0 0 0,1 0 1 0 0,-1 0-1 0 0,0 1 0 0 0,-1-1 1 0 0,1 8-1 0 0,0-6 126 0 0,-2 0-23 0 0,-8 53-304 0 0,8-55-93 0 0,0 1-217 0 0,-1 8 777 0 0,-3 34-8701 0 0,4-42 5594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32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54 2504 0 0,'-1'-5'2006'0'0,"-11"-30"8466"0"0,8 26-11183 0 0,2 4 1914 0 0,-4 7-1106 0 0,-19 6 251 0 0,14-1-12 0 0,-18 29-34 0 0,1 2 0 0 0,2 1-1 0 0,2 0 1 0 0,1 2 0 0 0,2 1-1 0 0,-19 54 1 0 0,22-43-114 0 0,2 0 1 0 0,2 1 0 0 0,3 0-1 0 0,2 1 1 0 0,-2 57-1 0 0,11-86 53 0 0,0 0-1 0 0,2 1 0 0 0,0-1 0 0 0,2 0 0 0 0,1 0 0 0 0,1 0 0 0 0,19 47 1 0 0,-12-42-18 0 0,2-1 0 0 0,1-1 0 0 0,2 0 0 0 0,0-1 0 0 0,40 43 0 0 0,68 60 49 0 0,-110-115-293 0 0,-12-12-38 0 0,0 0-44 0 0,13 14-81 0 0,-13-13 3 0 0,-1-1-205 0 0,-2-4 174 0 0,18 24-1461 0 0,-13-14-2939 0 0,-4 0-4251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40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26 276 0 0,'0'0'11496'0'0,"-1"-4"-11454"0"0,-7-18 420 0 0,4 24-463 0 0,-14 5 4 0 0,13-5 89 0 0,1 0-212 0 0,-65 28 2861 0 0,64-28-1600 0 0,3 1-1340 0 0,-9 10 148 0 0,8-10 1213 0 0,0-1-1246 0 0,-10 9 127 0 0,10-8 3446 0 0,8-5-3804 0 0,18-4 309 0 0,-18 5-12 0 0,2 1 97 0 0,462 13 19 0 0,-463-12-73 0 0,2-1-75 0 0,59 5 84 0 0,-61-4-141 0 0,-1-1 74 0 0,17 2-256 0 0,-16-2-113 0 0,-1 1-734 0 0,2 1 763 0 0,2 0 102 0 0,2 0-10215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41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7 128 0 0,'0'0'4082'0'0,"-4"-1"-2524"0"0,-20-5 7540 0 0,28 10-8483 0 0,23 29-142 0 0,0 0-1 0 0,30 54 0 0 0,-30-46-305 0 0,113 159-1057 0 0,-115-165 1028 0 0,-13-13-79 0 0,-10-17 3 0 0,0-1 118 0 0,1 1-255 0 0,8 15 169 0 0,-8-15 2 0 0,-1 0 91 0 0,16 45-559 0 0,-17-45 456 0 0,-1 1-340 0 0,-3 16 107 0 0,3-16 271 0 0,-2-1-127 0 0,-24 47 199 0 0,1-17-435 0 0,-2-1-1 0 0,-42 42 1 0 0,28-40 224 0 0,-21 21-257 0 0,59-54 334 0 0,1-2-65 0 0,1 0 0 0 0,-1 0 0 0 0,1 0-1 0 0,-1 0 1 0 0,1 0 0 0 0,-1 0 0 0 0,1 1-1 0 0,0-1 1 0 0,-1 0 0 0 0,-1 4-1 0 0,-1-2 592 0 0,4-3-576 0 0,0 1 0 0 0,0-1 0 0 0,0 1 0 0 0,0-1 0 0 0,0 1 0 0 0,-1-1 0 0 0,1 1-1 0 0,0-1 1 0 0,0 0 0 0 0,-1 1 0 0 0,1-1 0 0 0,0 1 0 0 0,-1-1 0 0 0,1 0 0 0 0,0 1-1 0 0,-1-1 1 0 0,1 0 0 0 0,-1 1 0 0 0,1-1 0 0 0,0 0 0 0 0,-1 0 0 0 0,1 1 0 0 0,-1-1 0 0 0,1 0-1 0 0,-1 0 1 0 0,1 0 0 0 0,-1 0 0 0 0,0 0 47 0 0,1 1 0 0 0,-1-1 0 0 0,1 0 0 0 0,-1 0 0 0 0,1 0-1 0 0,-1 0 1 0 0,1 1 0 0 0,-1-1 0 0 0,1 0 0 0 0,0 0 0 0 0,-1 1 0 0 0,1-1 0 0 0,-1 0 0 0 0,1 1 0 0 0,0-1-1 0 0,-1 1 1 0 0,1-1 0 0 0,0 0 0 0 0,-1 1 0 0 0,1-1 0 0 0,0 1 0 0 0,0-1 0 0 0,-1 1 0 0 0,1-1-1 0 0,0 1 1 0 0,0 0 0 0 0,1 0-23 0 0,0 1 0 0 0,0 0-1 0 0,0-1 1 0 0,0 1 0 0 0,0 0 0 0 0,1-1-1 0 0,-1 0 1 0 0,1 1 0 0 0,-1-1-1 0 0,3 2 1 0 0,-1 1 139 0 0,3-4-91 0 0,57 5 233 0 0,-40-5-331 0 0,94-1 290 0 0,35-2-308 0 0,-146 3 158 0 0,1 0-167 0 0,19 1 88 0 0,-20-1-143 0 0,1 0 109 0 0,17 1-156 0 0,-18 0 230 0 0,0-1-63 0 0,18 1-253 0 0,-18 0 105 0 0,-1 0-2542 0 0,15 3 1156 0 0,-15-2-789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43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38 1800 0 0,'-5'-1'923'0'0,"-20"-4"14526"0"0,28 1-15526 0 0,8-12 76 0 0,-9 12-32 0 0,3 3-46 0 0,14-4 2 0 0,-15 4 304 0 0,2 1-245 0 0,18 0 126 0 0,-18 0-58 0 0,-1 1-502 0 0,-1 2 476 0 0,1-1 1 0 0,-1 0 0 0 0,1 1 0 0 0,-1 0-1 0 0,0 0 1 0 0,7 6 0 0 0,-9-6-9 0 0,0 2-12 0 0,5 15-100 0 0,-5-15-17 0 0,-1 2 153 0 0,2 21 12 0 0,-2-21-187 0 0,-2 0 48 0 0,-7 29 97 0 0,-12 38 0 0 0,-44 75 409 0 0,61-144-389 0 0,3-4-38 0 0,0 0 0 0 0,0 0 0 0 0,0 0 0 0 0,0-1 0 0 0,0 1 0 0 0,0 0 0 0 0,0 0 0 0 0,-1 0 0 0 0,1-1 0 0 0,0 1 0 0 0,0 0 0 0 0,-1 0 0 0 0,1-1 0 0 0,-1 1 0 0 0,1 0 0 0 0,-1-1 0 0 0,1 1 0 0 0,-1 0 0 0 0,-9 17-110 0 0,-8 23 342 0 0,16-37-242 0 0,7-8-37 0 0,73-86-625 0 0,-42 47 504 0 0,48-81-190 0 0,-82 120 462 0 0,1-1 67 0 0,8-12-270 0 0,-9 12-48 0 0,1 1 216 0 0,5-14 91 0 0,-6 13-177 0 0,0 0 119 0 0,18-41-15 0 0,-18 41 118 0 0,-6 8 26 0 0,-5 4-157 0 0,1-1 0 0 0,1 1 0 0 0,-1 1 0 0 0,1-1 0 0 0,1 2 0 0 0,-1-1 0 0 0,1 0 0 0 0,1 1 1 0 0,-1 0-1 0 0,2 1 0 0 0,-1-1 0 0 0,-3 12 0 0 0,-7 20 471 0 0,-13 62-1 0 0,24-86-170 0 0,3-13-333 0 0,0-1 1 0 0,0 0-1 0 0,1 0 1 0 0,-1 1 0 0 0,1-1-1 0 0,0 0 1 0 0,0 0-1 0 0,0 1 1 0 0,2 5-1 0 0,-2-2 101 0 0,1 1-65 0 0,-1 1 69 0 0,1 1-1 0 0,1 0 1 0 0,-1-1-1 0 0,1 1 1 0 0,1-1-1 0 0,0 0 0 0 0,0 1 1 0 0,1-1-1 0 0,7 13 1 0 0,-4-12-146 0 0,2 1 1 0 0,-1-1-1 0 0,1 0 1 0 0,0-1-1 0 0,1 0 1 0 0,0-1-1 0 0,1 0 1 0 0,21 13-1 0 0,-22-16-164 0 0,-1 0-133 0 0,0 0 0 0 0,1-1 0 0 0,-1 0-1 0 0,1-1 1 0 0,13 3 0 0 0,61 6-1927 0 0,-12-9-2700 0 0,-54-10 3690 0 0,-14 5 1049 0 0,0 0-342 0 0,0-1 81 0 0,10-9 156 0 0,-10 10 119 0 0,-1-3 41 0 0,11-11 248 0 0,-10 11 231 0 0,-1 0 221 0 0,28-46 2411 0 0,-28 46-2151 0 0,4-13 414 0 0,-5 15-1052 0 0,0-1 804 0 0,0-1-521 0 0,5-13-269 0 0,-6 14 1430 0 0,-3 8-1586 0 0,-19 38 382 0 0,19-37-244 0 0,2 1-110 0 0,-1 19-104 0 0,1-18-111 0 0,2-2-482 0 0,7 15 29 0 0,-6-16-510 0 0,19 2-5529 0 0,-16-3 5564 0 0,-1-2-1896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43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4140 0 0,'0'0'17460'0'0,"-3"3"-17387"0"0,-9 10 2 0 0,9-10 0 0 0,0 0-1603 0 0,-7 10 968 0 0,7-10-27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44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29 588 0 0,'0'0'2901'0'0,"-4"-2"-2274"0"0,-43-11 2500 0 0,42 13-922 0 0,-2-1-1705 0 0,-19-1 99 0 0,20 2 3072 0 0,-1 0-3030 0 0,-19 0-337 0 0,19 0 3729 0 0,12-2-4218 0 0,15-5 159 0 0,-15 6 133 0 0,3 0-53 0 0,252 4 487 0 0,-253-3-41 0 0,0 0-323 0 0,36 0 1034 0 0,1 1-4153 0 0,-21-1-7660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46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12 121 352 0 0,'0'0'15415'0'0,"-2"-4"-14905"0"0,0 1-311 0 0,-5-14 1226 0 0,8 15-1400 0 0,0-1-1 0 0,0 1 1 0 0,0-1-1 0 0,0 1 1 0 0,1 0-1 0 0,-1-1 1 0 0,1 1 0 0 0,-1 0-1 0 0,1 0 1 0 0,0 0-1 0 0,0 0 1 0 0,0 0 0 0 0,0 1-1 0 0,0-1 1 0 0,0 1-1 0 0,4-2 1 0 0,-5 2-107 0 0,2-2 62 0 0,2 1-85 0 0,12-6 139 0 0,-12 6 71 0 0,0 1-166 0 0,15-3 34 0 0,-14 3 197 0 0,-1 1-228 0 0,5 1 16 0 0,-1 0 1 0 0,0 0-1 0 0,0 0 0 0 0,10 4 0 0 0,-13-3 145 0 0,-2 2-120 0 0,28 38 295 0 0,-29-38-269 0 0,0 10-215 0 0,-3-12 211 0 0,1-1 1 0 0,0 1-1 0 0,-1-1 1 0 0,1 1-1 0 0,-1 0 1 0 0,0-1-1 0 0,1 1 0 0 0,-1-1 1 0 0,0 1-1 0 0,0 0 1 0 0,0-1-1 0 0,0 1 1 0 0,-1 2-1 0 0,2 3 55 0 0,-1 0-54 0 0,0 0 1 0 0,0-1 0 0 0,0 1-1 0 0,-1 0 1 0 0,0-1-1 0 0,0 1 1 0 0,-1-1 0 0 0,-3 11-1 0 0,-10 18-81 0 0,-2-1 0 0 0,-1 0 0 0 0,-40 55 0 0 0,55-85 105 0 0,0 1-52 0 0,-26 37 27 0 0,26-39 62 0 0,4-7-314 0 0,0-1 214 0 0,1 1 0 0 0,0 0 0 0 0,0 0 0 0 0,0 0 0 0 0,0 0 0 0 0,0 0 0 0 0,1 1 0 0 0,-1-1 0 0 0,8-6 1 0 0,-9 9 38 0 0,243-271 90 0 0,-182 205 612 0 0,-58 63-432 0 0,-1 0-140 0 0,10-14-15 0 0,-10 13 28 0 0,11-10 416 0 0,-12 12-204 0 0,-1 1-347 0 0,-1 1-1 0 0,1-1 1 0 0,0 1 0 0 0,-1 0 0 0 0,1-1-1 0 0,0 1 1 0 0,0 0 0 0 0,0 0 0 0 0,0-1-1 0 0,0 1 1 0 0,0 0 0 0 0,2-1 0 0 0,-2 1-1 0 0,1-2 205 0 0,-6 5-275 0 0,-6 7 183 0 0,1 0-1 0 0,-1 0 1 0 0,2 0-1 0 0,-1 1 0 0 0,2 1 1 0 0,-13 19-1 0 0,1 3 307 0 0,-16 37 0 0 0,23-38-92 0 0,7-9-118 0 0,-1 0 74 0 0,4-18-12 0 0,2 2-32 0 0,0-3-236 0 0,0 0 59 0 0,0 0 0 0 0,0 0 1 0 0,0 0-1 0 0,0 0 0 0 0,1 0 0 0 0,-1 0 1 0 0,1 0-1 0 0,1 0 0 0 0,-1 0 0 0 0,0 0 1 0 0,1-1-1 0 0,0 1 0 0 0,-1 0 0 0 0,4 2 1 0 0,1 3 8 0 0,2-2 1 0 0,-1 1 0 0 0,1-1-1 0 0,0 0 1 0 0,1 0 0 0 0,-1-1 0 0 0,1-1-1 0 0,0 1 1 0 0,16 5 0 0 0,2 1-151 0 0,1-2 0 0 0,33 7 1 0 0,-7 3-943 0 0,-50-18 504 0 0,1 0-928 0 0,15 6 651 0 0,-15-6 73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47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46 1668 0 0,'0'0'9674'0'0,"2"-4"-8534"0"0,2-1-420 0 0,-1 1-97 0 0,0 0 0 0 0,0 0-1 0 0,-1 0 1 0 0,0 0 0 0 0,1-1 0 0 0,1-7 0 0 0,-9 13-551 0 0,-17 3-162 0 0,16-3 73 0 0,1 1-166 0 0,-14 7 242 0 0,14-6 324 0 0,1-1-568 0 0,-12 7 277 0 0,12-7 3023 0 0,8 0-2968 0 0,12 0-37 0 0,-1-1 0 0 0,0-1 0 0 0,0 0 0 0 0,27-4 0 0 0,15-4-49 0 0,-36 8 5 0 0,-15 0-43 0 0,63 1 79 0 0,-62-2-140 0 0,1 1 142 0 0,21 0 20 0 0,-21 0 320 0 0,-2 0-360 0 0,20 0-7 0 0,-19 0 164 0 0,-1-1-188 0 0,-2 1 2582 0 0,4 0-3756 0 0,26 1-12949 0 0,-23-1 11114 0 0,-5 0-950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49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0 1448 0 0,'0'0'19075'0'0,"3"5"-18921"0"0,9 13-32 0 0,-9-14-101 0 0,1 2 164 0 0,30 45 148 0 0,-3 1 1 0 0,-2 2 0 0 0,-3 1 0 0 0,-1 1 0 0 0,27 98-1 0 0,-39-105-224 0 0,-2 0 0 0 0,-3 1 0 0 0,-1 0 0 0 0,-3 0 0 0 0,-1 0-1 0 0,-4 1 1 0 0,-8 71 0 0 0,4-90-72 0 0,-1 0 0 0 0,-2-1 0 0 0,-1 0-1 0 0,-2 0 1 0 0,0-1 0 0 0,-3 0 0 0 0,0-1 0 0 0,-2 0 0 0 0,0-2-1 0 0,-3 0 1 0 0,0 0 0 0 0,-1-2 0 0 0,-2-1 0 0 0,0 0-1 0 0,-2-2 1 0 0,0 0 0 0 0,-55 35 0 0 0,25-29 118 0 0,49-26-65 0 0,0 0-103 0 0,-15 6-218 0 0,15-6-185 0 0,0-1-3821 0 0,-1 0 3396 0 0,-4 2 135 0 0,1-3-9960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50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11 744 0 0,'0'0'17144'0'0,"5"1"-17070"0"0,2 1-170 0 0,6 1 89 0 0,-1 1 0 0 0,-1 0 0 0 0,1 1 0 0 0,19 10 1 0 0,-25-12 10 0 0,0 1 0 0 0,0 1 0 0 0,-1-1 0 0 0,1 1-1 0 0,-1 0 1 0 0,0 1 0 0 0,0-1 0 0 0,-1 1 0 0 0,0 0 0 0 0,0 0 0 0 0,0 0 0 0 0,0 0 0 0 0,-1 1 0 0 0,0-1 0 0 0,-1 1 0 0 0,0 0 0 0 0,0 0 0 0 0,0 0 0 0 0,-1 0 0 0 0,1 9 0 0 0,-1-7-3 0 0,-1 0 0 0 0,0 1 0 0 0,-1-1 0 0 0,0 0 1 0 0,-1 0-1 0 0,0 0 0 0 0,0 0 0 0 0,-1 0 0 0 0,-6 13 0 0 0,6-13 83 0 0,-14 29-50 0 0,-1 0-1 0 0,-25 37 0 0 0,14-27 199 0 0,15-30-315 0 0,14-18 40 0 0,-1 0 0 0 0,1 1 0 0 0,-1-1 1 0 0,1 1-1 0 0,-1-1 0 0 0,1 0 0 0 0,0 1 1 0 0,-1-1-1 0 0,1 1 0 0 0,0-1 0 0 0,-1 1 0 0 0,1-1 1 0 0,0 1-1 0 0,0 0 0 0 0,-1-1 0 0 0,1 1 0 0 0,0-1 1 0 0,0 1-1 0 0,0 0 0 0 0,0-1 0 0 0,0 2 1 0 0,5-4 8 0 0,4-1 12 0 0,0-1 0 0 0,0-1 0 0 0,0 1-1 0 0,-1-1 1 0 0,0-1 0 0 0,0 0 0 0 0,8-6 0 0 0,56-58-184 0 0,-27 25 513 0 0,3-3-412 0 0,-2-1 1 0 0,58-80-1 0 0,-101 123 192 0 0,1 1 0 0 0,-1-1 1 0 0,-1 0-1 0 0,1 0 0 0 0,-1 0 0 0 0,0 0 0 0 0,3-12 0 0 0,-4 12-130 0 0,1 0 278 0 0,-2 0-69 0 0,1-17-187 0 0,-1 17 308 0 0,-2 2-246 0 0,1 3-40 0 0,-1 0-6 0 0,1 0-1 0 0,0 0 1 0 0,0 0-1 0 0,0 0 1 0 0,0-1-1 0 0,0 1 1 0 0,0 0-1 0 0,1 0 1 0 0,-1-1-1 0 0,0 1 1 0 0,1-1-1 0 0,-2-2 357 0 0,-4 6-381 0 0,-20 2 18 0 0,25-4 28 0 0,0 1 1 0 0,0-1 0 0 0,0 0 0 0 0,0 0 0 0 0,-1 1-1 0 0,1-1 1 0 0,0 0 0 0 0,0 1 0 0 0,0-1 0 0 0,0 1-1 0 0,0 0 1 0 0,0-1 0 0 0,0 1 0 0 0,0 0-1 0 0,0 0 1 0 0,0-1 0 0 0,0 1 0 0 0,1 0 0 0 0,-1 0-1 0 0,-1 2 1 0 0,0 0 39 0 0,-10 9 74 0 0,0 1-1 0 0,1 1 0 0 0,1 0 0 0 0,0 1 1 0 0,1 0-1 0 0,0 0 0 0 0,-10 28 0 0 0,11-25 59 0 0,1 2-1 0 0,0-1 1 0 0,2 1-1 0 0,0 0 1 0 0,1 0-1 0 0,1 0 1 0 0,-1 34-1 0 0,5-49-144 0 0,-1 1 1 0 0,1 0-1 0 0,0 0 0 0 0,0-1 1 0 0,1 1-1 0 0,-1 0 0 0 0,1-1 1 0 0,1 0-1 0 0,-1 1 0 0 0,1-1 1 0 0,0 0-1 0 0,0 0 0 0 0,0 0 1 0 0,1-1-1 0 0,0 1 1 0 0,-1-1-1 0 0,2 0 0 0 0,-1 0 1 0 0,0 0-1 0 0,1-1 0 0 0,0 1 1 0 0,0-1-1 0 0,5 3 0 0 0,8 3-400 0 0,1-1-1 0 0,0 0 1 0 0,0-2 0 0 0,37 9-1 0 0,-30-9-408 0 0,0-2-1 0 0,0-1 1 0 0,0 0-1 0 0,29-2 1 0 0,7-6-1732 0 0,-56 5 2008 0 0,1-1 157 0 0,59-15-30 0 0,-60 14 789 0 0,-2-1 24 0 0,35-33 1898 0 0,-36 32-999 0 0,-2 4-1321 0 0,-1 0-1 0 0,1 0 0 0 0,-1 0 1 0 0,1-1-1 0 0,-1 1 0 0 0,1 0 1 0 0,-1 0-1 0 0,1-1 0 0 0,-1 1 1 0 0,1 0-1 0 0,-1 0 0 0 0,0-1 1 0 0,1 1-1 0 0,-1-1 0 0 0,0 1 1 0 0,1 0-1 0 0,-1-1 0 0 0,0 1 1 0 0,1-1-1 0 0,-1 1 0 0 0,0-1 1 0 0,0 1-1 0 0,0-1 1 0 0,1 1-1 0 0,-1 0 0 0 0,0-2 1 0 0,0 2 61 0 0,0-1 0 0 0,0 1 0 0 0,1-1 0 0 0,-1 1 0 0 0,0-1 0 0 0,0 1 0 0 0,0-1 0 0 0,1 1 0 0 0,-1-1 0 0 0,0 1 0 0 0,1-1 0 0 0,-1 1 0 0 0,0 0 0 0 0,1-1 0 0 0,-1 1 0 0 0,0 0 0 0 0,1-1 0 0 0,-1 1 0 0 0,1 0 0 0 0,-1-1 0 0 0,1 1 0 0 0,-1 0 0 0 0,1 0 0 0 0,-1 0 0 0 0,1-1 0 0 0,0 1 0 0 0,1 4-8 0 0,8 13 24 0 0,-7-13-140 0 0,-3 2-19 0 0,2 3-227 0 0,0-1 1 0 0,0 1-1 0 0,0-1 0 0 0,1 1 0 0 0,1-1 0 0 0,0 0 0 0 0,0-1 0 0 0,0 1 0 0 0,1-1 1 0 0,9 13-1 0 0,-13-19 106 0 0,0 0 1 0 0,0 0-1 0 0,0 0 1 0 0,0 0-1 0 0,0 0 1 0 0,0 0-1 0 0,0 0 1 0 0,0-1-1 0 0,0 1 1 0 0,1 0-1 0 0,-1 0 1 0 0,0-1-1 0 0,3 2 1 0 0,0-1-604 0 0,0 1-2949 0 0,3 0 192 0 0,27 7-456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50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73 104 0 0,'-14'-23'3835'0'0,"12"19"1632"0"0,-2 0-3085 0 0,1-1-2682 0 0,-22-27 8524 0 0,23 28-8295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53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44 105 1168 0 0,'-12'-22'10086'0'0,"9"18"-9058"0"0,-3-3-990 0 0,-14-20 5930 0 0,17 24-2433 0 0,9 1-3487 0 0,123-27 403 0 0,-97 25-467 0 0,-1 1 0 0 0,48 1 1 0 0,-63 2 41 0 0,51-1-746 0 0,-61 0 247 0 0,1 2-131 0 0,21 0 113 0 0,-21-1 82 0 0,-2 1-621 0 0,19 1 892 0 0,-18-2-364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53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2544 0 0,'0'0'8980'0'0,"6"0"-7920"0"0,16 1-409 0 0,-16-1 655 0 0,0-1-960 0 0,18-2 62 0 0,-18 2-255 0 0,0 1 54 0 0,20-1-110 0 0,-20 1 140 0 0,1 0-216 0 0,74 3 144 0 0,-26-1 99 0 0,11 1-112 0 0,21-5 241 0 0,-47 0-345 0 0,-34 2-80 0 0,2 0 312 0 0,20-2-457 0 0,25 0-37 0 0,-19 2-10401 0 0,-2 1 7769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54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 58 2464 0 0,'0'0'5457'0'0,"-3"-4"-3424"0"0,-9-10-502 0 0,9 10 2988 0 0,1 0-3784 0 0,1 1-494 0 0,-6-15 1843 0 0,11 16-2154 0 0,-1 1 72 0 0,14-7 61 0 0,-13 9-33 0 0,1 0 0 0 0,-1 0 1 0 0,0 1-1 0 0,0-1 0 0 0,0 1 0 0 0,0 0 0 0 0,-1 0 1 0 0,8 5-1 0 0,35 27-38 0 0,-34-25 69 0 0,380 315 239 0 0,-331-264-459 0 0,-58-57 263 0 0,-2-2-107 0 0,0 1 1 0 0,0-1-1 0 0,0 1 0 0 0,0-1 1 0 0,1 1-1 0 0,-1-1 0 0 0,0 0 1 0 0,1 1-1 0 0,-1-1 0 0 0,3 1 1 0 0,-1 1 150 0 0,0 1-172 0 0,-2-1 36 0 0,1 1-1 0 0,-1-1 0 0 0,1 1 1 0 0,-1 0-1 0 0,0-1 0 0 0,0 1 1 0 0,-1 0-1 0 0,1 0 0 0 0,-1 0 1 0 0,0 5-1 0 0,0-3 47 0 0,-4-1-36 0 0,-44 46 619 0 0,-2-3 0 0 0,-61 45 0 0 0,38-32-385 0 0,10-8-1183 0 0,-173 156 3560 0 0,161-133-7085 0 0,3 7-6604 0 0,53-60 6178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58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11 298 504 0 0,'4'-32'14321'0'0,"-6"27"-14034"0"0,-4-15 68 0 0,5 14 3572 0 0,0 1-3643 0 0,-3-14-182 0 0,3 14 184 0 0,4 0-211 0 0,9-11-89 0 0,-9 11-16 0 0,1 1-110 0 0,11-12 33 0 0,-11 12 36 0 0,1 0-87 0 0,25-20-82 0 0,1 2 1 0 0,43-24-1 0 0,-70 44 352 0 0,-2 2-121 0 0,-1-1 1 0 0,0 1-1 0 0,1 0 1 0 0,-1-1-1 0 0,1 1 1 0 0,-1-1-1 0 0,0 0 1 0 0,1 1-1 0 0,-1-1 1 0 0,0 0-1 0 0,0 0 1 0 0,3-2-1 0 0,-2 1-31 0 0,3 0-56 0 0,-1 0-151 0 0,15-5 122 0 0,-15 5 218 0 0,2 3-311 0 0,17 4 42 0 0,-17-4 232 0 0,-4 2-10 0 0,4 6-103 0 0,0 0-1 0 0,-1 1 0 0 0,-1-1 0 0 0,0 1 0 0 0,0 0 1 0 0,0 1-1 0 0,-2-1 0 0 0,1 0 0 0 0,-1 1 1 0 0,-1 0-1 0 0,1 13 0 0 0,-1-19 48 0 0,-2 4-115 0 0,-1 43-43 0 0,-3 17-14 0 0,4-64 149 0 0,-1 2-76 0 0,-2 19 91 0 0,3-19-149 0 0,0-2 198 0 0,-3 15-23 0 0,3-15-24 0 0,0 0-170 0 0,-6 15-99 0 0,6-15 549 0 0,2-13-288 0 0,-1 7 53 0 0,1-8 55 0 0,1 0-1 0 0,0 0 1 0 0,0 0-1 0 0,0 1 0 0 0,8-17 1 0 0,9-11-97 0 0,1 1 1 0 0,2 0-1 0 0,33-39 0 0 0,65-48 259 0 0,-117 119-200 0 0,19-13 181 0 0,-18 13-413 0 0,1 1 87 0 0,-1 0 87 0 0,1 0-1 0 0,0 0 1 0 0,0 0-1 0 0,0 1 1 0 0,0 0-1 0 0,0 0 1 0 0,0 0-1 0 0,0 1 1 0 0,8-1 0 0 0,-11 2 12 0 0,-1-1 0 0 0,1 1 0 0 0,-1 0 0 0 0,1 0 0 0 0,-1-1 0 0 0,0 1 0 0 0,1 0 1 0 0,-1 0-1 0 0,0 0 0 0 0,0 0 0 0 0,0 1 0 0 0,2 1 0 0 0,-2-3 5 0 0,2 3 23 0 0,0 1 107 0 0,7 12 29 0 0,-8-12 7 0 0,0 2-78 0 0,6 18-107 0 0,-6-18-103 0 0,-1 1 176 0 0,3 23-98 0 0,-4-22-24 0 0,0 0 78 0 0,0 18 94 0 0,-1 1-1 0 0,-2-1 1 0 0,-8 39-1 0 0,6-44-184 0 0,4-16 134 0 0,0 1 23 0 0,-4 17-158 0 0,4-17-49 0 0,-1 0 227 0 0,-3 16-22 0 0,3-16-194 0 0,1-2 180 0 0,-2 0-130 0 0,3-3-7 0 0,-1 0 0 0 0,0 0-1 0 0,0 1 1 0 0,1-1 0 0 0,-1 0-1 0 0,0 1 1 0 0,1-1 0 0 0,0 1-1 0 0,-1-1 1 0 0,1 1 0 0 0,-1 2 0 0 0,1-5 64 0 0,0 1 0 0 0,0 0 1 0 0,0-1-1 0 0,0 1 0 0 0,0 0 0 0 0,0-1 1 0 0,-1 1-1 0 0,1 0 0 0 0,0-1 1 0 0,0 1-1 0 0,0 0 0 0 0,-1-1 1 0 0,1 1-1 0 0,0 0 0 0 0,-1-1 1 0 0,1 1-1 0 0,0 0 0 0 0,0 0 1 0 0,-1-1-1 0 0,1 1 0 0 0,0 0 1 0 0,-1 0-1 0 0,1 0 0 0 0,-1 0 1 0 0,1 0-1 0 0,-1-1 0 0 0,0 1 7 0 0,1 0 0 0 0,-1 0 0 0 0,1 0 0 0 0,0-1 0 0 0,-1 1 0 0 0,1 0-1 0 0,-1 0 1 0 0,1-1 0 0 0,-1 1 0 0 0,1 0 0 0 0,-1 0 0 0 0,1-1 0 0 0,0 1 0 0 0,-1-1 0 0 0,1 1 0 0 0,0 0-1 0 0,-1-1 1 0 0,1 1 0 0 0,0-1 0 0 0,0 1 0 0 0,-1-1 0 0 0,1 1 0 0 0,0-1 0 0 0,0 1 0 0 0,0-1 0 0 0,0 1 0 0 0,0-1-1 0 0,0 1 1 0 0,-1-1 0 0 0,1 1 0 0 0,0-1 0 0 0,0 1 0 0 0,1-1 0 0 0,-1 1 0 0 0,0-1 0 0 0,0 1 0 0 0,0-1-1 0 0,0 1 1 0 0,1-1 0 0 0,6-25 57 0 0,-6 20-200 0 0,2 1 4 0 0,12-18 203 0 0,1 1 1 0 0,1 1 0 0 0,1 0-1 0 0,0 1 1 0 0,42-33 0 0 0,-32 32 158 0 0,1 1 1 0 0,1 1 0 0 0,63-29 0 0 0,-88 46-285 0 0,0 1 179 0 0,-1 1-98 0 0,-1-1 0 0 0,1 1 0 0 0,-1-1 0 0 0,1 1 0 0 0,0 0 0 0 0,-1 1 0 0 0,1-1 0 0 0,-1 1 0 0 0,1-1 0 0 0,-1 1 0 0 0,1 0 0 0 0,-1 0 0 0 0,0 0 0 0 0,1 1 0 0 0,-1-1 0 0 0,0 1 0 0 0,0 0 0 0 0,0 0 0 0 0,0 0 0 0 0,0 0 0 0 0,-1 1 0 0 0,4 3 0 0 0,-2 2 73 0 0,0 0 1 0 0,0 1-1 0 0,-1 0 1 0 0,0 0-1 0 0,0 0 0 0 0,-1 0 1 0 0,-1 0-1 0 0,1 0 1 0 0,-1 15-1 0 0,-1-19 62 0 0,0 4-37 0 0,-1 60 267 0 0,1-63-457 0 0,0 32-1377 0 0,1-31-3124 0 0,5 18 997 0 0,-5-18 344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58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84 1348 0 0,'0'0'14787'0'0,"3"-3"-14101"0"0,2-2 19 0 0,0 0 0 0 0,1 1 0 0 0,0 0 0 0 0,9-6 0 0 0,-11 8-444 0 0,3 0-169 0 0,130-36-1443 0 0,-61 28-4517 0 0,-69 9 2288 0 0,0 2 460 0 0,30 0-232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3:59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2 504 0 0,'0'0'8459'0'0,"-3"3"-6604"0"0,2-2-1737 0 0,1-1-1 0 0,0 0 1 0 0,0 0 0 0 0,-1 0 0 0 0,1 0 0 0 0,0 0 0 0 0,0 1 0 0 0,-1-1 0 0 0,1 0-1 0 0,0 0 1 0 0,0 0 0 0 0,-1 1 0 0 0,1-1 0 0 0,0 0 0 0 0,0 0 0 0 0,0 1 0 0 0,0-1-1 0 0,-1 0 1 0 0,1 0 0 0 0,0 1 0 0 0,0-1 0 0 0,0 0 0 0 0,0 1 0 0 0,0-1 0 0 0,0 0-1 0 0,0 0 1 0 0,0 1 0 0 0,0-1 0 0 0,0 0 0 0 0,0 1 0 0 0,0-1 0 0 0,0 0 0 0 0,0 1-1 0 0,0-1 1 0 0,0 0 0 0 0,0 0 0 0 0,0 1 0 0 0,0-1 0 0 0,1 0 0 0 0,-1 1 0 0 0,0-1-1 0 0,0 0 1 0 0,0 0 0 0 0,0 1 0 0 0,1-1 0 0 0,-1 0 0 0 0,0 0 0 0 0,0 0 0 0 0,0 1-1 0 0,1-1 1 0 0,-1 0 0 0 0,24 2 2040 0 0,41-12-2450 0 0,-55 8 835 0 0,21-3-441 0 0,8 3-986 0 0,-28 1 597 0 0,32 3-2722 0 0,26 8-4610 0 0,-64-9 3388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4:11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45 168 0 0,'0'0'9868'0'0,"-3"-3"-9272"0"0,-12-12 5220 0 0,12 12-5827 0 0,-9-9 72 0 0,9 9 165 0 0,-2 4-233 0 0,-17 2 44 0 0,17-2-26 0 0,0 0-61 0 0,-47 8 589 0 0,47-8 25 0 0,-1-1-574 0 0,-12 2 444 0 0,36-4 742 0 0,35-3-1039 0 0,203-12-249 0 0,-220 15 206 0 0,-30 2-183 0 0,2 0-43 0 0,24 0-327 0 0,-24 0 124 0 0,-1 0-48 0 0,1 0 293 0 0,18 2-2324 0 0,-10 8-366 0 0,-14-8 2097 0 0,2 1-2499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4:12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2028 0 0,'0'0'14556'0'0,"1"5"-14477"0"0,1 16-85 0 0,-1-16 111 0 0,3-1-177 0 0,175 122 479 0 0,-175-123-524 0 0,1 0 95 0 0,14 10-254 0 0,-14-10 242 0 0,-3-2 11 0 0,-1 0 1 0 0,1 0-1 0 0,0 0 0 0 0,-1 0 1 0 0,1 1-1 0 0,-1-1 0 0 0,1 0 0 0 0,-1 1 1 0 0,1-1-1 0 0,1 4 0 0 0,1-2 159 0 0,-3 3-223 0 0,2 14 62 0 0,-2-15 150 0 0,-3 0-113 0 0,-6 8 48 0 0,-1 0 1 0 0,0-1-1 0 0,-1-1 1 0 0,0 1-1 0 0,0-1 1 0 0,-23 17-1 0 0,-56 52-305 0 0,29-16 136 0 0,57-60 56 0 0,1-1 188 0 0,-9 13-68 0 0,9-13 444 0 0,4 2-418 0 0,7 15-122 0 0,-1-14 63 0 0,44 6 181 0 0,1-2 0 0 0,73 5 0 0 0,-89-11-426 0 0,-31-4 120 0 0,0 1 188 0 0,16 2 7 0 0,-16-2 35 0 0,-1 0 16 0 0,17 3-247 0 0,-17-3 76 0 0,21 13-14672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4:13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42 612 0 0,'0'0'15595'0'0,"2"-4"-15334"0"0,1 1-212 0 0,1 0 0 0 0,-1 0 0 0 0,1 0 0 0 0,0 1 0 0 0,0-1 0 0 0,0 1 0 0 0,5-3 0 0 0,-4 4-123 0 0,-1-1 203 0 0,15-6-19 0 0,-14 6-199 0 0,1 1-197 0 0,3 2 321 0 0,0-1 0 0 0,-1 1 0 0 0,1 0 0 0 0,10 3 1 0 0,-15-2 216 0 0,-3 4-458 0 0,1-1 221 0 0,-1-4 9 0 0,-1 1 0 0 0,1 0 1 0 0,-1-1-1 0 0,1 1 0 0 0,-1 0 0 0 0,0-1 0 0 0,0 1 0 0 0,0 0 0 0 0,0 0 1 0 0,0-1-1 0 0,0 1 0 0 0,0 0 0 0 0,0 0 0 0 0,-1-1 0 0 0,1 1 0 0 0,-2 2 1 0 0,-6 23-68 0 0,-1-1 0 0 0,-15 29 1 0 0,-19 23 53 0 0,41-74-98 0 0,1-2 117 0 0,1 0 1 0 0,-1 0-1 0 0,0 0 0 0 0,1-1 0 0 0,-1 1 1 0 0,0 0-1 0 0,0 0 0 0 0,0-1 0 0 0,0 1 1 0 0,-3 3-1 0 0,2-1 111 0 0,5-2-177 0 0,11 7-140 0 0,-7-8 16 0 0,31-22 20 0 0,-1-2 0 0 0,-2-1 0 0 0,34-30 0 0 0,-8-9 354 0 0,-58 59-36 0 0,-3 4-165 0 0,1 0 0 0 0,-1 0-1 0 0,1-1 1 0 0,-1 1 0 0 0,1 0 0 0 0,-1-1-1 0 0,1 1 1 0 0,-1 0 0 0 0,0-1 0 0 0,1 1-1 0 0,-1-1 1 0 0,0 1 0 0 0,1 0-1 0 0,-1-1 1 0 0,0 1 0 0 0,1-1 0 0 0,-1 1-1 0 0,0-1 1 0 0,0 0 0 0 0,0 1 0 0 0,1-1-1 0 0,-1 1 1 0 0,0-1 0 0 0,0 0 0 0 0,0 1-12 0 0,0-1-1 0 0,0 1 1 0 0,0-1 0 0 0,0 1 0 0 0,0-1 0 0 0,0 1 0 0 0,1-1 0 0 0,-1 1 0 0 0,0-1 0 0 0,0 1 0 0 0,0 0 0 0 0,1-1 0 0 0,-1 1 0 0 0,0-1 0 0 0,0 1 0 0 0,1 0 0 0 0,-1-1 0 0 0,0 1 0 0 0,1 0 0 0 0,-1-1 0 0 0,1 1 0 0 0,-1 0 0 0 0,0 0 0 0 0,1-1 0 0 0,-1 1 0 0 0,1 0 0 0 0,0-1 0 0 0,-1 1 0 0 0,1 0 1 0 0,-1 0 0 0 0,1 0 0 0 0,-1-1 0 0 0,0 1 0 0 0,1 0-1 0 0,-1-1 1 0 0,1 1 0 0 0,-1 0 0 0 0,0-1 0 0 0,1 1-1 0 0,-1-1 1 0 0,0 1 0 0 0,1 0 0 0 0,-1-1 0 0 0,0 1 0 0 0,0-1-1 0 0,0 1 1 0 0,1-1 0 0 0,-1 1 0 0 0,0-1 0 0 0,0 1 0 0 0,0-1-1 0 0,0 1 1 0 0,0-2 0 0 0,0 2 14 0 0,0-1 0 0 0,0 1 0 0 0,0-1 0 0 0,0 1 0 0 0,1-1 0 0 0,-1 1-1 0 0,0-1 1 0 0,0 1 0 0 0,0 0 0 0 0,0-1 0 0 0,1 1 0 0 0,-1-1 0 0 0,0 1 0 0 0,1-1 0 0 0,-1 1 0 0 0,0 0 0 0 0,1-1 0 0 0,-1 1 0 0 0,0-1-1 0 0,1 1 1 0 0,-1 0 0 0 0,1 0 0 0 0,-1-1 0 0 0,0 1 0 0 0,1 0 0 0 0,1-4 225 0 0,6-11-13 0 0,-6 11 223 0 0,-8 5-507 0 0,-18 4 97 0 0,22-5-48 0 0,1 0-1 0 0,0 0 1 0 0,-1 1-1 0 0,1-1 1 0 0,0 1-1 0 0,0-1 1 0 0,-1 1-1 0 0,1 0 1 0 0,0-1-1 0 0,0 1 1 0 0,0 0-1 0 0,0 0 1 0 0,0 0-1 0 0,0 0 1 0 0,0 0-1 0 0,0 0 1 0 0,0 0-1 0 0,0 0 1 0 0,-1 2-1 0 0,-1 2-30 0 0,-14 12 36 0 0,2 0 0 0 0,0 1 0 0 0,1 0 0 0 0,0 2 0 0 0,-16 31 0 0 0,21-27-15 0 0,8-19 43 0 0,0 0 134 0 0,2 2-39 0 0,4 19 9 0 0,-4-24-115 0 0,0 1 1 0 0,0 0-1 0 0,0 0 1 0 0,1 0-1 0 0,-1-1 1 0 0,1 1-1 0 0,0-1 1 0 0,0 1-1 0 0,0-1 1 0 0,0 0-1 0 0,0 0 1 0 0,0 0-1 0 0,0 0 1 0 0,5 3-1 0 0,-2-1 53 0 0,5 4-191 0 0,-1-1 0 0 0,2-1 0 0 0,-1 1 0 0 0,0-1 0 0 0,1-1 0 0 0,22 8 1 0 0,62 12-1766 0 0,-20-14-1497 0 0,-69-10 2928 0 0,0-2-73 0 0,17 0 459 0 0,-17 1 597 0 0,-2-2-126 0 0,37-21 3062 0 0,-37 21-2041 0 0,-3 3-1418 0 0,-1 0 3 0 0,1 1 1 0 0,-1-1-1 0 0,1 1 1 0 0,0-1-1 0 0,0 0 1 0 0,0 1-1 0 0,0-1 1 0 0,-1 0-1 0 0,2 0 1 0 0,-1 0-1 0 0,2 2 1 0 0,-2-2 12 0 0,1 2 301 0 0,-1 3-293 0 0,4 15-151 0 0,-4-15-77 0 0,0-6 169 0 0,-1 0 0 0 0,1 0 0 0 0,0 1 0 0 0,-1-1 1 0 0,1 0-1 0 0,-1 1 0 0 0,1-1 0 0 0,-1 0 1 0 0,1 1-1 0 0,-1-1 0 0 0,1 1 0 0 0,-1-1 0 0 0,0 1 1 0 0,1-1-1 0 0,-1 1 0 0 0,0-1 0 0 0,1 1 0 0 0,-1 0 1 0 0,0-1-1 0 0,1 1 0 0 0,-1-1 0 0 0,0 2 0 0 0,0-1-40 0 0,1 0-1 0 0,-1 0 0 0 0,0 0 0 0 0,1 0 1 0 0,-1 0-1 0 0,1 0 0 0 0,-1 0 0 0 0,1-1 1 0 0,0 1-1 0 0,-1 0 0 0 0,1 0 0 0 0,0-1 0 0 0,-1 1 1 0 0,1 0-1 0 0,0-1 0 0 0,0 1 0 0 0,0 0 1 0 0,0-1-1 0 0,-1 1 0 0 0,1-1 0 0 0,1 1 0 0 0,44 19-8667 0 0,-41-18 5241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4:13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24 2120 0 0,'-3'-3'3184'0'0,"-11"-12"3370"0"0,8 14-5029 0 0,-15-3-603 0 0,16 3 726 0 0,-2 2-986 0 0,-17-1-318 0 0,18 0 284 0 0,0 2-459 0 0,-17 4-339 0 0,17-5-30 0 0,3 2-3807 0 0,-10 4 1668 0 0,8-3-1907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4:14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1 1588 0 0,'0'0'12132'0'0,"-4"2"-11493"0"0,-4 3-431 0 0,0 0 0 0 0,1 0 1 0 0,0 1-1 0 0,0 0 0 0 0,0 0 1 0 0,1 1-1 0 0,0 0 0 0 0,0 0 1 0 0,-9 15-1 0 0,-43 81 456 0 0,50-88-520 0 0,-6 14 10 0 0,1 0 1 0 0,1 0-1 0 0,1 1 1 0 0,2 1-1 0 0,1-1 1 0 0,1 2-1 0 0,-2 34 1 0 0,7-47 43 0 0,2 0 1 0 0,0 0 0 0 0,1 0-1 0 0,1 0 1 0 0,1 0 0 0 0,0 0 0 0 0,2-1-1 0 0,0 1 1 0 0,1-1 0 0 0,1 0-1 0 0,0-1 1 0 0,2 0 0 0 0,10 17-1 0 0,63 75 713 0 0,-38-53-983 0 0,-42-52-411 0 0,0 1-1975 0 0,5 0 3864 0 0,0-1-4547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4:15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44 104 0 0,'0'0'2686'0'0,"3"-4"-477"0"0,18-24 4925 0 0,-15 20-7095 0 0,-3 4 4541 0 0,2 7-4408 0 0,14 6-57 0 0,-14-6 122 0 0,-4 3-195 0 0,0 0-1 0 0,1 0 1 0 0,-1 0-1 0 0,1 0 1 0 0,1 0-1 0 0,-1 0 1 0 0,4 5-1 0 0,-4-8-49 0 0,0 1 51 0 0,0 0 0 0 0,1-1 0 0 0,-1 1 0 0 0,1-1 0 0 0,-1 0 0 0 0,1 0 0 0 0,0 0 1 0 0,1 0-1 0 0,-1-1 0 0 0,0 1 0 0 0,1-1 0 0 0,4 3 0 0 0,-5-3-99 0 0,5 3 38 0 0,0 0 0 0 0,0-1 0 0 0,1 0 0 0 0,-1-1 0 0 0,1 0 0 0 0,-1 0 0 0 0,1-1 0 0 0,0 0 0 0 0,10 1 0 0 0,6-1 122 0 0,43-1 0 0 0,-66-1-96 0 0,19 0-216 0 0,-3-3 191 0 0,-6 0 56 0 0,6-2-14 0 0,-1-1 1 0 0,30-15-1 0 0,-43 18 203 0 0,0-1-233 0 0,26-32 717 0 0,-28 32-582 0 0,-4 9 33 0 0,-4 14 37 0 0,5-14-109 0 0,1 2 75 0 0,18 254 830 0 0,-18-245-988 0 0,-1 1 0 0 0,0-1 0 0 0,-1 1 1 0 0,-1-1-1 0 0,-7 24 0 0 0,10-40-7 0 0,-4 14 52 0 0,0 0 1 0 0,-1-1-1 0 0,0 0 1 0 0,-1 0-1 0 0,-1-1 1 0 0,0 0-1 0 0,-1 0 1 0 0,0 0-1 0 0,-1-1 1 0 0,0 0-1 0 0,-1-1 1 0 0,0 0 0 0 0,0 0-1 0 0,-1-1 1 0 0,0-1-1 0 0,-15 9 1 0 0,24-16-42 0 0,0 0 2 0 0,0 1-1 0 0,0-1 0 0 0,0 0 1 0 0,0 0-1 0 0,0 0 1 0 0,0 0-1 0 0,0 0 1 0 0,0 0-1 0 0,0-1 0 0 0,-1 1 1 0 0,1-1-1 0 0,-3 1 1 0 0,-13 1 31 0 0,-43 0 169 0 0,56-3-397 0 0,-1 0 1 0 0,1 0 0 0 0,0 0 0 0 0,-1-1 0 0 0,1 1-1 0 0,0-1 1 0 0,-9-5 0 0 0,6 3-216 0 0,3 2-520 0 0,5 0 668 0 0,-1 1 0 0 0,0 0 0 0 0,0-1 0 0 0,0 1 0 0 0,0 0 0 0 0,0 0 0 0 0,0 0 1 0 0,0 0-1 0 0,-1 0 0 0 0,1 0 0 0 0,0 0 0 0 0,-3-2 0 0 0,2 2-457 0 0,-1-2-3242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4:15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24 1128 0 0,'0'0'14005'0'0,"-2"-4"-13507"0"0,0 1-298 0 0,-4-14 1266 0 0,1 20-1299 0 0,0 0-55 0 0,0 1 1 0 0,0 0 0 0 0,0 0-1 0 0,0 0 1 0 0,1 1-1 0 0,-1-1 1 0 0,1 1 0 0 0,0 0-1 0 0,1 0 1 0 0,-1 1 0 0 0,1-1-1 0 0,0 1 1 0 0,0-1 0 0 0,1 1-1 0 0,0 0 1 0 0,0 0 0 0 0,0 0-1 0 0,1 0 1 0 0,0 1 0 0 0,0-1-1 0 0,0 0 1 0 0,1 9 0 0 0,1-9-282 0 0,0 0 0 0 0,1 0 1 0 0,0 0-1 0 0,0 0 0 0 0,1-1 1 0 0,-1 1-1 0 0,1 0 0 0 0,0-1 1 0 0,1 0-1 0 0,-1 0 0 0 0,1 0 1 0 0,0 0-1 0 0,0-1 0 0 0,1 1 1 0 0,-1-1-1 0 0,11 7 1 0 0,-11-8-1500 0 0,1-1-694 0 0,-2 0 1386 0 0,8 5-378 0 0,0-5-2808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4:16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67 3496 0 0,'0'0'5940'0'0,"-1"-6"-3492"0"0,-2-16-575 0 0,2 16 866 0 0,-2 2-1655 0 0,2 2-895 0 0,-2-1 1 0 0,1 1 0 0 0,0-1-1 0 0,0 1 1 0 0,-1 0 0 0 0,1 0 0 0 0,-1 0-1 0 0,0 1 1 0 0,1-1 0 0 0,-1 0-1 0 0,0 1 1 0 0,-6-2 0 0 0,4 1-666 0 0,0 4-2872 0 0,-15 4-740 0 0,15-5 92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4:18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88 1424 0 0,'3'-3'1470'0'0,"4"-4"378"0"0,4-13 9855 0 0,-7 10-12961 0 0,-2 5 3069 0 0,-4 1-1603 0 0,-5-11-25 0 0,5 11-51 0 0,-1 0-167 0 0,2 3 109 0 0,0 0 0 0 0,-1 0 0 0 0,1 0 1 0 0,0 0-1 0 0,-1 0 0 0 0,1 0 0 0 0,0-1 1 0 0,0 1-1 0 0,0-1 0 0 0,-1-1 0 0 0,-3 4-123 0 0,-17 3 139 0 0,17-3 3 0 0,1 3-151 0 0,-4 2 21 0 0,-6 8 0 0 0,-19 39 219 0 0,25-35-3 0 0,0-1-1 0 0,2 1 1 0 0,0 0-1 0 0,-7 35 0 0 0,12-47-16 0 0,1 0-1 0 0,0 20 128 0 0,0-19 78 0 0,1-2-99 0 0,17 44 819 0 0,-16-45-976 0 0,0-3-86 0 0,-1-1 0 0 0,0 1 0 0 0,1 0 0 0 0,-1-1 0 0 0,0 1 0 0 0,0 0 0 0 0,0 0 0 0 0,1-1 0 0 0,-1 1 0 0 0,0 0 0 0 0,0 0 0 0 0,1 2 0 0 0,-1-2 10 0 0,2 1 25 0 0,2 0-20 0 0,12 6 76 0 0,-12-7-20 0 0,0 0-144 0 0,15 3-71 0 0,-15-4-272 0 0,0 0-780 0 0,16-2 389 0 0,-15 1-124 0 0,-1 0-3141 0 0,17-5 166 0 0,-17 4 271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4:19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1552 0 0,'0'0'16236'0'0,"1"4"-15914"0"0,6 18 256 0 0,-7-20-561 0 0,-1 0-1 0 0,1-1 1 0 0,-1 1 0 0 0,0 0-1 0 0,0 0 1 0 0,0-1-1 0 0,0 1 1 0 0,0 0-1 0 0,0-1 1 0 0,-2 3-1 0 0,0 1 349 0 0,1-2-174 0 0,-7 9 79 0 0,7-8-4433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4:16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63 340 0 0,'-4'-2'887'0'0,"-14"-5"-379"0"0,14 6 189 0 0,0-1 67 0 0,-14-2-102 0 0,13 3 580 0 0,0 0-525 0 0,-16-5-72 0 0,15 5 944 0 0,1-1-915 0 0,-20-4 7559 0 0,30 5-7872 0 0,186-16 2032 0 0,-132 9-1486 0 0,-53 7-501 0 0,-1 0-483 0 0,7 0-1313 0 0,24 0-10981 0 0,-29 1 12743 0 0,-2 1-4503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4:17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24 2804 0 0,'0'0'10920'0'0,"3"-4"-10068"0"0,-2 2-558 0 0,0 1-112 0 0,0 0 0 0 0,0 0 0 0 0,0 0 1 0 0,0 0-1 0 0,0 0 0 0 0,-1 0 0 0 0,1 0 0 0 0,0-1 0 0 0,-1 1 0 0 0,1 0 0 0 0,-1-1 0 0 0,1-1 1 0 0,-1 3-175 0 0,1 1 1 0 0,-1-1 0 0 0,0 0-1 0 0,0 1 1 0 0,0-1 0 0 0,0 1-1 0 0,0-1 1 0 0,1 1 0 0 0,-1-1-1 0 0,0 0 1 0 0,0 1 0 0 0,1-1-1 0 0,-1 1 1 0 0,0-1 0 0 0,1 0 0 0 0,-1 1-1 0 0,0-1 1 0 0,1 0 0 0 0,-1 1-1 0 0,0-1 1 0 0,1 0 0 0 0,-1 0-1 0 0,1 1 1 0 0,-1-1 0 0 0,0 0-1 0 0,1 0 1 0 0,0 0-11 0 0,-1 0 0 0 0,1 1 0 0 0,-1-1-1 0 0,1 0 1 0 0,-1 0 0 0 0,0 1 0 0 0,1-1 0 0 0,-1 0-1 0 0,1 0 1 0 0,-1 1 0 0 0,0-1 0 0 0,1 0 0 0 0,-1 1-1 0 0,0-1 1 0 0,1 0 0 0 0,-1 1 0 0 0,0-1 0 0 0,0 1-1 0 0,0-1 1 0 0,1 1 0 0 0,-1-1 0 0 0,0 0 0 0 0,0 1-1 0 0,0-1 1 0 0,0 1 0 0 0,0 0 195 0 0,5 3 31 0 0,-2-1-188 0 0,1 1-3 0 0,0 0 0 0 0,0-1 1 0 0,1 1-1 0 0,0-1 0 0 0,0 0 1 0 0,0 0-1 0 0,0-1 0 0 0,7 3 1 0 0,24 8-102 0 0,-19-7 102 0 0,-1-2-1 0 0,1 0 1 0 0,1-1-1 0 0,-1-1 1 0 0,30 0-1 0 0,-46-2-16 0 0,17 0 32 0 0,-1-1 0 0 0,1-1 0 0 0,-1-1 0 0 0,19-5 0 0 0,16-18 577 0 0,-48 22 265 0 0,-3-1-821 0 0,4-19 283 0 0,-9 26-209 0 0,1 0-84 0 0,0-1 0 0 0,0 1-1 0 0,1 0 1 0 0,-1 0-1 0 0,1 1 1 0 0,0-1 0 0 0,-1 0-1 0 0,1 1 1 0 0,0-1 0 0 0,1 1-1 0 0,-1 0 1 0 0,0-1 0 0 0,1 1-1 0 0,-1 0 1 0 0,1 0-1 0 0,0 0 1 0 0,0 0 0 0 0,0 0-1 0 0,0 5 1 0 0,-17 107 817 0 0,10-25-319 0 0,0-8-49 0 0,6-58-304 0 0,0-1 0 0 0,-2 0-1 0 0,-1-1 1 0 0,-1 1 0 0 0,-1-1-1 0 0,-1 0 1 0 0,-12 22 0 0 0,19-41-179 0 0,0 0 0 0 0,-1-1 0 0 0,0 1 1 0 0,1-1-1 0 0,-1 1 0 0 0,0-1 0 0 0,0 0 1 0 0,0 0-1 0 0,-1 0 0 0 0,-3 3 0 0 0,-1 0 11 0 0,5-2-25 0 0,0-1 0 0 0,-1 0 0 0 0,1 0 0 0 0,0 0 0 0 0,-1 0 0 0 0,1 0-1 0 0,-1-1 1 0 0,0 1 0 0 0,1-1 0 0 0,-5 2 0 0 0,0 1-29 0 0,5-3-27 0 0,0 1 0 0 0,-1-1-1 0 0,1 0 1 0 0,0 0 0 0 0,0 0 0 0 0,0 0 0 0 0,-1 0-1 0 0,1 0 1 0 0,-1 0 0 0 0,1-1 0 0 0,-1 0 0 0 0,1 1-1 0 0,-4-1 1 0 0,-2 1-145 0 0,-2 1-384 0 0,0 0 0 0 0,-1-1 1 0 0,1 0-1 0 0,-1-1 0 0 0,0 0 1 0 0,1-1-1 0 0,-12-1 0 0 0,-66-19-7751 0 0,64 14 5276 0 0,-19-6-2623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4:20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 1300 0 0,'0'0'8184'0'0,"1"-5"-7140"0"0,5-18 8831 0 0,-4 23-9811 0 0,-1 1-1 0 0,0 0 1 0 0,1-1-1 0 0,-1 1 1 0 0,0 0-1 0 0,0-1 0 0 0,1 1 1 0 0,-1 0-1 0 0,0 0 1 0 0,0 0-1 0 0,0 0 1 0 0,1 2-1 0 0,-1-2 34 0 0,2 1 225 0 0,2 0-76 0 0,29 4 274 0 0,46 4-1 0 0,-43-6-399 0 0,160 30 165 0 0,-67-11-188 0 0,-123-22-87 0 0,22 4 44 0 0,-21-3-19 0 0,-1 0 51 0 0,-2-1-8 0 0,15 2 49 0 0,-15-2 175 0 0,0 0-246 0 0,16 4 472 0 0,37 14-14256 0 0,-54-17 10183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4:21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1 2612 0 0,'0'0'15694'0'0,"6"1"-15322"0"0,15 5-16 0 0,-20-5-321 0 0,1-1 0 0 0,-1 1 0 0 0,0-1-1 0 0,1 1 1 0 0,-1 0 0 0 0,0 0 0 0 0,0-1 0 0 0,0 1-1 0 0,0 0 1 0 0,1 0 0 0 0,-1 0 0 0 0,-1 0-1 0 0,1 0 1 0 0,0 0 0 0 0,0 1 0 0 0,0-1 0 0 0,0 0-1 0 0,-1 0 1 0 0,2 3 0 0 0,1 1 96 0 0,8 11 24 0 0,-1 0 0 0 0,-1 0 1 0 0,0 1-1 0 0,-1 0 0 0 0,0 0 0 0 0,-2 1 0 0 0,0 0 0 0 0,-1 0 0 0 0,-1 1 0 0 0,2 19 1 0 0,-4-13-71 0 0,-1-1 0 0 0,-2 0 0 0 0,0 1-1 0 0,-1-1 1 0 0,-2 0 0 0 0,0 0 0 0 0,-11 31 0 0 0,1-12-3 0 0,-2 0-1 0 0,-2-1 1 0 0,-1-1-1 0 0,-2-1 1 0 0,-3 0-1 0 0,0-2 1 0 0,-53 61-1 0 0,-30 7 653 0 0,103-102-698 0 0,0-1-287 0 0,-11 13-310 0 0,11-12-173 0 0,2 0-1707 0 0,-6 11 429 0 0,6-11-775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4:26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8 188 0 0,'0'0'7025'0'0,"2"4"-5894"0"0,12 12 9201 0 0,-9-17-10322 0 0,16-3 58 0 0,-15 3 20 0 0,1 1-65 0 0,137-7-176 0 0,-87 5 489 0 0,23-2-321 0 0,-16 2-119 0 0,85-4-189 0 0,-121 6 382 0 0,-2 3 205 0 0,37-3-190 0 0,91 6-148 0 0,-109-3 103 0 0,41 6-57 0 0,-80-9-66 0 0,1 1 108 0 0,21 3-167 0 0,-21-3 7 0 0,1 0 53 0 0,38 4 171 0 0,0 1 69 0 0,82 11-34 0 0,-122-17-35 0 0,1 1-130 0 0,39 4 98 0 0,16 5-235 0 0,-57-9 208 0 0,2 0-30 0 0,142 19 36 0 0,-142-19-79 0 0,0 0 80 0 0,23 2-19 0 0,-22-2 22 0 0,-2 0-25 0 0,95 6-99 0 0,-95-7 120 0 0,0 1-93 0 0,48 5 17 0 0,-49-5 40 0 0,3 0-103 0 0,21 1 169 0 0,-21-2 87 0 0,0 1-208 0 0,142 10 57 0 0,-89-8 21 0 0,-12 0 40 0 0,14-2-10 0 0,37 6-61 0 0,-81-4-2 0 0,40 3-124 0 0,261 21 355 0 0,-220-16-150 0 0,29 1-294 0 0,-75-8 203 0 0,14 0 188 0 0,199 10-221 0 0,-160-6 72 0 0,-34-2 185 0 0,-27-4-319 0 0,1 2 195 0 0,3-2-103 0 0,15 1 189 0 0,122 2 668 0 0,28-1-441 0 0,-164-2-361 0 0,-29-1-87 0 0,119 8 58 0 0,-56-2 86 0 0,-70-7-123 0 0,65 5-13 0 0,-28 0-15 0 0,6-1 86 0 0,-48-2-64 0 0,30 0 19 0 0,141 4 216 0 0,-110 2-315 0 0,-40-8 94 0 0,36 2 3 0 0,236 8 129 0 0,-226-10-55 0 0,-12-1-121 0 0,19 4 71 0 0,67-1-61 0 0,-30 4 119 0 0,-47-3-69 0 0,-15-2-77 0 0,15-1 85 0 0,-13 1 22 0 0,86-1 130 0 0,-140 0-209 0 0,1 0 58 0 0,2 0-24 0 0,29 2-68 0 0,97 19 521 0 0,-131-20 450 0 0,4 1-2346 0 0,6 1 4232 0 0,-2 0-1907 0 0,-4-1-3590 0 0,-1-1-2789 0 0,0-1-3839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4:44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0 150 228 0 0,'0'0'13892'0'0,"4"-2"-13841"0"0,11-7-80 0 0,-11 7-78 0 0,0 0-59 0 0,51-41 137 0 0,-52 40-43 0 0,2 1-159 0 0,12-6 251 0 0,-12 5 245 0 0,-1 1-363 0 0,12-6 123 0 0,-12 6 153 0 0,-2 2-188 0 0,0 0 1 0 0,0-1-1 0 0,0 1 0 0 0,-1-1 0 0 0,1 0 0 0 0,0 1 1 0 0,0-1-1 0 0,0 0 0 0 0,2-2 0 0 0,0 1-138 0 0,23-4 249 0 0,-22 5 2 0 0,0 0-539 0 0,16-2 446 0 0,-15 3 392 0 0,-1 0-451 0 0,24 4-372 0 0,-10 13 1158 0 0,-19-15-737 0 0,0-1 1 0 0,1 1-1 0 0,-1 0 1 0 0,1-1-1 0 0,0 1 1 0 0,-1-1-1 0 0,1 1 1 0 0,0-1-1 0 0,0 0 1 0 0,0 1-1 0 0,0-1 1 0 0,2 2-1 0 0,-1 0 3 0 0,1 1 215 0 0,-4 3-178 0 0,-1 20 106 0 0,1-20-6 0 0,-1-2-25 0 0,-4 14 13 0 0,4-14-39 0 0,-1 1-41 0 0,-4 8-46 0 0,0 1-1 0 0,-2-1 0 0 0,1-1 1 0 0,-2 0-1 0 0,0 0 0 0 0,-1-1 1 0 0,0 0-1 0 0,-15 12 0 0 0,-37 41 331 0 0,60-62-169 0 0,-1 0 22 0 0,-12 9-98 0 0,13-9 180 0 0,6-6-264 0 0,13-9 14 0 0,-12 9-12 0 0,1-1-190 0 0,171-88-197 0 0,-136 72 387 0 0,0-3-1 0 0,-2-1 1 0 0,43-36-1 0 0,-43 22-64 0 0,-35 35 90 0 0,0-1 49 0 0,10-12 18 0 0,-9 12-6 0 0,-2 1 25 0 0,7-12-52 0 0,-7 11-34 0 0,1 0 19 0 0,5-13 1 0 0,-6 12 143 0 0,0 1-125 0 0,8-13-14 0 0,-7 13 207 0 0,-30-1-131 0 0,17 7 27 0 0,-15 18 228 0 0,1 1 0 0 0,1 0 0 0 0,1 2 0 0 0,1 1 0 0 0,-31 43 0 0 0,45-53-165 0 0,1-1 1 0 0,0 1-1 0 0,-6 20 1 0 0,11-28 58 0 0,3-1-43 0 0,1 1-198 0 0,0 0 1 0 0,0 1-1 0 0,1-2 1 0 0,0 1-1 0 0,0 0 0 0 0,1-1 1 0 0,0 0-1 0 0,0 0 1 0 0,0 0-1 0 0,8 5 1 0 0,27 14 96 0 0,2-2-1 0 0,0-2 1 0 0,1-2-1 0 0,0-2 1 0 0,55 13-1 0 0,-66-22-166 0 0,-26-6 14 0 0,0 0 19 0 0,62-1 194 0 0,-61-1-16 0 0,-1-1-116 0 0,18-4-81 0 0,-18 4-53 0 0,-1-1 50 0 0,14-7 70 0 0,-15 7-70 0 0,0 0-15 0 0,10-8 83 0 0,-11 8-6 0 0,1 0-79 0 0,30-30 15 0 0,-30 29 18 0 0,-2 1-117 0 0,5-8-436 0 0,-19 21 226 0 0,11-9 386 0 0,-3 2-151 0 0,1 2-130 0 0,-24 46 393 0 0,25-46-19 0 0,3 1-256 0 0,0 18-49 0 0,-1-18-47 0 0,4-2-622 0 0,11 14 286 0 0,-11-13-111 0 0,2-3-172 0 0,18 7-250 0 0,-19-6-173 0 0,2-2-379 0 0,1 2 876 0 0,4 0-114 0 0,8-1-5576 0 0,10 1 3933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4:45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0 856 0 0,'0'0'2488'0'0,"-4"3"-328"0"0,-18 23 9009 0 0,17-17-12145 0 0,4-5 3227 0 0,-2 0-1876 0 0,-6 6 2045 0 0,15-24-1496 0 0,-4 9 1321 0 0,-3 11-2079 0 0,-2 15 38 0 0,2-16 173 0 0,-11 13-14151 0 0,10-15 10265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4:46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0 432 0 0,'0'0'13517'0'0,"-2"4"-13493"0"0,0-1 207 0 0,0-1 0 0 0,0 1 0 0 0,0-1 0 0 0,0 1 0 0 0,0-1 0 0 0,-1 0 0 0 0,1 0 0 0 0,-1 0 0 0 0,1 0 0 0 0,-1 0 1 0 0,-3 1-1 0 0,2-1-141 0 0,4-2-145 0 0,0 1 62 0 0,-1-1 0 0 0,1 1 0 0 0,0-1 0 0 0,-1 1 0 0 0,1-1 0 0 0,0 0 0 0 0,-1 1 0 0 0,1-1 0 0 0,0 0 0 0 0,-1 1 0 0 0,1-1 0 0 0,0 0 0 0 0,-1 1 0 0 0,1-1 0 0 0,-1 0 0 0 0,1 0 0 0 0,-1 0 0 0 0,1 1 0 0 0,-1-1 0 0 0,1 0 0 0 0,-1 0 0 0 0,1 0 0 0 0,-1 0 1 0 0,0 0-1 0 0,1 0-10 0 0,-1 0 0 0 0,1 0 1 0 0,-1 0-1 0 0,1 0 1 0 0,-1 0-1 0 0,1 1 1 0 0,-1-1-1 0 0,1 0 1 0 0,-1 0-1 0 0,1 0 0 0 0,-1 1 1 0 0,1-1-1 0 0,0 0 1 0 0,-1 0-1 0 0,1 1 1 0 0,-1-1-1 0 0,1 0 1 0 0,0 1-1 0 0,-1-1 1 0 0,1 0-1 0 0,0 1 0 0 0,-1-1 1 0 0,1 1-1 0 0,0-1 1 0 0,-1 1-1 0 0,-3 1-97 0 0,-14 7 186 0 0,14-7 218 0 0,0 0-117 0 0,-4 5 176 0 0,9-4 1015 0 0,14-1 501 0 0,-9-1-2419 0 0,0-1 588 0 0,0-1 3 0 0,18-1 80 0 0,-18 2-125 0 0,1 0 72 0 0,95 1-78 0 0,-96-1 116 0 0,1 0-180 0 0,24 2-30 0 0,-23-1 158 0 0,-3-1-84 0 0,18 1 66 0 0,-18-1-142 0 0,1 0 12 0 0,52 3-35 0 0,-53-2-318 0 0,1 0-4421 0 0,18 2 993 0 0,-18-2 174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4:47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0 1840 0 0,'0'0'14000'0'0,"5"1"-13792"0"0,17 1-169 0 0,-17-2 67 0 0,0 1-92 0 0,15 3 153 0 0,-15-4-49 0 0,1 3-185 0 0,19 5 124 0 0,-19-6-144 0 0,0 2 44 0 0,2 2 52 0 0,1 1 0 0 0,-2-1-1 0 0,1 2 1 0 0,-1-1 0 0 0,10 13 0 0 0,-15-16 41 0 0,0 3-87 0 0,3 19 74 0 0,-4-24-41 0 0,-1 0-1 0 0,1 0 1 0 0,-1-1 0 0 0,0 1-1 0 0,0 0 1 0 0,0 0 0 0 0,0 0 0 0 0,0-1-1 0 0,0 1 1 0 0,-1 0 0 0 0,1 0-1 0 0,0-1 1 0 0,-1 1 0 0 0,0 0 0 0 0,1 0-1 0 0,-1-1 1 0 0,-1 3 0 0 0,-1 3-17 0 0,-3 10-47 0 0,-1 0-1 0 0,-1 0 1 0 0,0-1-1 0 0,-1 0 0 0 0,-18 23 1 0 0,-61 67-69 0 0,88-106 137 0 0,-73 78-98 0 0,60-63 150 0 0,10-11-48 0 0,8-5-157 0 0,5-1 149 0 0,-1 0 0 0 0,1-1-1 0 0,-1 0 1 0 0,0 0 0 0 0,0-1 0 0 0,16-9-1 0 0,57-41 91 0 0,-23 14 203 0 0,-15 13 299 0 0,-1-2 0 0 0,-2-2 0 0 0,57-54 1 0 0,-95 82-341 0 0,-1 2-225 0 0,0 0-1 0 0,-1 0 0 0 0,0 0 1 0 0,1 0-1 0 0,-1 0 0 0 0,0 0 0 0 0,1-1 1 0 0,-1 1-1 0 0,0 0 0 0 0,0-1 1 0 0,1-1-1 0 0,1-1 49 0 0,1 0 328 0 0,-1 0-91 0 0,42-52 972 0 0,-42 53-1213 0 0,-3 2-199 0 0,1 0 123 0 0,-1-1-1 0 0,1 1 1 0 0,-1 0-1 0 0,1 0 1 0 0,0-1-1 0 0,-1 1 1 0 0,1 0 0 0 0,0 0-1 0 0,0 0 1 0 0,0 0-1 0 0,1-2 1 0 0,0 2 8 0 0,0-3 217 0 0,-6 7-424 0 0,-16 13 235 0 0,0 0-1 0 0,1 2 0 0 0,1 0 1 0 0,0 1-1 0 0,2 1 1 0 0,-22 32-1 0 0,27-34 63 0 0,8-13-65 0 0,2 0 171 0 0,-6 18-30 0 0,5-18 93 0 0,4 0-99 0 0,0 1-92 0 0,1-1-1 0 0,0 0 1 0 0,0-1 0 0 0,1 1-1 0 0,0-1 1 0 0,-1 1 0 0 0,1-1-1 0 0,1 0 1 0 0,-1 0 0 0 0,1-1-1 0 0,-1 1 1 0 0,10 4 0 0 0,-7-4-30 0 0,-1-1 1 0 0,1 0-1 0 0,0 0 1 0 0,-1-1-1 0 0,9 2 1 0 0,1 1 55 0 0,38 10 26 0 0,83 14-594 0 0,-131-28-25 0 0,0 0-1976 0 0,17 3 1340 0 0,-17-3-423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4:48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1 908 0 0,'-7'3'-2208'0'0,"1"0"4158"0"0,-13 10 14781 0 0,12-6-15126 0 0,5-4 286 0 0,8-2-1599 0 0,56 7 586 0 0,40-3-419 0 0,-66-5-424 0 0,26 2 38 0 0,-56-2-34 0 0,1 0-3 0 0,58 4-54 0 0,-58-4 20 0 0,-2 1-564 0 0,3 1 1410 0 0,9 4-5063 0 0,10-1-7092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4:48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419 18 2248 0 0,'-28'-7'15568'0'0,"31"5"-14983"0"0,13-6-32 0 0,-16 8-541 0 0,0 0 1 0 0,0 0 0 0 0,0 0-1 0 0,1 0 1 0 0,-1 0-1 0 0,0 0 1 0 0,0 0-1 0 0,0 0 1 0 0,0-1 0 0 0,1 1-1 0 0,-1 0 1 0 0,0 0-1 0 0,0 0 1 0 0,0 0 0 0 0,1 0-1 0 0,-1 0 1 0 0,0 0-1 0 0,0 0 1 0 0,0 0 0 0 0,1 0-1 0 0,-1 0 1 0 0,0 0-1 0 0,0 0 1 0 0,0 1 0 0 0,1-1-1 0 0,-1 0 1 0 0,0 0-1 0 0,0 0 1 0 0,0 0-1 0 0,1 0 1 0 0,-1 0 0 0 0,0 0-1 0 0,0 0 1 0 0,0 1-1 0 0,0-1 1 0 0,0 0 0 0 0,1 0-1 0 0,-1 0 1 0 0,0 0-1 0 0,0 1 1 0 0,0-1 0 0 0,0 0-1 0 0,0 0 1 0 0,19 20 538 0 0,-1 1 1 0 0,-1 1-1 0 0,-1 0 1 0 0,-1 1 0 0 0,-1 1-1 0 0,-1 0 1 0 0,13 37-1 0 0,-19-41-406 0 0,0 2 0 0 0,-2-1 0 0 0,-1 1-1 0 0,0 0 1 0 0,-2 0 0 0 0,0 0-1 0 0,-2 0 1 0 0,0 0 0 0 0,-2 0 0 0 0,-3 22-1 0 0,-1-13-191 0 0,-1 0 0 0 0,-1 0 0 0 0,-2-1-1 0 0,-1 0 1 0 0,-2 0 0 0 0,0-2-1 0 0,-2 1 1 0 0,-28 38 0 0 0,28-46-642 0 0,-2-1 1 0 0,0-1-1 0 0,-1-1 0 0 0,-1 0 1 0 0,0-1-1 0 0,-2-1 0 0 0,0-1 1 0 0,0-1-1 0 0,-2 0 0 0 0,-45 19 1 0 0,29-19-3731 0 0,-48 11-1 0 0,20-8-825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4:58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1 120 2132 0 0,'0'0'15944'0'0,"2"-4"-15758"0"0,0 2-106 0 0,0-1 0 0 0,0 1 0 0 0,0-1 0 0 0,0 1 0 0 0,1 0 0 0 0,-1 0 0 0 0,1 0 0 0 0,-1 0-1 0 0,1 0 1 0 0,0 0 0 0 0,0 1 0 0 0,-1-1 0 0 0,1 1 0 0 0,0 0 0 0 0,0 0 0 0 0,1 0 0 0 0,2 0-1 0 0,93-25 302 0 0,119-16-1 0 0,-147 34-1938 0 0,80 0-1 0 0,-132 10 1694 0 0,21 10-8501 0 0,-35-11 5538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4:58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2144 0 0,'0'0'14598'0'0,"5"-2"-14780"0"0,12-4 169 0 0,-12 4 82 0 0,1 2-43 0 0,177-23 109 0 0,-26 2-266 0 0,-151 20 225 0 0,26-2-94 0 0,-26 2-128 0 0,0 1-31 0 0,17 0 280 0 0,-17 0-58 0 0,-1 2-56 0 0,15 5-512 0 0,-15-6-611 0 0,15 13-7292 0 0,-17-12 5221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4:59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38 1512 0 0,'0'0'6843'0'0,"-3"-3"-5455"0"0,-28-29 4462 0 0,28 29-4135 0 0,4 9-1699 0 0,2 2-32 0 0,1 1 1 0 0,0-1-1 0 0,0 0 1 0 0,0-1 0 0 0,1 1-1 0 0,0-1 1 0 0,1 0-1 0 0,6 6 1 0 0,20 21 181 0 0,2-2 1 0 0,55 41 0 0 0,83 43-293 0 0,-167-112 111 0 0,46 30-426 0 0,-29-19 480 0 0,-18-12-108 0 0,0 0 60 0 0,-4-3 48 0 0,3 2-59 0 0,0 0 0 0 0,0-1 0 0 0,-1 1 0 0 0,1 0 0 0 0,-1 0 0 0 0,1 1 0 0 0,-1-1 0 0 0,0 0 0 0 0,0 1 0 0 0,0-1 0 0 0,0 1 0 0 0,0 0 1 0 0,2 5-1 0 0,-5-6 8 0 0,1-1 0 0 0,-1 1 0 0 0,1 0 0 0 0,-1-1 0 0 0,0 1 0 0 0,1-1 0 0 0,-1 1 0 0 0,0-1 0 0 0,0 1 0 0 0,0-1 0 0 0,0 0 0 0 0,-3 3 0 0 0,2-2 7 0 0,-1 3 70 0 0,-18 18-175 0 0,1 1 1 0 0,-34 52-1 0 0,-26 61-194 0 0,50-82 472 0 0,-203 328 1605 0 0,230-379-1784 0 0,0 1 144 0 0,-10 15-82 0 0,9-14-225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5:00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41 325 1440 0 0,'0'0'4416'0'0,"-6"-2"-2383"0"0,-15-3-464 0 0,16 4 3565 0 0,3-3-4855 0 0,-3-14-133 0 0,3 14 668 0 0,3 3-808 0 0,0-1 0 0 0,0 1 0 0 0,-1 0 0 0 0,1-1-1 0 0,-1 1 1 0 0,1-1 0 0 0,-1 1 0 0 0,0-1-1 0 0,1 1 1 0 0,-1-1 0 0 0,0 1 0 0 0,0-4 0 0 0,0 3 10 0 0,1-3 237 0 0,1 1-303 0 0,2-4 90 0 0,1 1 1 0 0,-1 0-1 0 0,1 0 0 0 0,1 0 0 0 0,-1 1 1 0 0,1 0-1 0 0,0 0 0 0 0,8-6 0 0 0,54-28-36 0 0,-64 37 72 0 0,3 2 66 0 0,18-6-228 0 0,-19 6 146 0 0,0 1-60 0 0,0 0 6 0 0,0 0 0 0 0,1 1 1 0 0,-1-1-1 0 0,0 2 0 0 0,0-1 1 0 0,0 1-1 0 0,0 0 0 0 0,0 0 1 0 0,0 0-1 0 0,0 1 0 0 0,-1 0 1 0 0,1 0-1 0 0,4 4 0 0 0,-1 3-52 0 0,0 0-1 0 0,-1 0 1 0 0,0 1-1 0 0,-1 0 1 0 0,0 0 0 0 0,-1 1-1 0 0,0 0 1 0 0,-1 0-1 0 0,0 0 1 0 0,-1 1-1 0 0,3 14 1 0 0,-1 1-138 0 0,-6-6 45 0 0,3 1 54 0 0,-3-17 131 0 0,0 0-80 0 0,0 20 135 0 0,0-19-152 0 0,0-1-31 0 0,-2 21 82 0 0,2-21 232 0 0,-1-1-250 0 0,-1 11 115 0 0,6-35-23 0 0,-3 13-123 0 0,2 0 135 0 0,19-43 195 0 0,3 0 1 0 0,2 2-1 0 0,1 0 1 0 0,3 3-1 0 0,2 0 1 0 0,55-57-1 0 0,-84 98-271 0 0,0-1 0 0 0,0 1 0 0 0,0 0 1 0 0,1 1-1 0 0,-1-1 0 0 0,1 1 0 0 0,9-4 0 0 0,0 0-108 0 0,-12 5 92 0 0,0 1 0 0 0,0-1 1 0 0,-1 1-1 0 0,1 0 0 0 0,0 0 0 0 0,0-1 1 0 0,-1 1-1 0 0,1 0 0 0 0,0 1 1 0 0,0-1-1 0 0,-1 0 0 0 0,4 1 0 0 0,-1 0-21 0 0,2-1-74 0 0,-1 2 125 0 0,0 1 0 0 0,0 0 0 0 0,0 0 1 0 0,-1 1-1 0 0,1-1 0 0 0,-1 1 0 0 0,0 0 0 0 0,0 0 0 0 0,0 0 0 0 0,0 1 0 0 0,-1-1 1 0 0,0 1-1 0 0,0 0 0 0 0,3 7 0 0 0,16 39 56 0 0,-19-44-90 0 0,0 1-1 0 0,-1-1 1 0 0,0 0 0 0 0,0 1 0 0 0,-1-1-1 0 0,1 9 1 0 0,-2-8 53 0 0,3 26 247 0 0,-2-28-408 0 0,-1 1-21 0 0,0 23 207 0 0,0-22-79 0 0,0-2-199 0 0,0 18-33 0 0,0-18 178 0 0,-1 1-201 0 0,1-5 251 0 0,-1 18 39 0 0,-2-37 100 0 0,2 12-175 0 0,3-1 47 0 0,4-12 30 0 0,2-1 1 0 0,16-30 0 0 0,-19 41 9 0 0,53-81 542 0 0,-35 62-413 0 0,1 1-1 0 0,28-24 1 0 0,-40 39-142 0 0,1 2 1 0 0,0-1-1 0 0,0 2 1 0 0,1 0 0 0 0,27-12-1 0 0,-36 18-41 0 0,-1 1 0 0 0,1 0 0 0 0,0 0 0 0 0,0 0 0 0 0,0 1 0 0 0,0 0 0 0 0,-1 0 0 0 0,1 0 0 0 0,0 0 0 0 0,0 1 0 0 0,9 2 0 0 0,-10-2 101 0 0,0-1-24 0 0,-1 1 0 0 0,0 0 1 0 0,0 0-1 0 0,0 1 0 0 0,0-1 0 0 0,0 1 0 0 0,0-1 0 0 0,0 1 0 0 0,0 0 0 0 0,-1 0 0 0 0,1 0 0 0 0,-1 1 0 0 0,1-1 0 0 0,-1 0 0 0 0,0 1 0 0 0,2 3 0 0 0,-2-3-51 0 0,5 6 114 0 0,-1 1 0 0 0,0 0-1 0 0,0 0 1 0 0,-2 0-1 0 0,1 1 1 0 0,-1 0 0 0 0,5 20-1 0 0,3 30 233 0 0,-11-54-390 0 0,0-1-113 0 0,3 15 585 0 0,8 43-14839 0 0,-10-59 10692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5:01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0 118 1056 0 0,'0'0'20228'0'0,"6"-2"-19779"0"0,27-11-30 0 0,144-54 255 0 0,-140 55-3303 0 0,45-7 0 0 0,-76 18 376 0 0,0 0-1646 0 0,20-1 182 0 0,-19 2-554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5:01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66 3172 0 0,'0'0'18447'0'0,"5"-1"-17566"0"0,211-57 2040 0 0,-211 57-3494 0 0,1 0-197 0 0,31-2-3813 0 0,-12 2-6770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08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136 171 1372 0 0,'0'0'12035'0'0,"-3"-3"-11939"0"0,-9-8-40 0 0,9 8 186 0 0,0 0-380 0 0,-30-26 339 0 0,30 26-332 0 0,-1 1 305 0 0,-51-40 892 0 0,52 39-352 0 0,0 0-516 0 0,-10-13 396 0 0,24-1-543 0 0,-8 14 190 0 0,2 2-270 0 0,17-2 50 0 0,-17 3 11 0 0,112 2 780 0 0,52-18-861 0 0,-65 8-119 0 0,-99 8 205 0 0,1-1 44 0 0,16 1 0 0 0,-16-1-44 0 0,0 1-117 0 0,20-3 68 0 0,-19 3 185 0 0,-5 0-189 0 0,-1 1-1 0 0,1-1 1 0 0,0 0 0 0 0,-1 0-1 0 0,1 1 1 0 0,0-1 0 0 0,0 0-1 0 0,-1 0 1 0 0,1-1 0 0 0,0 1-1 0 0,0 0 1 0 0,2-1 0 0 0,0 0-11 0 0,2 1-100 0 0,-1 1-4267 0 0,17 3 2503 0 0,-17-3-1018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09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1 456 0 0,'0'0'10196'0'0,"-6"0"-10097"0"0,0 1-43 0 0,-14 1 2408 0 0,22 2-2099 0 0,7 13-111 0 0,-7-12-29 0 0,4-5-216 0 0,17 4 292 0 0,-17-3 345 0 0,2-1-656 0 0,133 10 30 0 0,-131-9-133 0 0,0 1-1 0 0,0 1 0 0 0,15 5 0 0 0,-14-5 70 0 0,-7-1 34 0 0,3 0 147 0 0,45 17-13 0 0,-47-16-103 0 0,-4-3-22 0 0,0 0 0 0 0,0 1-1 0 0,0-1 1 0 0,1 1 0 0 0,-1-1-1 0 0,0 1 1 0 0,0 0 0 0 0,0 0 0 0 0,0-1-1 0 0,0 1 1 0 0,0 0 0 0 0,-1 0 0 0 0,1 0-1 0 0,0 0 1 0 0,0 0 0 0 0,-1 0 0 0 0,1 0-1 0 0,0 0 1 0 0,-1 0 0 0 0,1 0 0 0 0,-1 0-1 0 0,1 3 1 0 0,6 17 155 0 0,-7-21-148 0 0,1 5 242 0 0,-2 2-462 0 0,-8 18 490 0 0,0-1 1 0 0,-15 26-1 0 0,-60 76-203 0 0,53-82 211 0 0,-29 51 1 0 0,38-58 409 0 0,20-33-1068 0 0,3 1-215 0 0,5 17 681 0 0,-5-17 343 0 0,30-5-663 0 0,-24 0 373 0 0,-1 0-380 0 0,59 1-716 0 0,-58-1 1362 0 0,0 1-331 0 0,59 4-264 0 0,-60-4 434 0 0,63 7-99 0 0,-63-7 91 0 0,0 0-146 0 0,16 4 257 0 0,-16-4-451 0 0,-2 1-409 0 0,14 6-178 0 0,-14-6-590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11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1 183 1692 0 0,'0'0'11141'0'0,"2"-4"-11170"0"0,9-11 0 0 0,-8 11 63 0 0,2 2-114 0 0,15-8 185 0 0,-15 8 76 0 0,-4 1-182 0 0,0 0 0 0 0,0 0 0 0 0,1 1 0 0 0,-1-1 0 0 0,1 0 0 0 0,-1 1 0 0 0,1-1 0 0 0,-1 1 0 0 0,1-1 1 0 0,-1 1-1 0 0,1 0 0 0 0,2-1 0 0 0,0 1-7 0 0,1-2-24 0 0,0 0-22 0 0,15-4 57 0 0,-15 4 14 0 0,0 1-56 0 0,19-3-96 0 0,38 0-1 0 0,-56 4 167 0 0,-1 2-58 0 0,15 8 80 0 0,-15-8 63 0 0,-2 2-6 0 0,3 4-52 0 0,0 0-1 0 0,-1 1 1 0 0,0 0 0 0 0,-1 0-1 0 0,0 0 1 0 0,3 10 0 0 0,-6-13 115 0 0,1 10 208 0 0,-5 14-90 0 0,-7 30-612 0 0,4-22 480 0 0,-12 40 0 0 0,3-17-90 0 0,14-54-53 0 0,0-2-92 0 0,-4 15 133 0 0,4-15-67 0 0,-1 0 234 0 0,-4 14-84 0 0,5-15 259 0 0,5-6-631 0 0,14-9 343 0 0,-14 9-95 0 0,-3 0-27 0 0,-1 1-1 0 0,1 0 1 0 0,0-1-1 0 0,0 1 1 0 0,-1 0-1 0 0,1-1 1 0 0,0 1-1 0 0,0 0 1 0 0,0 0-1 0 0,0 0 1 0 0,1 0-1 0 0,0-1 1 0 0,-1 1-7 0 0,1-2-120 0 0,2-1 294 0 0,22-38-170 0 0,-24 38 83 0 0,1-1-147 0 0,9-13-142 0 0,-9 13-11 0 0,-1 1 248 0 0,6-13 7 0 0,-6 13-131 0 0,1-1 84 0 0,6-14 110 0 0,-7 14-111 0 0,0 1-139 0 0,14-39-206 0 0,-14 38 269 0 0,0 1-1 0 0,8-13 58 0 0,-8 12 30 0 0,1 0 14 0 0,6-14-75 0 0,-7 14-204 0 0,1 0 309 0 0,8-15 78 0 0,-9 16-78 0 0,2-2-104 0 0,54-87 191 0 0,-56 89-61 0 0,1-1 52 0 0,9-14-231 0 0,-9 14 2 0 0,0 1 26 0 0,22-36-3 0 0,-23 36 100 0 0,0 1 89 0 0,8-11-40 0 0,-8 10 523 0 0,1 1-609 0 0,7-12 189 0 0,-7 11 533 0 0,-3-1-759 0 0,-2-17 170 0 0,2 17-61 0 0,-22 15-578 0 0,17-8 662 0 0,6-2-119 0 0,-2 1 0 0 0,1-1 1 0 0,0 0-1 0 0,0 1 0 0 0,0-1 1 0 0,0 1-1 0 0,0-1 0 0 0,0 1 1 0 0,0-1-1 0 0,0 0 0 0 0,-1 1 1 0 0,1-1-1 0 0,0 1 0 0 0,0-1 1 0 0,-1 0-1 0 0,1 1 0 0 0,0-1 1 0 0,0 0-1 0 0,-1 1 1 0 0,1-1-1 0 0,0 0 0 0 0,-1 0 1 0 0,1 1-1 0 0,0-1 0 0 0,-1 0 1 0 0,0 1-1 0 0,0-1-2 0 0,0 1-1 0 0,0 0 1 0 0,0-1-1 0 0,0 1 1 0 0,0 0 0 0 0,0 0-1 0 0,1 0 1 0 0,-1 0-1 0 0,0 0 1 0 0,0-1 0 0 0,1 2-1 0 0,-1-1 1 0 0,1 0-1 0 0,-2 2 1 0 0,-22 58 568 0 0,15-34-324 0 0,0 1 1 0 0,1 0-1 0 0,2 0 0 0 0,1 0 0 0 0,-3 53 0 0 0,9-69-140 0 0,0 0-1 0 0,0-1 1 0 0,1 1 0 0 0,1-1-1 0 0,0 1 1 0 0,0-1-1 0 0,1 0 1 0 0,1 0 0 0 0,-1-1-1 0 0,12 18 1 0 0,-10-18-109 0 0,0 0 1 0 0,1-1-1 0 0,0 0 1 0 0,1 0-1 0 0,0-1 1 0 0,0 1-1 0 0,1-2 0 0 0,0 1 1 0 0,1-1-1 0 0,-1-1 1 0 0,1 0-1 0 0,1 0 1 0 0,-1-1-1 0 0,1 0 0 0 0,0-1 1 0 0,14 4-1 0 0,32 9-868 0 0,-13-5-2110 0 0,-4-1-4092 0 0,-22-6 5222 0 0,-13-4 630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11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 48 0 0,'2'-4'2218'0'0,"9"-15"141"0"0,0-2 8050 0 0,-6 95-9560 0 0,-5-68-816 0 0,0 0 1 0 0,1 1 0 0 0,0-1 0 0 0,0 0-1 0 0,1 0 1 0 0,-1-1 0 0 0,1 1-1 0 0,1 0 1 0 0,-1 0 0 0 0,1-1 0 0 0,0 0-1 0 0,0 1 1 0 0,0-1 0 0 0,1 0-1 0 0,7 7 1 0 0,21 9 348 0 0,-26-18-1444 0 0,1 0 0 0 0,-1-1 0 0 0,0 0 0 0 0,1 0 0 0 0,-1-1 1 0 0,1 0-1 0 0,-1 0 0 0 0,1 0 0 0 0,11-1 0 0 0,-11-1-1695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12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1 1776 0 0,'0'0'15253'0'0,"-7"1"-15094"0"0,-23 5-7 0 0,29-6-150 0 0,0 0 1 0 0,0 0 0 0 0,0 0-1 0 0,0 1 1 0 0,0-1 0 0 0,0 0-1 0 0,0 0 1 0 0,-1 1 0 0 0,1-1 0 0 0,0 1-1 0 0,0-1 1 0 0,0 1 0 0 0,0-1-1 0 0,1 1 1 0 0,-1 0 0 0 0,0-1-1 0 0,0 1 1 0 0,0 0 0 0 0,0 0-1 0 0,0 1 1 0 0,-12 11 113 0 0,-27 18-790 0 0,36-27-831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12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17 996 0 0,'0'0'2092'0'0,"-4"2"-1389"0"0,-61 40 6103 0 0,61-39-5625 0 0,-13 8-261 0 0,13-9 23 0 0,1 0-522 0 0,-5 5 3066 0 0,27-14-2512 0 0,36-18-1499 0 0,-49 23 874 0 0,99-32-708 0 0,-100 32 498 0 0,27-3-155 0 0,-25 4-41 0 0,-3-1 150 0 0,14-4 1 0 0,-14 5 25 0 0,2 2-1459 0 0,1 1 755 0 0,4 0 267 0 0,1-1-8880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13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85 2144 0 0,'0'0'8193'0'0,"-3"-3"-6983"0"0,3 3-979 0 0,-1-1 13 0 0,0 0 0 0 0,0 0-1 0 0,-1 0 1 0 0,1 0 0 0 0,0 0-1 0 0,0 0 1 0 0,0-1 0 0 0,0 1 0 0 0,1 0-1 0 0,-1-1 1 0 0,-1-2 0 0 0,20-14 451 0 0,-11 17-552 0 0,18-3 29 0 0,-18 3-86 0 0,-2 0-74 0 0,4 0-18 0 0,0 1 0 0 0,1 0 0 0 0,-1 0 0 0 0,0 1 0 0 0,0 0 0 0 0,0 0 0 0 0,1 1 0 0 0,-1 0 0 0 0,-1 1 0 0 0,1 0 0 0 0,9 5 0 0 0,-12-6 39 0 0,0 0 0 0 0,0 1 0 0 0,0 0-1 0 0,0 0 1 0 0,-1 1 0 0 0,1 0-1 0 0,-1 0 1 0 0,0 0 0 0 0,0 0 0 0 0,0 1-1 0 0,-1 0 1 0 0,0 0 0 0 0,6 8-1 0 0,-6-6 3 0 0,-1 1-1 0 0,1-1 0 0 0,-2 1 0 0 0,1 0 0 0 0,-1 0 0 0 0,0 0 0 0 0,-1 0 0 0 0,1 10 1 0 0,-2-2-46 0 0,-1 1 1 0 0,0-1-1 0 0,-1 0 1 0 0,-4 18-1 0 0,1-12 128 0 0,4-16 55 0 0,-1 1-22 0 0,-5 21-39 0 0,5-21-121 0 0,1-2 25 0 0,-1 1-25 0 0,-4 16-39 0 0,11-25-21 0 0,3-3-127 0 0,-1 0 0 0 0,1-1 0 0 0,-1 1 1 0 0,-1-2-1 0 0,1 1 0 0 0,9-15 1 0 0,0-4-112 0 0,8-13 143 0 0,35-75 0 0 0,-57 110 63 0 0,1-3 42 0 0,25-53 262 0 0,-19 38-254 0 0,-6 17 70 0 0,-1 0 216 0 0,9-14-16 0 0,-8 14-86 0 0,-2 0-114 0 0,7-16-8 0 0,-6 16 1147 0 0,-5 8-965 0 0,-9 14-156 0 0,1 0 0 0 0,1 1 0 0 0,0 0-1 0 0,1 1 1 0 0,1-1 0 0 0,-9 38 0 0 0,14-50 9 0 0,1 0 58 0 0,0 0 0 0 0,0 0 1 0 0,0 0-1 0 0,1 1 0 0 0,0-1 0 0 0,0 1 1 0 0,1-1-1 0 0,0 1 0 0 0,0 8 0 0 0,1-11-87 0 0,-1-1 69 0 0,0 1 1 0 0,0-1-1 0 0,1 1 1 0 0,0-1-1 0 0,-1 1 1 0 0,1-1-1 0 0,0 0 1 0 0,1 0-1 0 0,-1 1 0 0 0,1-1 1 0 0,-1 0-1 0 0,1 0 1 0 0,0 0-1 0 0,0-1 1 0 0,4 5-1 0 0,0-2 26 0 0,0-1 0 0 0,0 1 0 0 0,1-1 0 0 0,0-1 0 0 0,0 1 0 0 0,0-1 0 0 0,15 4 0 0 0,56 9-558 0 0,-72-15 19 0 0,0 0-159 0 0,20 3-168 0 0,-19-2 65 0 0,-3-1 85 0 0,14 7-268 0 0,-14-7-336 0 0,-1 4-3978 0 0,8 11 2168 0 0,-9-11-182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14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20 139 1740 0 0,'-3'-3'2043'0'0,"-13"-12"8819"0"0,17 10-10714 0 0,0 2-112 0 0,0 1-15 0 0,0 1 0 0 0,0-1 0 0 0,0 1-1 0 0,-1-1 1 0 0,1 1 0 0 0,-1-1 0 0 0,1 1 0 0 0,-1-1 0 0 0,0 0-1 0 0,1 1 1 0 0,-1-1 0 0 0,0-3 0 0 0,6 2 132 0 0,113-37 873 0 0,-71 27-266 0 0,70-18-627 0 0,-112 29-574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14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53 3036 0 0,'2'-4'2743'0'0,"6"-14"-907"0"0,-6 14 1035 0 0,2 0-1523 0 0,14-10-200 0 0,-13 10-204 0 0,0 3-229 0 0,-1 0-582 0 0,1 0 0 0 0,0 1 0 0 0,-1-1 0 0 0,1 1 0 0 0,0 0 0 0 0,0 0 0 0 0,-1 1 0 0 0,1-1 0 0 0,0 1 0 0 0,-1 0 0 0 0,1 0 0 0 0,0 1 0 0 0,-1-1 0 0 0,7 4 0 0 0,-3-1 40 0 0,0 1-1 0 0,-1 0 1 0 0,1 1-1 0 0,-1-1 0 0 0,0 2 1 0 0,0-1-1 0 0,6 8 0 0 0,2 6 156 0 0,0 1 0 0 0,-2 0 0 0 0,0 0 0 0 0,18 44-1 0 0,-18-30-173 0 0,-1 1-1 0 0,-2 1 0 0 0,-1 0 0 0 0,-2 0 0 0 0,-2 1 1 0 0,1 57-1 0 0,-7-27-452 0 0,-2 0 0 0 0,-22 121 0 0 0,18-157-78 0 0,-1 0-1 0 0,-2-1 1 0 0,-1 0 0 0 0,-2-1 0 0 0,-1 0-1 0 0,-24 39 1 0 0,19-40-1082 0 0,-1-1 0 0 0,-1-2 0 0 0,-1 1-1 0 0,-1-2 1 0 0,-2-1 0 0 0,-29 22 0 0 0,-11 0-2088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15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 35 1228 0 0,'0'0'1519'0'0,"-3"-3"-418"0"0,-30-25 2592 0 0,29 25-2906 0 0,-2 4-284 0 0,2-1-384 0 0,0 0 37 0 0,1 1 0 0 0,-1-1 0 0 0,0 1 0 0 0,1 0 0 0 0,-1 0 0 0 0,1 0 0 0 0,-1 0 1 0 0,1 1-1 0 0,0-1 0 0 0,-1 1 0 0 0,1 0 0 0 0,0 0 0 0 0,0 0 0 0 0,0 0 0 0 0,-3 4 0 0 0,-12 14 147 0 0,2 1-1 0 0,0 1 1 0 0,1 1 0 0 0,2 0-1 0 0,0 0 1 0 0,1 1-1 0 0,2 1 1 0 0,-14 47 0 0 0,6-16 79 0 0,3 2 0 0 0,3 0 0 0 0,2 0 0 0 0,2 1 1 0 0,3 0-1 0 0,3 0 0 0 0,10 117 0 0 0,-5-160-309 0 0,1 0 0 0 0,0 0 0 0 0,1-1 0 0 0,0 0 0 0 0,1 0 0 0 0,1 0 0 0 0,0-1 1 0 0,1 0-1 0 0,1 0 0 0 0,0-1 0 0 0,1 0 0 0 0,1-1 0 0 0,-1 0 0 0 0,2-1 0 0 0,0 0 0 0 0,0 0 0 0 0,22 13 0 0 0,11 3 165 0 0,1-1 0 0 0,1-3 1 0 0,96 33-1 0 0,-83-30-869 0 0,-55-24 413 0 0,0 0 52 0 0,18 6-119 0 0,-17-6-192 0 0,-2 0-189 0 0,11 7-555 0 0,-11-7-1086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16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25 88 0 0,'0'0'9256'0'0,"2"-4"-7858"0"0,9-17 5992 0 0,-19 26-6991 0 0,3-1-343 0 0,-1 0 0 0 0,0 0-1 0 0,1 1 1 0 0,0 0 0 0 0,0 0-1 0 0,1 0 1 0 0,-1 1 0 0 0,1-1 0 0 0,0 1-1 0 0,1 0 1 0 0,-1 1 0 0 0,1-1 0 0 0,1 0-1 0 0,-3 9 1 0 0,-21 58 480 0 0,3 1 0 0 0,-13 79 0 0 0,30-118-292 0 0,2-1 0 0 0,1 1 0 0 0,2 0 0 0 0,2 0 0 0 0,1-1 0 0 0,12 69 0 0 0,-7-77-40 0 0,1-1-1 0 0,1-1 1 0 0,1 0-1 0 0,21 38 0 0 0,61 76 449 0 0,-52-92-586 0 0,-37-42-110 0 0,-3-2 49 0 0,1-1 0 0 0,0 1-1 0 0,0 0 1 0 0,0-1 0 0 0,0 1-1 0 0,0-1 1 0 0,0 1 0 0 0,1-1 0 0 0,-1 0-1 0 0,0 1 1 0 0,4 1 0 0 0,-5-3-2 0 0,3 5-38 0 0,0-1-84 0 0,9 14-78 0 0,-9-13-204 0 0,11 11-904 0 0,-12-12 405 0 0,1-1-136 0 0,9 10-585 0 0,-9-10-1185 0 0,22 13-9780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18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82 206 612 0 0,'0'0'4572'0'0,"2"-4"-3827"0"0,-1 4-299 0 0,8-9-817 0 0,-5 1 5245 0 0,1 9-4369 0 0,21 6 955 0 0,-14 7-920 0 0,-10-12-480 0 0,0 2 194 0 0,-2-4-245 0 0,1 1-1 0 0,-1-1 1 0 0,0 1-1 0 0,0-1 1 0 0,0 0 0 0 0,1 1-1 0 0,-1-1 1 0 0,0 1-1 0 0,0-1 1 0 0,1 0-1 0 0,-1 1 1 0 0,0-1 0 0 0,1 0-1 0 0,-1 1 1 0 0,1-1-1 0 0,-1 0 1 0 0,0 0-1 0 0,1 1 1 0 0,-1-1-1 0 0,1 0 1 0 0,-1 0 0 0 0,1 0-1 0 0,-1 0 1 0 0,0 0-1 0 0,1 1 1 0 0,0-1-1 0 0,-1 0 6 0 0,1 0 0 0 0,-1 0 0 0 0,1 0 1 0 0,-1 0-1 0 0,1 0 0 0 0,-1 0 0 0 0,1 1 0 0 0,-1-1 0 0 0,0 0 0 0 0,1 0 0 0 0,-1 0 0 0 0,1 1 0 0 0,-1-1 0 0 0,0 0 0 0 0,1 1 0 0 0,-1-1 0 0 0,0 0 0 0 0,1 1 0 0 0,-1-1 0 0 0,0 0 0 0 0,1 1 0 0 0,-1-1 0 0 0,0 1 0 0 0,0-1 0 0 0,0 0 0 0 0,1 1 0 0 0,4 1 266 0 0,14 3-99 0 0,-10-3-154 0 0,0-1 0 0 0,0-1 0 0 0,0 0 0 0 0,0 0-1 0 0,0 0 1 0 0,0-1 0 0 0,0-1 0 0 0,0 0 0 0 0,0 0 0 0 0,-1 0 0 0 0,10-5 0 0 0,42-19 176 0 0,-50 21-183 0 0,0-1 0 0 0,-1 0 0 0 0,0-1-1 0 0,0 0 1 0 0,0 0 0 0 0,14-17 0 0 0,-20 21 22 0 0,-1-2-136 0 0,9-16 141 0 0,-8 16 98 0 0,-2 0-89 0 0,5-13-122 0 0,-4 13 364 0 0,-1-1-180 0 0,3-16-152 0 0,-2 16-46 0 0,-2 0 248 0 0,1-19-81 0 0,-1 19 46 0 0,-14 12-141 0 0,5 0 380 0 0,8 1-57 0 0,-1 38-57 0 0,2 0-1 0 0,2-1 1 0 0,2 1-1 0 0,11 53 1 0 0,5 54-439 0 0,-16-106 110 0 0,4 97 501 0 0,-9-134-405 0 0,1-1 1 0 0,-1 1 0 0 0,-1 0 0 0 0,0 0 0 0 0,0-1-1 0 0,-4 10 1 0 0,4-10-19 0 0,-1 0 32 0 0,0 1-1 0 0,-1-1 1 0 0,0 0-1 0 0,0 0 1 0 0,-1-1-1 0 0,0 1 0 0 0,0-1 1 0 0,-1 0-1 0 0,0 0 1 0 0,0-1-1 0 0,-1 1 1 0 0,0-2-1 0 0,0 1 1 0 0,0-1-1 0 0,0 0 1 0 0,-1 0-1 0 0,0-1 1 0 0,-12 5-1 0 0,14-6-11 0 0,0-2-1 0 0,0 1 1 0 0,-1 0-1 0 0,1-1 1 0 0,0 0 0 0 0,-1-1-1 0 0,1 1 1 0 0,-1-1-1 0 0,-7-1 1 0 0,9 0-102 0 0,-16 1 179 0 0,-39-8 0 0 0,45 6-103 0 0,-44-5-56 0 0,1 0-588 0 0,53 7 265 0 0,-2-1 10 0 0,-18-3-272 0 0,19 4-490 0 0,-31 3-11944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18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33 1276 0 0,'9'-33'12739'0'0,"-11"38"-12398"0"0,-3 14 41 0 0,3-15-111 0 0,-2 25 233 0 0,3-23-148 0 0,1 1-134 0 0,1 21-152 0 0,0-21 305 0 0,1-1-336 0 0,7 15-22 0 0,-6-16-252 0 0,1-3-84 0 0,11 6-654 0 0,-11-6-898 0 0,2-3-4595 0 0,25-3 3166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18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22 3504 0 0,'0'0'6477'0'0,"-18"-21"-1265"0"0,-19 23-8628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19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 1128 0 0,'-20'19'11378'0'0,"18"-15"-10802"0"0,-6 8 1526 0 0,27-15-60 0 0,-2 0-2540 0 0,78-16 820 0 0,-89 18-59 0 0,1 0-97 0 0,2-1-316 0 0,49-6-2210 0 0,-41 13 970 0 0,-9-1-487 0 0,1-3-3619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20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0 204 0 0,'0'0'13254'0'0,"4"3"-12911"0"0,27 25 456 0 0,-28-23-692 0 0,1-1 0 0 0,0 0 0 0 0,0 0 0 0 0,0-1 0 0 0,1 1 0 0 0,-1-1 0 0 0,1 0 0 0 0,0 0 0 0 0,0 0 0 0 0,7 3 0 0 0,-6-4-97 0 0,4 1-3 0 0,-1 0 0 0 0,1 0 0 0 0,0-1 1 0 0,0 0-1 0 0,0-1 0 0 0,0 0 0 0 0,15-1 0 0 0,-2-3 9 0 0,0-2-1 0 0,0 0 1 0 0,31-13-1 0 0,-50 16 118 0 0,3 0-35 0 0,47-23-11 0 0,-49 22 329 0 0,-3 3-419 0 0,-1-1 0 0 0,1 0 0 0 0,-1 0 0 0 0,1 0 0 0 0,-1 0 0 0 0,1 0 0 0 0,-1 0 0 0 0,0 0 0 0 0,0 0 0 0 0,1 0 0 0 0,1-3 0 0 0,-3 3 1 0 0,4-2 664 0 0,-1 8-567 0 0,-2-5-87 0 0,0 1-4 0 0,1 1 0 0 0,-1-1 0 0 0,1 0 0 0 0,-1 0 1 0 0,0 1-1 0 0,0-1 0 0 0,0 1 0 0 0,0-1 0 0 0,0 1 0 0 0,0 0 1 0 0,0-1-1 0 0,0 3 0 0 0,1 46 587 0 0,-5 46-72 0 0,-14 209 606 0 0,11-263-930 0 0,-1-1-1 0 0,-2 0 1 0 0,-2-1 0 0 0,-1 0-1 0 0,-25 52 1 0 0,33-84-93 0 0,0 1-1 0 0,-1-2 1 0 0,0 1 0 0 0,0 0 0 0 0,-1-1 0 0 0,0 0-1 0 0,0 0 1 0 0,-1-1 0 0 0,1 0 0 0 0,-1 0-1 0 0,-1 0 1 0 0,1-1 0 0 0,-1 0 0 0 0,0-1 0 0 0,0 0-1 0 0,-11 5 1 0 0,13-8 47 0 0,-13 1-91 0 0,16-2-90 0 0,0 1 0 0 0,0-1-1 0 0,0 0 1 0 0,0 0 0 0 0,0-1 0 0 0,0 1 0 0 0,0 0-1 0 0,0-1 1 0 0,0 0 0 0 0,-5-2 0 0 0,-57-22-2060 0 0,43 16 335 0 0,-3-7-1684 0 0,19 12 2262 0 0,-4-2-418 0 0,-1-7-3157 0 0,-6-6 595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20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91 1284 0 0,'-30'-9'9033'0'0,"23"8"-8214"0"0,0 1-476 0 0,-4-1-96 0 0,-1 1 6839 0 0,12 0-7080 0 0,0 0-1 0 0,1 0 1 0 0,-1 0-1 0 0,1 0 1 0 0,-1 0-1 0 0,0 0 1 0 0,1 0-1 0 0,-1 0 0 0 0,1 0 1 0 0,-1 0-1 0 0,0-1 1 0 0,1 1-1 0 0,-1 0 1 0 0,0 0-1 0 0,1 0 1 0 0,-1-1-1 0 0,0 1 0 0 0,1 0 1 0 0,-1 0-1 0 0,0-1 1 0 0,1 1-1 0 0,-1 0 1 0 0,0 0-1 0 0,0-1 1 0 0,1 1-1 0 0,-1 0 1 0 0,0-1-1 0 0,1 0 14 0 0,-1 0 1 0 0,1 0-1 0 0,0 1 0 0 0,-1-1 1 0 0,1 0-1 0 0,0 1 0 0 0,0-1 1 0 0,-1 0-1 0 0,1 1 0 0 0,0-1 1 0 0,0 1-1 0 0,0-1 0 0 0,0 1 1 0 0,0 0-1 0 0,-1-1 0 0 0,1 1 1 0 0,0 0-1 0 0,2-1 0 0 0,202-44 15 0 0,-199 44-217 0 0,11-3 52 0 0,8-3 483 0 0,5 1-2200 0 0,-29 6 1770 0 0,0 0-1 0 0,0 0 0 0 0,0 0 0 0 0,0 0 1 0 0,0 0-1 0 0,0 1 0 0 0,0-1 0 0 0,-1 0 1 0 0,1 0-1 0 0,0 1 0 0 0,0-1 0 0 0,0 1 1 0 0,0-1-1 0 0,-1 1 0 0 0,1-1 0 0 0,1 1 1 0 0,3 3-1730 0 0,3-1-5244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21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0 3028 0 0,'0'0'10663'0'0,"2"7"-10465"0"0,148 440 3914 0 0,-137-411-3833 0 0,-2 1 1 0 0,-1 1-1 0 0,-1 0 1 0 0,3 42-1 0 0,-11-57-129 0 0,0 0 0 0 0,-1 0 0 0 0,-2 0 0 0 0,0 0 0 0 0,-1 0 0 0 0,-2 0 0 0 0,0-1 0 0 0,-10 26 1 0 0,3-17-11 0 0,-2-1 0 0 0,-1-1 0 0 0,-1-1 1 0 0,-2 0-1 0 0,-32 40 0 0 0,-118 112-2854 0 0,158-170 2303 0 0,-14 13-3333 0 0,-3 2-3764 0 0,10-10 3723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24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0 825 8 0 0,'0'0'4304'0'0,"2"-4"-3272"0"0,3-8 22 0 0,15-34 9431 0 0,-16 37-11545 0 0,-2 5 1453 0 0,2 1-254 0 0,12-9-106 0 0,-12 9 18 0 0,-4 2-61 0 0,0 1 0 0 0,0-1 0 0 0,0 1 1 0 0,1-1-1 0 0,-1 1 0 0 0,0-1 0 0 0,0 1 1 0 0,1-1-1 0 0,-1 1 0 0 0,0-1 0 0 0,1 1 0 0 0,-1 0 1 0 0,1-1-1 0 0,-1 1 0 0 0,1 0 0 0 0,-1-1 1 0 0,0 1-1 0 0,1 0 0 0 0,-1-1 0 0 0,1 1 0 0 0,-1 0 1 0 0,1 0-1 0 0,1 0 0 0 0,8-8 309 0 0,-5 5-214 0 0,13-6-207 0 0,-13 7 190 0 0,-2 0-54 0 0,13-7 15 0 0,-12 7 45 0 0,0 0-260 0 0,12-5 32 0 0,-12 5 349 0 0,1 0-289 0 0,12-6 17 0 0,-12 6 263 0 0,0 0-138 0 0,15-4-46 0 0,-15 4 247 0 0,1 0-126 0 0,17-4-62 0 0,-17 4-59 0 0,-5 2-9 0 0,-1 0 1 0 0,1 0 0 0 0,-1 1 0 0 0,1-1 0 0 0,0 0 0 0 0,-1 0 0 0 0,1 0 0 0 0,-1 0 0 0 0,1 0 0 0 0,0 0 0 0 0,-1 0 0 0 0,1 0-1 0 0,-1-1 1 0 0,1 1 0 0 0,0 0 0 0 0,-1 0 0 0 0,1 0 0 0 0,-1-1 0 0 0,1 1 0 0 0,-1 0 0 0 0,1 0 0 0 0,-1-1 0 0 0,1 1 0 0 0,-1 0 0 0 0,1-1-1 0 0,0 0 1 0 0,-1 1 20 0 0,0-1 0 0 0,1 1-1 0 0,-1 0 1 0 0,1-1 0 0 0,-1 1-1 0 0,1 0 1 0 0,-1 0 0 0 0,1-1-1 0 0,-1 1 1 0 0,1 0 0 0 0,-1 0-1 0 0,1 0 1 0 0,-1-1 0 0 0,1 1-1 0 0,-1 0 1 0 0,1 0 0 0 0,0 0 0 0 0,-1 0-1 0 0,1 0 1 0 0,-1 0 0 0 0,1 0-1 0 0,-1 0 1 0 0,1 0 0 0 0,0 1-1 0 0,0-1 1 0 0,28-9-589 0 0,53-8 0 0 0,-59 13 757 0 0,8-3-278 0 0,-26 6 211 0 0,3 0-147 0 0,14-3 66 0 0,96-14 138 0 0,20 5 8 0 0,-88 8-665 0 0,11 1 617 0 0,210-26 211 0 0,58-3-684 0 0,-271 29 522 0 0,-3 2-344 0 0,483-32 474 0 0,-490 31-471 0 0,7 1 136 0 0,-3-2 56 0 0,13-3-311 0 0,331-27 373 0 0,-352 32 181 0 0,79-4-423 0 0,38-2 132 0 0,-109 6-146 0 0,162-8 430 0 0,-7-2-224 0 0,-140 7-44 0 0,181-15 98 0 0,-80 10-65 0 0,-82 5 44 0 0,1 0-160 0 0,60-7-189 0 0,-79 5 599 0 0,-12 2-99 0 0,92 0-616 0 0,-92 1 328 0 0,217-18 417 0 0,-189 14-216 0 0,-1-1-331 0 0,54-1 338 0 0,-70 5-173 0 0,-9 0-188 0 0,12 0 343 0 0,222-29-167 0 0,-282 33 48 0 0,91-18-49 0 0,-41 11-102 0 0,8 0 30 0 0,-17 2 212 0 0,13-1-36 0 0,97 0-138 0 0,-89 4 32 0 0,-66 3-5 0 0,2 0 62 0 0,25 0 147 0 0,-25 0-114 0 0,0 0-196 0 0,38 2 191 0 0,0-2 127 0 0,19 0-344 0 0,-59 0 281 0 0,0 0-161 0 0,20-2 105 0 0,-19 2 51 0 0,-1 0-224 0 0,18 2 167 0 0,-17-2 49 0 0,-1 0-145 0 0,51 2-92 0 0,-51-2 165 0 0,1 0-56 0 0,58-2 191 0 0,-59 2-205 0 0,0 0-36 0 0,19-2-12 0 0,-19 2 84 0 0,0-1 70 0 0,17-1-130 0 0,-17 2 17 0 0,1-1 86 0 0,56-8 552 0 0,-58 8-433 0 0,1 0 9 0 0,80-14-398 0 0,-81 14 298 0 0,1 0-61 0 0,89-16-348 0 0,-89 16 225 0 0,1 0 11 0 0,52-11 96 0 0,-55 11 146 0 0,2 0 28 0 0,56-6-340 0 0,-31 5 102 0 0,-25 2-3 0 0,0-1-32 0 0,89-12 556 0 0,-88 13-359 0 0,0 0 11 0 0,21-1-152 0 0,-21 1-68 0 0,1 0 197 0 0,60-2 211 0 0,-38 3-301 0 0,3-3 23 0 0,74-13-131 0 0,-34 11-401 0 0,29-2 1207 0 0,-89 5-675 0 0,-6 0-62 0 0,1 1-193 0 0,60 2 353 0 0,-62-2 27 0 0,1 0 4 0 0,20-2-158 0 0,-20 1 152 0 0,-1 2-92 0 0,54-1-147 0 0,-53 0 53 0 0,-1 1 57 0 0,20 1-19 0 0,-19-2 0 0 0,-1 0 113 0 0,20-1 82 0 0,-19 1 242 0 0,0 0-114 0 0,19-2 21 0 0,-19 2-12 0 0,-1 0-101 0 0,55-6 660 0 0,-55 5-715 0 0,0 1-612 0 0,1 0 76 0 0,4-1 99 0 0,-6 1-3554 0 0,1 0-3374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25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14 218 160 0 0,'0'0'5321'0'0,"-1"-6"-4702"0"0,-1-19-160 0 0,1 19 979 0 0,1 1-1161 0 0,-10-53 5844 0 0,27 45-5833 0 0,-13 10 303 0 0,36 0-466 0 0,-1-1 1 0 0,1-3-1 0 0,63-18 0 0 0,-51 12 63 0 0,-9 2-60 0 0,110-23-671 0 0,-148 33 342 0 0,1 1-793 0 0,1-2 564 0 0,5 1 84 0 0,0 0-7998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26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2004 0 0,'0'0'4431'0'0,"-5"1"-3930"0"0,-16 1-12 0 0,16-1 5287 0 0,10-1-5662 0 0,17 1 44 0 0,-17 0 106 0 0,2-1-192 0 0,61 2 72 0 0,70 4 430 0 0,-69-3-530 0 0,-38 0-94 0 0,0 0 0 0 0,41 11 0 0 0,-68-12 177 0 0,-2-2-123 0 0,0 0 1 0 0,-1 1-1 0 0,1-1 1 0 0,0 0-1 0 0,-1 1 1 0 0,1 0-1 0 0,0-1 0 0 0,-1 1 1 0 0,1 0-1 0 0,-1 0 1 0 0,1 0-1 0 0,2 2 1 0 0,-1-1 21 0 0,2 1 132 0 0,-2 0-79 0 0,9 9-35 0 0,-9-9-82 0 0,-2 1-23 0 0,6 15 110 0 0,-5-14 57 0 0,-3 0-40 0 0,-1 16-34 0 0,2-16-87 0 0,-3 1 55 0 0,-15 33 444 0 0,-1-2 0 0 0,-35 50 0 0 0,-7 10-371 0 0,58-94 40 0 0,3-2-111 0 0,0 0-1 0 0,0 0 1 0 0,0-1-1 0 0,0 1 1 0 0,-1 0-1 0 0,1 0 1 0 0,0-1-1 0 0,0 1 1 0 0,0 0-1 0 0,-1-1 1 0 0,1 1-1 0 0,0 0 1 0 0,-1-1-1 0 0,1 1 1 0 0,-1 0-1 0 0,1-1 1 0 0,-1 1-1 0 0,1-1 1 0 0,-1 1-1 0 0,1-1 1 0 0,-1 1-1 0 0,-1 0 1 0 0,2-1 5 0 0,-1 1 1 0 0,0-1-1 0 0,1 1 0 0 0,-1-1 1 0 0,1 1-1 0 0,-1-1 1 0 0,1 1-1 0 0,-1-1 0 0 0,1 1 1 0 0,-1 0-1 0 0,1-1 1 0 0,-1 1-1 0 0,1 0 0 0 0,0-1 1 0 0,0 1-1 0 0,-1 0 1 0 0,1-1-1 0 0,0 1 0 0 0,0 0 1 0 0,0 0-1 0 0,0-1 0 0 0,-1 2 1 0 0,1 0-7 0 0,0 0 1 0 0,-1 0-1 0 0,1-1 1 0 0,-1 1-1 0 0,1-1 1 0 0,-1 1-1 0 0,0 0 1 0 0,0-1-1 0 0,1 1 1 0 0,-1-1-1 0 0,0 0 0 0 0,-3 3 1 0 0,2-1-11 0 0,-1 2 106 0 0,1 0-159 0 0,-7 16-207 0 0,6-16 132 0 0,1-1 299 0 0,-6 12 56 0 0,6-12-365 0 0,0 0 66 0 0,-18 40 276 0 0,19-39-385 0 0,0 0 45 0 0,-17 38 1352 0 0,15-39-1150 0 0,3-2-845 0 0,0-1 796 0 0,0 1 0 0 0,-1 0 0 0 0,1 0 0 0 0,-1 0 0 0 0,1-1 0 0 0,-1 1 0 0 0,0 0 0 0 0,1 0 0 0 0,-3 1 0 0 0,2 2 304 0 0,26-11-154 0 0,-20 5 21 0 0,1-1-123 0 0,103-27-277 0 0,50-13 14 0 0,-52 12 229 0 0,-102 29 7 0 0,1-1 159 0 0,16-4 4 0 0,-16 4-59 0 0,-1 1-268 0 0,47-12-503 0 0,-47 12-374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28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1 415 1080 0 0,'0'0'10464'0'0,"0"-5"-10135"0"0,4-16 160 0 0,-3 16 998 0 0,1 1-1267 0 0,8-12-156 0 0,-8 12 426 0 0,1 0-286 0 0,33-36 122 0 0,-32 36-362 0 0,0 0-85 0 0,22-15 660 0 0,28-18 0 0 0,40-24-1224 0 0,-90 59 931 0 0,0-1-367 0 0,16-6-16 0 0,-16 7 149 0 0,2 0 96 0 0,43-18-458 0 0,-45 19 505 0 0,2 1-45 0 0,20 0-151 0 0,-19 0 133 0 0,-2 1-267 0 0,13 7 149 0 0,-13-6 114 0 0,-2 1-295 0 0,23 35 197 0 0,-24-33 180 0 0,-1-1-20 0 0,3 16-164 0 0,-2-15 58 0 0,-2 2-105 0 0,-2 17 161 0 0,0 0 0 0 0,-2 0 0 0 0,-6 23-1 0 0,-28 63 315 0 0,36-105-337 0 0,1-1-116 0 0,-6 14 29 0 0,5-13 369 0 0,1-1-154 0 0,-4 15-82 0 0,4-15 765 0 0,3-8-950 0 0,6-16-100 0 0,-6 15 73 0 0,2 0 118 0 0,27-45-247 0 0,84-148-488 0 0,-68 107 896 0 0,-22 48-602 0 0,-22 39 474 0 0,-1-2 123 0 0,8-16-86 0 0,-7 16-241 0 0,-1 1-49 0 0,23-42 176 0 0,-22 43 60 0 0,-1 0-301 0 0,6-11 224 0 0,-6 11 348 0 0,-6 6 0 0 0,2-1-330 0 0,0 0 0 0 0,1 0 1 0 0,-1 0-1 0 0,0 0 0 0 0,0-1 0 0 0,0 1 1 0 0,0 0-1 0 0,1-1 0 0 0,-5 1 1 0 0,3 4-86 0 0,-6 14 84 0 0,6-15 67 0 0,1 2 4 0 0,-11 30-122 0 0,1 2 0 0 0,-8 48 0 0 0,17-73 107 0 0,2-8 53 0 0,1 3-97 0 0,1 22 149 0 0,0-23 26 0 0,0 1-109 0 0,0-2-103 0 0,0-1 100 0 0,0 1 0 0 0,0-1 0 0 0,1 1 0 0 0,-1-1 0 0 0,1 0 0 0 0,0 1 0 0 0,1-1 0 0 0,-1 0 0 0 0,1 0 0 0 0,6 8 0 0 0,-1-4-8 0 0,1 0 0 0 0,0-1-1 0 0,0 0 1 0 0,1 0 0 0 0,0-1 0 0 0,0 0 0 0 0,1-1 0 0 0,-1 0-1 0 0,21 7 1 0 0,-9-6-890 0 0,0 0-1 0 0,0-2 1 0 0,1-1-1 0 0,-1-1 1 0 0,29 1 0 0 0,25 4-5571 0 0,-71-7 3171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30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 1028 0 0,'0'0'9840'0'0,"3"-4"-9562"0"0,9-9-72 0 0,-8 10 3123 0 0,-3-2-3347 0 0,3-11 175 0 0,-5 26 1186 0 0,-7 50-385 0 0,6-30-988 0 0,2-23 2 0 0,1-1 145 0 0,3 16-109 0 0,-3-17-22 0 0,1 1 214 0 0,0 1-122 0 0,0 1-29 0 0,1 0 1 0 0,0 0-1 0 0,0-1 1 0 0,5 8-1 0 0,-6-12-28 0 0,0 0 0 0 0,-1-1 0 0 0,1 1 0 0 0,0-1 0 0 0,1 1 0 0 0,-1-1 0 0 0,0 0 0 0 0,1 0 0 0 0,-1 0 0 0 0,1 0 0 0 0,0 0 0 0 0,0-1 0 0 0,-1 1 0 0 0,1-1 0 0 0,0 0 0 0 0,0 0 0 0 0,5 1 0 0 0,12 2-238 0 0,-15-3 95 0 0,1 0 98 0 0,19 5 48 0 0,-19-5-191 0 0,1-1-609 0 0,6-1 1070 0 0,32-6-8782 0 0,-39 5 5840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30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31 1408 0 0,'0'0'8900'0'0,"0"-5"-7933"0"0,-5-20 2857 0 0,-19 29-3250 0 0,19-3 915 0 0,1 0-1341 0 0,-42 12 2530 0 0,40-12-2656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31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 2076 0 0,'-5'14'317'0'0,"-8"6"9200"0"0,6-13-8416 0 0,3-4 1163 0 0,4-2-2226 0 0,0 0 0 0 0,0 0 0 0 0,-1 1 0 0 0,1-1 0 0 0,-1 0 0 0 0,1 0 0 0 0,-1 0 1 0 0,0 1-1 0 0,1-1 0 0 0,-1 0 0 0 0,0 0 0 0 0,-1 2 0 0 0,0-1 42 0 0,0 1 3462 0 0,8-2-3404 0 0,16 2-66 0 0,-17-3-46 0 0,0-1 98 0 0,128-49-159 0 0,-122 47-125 0 0,0 0 0 0 0,-1 0 0 0 0,16-1-1 0 0,-14 2-110 0 0,-7 1 47 0 0,0 2-4360 0 0,0 1 3522 0 0,5 1-413 0 0,0-3-2888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32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1 102 2920 0 0,'0'0'7378'0'0,"2"-5"-5972"0"0,5-17-659 0 0,-5 16-321 0 0,1 3-41 0 0,32-31 1251 0 0,-30 30-1602 0 0,0 1 209 0 0,41-20 149 0 0,-42 22 46 0 0,3 1-631 0 0,19 1 30 0 0,-20-1 243 0 0,0 4 161 0 0,0-1-278 0 0,-1 0-1 0 0,1 0 1 0 0,0 1 0 0 0,-1 0-1 0 0,0 0 1 0 0,0 1-1 0 0,0-1 1 0 0,-1 1 0 0 0,0 0-1 0 0,1 0 1 0 0,-2 1-1 0 0,5 7 1 0 0,-3-2 94 0 0,-2 0 1 0 0,1 0-1 0 0,-1 0 0 0 0,-1 1 0 0 0,0 0 1 0 0,-1-1-1 0 0,0 1 0 0 0,-1 0 1 0 0,-1 19-1 0 0,-15 72 586 0 0,15-100-667 0 0,0 3 158 0 0,-1 1-76 0 0,-4 20-13 0 0,5-20-16 0 0,0-1-87 0 0,-1 16 25 0 0,1-17-13 0 0,4-9-79 0 0,9-13 104 0 0,-9 12 127 0 0,-1 2 24 0 0,107-143-788 0 0,-107 143 590 0 0,2-2 28 0 0,10-16 24 0 0,-11 16 46 0 0,1 0 16 0 0,65-112-364 0 0,-67 113 280 0 0,1 0 141 0 0,7-16 122 0 0,-7 15 75 0 0,-1 1-247 0 0,-1 4-31 0 0,-1-1-1 0 0,1 1 0 0 0,-1 0 1 0 0,0-1-1 0 0,1 1 1 0 0,-1-1-1 0 0,1 1 0 0 0,-1-1 1 0 0,0 1-1 0 0,0-1 1 0 0,1 0-1 0 0,-1 1 0 0 0,0-1 1 0 0,0 1-1 0 0,0-1 1 0 0,0 0-1 0 0,0 1 0 0 0,0-1 1 0 0,0 1-1 0 0,0-1 1 0 0,0 0-1 0 0,0 1 0 0 0,0-1 1 0 0,0 1-1 0 0,0-1 1 0 0,0 0-1 0 0,0 1 0 0 0,-1-1 1 0 0,1 0-1 0 0,-19 1 187 0 0,19 0-208 0 0,-1 0 10 0 0,0 0 0 0 0,0 1 1 0 0,0-1-1 0 0,0 0 1 0 0,0 1-1 0 0,0-1 0 0 0,0 0 1 0 0,0 1-1 0 0,0 0 1 0 0,0-1-1 0 0,0 1 0 0 0,0-1 1 0 0,0 1-1 0 0,1 0 1 0 0,-1 0-1 0 0,0 0 0 0 0,0-1 1 0 0,1 1-1 0 0,-1 0 1 0 0,1 0-1 0 0,-1 0 0 0 0,0 2 1 0 0,0-2 10 0 0,-9 12 24 0 0,0 0 0 0 0,1 1 1 0 0,0 0-1 0 0,1 1 0 0 0,-10 27 0 0 0,8-20 99 0 0,7-16 31 0 0,2-4-139 0 0,-1 1 0 0 0,1-1 0 0 0,0 0 1 0 0,0 1-1 0 0,1-1 0 0 0,-1 1 0 0 0,0-1 0 0 0,1 1 0 0 0,-1-1 1 0 0,1 5-1 0 0,-1 9 361 0 0,0-9-306 0 0,0 0 0 0 0,1-1-1 0 0,0 1 1 0 0,0 0 0 0 0,1-1 0 0 0,0 1-1 0 0,0 0 1 0 0,1-1 0 0 0,3 11 0 0 0,-3-13-38 0 0,1 1 1 0 0,-1-1-1 0 0,1 1 1 0 0,1-1-1 0 0,-1 0 1 0 0,1 0-1 0 0,-1 0 1 0 0,1-1-1 0 0,0 1 1 0 0,0-1-1 0 0,1 0 1 0 0,-1 0-1 0 0,8 3 1 0 0,-1 1 41 0 0,1-1 1 0 0,0-1-1 0 0,0 0 1 0 0,21 5-1 0 0,89 17-2860 0 0,-99-24 1888 0 0,-17-2-198 0 0,0 1-149 0 0,18 4-74 0 0,-18-5-17 0 0,-2 3-3285 0 0,11 9 2172 0 0,-11-9 295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33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104 173 360 0 0,'0'0'8482'0'0,"-3"-3"-7718"0"0,-12-12 5829 0 0,11 13-6885 0 0,2 0 367 0 0,-1 1-1 0 0,1 0 0 0 0,-1-1 0 0 0,1 1 0 0 0,-1 0 0 0 0,1 1 0 0 0,-1-1 0 0 0,0 0 0 0 0,0 1 0 0 0,1-1 0 0 0,-1 1 0 0 0,0 0 0 0 0,0 0 0 0 0,0 0 0 0 0,-2 1 0 0 0,-1 0-56 0 0,1 0-29 0 0,-15 3-138 0 0,14-2 955 0 0,13-5-815 0 0,395-121-243 0 0,-328 104 149 0 0,-69 19 209 0 0,-3 1-144 0 0,-1-1 32 0 0,1 1 1 0 0,0-1-1 0 0,0 1 1 0 0,-1 0-1 0 0,1 0 0 0 0,0 0 1 0 0,0 0-1 0 0,-1 0 1 0 0,1 0-1 0 0,0 0 0 0 0,3 1 1 0 0,-1 0-21 0 0,2-1-134 0 0,16 12-7609 0 0,-18-10 4829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33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48 1416 0 0,'0'0'5525'0'0,"3"-4"-3663"0"0,3-1-1014 0 0,0 0 0 0 0,0 0 1 0 0,0 0-1 0 0,1 1 0 0 0,-1-1 0 0 0,1 2 1 0 0,14-7-1 0 0,-16 9-426 0 0,3 2-88 0 0,4 0-148 0 0,0 1 0 0 0,0 1 1 0 0,0 0-1 0 0,-1 1 0 0 0,1 0 0 0 0,-1 1 1 0 0,0 0-1 0 0,-1 1 0 0 0,1 0 0 0 0,-1 1 0 0 0,16 13 1 0 0,-7-2-56 0 0,-2 1-1 0 0,0 1 1 0 0,-2 0 0 0 0,0 1 0 0 0,-1 1 0 0 0,-1 0-1 0 0,-1 0 1 0 0,-1 2 0 0 0,-1-1 0 0 0,-1 1 0 0 0,-1 1-1 0 0,-1 0 1 0 0,-2 0 0 0 0,0 0 0 0 0,1 30 0 0 0,-4-19-180 0 0,-1 1 1 0 0,-2-1-1 0 0,-1 1 1 0 0,-2-1 0 0 0,-2 0-1 0 0,-1 0 1 0 0,-1-1 0 0 0,-3 0-1 0 0,0 0 1 0 0,-20 37 0 0 0,22-52-497 0 0,-2-2 1 0 0,-1 1 0 0 0,0-1 0 0 0,-1-1 0 0 0,-28 29 0 0 0,24-30-1060 0 0,-1-1 1 0 0,0 0-1 0 0,-1-2 0 0 0,0 0 1 0 0,-29 14-1 0 0,-1-5-2222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34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34 1572 0 0,'0'-6'1972'0'0,"-1"-21"7201"0"0,-5 30-8705 0 0,-17 8 84 0 0,23-11-536 0 0,0 0 0 0 0,-1 0 1 0 0,1 0-1 0 0,-1 1 1 0 0,1-1-1 0 0,0 0 1 0 0,-1 0-1 0 0,1 0 1 0 0,0 1-1 0 0,-1-1 0 0 0,1 0 1 0 0,0 0-1 0 0,0 1 1 0 0,-1-1-1 0 0,1 0 1 0 0,0 1-1 0 0,0-1 1 0 0,-1 0-1 0 0,1 1 1 0 0,0-1-1 0 0,0 0 0 0 0,0 1 1 0 0,0-1-1 0 0,0 0 1 0 0,-1 1-1 0 0,1-1 1 0 0,0 1-1 0 0,0-1 1 0 0,0 1-1 0 0,-10 52 379 0 0,1 1 1 0 0,4 0-1 0 0,1 0 0 0 0,3 1 1 0 0,8 81-1 0 0,-1-79-51 0 0,3 0-1 0 0,1 0 1 0 0,24 68 0 0 0,-28-107-293 0 0,0-2 0 0 0,2 1 0 0 0,0-1 0 0 0,0 0 0 0 0,2-1 1 0 0,0 0-1 0 0,1 0 0 0 0,0-1 0 0 0,1 0 0 0 0,0-1 0 0 0,2-1 0 0 0,-1 0 0 0 0,1-1 1 0 0,26 16-1 0 0,-7-9 2 0 0,1-2 1 0 0,1-2-1 0 0,1-1 1 0 0,38 9-1 0 0,150 23-214 0 0,-95-21 337 0 0,-123-23-190 0 0,0 1 100 0 0,50 11-818 0 0,-51-12 203 0 0,0-1-3045 0 0,-1 1 2576 0 0,11 1-420 0 0,0-6-3238 0 0,6-6 893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36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96 40 0 0,'0'0'7667'0'0,"2"-4"-7064"0"0,9-16 3041 0 0,-9 17-3220 0 0,-1 2-364 0 0,-1 1 0 0 0,1 0 0 0 0,-1 0 1 0 0,0-1-1 0 0,1 1 0 0 0,-1 0 0 0 0,0 0 1 0 0,1-1-1 0 0,-1 1 0 0 0,0 0 0 0 0,0-1 0 0 0,1 1 1 0 0,-1-1-1 0 0,0 1 0 0 0,0 0 0 0 0,0-1 0 0 0,1 1 1 0 0,-1-1-1 0 0,0 1 0 0 0,0-1 0 0 0,0 1 1 0 0,0 0-1 0 0,0-1 0 0 0,0 1 0 0 0,0-1 0 0 0,0 1 1 0 0,0-1-1 0 0,0 1 0 0 0,0-1 0 0 0,0 1 0 0 0,0 0 1 0 0,0-1-1 0 0,0 1 0 0 0,-1-1 0 0 0,1 1 1 0 0,0-1-1 0 0,-17 0 1355 0 0,13 2-1798 0 0,-2-1 1072 0 0,6 0-687 0 0,0-1-1 0 0,0 0 0 0 0,0 1 1 0 0,0-1-1 0 0,0 1 0 0 0,0-1 1 0 0,0 1-1 0 0,-1-1 0 0 0,1 1 0 0 0,0-1 1 0 0,0 1-1 0 0,-1-1 0 0 0,1 1 1 0 0,0-1-1 0 0,-1 1 0 0 0,1-1 0 0 0,0 1 1 0 0,-1 0-1 0 0,1-1 0 0 0,0 1 1 0 0,-1 0-1 0 0,0-1 0 0 0,0 0 3 0 0,1 1 0 0 0,0 0-1 0 0,-1-1 1 0 0,1 1 0 0 0,-1 0-1 0 0,1-1 1 0 0,0 1 0 0 0,-1-1-1 0 0,1 1 1 0 0,0 0 0 0 0,-1-1 0 0 0,1 1-1 0 0,0-1 1 0 0,0 1 0 0 0,-1-1-1 0 0,1 1 1 0 0,0-1 0 0 0,0 0-1 0 0,0 1 1 0 0,0-1 0 0 0,0 1-1 0 0,0-2 1 0 0,0 1-15 0 0,1-1 0 0 0,-1 1 0 0 0,1 0 0 0 0,0-1 0 0 0,0 1-1 0 0,0 0 1 0 0,0 0 0 0 0,0 0 0 0 0,0-1 0 0 0,0 1 0 0 0,0 0 0 0 0,1-1-1 0 0,-1 2-1 0 0,2-3-68 0 0,1 1 88 0 0,2-1 45 0 0,0 2-1 0 0,0-1 0 0 0,1 1 1 0 0,-1 0-1 0 0,0 0 1 0 0,9 1-1 0 0,-9 0-169 0 0,-1 3-56 0 0,-2-2 133 0 0,0 0 57 0 0,0 0 0 0 0,0 1 0 0 0,0-1 0 0 0,0 1 0 0 0,0-1 0 0 0,-1 1 0 0 0,1 0 0 0 0,-1 0 0 0 0,1 0 0 0 0,-1 0 0 0 0,0 0 0 0 0,0 1-1 0 0,0-1 1 0 0,0 1 0 0 0,0-1 0 0 0,0 1 0 0 0,1 4 0 0 0,1 4-11 0 0,-1-1 0 0 0,0 1 0 0 0,-1 0-1 0 0,-1 0 1 0 0,2 22 0 0 0,-11 71-52 0 0,-5 3 156 0 0,13-101 58 0 0,3-2-202 0 0,8 10 96 0 0,-8-11 75 0 0,3-4-184 0 0,49-14 133 0 0,1-5 96 0 0,35-13-402 0 0,-86 32 100 0 0,0-1 199 0 0,3 0-68 0 0,0 1 1 0 0,0 0 0 0 0,0 0 0 0 0,0 1-1 0 0,0 0 1 0 0,1 0 0 0 0,15 3 0 0 0,-20-1 416 0 0,0-1-907 0 0,13 7 497 0 0,-13-6 87 0 0,0 0-4660 0 0,11 5 1307 0 0,-11-5 375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4:49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1 1988 0 0,'0'0'8518'0'0,"-7"2"-7646"0"0,-21 4-120 0 0,15 1-242 0 0,-6 13-175 0 0,1 1 0 0 0,1 1 1 0 0,1 1-1 0 0,1 0 0 0 0,0 1 1 0 0,2 1-1 0 0,1 0 0 0 0,1 0 1 0 0,-14 51-1 0 0,8-7 141 0 0,2 0 0 0 0,-9 128 1 0 0,21-162-252 0 0,3 0 0 0 0,0-1 0 0 0,2 1 0 0 0,2-1 0 0 0,15 64 0 0 0,-13-77-36 0 0,0-1 0 0 0,2 1 0 0 0,1-2 0 0 0,0 1 0 0 0,1-1 0 0 0,1 0 0 0 0,1-1 0 0 0,1-1 0 0 0,0 0 0 0 0,25 24 0 0 0,-12-19 132 0 0,2-1 1 0 0,49 30-1 0 0,-64-43-180 0 0,-8-4-180 0 0,0-2-202 0 0,15 9-183 0 0,-15-8-257 0 0,-1-2-4184 0 0,13 6 851 0 0,-13-6 189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4:50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34 652 0 0,'-33'1'1276'0'0,"26"-1"1740"0"0,2 1-2689 0 0,-17 5 2 0 0,16-5 2870 0 0,0-1-2634 0 0,-19 1-100 0 0,18-1 2555 0 0,1 0-2170 0 0,-18-1-156 0 0,17 1 2947 0 0,2-1-3353 0 0,-3-2 628 0 0,14 0-374 0 0,39-2-232 0 0,71-4-338 0 0,273-12-264 0 0,-383 21 88 0 0,0 0-467 0 0,18 0 117 0 0,-18 0-164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4:51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2556 0 0,'0'0'9549'0'0,"3"3"-9408"0"0,0 1 7 0 0,1-1-1 0 0,0 0 1 0 0,0 0 0 0 0,0 0-1 0 0,0-1 1 0 0,0 1-1 0 0,7 2 1 0 0,-6-3 56 0 0,1 0-86 0 0,55 19 226 0 0,-1 4 0 0 0,72 40 0 0 0,-110-52-410 0 0,0 0 1 0 0,36 31-1 0 0,-54-41-34 0 0,-1 2 1 0 0,7 16 47 0 0,-7-16 296 0 0,-4 1-222 0 0,-4 22 55 0 0,-1-16-50 0 0,-9 6 6 0 0,-1-2 1 0 0,0 0 0 0 0,-36 26 0 0 0,-66 38 189 0 0,99-67-113 0 0,-19 18 15 0 0,37-31-124 0 0,-18 16 413 0 0,18-16-360 0 0,0 1 1 0 0,0 0-1 0 0,0 0 0 0 0,0 0 0 0 0,0 0 0 0 0,0 1 0 0 0,0-1 0 0 0,1 0 0 0 0,-1 0 0 0 0,0 0 0 0 0,1 1 1 0 0,-1-1-1 0 0,1 0 0 0 0,-1 1 0 0 0,1-1 0 0 0,0 0 0 0 0,-1 1 0 0 0,1-1 0 0 0,0 0 0 0 0,0 3 1 0 0,1-3-31 0 0,0 1 1 0 0,1-1-1 0 0,-1 1 1 0 0,0-1 0 0 0,1 0-1 0 0,-1 0 1 0 0,1 0 0 0 0,-1 0-1 0 0,1 0 1 0 0,-1 0 0 0 0,1 0-1 0 0,2 1 1 0 0,0-1 8 0 0,15 8 44 0 0,0-1 0 0 0,1-1 0 0 0,0-1 1 0 0,0-1-1 0 0,0 0 0 0 0,1-2 0 0 0,25 2 0 0 0,-5 0-54 0 0,91 10 337 0 0,73 13-291 0 0,-200-26 1453 0 0,-7-1-1464 0 0,1 0 0 0 0,-1 0-1 0 0,1 0 1 0 0,-1 1 0 0 0,1-1-1 0 0,-1 1 1 0 0,1-1-1 0 0,0 1 1 0 0,-2 3 0 0 0,0-2 594 0 0,1-2-651 0 0,1 0 0 0 0,0 0 0 0 0,-1 0 1 0 0,1 0-1 0 0,-1-1 0 0 0,1 1 1 0 0,0 0-1 0 0,-1-1 0 0 0,0 1 0 0 0,1-1 1 0 0,-1 0-1 0 0,-2 1 0 0 0,1-1-10 0 0,-2 2-210 0 0,10 1-3851 0 0,52 20-5497 0 0,-50-22 5823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5:07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48 1620 0 0,'0'0'6959'0'0,"-3"-3"-6935"0"0,-11-13 10835 0 0,22-12-10834 0 0,-2 29-132 0 0,18 3 113 0 0,-18-3-80 0 0,-2 1 171 0 0,14 3-182 0 0,-14-3 87 0 0,1 0-314 0 0,35 23 425 0 0,-37-22-130 0 0,1 1-111 0 0,5 9-167 0 0,0 1-1 0 0,10 21 0 0 0,-17-30 184 0 0,-2 1 137 0 0,0 18-6 0 0,0-17-156 0 0,-2-2 85 0 0,-19 44-315 0 0,19-45 482 0 0,1-2-111 0 0,1 0 0 0 0,-1-1 0 0 0,1 1 0 0 0,-1 0 0 0 0,0-1-1 0 0,1 1 1 0 0,-1-1 0 0 0,0 1 0 0 0,0-1 0 0 0,0 0 0 0 0,0 1 0 0 0,-3 1-1 0 0,2-1-17 0 0,-14 21-252 0 0,13-20 234 0 0,0 2 148 0 0,-12 13-35 0 0,-3 5-202 0 0,15-19 433 0 0,0 0-136 0 0,-11 10-332 0 0,10-10-28 0 0,-5 7 51 0 0,-3-2 35 0 0,1 2-18 0 0,8-8 495 0 0,5-7-1240 0 0,20-25 837 0 0,0 1 0 0 0,38-35 0 0 0,57-46 318 0 0,-114 106-269 0 0,1-1-131 0 0,12-11-136 0 0,-13 12 93 0 0,0-2 37 0 0,9-12 115 0 0,-9 13 327 0 0,0 0-85 0 0,7-9-246 0 0,-7 10-70 0 0,0-1 254 0 0,-3 4-164 0 0,1-1-8 0 0,1 0-1 0 0,-1 0 1 0 0,0 0-1 0 0,0 0 1 0 0,0 0-1 0 0,0-1 1 0 0,0 1-1 0 0,0 0 1 0 0,-1 0-1 0 0,1-1 1 0 0,0 1-1 0 0,0-2 1 0 0,-1 2-21 0 0,0 1 1 0 0,-1 0-1 0 0,1-1 1 0 0,0 1-1 0 0,0-1 1 0 0,-1 1-1 0 0,1 0 1 0 0,0-1 0 0 0,-1 1-1 0 0,1 0 1 0 0,0-1-1 0 0,-1 1 1 0 0,1 0-1 0 0,-1-1 1 0 0,1 1-1 0 0,-1 0 1 0 0,1 0 0 0 0,0 0-1 0 0,-1-1 1 0 0,1 1-1 0 0,-1 0 1 0 0,1 0-1 0 0,-1 0 1 0 0,1 0-1 0 0,-1 0 1 0 0,0 0 17 0 0,1 0 0 0 0,-1 0 0 0 0,1 0 0 0 0,-1 0 1 0 0,1 0-1 0 0,-1-1 0 0 0,1 1 0 0 0,-1 0 0 0 0,1 0 0 0 0,-1 0 0 0 0,1-1 0 0 0,0 1 0 0 0,-1 0 1 0 0,1 0-1 0 0,-1-1 0 0 0,1 1 0 0 0,0 0 0 0 0,-1-1 0 0 0,1 1 0 0 0,0 0 0 0 0,-1-1 0 0 0,1 1 1 0 0,0-1-1 0 0,0 1 0 0 0,-1-1 0 0 0,1 1-7 0 0,0 1 0 0 0,0-1 1 0 0,0 1-1 0 0,-1-1 0 0 0,1 1 1 0 0,0-1-1 0 0,0 1 0 0 0,0-1 0 0 0,-1 1 1 0 0,1-1-1 0 0,0 0 0 0 0,-1 1 0 0 0,1-1 1 0 0,0 1-1 0 0,-1-1 0 0 0,1 0 1 0 0,-1 1-1 0 0,1-1 0 0 0,0 0 0 0 0,-1 1 1 0 0,1-1-1 0 0,-1 0 0 0 0,1 0 1 0 0,-1 0-1 0 0,1 1 0 0 0,-2-1 0 0 0,2 0-7 0 0,-1 0 0 0 0,1 0 0 0 0,-1 0 0 0 0,1 1 0 0 0,-1-1 1 0 0,1 0-1 0 0,-1 0 0 0 0,1 1 0 0 0,0-1 0 0 0,-1 0 0 0 0,1 0 0 0 0,-1 1 0 0 0,1-1 0 0 0,0 1 0 0 0,-1-1 0 0 0,1 0 0 0 0,0 1 0 0 0,-1-1 0 0 0,1 1 0 0 0,0-1 0 0 0,0 1 0 0 0,-1-1 0 0 0,1 0 0 0 0,0 1 0 0 0,0-1 0 0 0,0 2 0 0 0,-4 3-82 0 0,-6 8 183 0 0,0 0-1 0 0,1 1 0 0 0,1 1 1 0 0,-7 16-1 0 0,10-16 83 0 0,1 0 1 0 0,1 1-1 0 0,0-1 0 0 0,1 1 0 0 0,1 0 0 0 0,0 0 0 0 0,1-1 0 0 0,3 21 0 0 0,-2-30-135 0 0,0 0 0 0 0,1 0 0 0 0,0-1 0 0 0,0 1 0 0 0,0-1 0 0 0,1 0 0 0 0,5 10 0 0 0,-3-6 42 0 0,4 4-185 0 0,0-1 0 0 0,0 0 0 0 0,2 0-1 0 0,-1-1 1 0 0,1-1 0 0 0,15 12 0 0 0,-23-19-444 0 0,-2-3 503 0 0,-1 0-1 0 0,1 0 1 0 0,-1 0-1 0 0,1 0 1 0 0,-1 0-1 0 0,1 1 1 0 0,-1-1 0 0 0,1 0-1 0 0,-1 0 1 0 0,1 1-1 0 0,-1-1 1 0 0,1 0 0 0 0,-1 1-1 0 0,1-1 1 0 0,-1 0-1 0 0,1 1 1 0 0,-1-1-1 0 0,0 1 1 0 0,1-1 0 0 0,-1 0-1 0 0,0 1 1 0 0,1-1-1 0 0,-1 1 1 0 0,0-1 0 0 0,0 1-1 0 0,1 0 1 0 0,-1 0-113 0 0,0-1-1 0 0,0 1 1 0 0,0-1 0 0 0,1 1 0 0 0,-1-1 0 0 0,0 1 0 0 0,1-1 0 0 0,-1 1 0 0 0,0-1-1 0 0,1 0 1 0 0,-1 1 0 0 0,0-1 0 0 0,1 1 0 0 0,-1-1 0 0 0,1 0 0 0 0,-1 1-1 0 0,1-1 1 0 0,-1 0 0 0 0,1 0 0 0 0,-1 1 0 0 0,1-1 0 0 0,-1 0 0 0 0,1 0 0 0 0,-1 0-1 0 0,1 0 1 0 0,0 1 0 0 0,5 2-4158 0 0,4 9 2337 0 0,-6-9-1158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5:08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0 1276 0 0,'0'0'12070'0'0,"-3"4"-11735"0"0,-1 0-131 0 0,1 0-1 0 0,0 1 0 0 0,0 0 0 0 0,0 0 1 0 0,1 0-1 0 0,-2 5 0 0 0,2-5 378 0 0,2 2-370 0 0,-1 19 16 0 0,0-19 157 0 0,2-1-233 0 0,0 19-22 0 0,-1-18 123 0 0,2-1-56 0 0,5 18 5 0 0,-5-17 26 0 0,0-3-72 0 0,0 2-100 0 0,21 27 543 0 0,-20-29-524 0 0,0-1 7 0 0,11 11-17 0 0,-10-10 102 0 0,-1-2-172 0 0,13 6-131 0 0,-12-6-108 0 0,1-1-2155 0 0,16 2 887 0 0,-15-3-556 0 0,19-18-6989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5:09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29 2184 0 0,'0'0'6255'0'0,"2"-5"-5330"0"0,2-14-90 0 0,-3 14 4478 0 0,-5 7-5201 0 0,-11 6 54 0 0,11-6 1776 0 0,0 1-2140 0 0,-13 6 143 0 0,13-7 2420 0 0,0 0-2099 0 0,-10 5 906 0 0,20-22-716 0 0,-4 11-340 0 0,1 21 1233 0 0,-1-10-5012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45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68 768 0 0,'0'0'2863'0'0,"-2"4"-2595"0"0,-6 11-153 0 0,6-11 3046 0 0,-4-4-3116 0 0,-15-2-22 0 0,16 2 3762 0 0,-1 0-3726 0 0,-1 0 118 0 0,-4 0-228 0 0,-1-2 5222 0 0,14 1-5154 0 0,-1 0-1 0 0,1 0 1 0 0,-1-1-1 0 0,0 1 1 0 0,1 0-1 0 0,-1-1 0 0 0,0 1 1 0 0,0-1-1 0 0,2-2 1 0 0,0 0-60 0 0,2 1 125 0 0,12-9-124 0 0,-12 9 127 0 0,-1 1-10 0 0,11-5-211 0 0,-11 5-170 0 0,0 0-31 0 0,15-8 15 0 0,-14 7-28 0 0,0 1-70 0 0,15-8-264 0 0,-15 7-233 0 0,0 2-1258 0 0,1-1 1599 0 0,6-2-18 0 0,-1 3-4413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46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 1056 0 0,'0'0'15885'0'0,"6"-1"-16669"0"0,17-2 858 0 0,-17 3-216 0 0,0-2-204 0 0,47-15 913 0 0,-48 16-802 0 0,0-1 277 0 0,14-5 150 0 0,-15 5 444 0 0,1 1-1590 0 0,1-1 727 0 0,2 0 190 0 0,2-1-9698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48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0 264 16 0 0,'0'0'8063'0'0,"1"-6"-7579"0"0,0-17-95 0 0,0 17 562 0 0,1 1-738 0 0,6-12 54 0 0,-6 13 614 0 0,1-1-871 0 0,9-13 78 0 0,-9 14 250 0 0,0 1-290 0 0,11-10 92 0 0,-11 10 168 0 0,1 0-264 0 0,12-11-100 0 0,-13 10-91 0 0,2 2 21 0 0,11-7 214 0 0,-11 7-3 0 0,0 2-180 0 0,18-1 212 0 0,-18 1-73 0 0,-1 2-373 0 0,13 4 230 0 0,-13-4 202 0 0,-1 1 46 0 0,51 55-42 0 0,-51-54-206 0 0,0 1-23 0 0,9 14 21 0 0,-9-14 97 0 0,-1 1 178 0 0,6 19-126 0 0,-6-18 10 0 0,1-1 26 0 0,6 17-84 0 0,-6-17 15 0 0,-1-1 43 0 0,18 43 304 0 0,-18-42-376 0 0,7 53 680 0 0,-9-53-653 0 0,-1-1 21 0 0,-1-1-31 0 0,-4 14-50 0 0,1-17 45 0 0,4-1 26 0 0,-1 1-4 0 0,1 0-1 0 0,-1-1 1 0 0,1 1-1 0 0,-1-1 1 0 0,0 1-1 0 0,1-1 1 0 0,-1 0-1 0 0,0 0 1 0 0,1 0-1 0 0,-1 0 1 0 0,0 0-1 0 0,-2 0 1 0 0,4-1-16 0 0,-1 1 1 0 0,1 0 0 0 0,0-1-1 0 0,-1 1 1 0 0,1 0 0 0 0,-1-1-1 0 0,1 1 1 0 0,0-1 0 0 0,-1 1-1 0 0,1-1 1 0 0,0 1 0 0 0,0-1 0 0 0,-1 1-1 0 0,1-1 1 0 0,0 1 0 0 0,0-1-1 0 0,0 1 1 0 0,0-1 0 0 0,0 1-1 0 0,0-1 1 0 0,0 0 0 0 0,0 1-1 0 0,0-1 1 0 0,0 1 0 0 0,0-1 0 0 0,0 0-1 0 0,0 0-9 0 0,0 1 0 0 0,0-1 0 0 0,0 1-1 0 0,0-1 1 0 0,0 1 0 0 0,0-1 0 0 0,0 0 0 0 0,0 1 0 0 0,0-1-1 0 0,0 1 1 0 0,0-1 0 0 0,0 1 0 0 0,0-1 0 0 0,-1 1-1 0 0,1-1 1 0 0,0 1 0 0 0,0-1 0 0 0,-1 1 0 0 0,1-1 0 0 0,0 1-1 0 0,-1-1 1 0 0,1 1 0 0 0,0 0 0 0 0,-1-1 0 0 0,1 1-1 0 0,-1-1 1 0 0,0-5 98 0 0,0-19-28 0 0,1 19-42 0 0,0 0-446 0 0,1-19 267 0 0,0 18 25 0 0,0 1 191 0 0,15-80 287 0 0,-16 81-129 0 0,2-1-21 0 0,6-16-280 0 0,-7 16 207 0 0,1 1 159 0 0,3-16-345 0 0,-3 16-168 0 0,-1 1 89 0 0,6-13 135 0 0,-5 13 278 0 0,1-1-432 0 0,38-67 498 0 0,-39 68-382 0 0,1 1-64 0 0,28-32 633 0 0,-27 31-406 0 0,-2 4-115 0 0,-1 0-1 0 0,1-1 1 0 0,-1 0 0 0 0,1 1 0 0 0,-1-1 0 0 0,1 0 0 0 0,-1 0-1 0 0,0 0 1 0 0,1 0 0 0 0,-1 0 0 0 0,0 0 0 0 0,2-2 0 0 0,-1 1 0 0 0,2 0-6 0 0,1-1-140 0 0,14-6-186 0 0,-14 6-35 0 0,-1 2-567 0 0,14-7 795 0 0,-13 6 26 0 0,-5 3-140 0 0,1-1 243 0 0,-1 0 0 0 0,1 1 1 0 0,0-1-1 0 0,-1 0 1 0 0,1 0-1 0 0,0 1 0 0 0,0-1 1 0 0,-1 0-1 0 0,1 0 0 0 0,0 0 1 0 0,-1 0-1 0 0,1 0 0 0 0,0 0 1 0 0,0 0-1 0 0,-1 0 0 0 0,1 0 1 0 0,0-1-1 0 0,0 1 0 0 0,0 0 39 0 0,0-1-1 0 0,0 1 1 0 0,0 0-1 0 0,-1 0 0 0 0,1 0 1 0 0,0 0-1 0 0,0 0 1 0 0,0 0-1 0 0,0 0 1 0 0,0 0-1 0 0,0 0 0 0 0,0 1 1 0 0,-1-1-1 0 0,1 0 1 0 0,0 0-1 0 0,0 1 1 0 0,0-1-1 0 0,-1 1 0 0 0,1-1 1 0 0,0 1-1 0 0,0-1 1 0 0,1 2-1 0 0,33 24-405 0 0,-32-24 232 0 0,1 2-27 0 0,6 10 233 0 0,-1 0 0 0 0,15 29 0 0 0,-22-39 69 0 0,-1 3-106 0 0,2 18 120 0 0,-2-19 68 0 0,0-1-23 0 0,2 17-221 0 0,-2-17-55 0 0,-1 2-80 0 0,0 22 189 0 0,0-22 231 0 0,1-2-166 0 0,4 16 3 0 0,-4-15 112 0 0,-1 0-369 0 0,0 21 201 0 0,0-20-168 0 0,1-2-3286 0 0,1 19 845 0 0,-1-18 353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49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339 103 332 0 0,'0'0'15263'0'0,"1"-5"-15375"0"0,1-17-74 0 0,-2 16 388 0 0,-1 1-156 0 0,-3-14-328 0 0,2 14 347 0 0,0 0-379 0 0,0 2 334 0 0,0 0 1 0 0,0 0-1 0 0,0 1 0 0 0,-1-1 1 0 0,1 0-1 0 0,-1 1 0 0 0,0 0 0 0 0,0-1 1 0 0,1 1-1 0 0,-6-2 0 0 0,3 2 73 0 0,0 1-270 0 0,-17-1 16 0 0,16 2 364 0 0,1 1-359 0 0,-16 5-99 0 0,16-4 109 0 0,1 1 60 0 0,-11 11 153 0 0,0 1 1 0 0,2 0-1 0 0,-1 1 1 0 0,2 0-1 0 0,0 1 1 0 0,1 0-1 0 0,-14 31 0 0 0,14-26-60 0 0,-21 48-162 0 0,19-35 248 0 0,-8 23-220 0 0,8-7 138 0 0,8-37-20 0 0,1-1 1 0 0,1 0-1 0 0,0 1 1 0 0,1 0-1 0 0,0-1 1 0 0,1 1-1 0 0,1 0 1 0 0,2 27-1 0 0,11 18 344 0 0,-11-53-406 0 0,0-1 0 0 0,0 0 0 0 0,1 0-1 0 0,0-1 1 0 0,0 1 0 0 0,0-1 0 0 0,0 1 0 0 0,0-1 0 0 0,8 7-1 0 0,-7-7-43 0 0,1 1-153 0 0,0 0 0 0 0,1 0-1 0 0,-1-1 1 0 0,1 1 0 0 0,0-1 0 0 0,0-1 0 0 0,1 1 0 0 0,-1-1 0 0 0,8 2 0 0 0,-8-2 37 0 0,-3-1-13 0 0,1 0-1 0 0,0 0 1 0 0,-1 0 0 0 0,1-1-1 0 0,0 0 1 0 0,0 0 0 0 0,5 1-1 0 0,-1 0-274 0 0,-5-1 239 0 0,0 0-1 0 0,-1 0 0 0 0,1 0 1 0 0,0-1-1 0 0,0 1 0 0 0,-1-1 1 0 0,1 1-1 0 0,0-1 1 0 0,0 0-1 0 0,0 0 0 0 0,-1-1 1 0 0,6 0-1 0 0,0 0-287 0 0,0 1-753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50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196 162 876 0 0,'0'-6'1795'0'0,"0"-20"-507"0"0,0 19 1316 0 0,-3 4-2104 0 0,2 1-435 0 0,0 0 0 0 0,0 0 0 0 0,0 1 0 0 0,-1-1 0 0 0,1 1 0 0 0,0-1 0 0 0,-1 1 0 0 0,1-1 0 0 0,-3-1 1280 0 0,-1 2-1014 0 0,-16-3-31 0 0,15 2 232 0 0,1 4-177 0 0,-3 1-51 0 0,0 1-1 0 0,0 0 1 0 0,0 0-1 0 0,1 1 1 0 0,0-1-1 0 0,0 2 1 0 0,0-1 0 0 0,-12 13-1 0 0,-10 21 237 0 0,26-35-575 0 0,0 2-30 0 0,-9 17 39 0 0,9-17 182 0 0,1 0 85 0 0,-1-2-204 0 0,2-2-32 0 0,1-1 0 0 0,-1 1 1 0 0,0-1-1 0 0,0 1 1 0 0,1-1-1 0 0,-1 1 0 0 0,1 0 1 0 0,0-1-1 0 0,-1 1 0 0 0,1 0 1 0 0,0-1-1 0 0,0 1 0 0 0,0 0 1 0 0,0 0-1 0 0,0-1 1 0 0,1 3-1 0 0,0 4 119 0 0,1 0 1 0 0,0 0-1 0 0,0 0 1 0 0,7 14-1 0 0,-6-17-65 0 0,0-3 56 0 0,13 8-17 0 0,-12-7-137 0 0,1-2-247 0 0,57 6 156 0 0,-55-7 14 0 0,-2-3 9 0 0,12-8 174 0 0,-12 9 92 0 0,-5 1-159 0 0,0 1 1 0 0,0-1-1 0 0,0 1 1 0 0,0-1-1 0 0,0 1 1 0 0,0 0-1 0 0,0-1 1 0 0,0 1-1 0 0,0-1 1 0 0,0 1-1 0 0,1 0 1 0 0,-1-1-1 0 0,0 1 1 0 0,0-1-1 0 0,0 1 1 0 0,1 0-1 0 0,-1-1 1 0 0,0 1-1 0 0,0 0 1 0 0,1-1-1 0 0,-1 1 1 0 0,0 0-1 0 0,1 0 1 0 0,-1-1-1 0 0,0 1 1 0 0,1-1-1 0 0,0 1 54 0 0,0-1-1 0 0,0 0 0 0 0,0 1 1 0 0,0-1-1 0 0,0 0 1 0 0,0 0-1 0 0,-1 0 0 0 0,1 0 1 0 0,0 0-1 0 0,-1 0 0 0 0,1 0 1 0 0,0 0-1 0 0,-1 0 1 0 0,0 0-1 0 0,1 0 0 0 0,0-1 1 0 0,2-9-166 0 0,0-1 0 0 0,0 1 0 0 0,2-20 0 0 0,1-36-241 0 0,-5 61 170 0 0,-1 0-131 0 0,3-19 316 0 0,-3 19 534 0 0,2 1-363 0 0,5-16 6 0 0,-5 15-267 0 0,0 2-367 0 0,9-18 830 0 0,-11 20-400 0 0,1 1 0 0 0,0 0 0 0 0,-1 0 0 0 0,1 0 0 0 0,0 0 0 0 0,0 0 0 0 0,-1 0 0 0 0,1 0 0 0 0,0 0 0 0 0,0 0 0 0 0,0 0 0 0 0,0 1 0 0 0,1-1 0 0 0,-1 0 0 0 0,0 1 0 0 0,0-1-1 0 0,0 0 1 0 0,2 1 0 0 0,3 1-522 0 0,19 3 508 0 0,-19-3 121 0 0,12 10 196 0 0,-15-8-56 0 0,1 0-100 0 0,8 9-170 0 0,-9-9-62 0 0,1 0-20 0 0,9 9 20 0 0,-10-9 65 0 0,0 1 36 0 0,9 10 37 0 0,-9-11 5 0 0,1 2 22 0 0,36 30 403 0 0,-37-32-328 0 0,2 1-46 0 0,11 13-27 0 0,-11-13 0 0 0,-1 0 10 0 0,12 12 110 0 0,-11-12 37 0 0,-1 0-58 0 0,15 10 37 0 0,-14-10 55 0 0,-1-2-28 0 0,4 0-89 0 0,-1 0 0 0 0,1-1 0 0 0,-1 1 0 0 0,1-2 0 0 0,9 1 0 0 0,-11-1-1 0 0,-1-2-144 0 0,14-5 86 0 0,-14 5 146 0 0,-1-2-2 0 0,3-3-171 0 0,0-1 0 0 0,-1 0 1 0 0,0 0-1 0 0,0-1 0 0 0,-1 1 0 0 0,0-1 0 0 0,3-10 0 0 0,7-17-795 0 0,35-63-1 0 0,-47 95-486 0 0,0-1-662 0 0,-2 4 1095 0 0,9-11-500 0 0,-7 3-3199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51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16 540 0 0,'0'0'8828'0'0,"-3"-3"-8264"0"0,-11-7-63 0 0,10 7 1140 0 0,0 8-1166 0 0,-8 12-121 0 0,0 1 0 0 0,2 1 0 0 0,0 0-1 0 0,0 0 1 0 0,2 1 0 0 0,1 0 0 0 0,0 0 0 0 0,-5 29-1 0 0,1 11 236 0 0,-8 106 1 0 0,19-140-380 0 0,0 1 0 0 0,2 0 0 0 0,0 0 0 0 0,2-1 0 0 0,1 0 0 0 0,2 1 0 0 0,0-2 0 0 0,2 1 0 0 0,0-1 0 0 0,2-1 0 0 0,1 1 0 0 0,0-2 0 0 0,29 39 0 0 0,15-1-354 0 0,-12-15-2636 0 0,-42-43 1430 0 0,-2-3 1267 0 0,1 1 0 0 0,-1-1 0 0 0,0 1 0 0 0,0-1 0 0 0,0 1 0 0 0,0-1 0 0 0,1 1 0 0 0,-1-1 0 0 0,0 1 0 0 0,0-1 0 0 0,1 1 0 0 0,-1-1 0 0 0,0 0 0 0 0,1 1 0 0 0,-1-1 0 0 0,1 0 0 0 0,-1 1 0 0 0,0-1 0 0 0,1 0 0 0 0,-1 1 0 0 0,1-1 0 0 0,-1 0 0 0 0,1 0 0 0 0,-1 1 0 0 0,1-1 0 0 0,6 5-1821 0 0,-5 0-3609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52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1 121 1628 0 0,'0'0'4687'0'0,"1"-6"-3583"0"0,0-1-200 0 0,2 0-1 0 0,-1 0 1 0 0,1 0-1 0 0,6-13 0 0 0,-7 16-330 0 0,2 1-51 0 0,10-10-83 0 0,-11 9-145 0 0,1 2-168 0 0,12-9-3 0 0,-13 8 53 0 0,2 2-71 0 0,12-6-190 0 0,-12 5-117 0 0,1 2 19 0 0,-2-1 211 0 0,-2 0-8 0 0,-1 0 0 0 0,1 1 0 0 0,-1 0 0 0 0,1-1 0 0 0,-1 1 1 0 0,1 0-1 0 0,0 0 0 0 0,-1 0 0 0 0,1 0 0 0 0,-1 0 0 0 0,1 0 1 0 0,0 0-1 0 0,-1 0 0 0 0,1 1 0 0 0,-1-1 0 0 0,1 1 0 0 0,2 0 1 0 0,0 2 31 0 0,1-1 0 0 0,-1 0 1 0 0,0 1-1 0 0,0 0 1 0 0,0 0-1 0 0,-1 0 0 0 0,1 1 1 0 0,-1-1-1 0 0,0 1 1 0 0,1 0-1 0 0,-2 0 0 0 0,1 0 1 0 0,0 0-1 0 0,2 6 1 0 0,-3-6-107 0 0,-1 3-19 0 0,1 88 366 0 0,-2-89-405 0 0,-1 0 7 0 0,-6 20 109 0 0,6-19 187 0 0,0-2 3 0 0,-4 15-50 0 0,4-14 107 0 0,4-10-1186 0 0,16-22 689 0 0,0 0-1 0 0,19-41 0 0 0,-15 27 421 0 0,-9 13 406 0 0,-11 22-404 0 0,-1 0-51 0 0,19-44 84 0 0,-19 45 461 0 0,-4 4-638 0 0,1 0 1 0 0,0 1-1 0 0,-1-1 1 0 0,1 1-1 0 0,0 0 1 0 0,-1-1-1 0 0,1 1 1 0 0,0 0 0 0 0,0 0-1 0 0,0 0 1 0 0,0 0-1 0 0,-2 2 1 0 0,2-2 17 0 0,-5 7 68 0 0,-14 49-42 0 0,12-34 47 0 0,4 7 196 0 0,3-22-396 0 0,0 3 213 0 0,1 1 1 0 0,0 0-1 0 0,1 0 0 0 0,3 19 1 0 0,-3-25-430 0 0,1-1 0 0 0,0 0 0 0 0,0 1-1 0 0,0-1 1 0 0,1 0 0 0 0,0 0 0 0 0,0 0 0 0 0,0 0 0 0 0,0-1 0 0 0,1 1 0 0 0,0-1 0 0 0,0 0 0 0 0,0 0 0 0 0,5 3 0 0 0,-1-1-733 0 0,3 3-418 0 0,7 6-2603 0 0,13 11 681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52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32 332 0 0,'0'0'9013'0'0,"3"-3"-7684"0"0,0 1-984 0 0,0-1 88 0 0,0 0-1 0 0,0 0 1 0 0,1 0-1 0 0,-1 0 1 0 0,1 1-1 0 0,0-1 1 0 0,0 1-1 0 0,6-3 1 0 0,21 10 148 0 0,-24-4-308 0 0,-3 3 12 0 0,1 2-130 0 0,0 0-1 0 0,0 1 1 0 0,-1-1-1 0 0,6 12 1 0 0,-8-14-52 0 0,-2 5-68 0 0,0-3-19 0 0,1 1-110 0 0,0 1 0 0 0,-1-1-1 0 0,0 1 1 0 0,-1-1-1 0 0,0 1 1 0 0,0-1 0 0 0,0 0-1 0 0,-5 13 1 0 0,-15 35-2686 0 0,20-50 1021 0 0,-2 0-1266 0 0,-6 17 388 0 0,7-16 137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53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58 196 0 0,'0'0'2614'0'0,"2"-5"-67"0"0,0 0-1813 0 0,5-16 4609 0 0,-5 16-4839 0 0,5-12-156 0 0,-5 13 1167 0 0,1 8-1276 0 0,9 13 29 0 0,-10-12 17 0 0,0-1-55 0 0,23 39 620 0 0,-22-39-646 0 0,2 0-151 0 0,2 0-47 0 0,1 0 0 0 0,0 0 0 0 0,16 5 0 0 0,-19-8 194 0 0,0-2-22 0 0,47-18 222 0 0,-47 16-378 0 0,-1 0-94 0 0,14-12 80 0 0,-13 12-53 0 0,-2-1-100 0 0,35-28-436 0 0,-33 28 572 0 0,-5 4 7 0 0,0 0 0 0 0,1 0 0 0 0,-1 0 0 0 0,0 0 0 0 0,1 0-1 0 0,-1 0 1 0 0,0 0 0 0 0,1 0 0 0 0,-1 0 0 0 0,0 0 0 0 0,1 0 0 0 0,-1 0 0 0 0,0 0 0 0 0,1-1 0 0 0,-1 1-1 0 0,0 0 1 0 0,0 0 0 0 0,1 0 0 0 0,-1-1 0 0 0,0 1 0 0 0,1 0 0 0 0,-1 0 0 0 0,0-1 0 0 0,0 1-1 0 0,0 0 1 0 0,1 0 0 0 0,-1-1 0 0 0,0 1 0 0 0,0 0 0 0 0,0-1 0 0 0,1 0 13 0 0,-1 0 0 0 0,0 1 0 0 0,1-1 1 0 0,-1 1-1 0 0,1-1 0 0 0,-1 0 0 0 0,1 1 0 0 0,-1-1 1 0 0,1 1-1 0 0,-1-1 0 0 0,1 1 0 0 0,-1 0 0 0 0,1-1 1 0 0,0 1-1 0 0,-1-1 0 0 0,1 1 0 0 0,0 0 0 0 0,-1 0 1 0 0,1-1-1 0 0,0 1 0 0 0,0 0 0 0 0,-1 0 0 0 0,1 0 1 0 0,1 0-1 0 0,24-4-49 0 0,-23 8 85 0 0,11 11 21 0 0,-10-11 43 0 0,0 0 18 0 0,34 50 352 0 0,-24-31-177 0 0,1 2 245 0 0,22 46 1 0 0,-34-63-407 0 0,0 0 1 0 0,0 1 0 0 0,-1-1 0 0 0,0 1-1 0 0,-1 0 1 0 0,0 0 0 0 0,0 0-1 0 0,-1 12 1 0 0,1-11-63 0 0,-3 29 270 0 0,-1-23-237 0 0,1 0 0 0 0,-2 0 0 0 0,0 0 0 0 0,-1-1 1 0 0,-1 0-1 0 0,-10 19 0 0 0,14-30-86 0 0,-1 4-158 0 0,-2 0 1 0 0,1 0 0 0 0,-1 0 0 0 0,0 0 0 0 0,-1-1-1 0 0,0 0 1 0 0,0 0 0 0 0,0 0 0 0 0,-1-1 0 0 0,0 0-1 0 0,-11 7 1 0 0,15-10-1175 0 0,-10-3-5964 0 0,1-1 5722 0 0,4 1 234 0 0,2 0-3157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53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0 2612 0 0,'0'0'8981'0'0,"3"4"-8084"0"0,75 91 2236 0 0,-57-73-2727 0 0,0 2 1 0 0,-2 1-1 0 0,0 0 1 0 0,-2 1-1 0 0,27 56 1 0 0,-31-50-271 0 0,-2 0-1 0 0,-1 1 1 0 0,-2 0 0 0 0,-1 1 0 0 0,-2-1 0 0 0,-1 1 0 0 0,-1 0 0 0 0,-2 1 0 0 0,-2-1 0 0 0,-1 0 0 0 0,-2 0 0 0 0,-1 0-1 0 0,-1-1 1 0 0,-2 1 0 0 0,-2-1 0 0 0,0-1 0 0 0,-3 0 0 0 0,-23 44 0 0 0,18-43-641 0 0,-2-1 0 0 0,-1-1 1 0 0,-2-1-1 0 0,-1-1 0 0 0,-1-1 0 0 0,-48 42 1 0 0,44-46-1808 0 0,-2-2 0 0 0,-1 0 1 0 0,-57 28-1 0 0,19-17-2124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55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1 401 1292 0 0,'0'0'9695'0'0,"2"-4"-9060"0"0,-1 2-504 0 0,1-1 1 0 0,-1 1 0 0 0,1-1-1 0 0,0 1 1 0 0,0 0 0 0 0,0 0-1 0 0,0 0 1 0 0,0 0-1 0 0,0 0 1 0 0,1 0 0 0 0,-1 0-1 0 0,0 1 1 0 0,5-2 0 0 0,-3 0 640 0 0,2 2-706 0 0,15-4 138 0 0,-16 4 184 0 0,1 0-208 0 0,18-3 64 0 0,-18 3-174 0 0,-2 0 66 0 0,60-16 273 0 0,1 2 0 0 0,124-11 0 0 0,-118 17-439 0 0,128-1 206 0 0,-146 9-103 0 0,465-39-38 0 0,-429 30 90 0 0,200-12 580 0 0,-150 13-495 0 0,-42 3-224 0 0,-41 4-181 0 0,60-11 0 0 0,-76 8 379 0 0,-4 4-294 0 0,18-3-83 0 0,201-9 483 0 0,-197 13-375 0 0,0-3-1 0 0,63-10 1 0 0,-55 4 217 0 0,75 0 0 0 0,-94 9-222 0 0,1 0 208 0 0,-2 0-79 0 0,0 1-125 0 0,-1-1 18 0 0,3-4 46 0 0,13-1 170 0 0,-11-1 83 0 0,77-18 0 0 0,-125 23-223 0 0,0 0 0 0 0,0 0 0 0 0,0 1 0 0 0,0-1 0 0 0,0 1 0 0 0,0-1 0 0 0,0 1 1 0 0,0 0-1 0 0,0 0 0 0 0,0 0 0 0 0,4 0 0 0 0,24-1-262 0 0,88-15 406 0 0,65-10 99 0 0,-76 10-349 0 0,-102 15 38 0 0,1 1-96 0 0,17 0 37 0 0,-17 0 30 0 0,0 0-95 0 0,53-8 78 0 0,-53 7 104 0 0,-1 1-2579 0 0,2 2 1971 0 0,3 0-59 0 0,1-2-6456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57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1 340 1252 0 0,'0'0'8162'0'0,"0"-6"-7694"0"0,0-50 2737 0 0,0 50-3174 0 0,3 2-95 0 0,6-11 164 0 0,-7 11 209 0 0,3 0-3 0 0,11-10-8 0 0,-11 10 206 0 0,-1 1-408 0 0,12-11-72 0 0,-12 11-2 0 0,0 1-73 0 0,13-8 7 0 0,-13 7-72 0 0,0 1-701 0 0,12-7 637 0 0,-12 7 100 0 0,2 2-48 0 0,18-1 74 0 0,-18 1-64 0 0,10 9 85 0 0,-14-9 57 0 0,0 1-1 0 0,0 0 0 0 0,0 0 1 0 0,0 0-1 0 0,0 0 0 0 0,0 0 0 0 0,-1 0 1 0 0,1 0-1 0 0,0 1 0 0 0,-1-1 0 0 0,1 1 1 0 0,0-1-1 0 0,-1 1 0 0 0,0 0 0 0 0,1 0 1 0 0,-1 0-1 0 0,1 1 0 0 0,7 15 171 0 0,-6-13 22 0 0,-2 0-54 0 0,5 16-15 0 0,-4-15-32 0 0,-1-1-76 0 0,1 10 25 0 0,-1 0 0 0 0,-1 23-1 0 0,-1-14-111 0 0,-3 2-194 0 0,2-20 207 0 0,1-1-38 0 0,-1 0 151 0 0,-5 11-191 0 0,5-12-40 0 0,0 1-77 0 0,-8 13 142 0 0,8-14 109 0 0,0 0 20 0 0,-6 13-81 0 0,6-13 100 0 0,-2-1 6 0 0,-13 10 574 0 0,14-17-344 0 0,-7-14 5 0 0,8 14-442 0 0,0-1-287 0 0,1-1 384 0 0,-1 0 1 0 0,1-1 0 0 0,0 1-1 0 0,1-1 1 0 0,-1-11 0 0 0,2 12-75 0 0,2-25-134 0 0,-3 25 321 0 0,2 1 178 0 0,14-36 743 0 0,-14 37-882 0 0,0-2-341 0 0,8-16-24 0 0,-7 16 147 0 0,0 0 49 0 0,67-108-192 0 0,-67 110 54 0 0,-2 4 197 0 0,0-1 0 0 0,0 0-1 0 0,0 0 1 0 0,0 0 0 0 0,0 0 0 0 0,0 0 0 0 0,0 0 0 0 0,0-1-1 0 0,0 1 1 0 0,-1 0 0 0 0,1 0 0 0 0,1-3 0 0 0,-1 1 31 0 0,2-1 159 0 0,-3 4-184 0 0,0-1 1 0 0,0 1 0 0 0,0-1-1 0 0,1 1 1 0 0,-1-1 0 0 0,0 1 0 0 0,0-1-1 0 0,0 1 1 0 0,1-1 0 0 0,-1 1-1 0 0,0-1 1 0 0,0 1 0 0 0,1-1 0 0 0,-1 1-1 0 0,0 0 1 0 0,1-1 0 0 0,-1 1-1 0 0,1 0 1 0 0,-1-1 0 0 0,0 1 0 0 0,2-1-1 0 0,10-11 1037 0 0,14-27-889 0 0,-23 35-396 0 0,12-9-172 0 0,-12 10 280 0 0,1 0 342 0 0,40-27 734 0 0,-39 27-549 0 0,0 0-155 0 0,15-7-211 0 0,-15 8-256 0 0,-4 2 206 0 0,0 0 1 0 0,0 0 0 0 0,0 1 0 0 0,-1-1-1 0 0,1 0 1 0 0,0 0 0 0 0,0 0 0 0 0,0 0 0 0 0,0 0-1 0 0,-1 0 1 0 0,1 0 0 0 0,0-1 0 0 0,0 1-1 0 0,0 0 1 0 0,-1 0 0 0 0,1 0 0 0 0,0-1 0 0 0,0 1-1 0 0,1-1 1 0 0,12-3 211 0 0,18 5 189 0 0,-25 0-603 0 0,-2 1 33 0 0,4 2 155 0 0,0-1 0 0 0,0 2 0 0 0,-1-1 0 0 0,0 1-1 0 0,15 12 1 0 0,-19-13 108 0 0,0 1 0 0 0,0 0 0 0 0,0 0 0 0 0,0 0 0 0 0,-1 0 0 0 0,0 1 0 0 0,0-1 0 0 0,0 1 0 0 0,-1 0 0 0 0,1 0 0 0 0,-1 0 0 0 0,1 8 0 0 0,21 131 870 0 0,-18-117-609 0 0,-3-22-272 0 0,-2 0 79 0 0,0 0-75 0 0,3 20 117 0 0,-3-20-21 0 0,0 0 0 0 0,5 16-191 0 0,-5-17 164 0 0,1 0-7 0 0,8 12-462 0 0,-7-13-174 0 0,0-4-2777 0 0,-3 1 3086 0 0,1-1 1 0 0,0 0-1 0 0,0 0 0 0 0,-1 0 1 0 0,1 1-1 0 0,0-1 1 0 0,-1 0-1 0 0,1 1 1 0 0,0-1-1 0 0,-1 1 1 0 0,1-1-1 0 0,-1 1 1 0 0,1-1-1 0 0,-1 1 1 0 0,1 0-1 0 0,0-1-1 0 0,-1 1-1 0 0,1-1 1 0 0,-1 1-1 0 0,1-1 1 0 0,-1 1 0 0 0,1-1-1 0 0,-1 0 1 0 0,1 1-1 0 0,-1-1 1 0 0,1 0-1 0 0,-1 0 1 0 0,1 1 0 0 0,0-1-1 0 0,-1 0 1 0 0,1 0-1 0 0,-1 0 1 0 0,1 1-1 0 0,0-1 1 0 0,-1 0 0 0 0,1 0-1 0 0,0 0 1 0 0,-1 0-1 0 0,2-1 1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58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1 438 1332 0 0,'0'0'4431'0'0,"1"-5"-2710"0"0,2-19-264 0 0,-2 18 976 0 0,1 2-1350 0 0,7-12-439 0 0,-7 12 586 0 0,1 1-988 0 0,15-9 752 0 0,-13 15-1013 0 0,0-2 45 0 0,-3-1-10 0 0,-1 1-1 0 0,1-1 0 0 0,0 1 1 0 0,-1 0-1 0 0,1-1 1 0 0,-1 1-1 0 0,1 0 0 0 0,-1 0 1 0 0,1 0-1 0 0,-1 0 1 0 0,0 0-1 0 0,0 0 0 0 0,1 0 1 0 0,-1 0-1 0 0,0 1 1 0 0,0-1-1 0 0,1 2 0 0 0,106 161 750 0 0,-10-14 527 0 0,-61-95 292 0 0,-35-51-1005 0 0,25 20 723 0 0,-21-24-1096 0 0,18-1 36 0 0,-18 0 5 0 0,-1-1-24 0 0,-1 0-188 0 0,-1 0-18 0 0,0 1 1 0 0,1-1-1 0 0,-1 0 1 0 0,0 0-1 0 0,0 0 0 0 0,-1-1 1 0 0,1 1-1 0 0,0 0 1 0 0,-1-1-1 0 0,0 0 1 0 0,1 0-1 0 0,-1 0 0 0 0,0 0 1 0 0,0 0-1 0 0,2-6 1 0 0,123-296 216 0 0,-74 171-276 0 0,27-36-692 0 0,-20 71-3517 0 0,-44 81 1165 0 0,-12 15 2221 0 0,-1 0-2720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49:59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212 231 1388 0 0,'0'0'2407'0'0,"-1"-7"-1490"0"0,0-2-78 0 0,-1 0 0 0 0,-1 0 0 0 0,-5-13 1 0 0,6 18 533 0 0,0 0-1074 0 0,1 1 1 0 0,-1-1-1 0 0,1 1 1 0 0,-1-1 0 0 0,0 1-1 0 0,-1 0 1 0 0,1 0 0 0 0,0 0-1 0 0,-1 0 1 0 0,-5-5 0 0 0,7 7-475 0 0,-2-2 1031 0 0,-1 0-744 0 0,1 1-23 0 0,0 0-1 0 0,-1 0 0 0 0,1 0 0 0 0,-1 1 1 0 0,0-1-1 0 0,1 1 0 0 0,-1 0 1 0 0,0 0-1 0 0,0 0 0 0 0,0 1 0 0 0,-5-1 1 0 0,3 1 326 0 0,2 2 107 0 0,-11 7-401 0 0,11-7-207 0 0,0 3 12 0 0,-6 10 167 0 0,0 0 0 0 0,0 1 0 0 0,1 0 0 0 0,1 0 0 0 0,1 1-1 0 0,1 0 1 0 0,-6 21 0 0 0,10-31 50 0 0,1 0 0 0 0,0 1 0 0 0,1-1 0 0 0,-1 0 0 0 0,2 1 0 0 0,0 11 0 0 0,1 3 19 0 0,-2-19-106 0 0,1 1 0 0 0,0-1 1 0 0,0 0-1 0 0,1 1 0 0 0,-1-1 0 0 0,0 0 1 0 0,1 0-1 0 0,0 0 0 0 0,0 0 1 0 0,0 0-1 0 0,0-1 0 0 0,4 5 0 0 0,-3-4-20 0 0,3-1 34 0 0,17 4 136 0 0,-17-4-206 0 0,1-3-74 0 0,0 0 64 0 0,0-1 0 0 0,0 0 0 0 0,0 1-1 0 0,-1-2 1 0 0,1 1 0 0 0,-1-1 0 0 0,1 0 0 0 0,-1-1-1 0 0,0 1 1 0 0,0-1 0 0 0,10-9 0 0 0,-1-5-37 0 0,0-1 0 0 0,-2 0 1 0 0,0-1-1 0 0,15-31 0 0 0,-26 47-54 0 0,1-2 22 0 0,-1 4 65 0 0,1-3 0 0 0,1 0-1 0 0,-1 0 1 0 0,0-1 0 0 0,0 1-1 0 0,0-1 1 0 0,-1 0 0 0 0,2-7 0 0 0,3 32 185 0 0,-5-16-151 0 0,0 2-36 0 0,-1 1 127 0 0,1 7-39 0 0,0-1 0 0 0,1 1 0 0 0,0-1 0 0 0,1 1 1 0 0,0-1-1 0 0,1 0 0 0 0,1-1 0 0 0,0 1 0 0 0,0-1 0 0 0,1 0 1 0 0,12 13-1 0 0,-16-21-43 0 0,2 0 87 0 0,16 7-129 0 0,-16-8 24 0 0,2-1-51 0 0,21 2-8 0 0,-21-2 61 0 0,-7-2-6 0 0,1 1 1 0 0,0 0 0 0 0,0-1 0 0 0,-1 1-1 0 0,1 0 1 0 0,0-1 0 0 0,0 1 0 0 0,0 0-1 0 0,0 0 1 0 0,-1 0 0 0 0,1-1-1 0 0,0 1 1 0 0,0 0 0 0 0,0 0 0 0 0,0 0-1 0 0,0 1 1 0 0,-1-1 0 0 0,3 0 0 0 0,-2 1-16 0 0,1-1 1 0 0,-1 0-1 0 0,1 0 1 0 0,-1 0-1 0 0,1 0 1 0 0,-1 0 0 0 0,0 0-1 0 0,1 0 1 0 0,-1 0-1 0 0,1-1 1 0 0,-1 1-1 0 0,1 0 1 0 0,-1-1 0 0 0,1 1-1 0 0,0-2 1 0 0,6-1 9 0 0,0 0 0 0 0,-1 0 1 0 0,1-1-1 0 0,-1 0 0 0 0,0 0 0 0 0,0-1 1 0 0,-1 0-1 0 0,1 0 0 0 0,-1-1 1 0 0,0 0-1 0 0,0 0 0 0 0,-1 0 0 0 0,7-10 1 0 0,27-54-237 0 0,-7-19-553 0 0,-30 83 882 0 0,-1 0-6 0 0,4-19-111 0 0,-4 19-83 0 0,-2 1-145 0 0,-1 1 224 0 0,1 0 0 0 0,0 0 0 0 0,-1 0 0 0 0,0 1 0 0 0,1-1 0 0 0,-1 1 0 0 0,-1-1 0 0 0,1 1 0 0 0,-5-5 0 0 0,4 5 18 0 0,-2 2 225 0 0,-39-18-264 0 0,40 17 381 0 0,62-21-453 0 0,-52 22 214 0 0,-1-1-143 0 0,15-2 12 0 0,-15 2-19 0 0,0 1 110 0 0,18-3-66 0 0,-17 2 109 0 0,-1 2 31 0 0,18-1-131 0 0,-18 0 114 0 0,1 1-70 0 0,53 1 77 0 0,-53-1-120 0 0,0 2-248 0 0,46 22 66 0 0,-47-21 221 0 0,4 17 132 0 0,-7-16-115 0 0,0 2-99 0 0,13 48-9 0 0,-13-49-17 0 0,-2 2 178 0 0,4 20 3 0 0,-4-20 32 0 0,1 1-13 0 0,0 25-69 0 0,0-24-102 0 0,0-3 14 0 0,3 20-148 0 0,-3-20 33 0 0,0-1 156 0 0,3 16-34 0 0,-3-16 67 0 0,1-1 116 0 0,5 14 59 0 0,-5-14 6 0 0,-2-4-220 0 0,1 1-1 0 0,-1-1 0 0 0,1 0 0 0 0,-1 0 0 0 0,1 1 0 0 0,-1-1 0 0 0,1 0 0 0 0,-1 0 0 0 0,1 1 0 0 0,-1-1 1 0 0,1 1-1 0 0,-1-1 0 0 0,0 0 0 0 0,1 1 0 0 0,-1-1 0 0 0,0 1 0 0 0,1-1 0 0 0,-1 1 0 0 0,0-1 1 0 0,0 1-1 0 0,1-1 0 0 0,-1 1 0 0 0,0-1 0 0 0,0 2 0 0 0,0-2-4 0 0,1 1-1 0 0,-1-1 0 0 0,0 1 1 0 0,0-1-1 0 0,0 1 1 0 0,0-1-1 0 0,1 0 1 0 0,-1 1-1 0 0,0-1 1 0 0,0 1-1 0 0,1-1 1 0 0,-1 0-1 0 0,0 1 1 0 0,1-1-1 0 0,-1 1 1 0 0,0-1-1 0 0,1 0 0 0 0,-1 0 1 0 0,1 1-1 0 0,-1-1 1 0 0,0 0-1 0 0,1 0 1 0 0,-1 1-1 0 0,1-1 1 0 0,-1 0-1 0 0,1 0 1 0 0,0 0-1 0 0,0 0 1 0 0,0 0 1 0 0,0 0-1 0 0,0 0 1 0 0,0 0-1 0 0,-1 0 0 0 0,1 1 1 0 0,0-1-1 0 0,0 0 1 0 0,0 0-1 0 0,0 1 0 0 0,0-1 1 0 0,-1 0-1 0 0,1 1 0 0 0,0-1 1 0 0,0 1-1 0 0,0-1 1 0 0,-1 1-1 0 0,1-1 0 0 0,1 2 1 0 0,12 6 93 0 0,48 4 183 0 0,-57-11-331 0 0,1 0-60 0 0,18 4 153 0 0,-18-4-28 0 0,-1 1-54 0 0,18 3 82 0 0,-18-4-114 0 0,0 0-976 0 0,14 3 306 0 0,-14-3-270 0 0,16 15-12140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50:03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10 832 0 0,'0'0'16355'0'0,"-4"-1"-16846"0"0,-13-6 394 0 0,13 5 604 0 0,1 5-821 0 0,-28 31 264 0 0,28-30 123 0 0,-1 10 57 0 0,-4 5 31 0 0,-7 38 171 0 0,10-31-226 0 0,0-1 0 0 0,2 0 1 0 0,1 1-1 0 0,1-1 0 0 0,1 1 0 0 0,1 0 0 0 0,9 45 0 0 0,-6-47-16 0 0,1 1-1 0 0,1-1 1 0 0,1 0 0 0 0,1-1 0 0 0,1 0-1 0 0,1 0 1 0 0,2-1 0 0 0,0 0-1 0 0,1-1 1 0 0,1 0 0 0 0,1-1 0 0 0,0-1-1 0 0,2 0 1 0 0,0-1 0 0 0,1-1-1 0 0,1-1 1 0 0,1 0 0 0 0,0-2-1 0 0,35 20 1 0 0,84 38 82 0 0,-135-70-184 0 0,-2-2 16 0 0,-1 1 0 0 0,0-1 0 0 0,1 0 0 0 0,-1 1 1 0 0,0-1-1 0 0,1 1 0 0 0,-1-1 0 0 0,0 1 0 0 0,0 0 1 0 0,1-1-1 0 0,-1 1 0 0 0,1 1 0 0 0,1 0-6 0 0,1 0-60 0 0,-3-1 57 0 0,-1-1 0 0 0,0 1 0 0 0,0-1 0 0 0,1 1 0 0 0,-1-1 0 0 0,0 1 0 0 0,1-1-1 0 0,-1 0 1 0 0,0 1 0 0 0,1-1 0 0 0,-1 0 0 0 0,1 1 0 0 0,-1-1 0 0 0,1 0 0 0 0,-1 1 0 0 0,1-1 0 0 0,-1 0 0 0 0,1 0-1 0 0,-1 0 1 0 0,1 0 0 0 0,-1 1 0 0 0,1-1 0 0 0,-1 0 0 0 0,1 0 0 0 0,-1 0 0 0 0,2 0 0 0 0,-2 0-1 0 0,1 0 0 0 0,-1 0 0 0 0,1 0 0 0 0,-1 0 0 0 0,1 0 0 0 0,-1 0 0 0 0,1 0 0 0 0,-1 0 0 0 0,1 1 0 0 0,-1-1 0 0 0,1 0 0 0 0,-1 0 0 0 0,1 1 0 0 0,-1-1 0 0 0,1 0 1 0 0,-1 0-1 0 0,0 1 0 0 0,1-1 0 0 0,-1 0 0 0 0,1 1 0 0 0,-1-1 0 0 0,0 1 0 0 0,1-1 0 0 0,-1 1 0 0 0,0-1 0 0 0,1 1 0 0 0,0 1-26 0 0,-1-1 0 0 0,1 0 0 0 0,0 0 0 0 0,0 1-1 0 0,1-1 1 0 0,-1 0 0 0 0,0 0 0 0 0,0 0 0 0 0,0 0 0 0 0,1 0-1 0 0,-1-1 1 0 0,3 2 0 0 0,-3-1-43 0 0,2 2-341 0 0,1 0-944 0 0,10 8 825 0 0,-11-8-247 0 0,14 11-9313 0 0,-14-11 7271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50:04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0 231 644 0 0,'1'-5'1992'0'0,"0"-2"-1260"0"0,0 1 1 0 0,1 0-1 0 0,0 0 1 0 0,0 0-1 0 0,1 0 1 0 0,4-8-1 0 0,-4 9-308 0 0,0 2-14 0 0,26-29 823 0 0,-26 29-935 0 0,13-11 502 0 0,-13 11-463 0 0,2-1-18 0 0,13-9-37 0 0,-14 10 153 0 0,0 0-156 0 0,10-6-263 0 0,-11 7 445 0 0,2 0-199 0 0,5-2 3 0 0,-1 2 0 0 0,0-1 1 0 0,20-2-1 0 0,-23 5 537 0 0,-2 2-874 0 0,3 5 156 0 0,0 0 0 0 0,0 0-1 0 0,-1 1 1 0 0,0 0 0 0 0,6 9 0 0 0,-10-12-145 0 0,0 1 60 0 0,5 18 227 0 0,-6-18-131 0 0,0 0-251 0 0,1 60 281 0 0,-3-57-73 0 0,0 1 0 0 0,-1 0-1 0 0,0-1 1 0 0,-5 15-1 0 0,6-20-177 0 0,-1 2-18 0 0,-16 44 625 0 0,16-46-476 0 0,-5 17 404 0 0,16-39-504 0 0,1 1 1 0 0,1 1-1 0 0,0 0 1 0 0,1 0-1 0 0,24-23 1 0 0,-15 16 59 0 0,23-33 0 0 0,-29 36 54 0 0,-12 17-104 0 0,-1-1 212 0 0,27-36-196 0 0,-26 36 290 0 0,-3 2-233 0 0,0 1-1 0 0,1 0 1 0 0,-1-1-1 0 0,1 1 1 0 0,-1 0 0 0 0,1 0-1 0 0,0-1 1 0 0,-1 1-1 0 0,1 0 1 0 0,0 0-1 0 0,0 0 1 0 0,2-2 0 0 0,-2 1 10 0 0,2-2 70 0 0,-2 2-198 0 0,0 1 160 0 0,0-1 1 0 0,1 0-1 0 0,-1 1 0 0 0,0-1 1 0 0,-1 0-1 0 0,1 0 1 0 0,0 0-1 0 0,0-3 1 0 0,1 1-18 0 0,-2 4-5 0 0,0-1 0 0 0,0 0 0 0 0,0 1 0 0 0,0-1-1 0 0,1 1 1 0 0,-1-1 0 0 0,0 0 0 0 0,0 1 0 0 0,0-1 0 0 0,0 1 0 0 0,1-1-1 0 0,-1 0 1 0 0,0 1 0 0 0,1-1 0 0 0,-1 1 0 0 0,0-1 0 0 0,1 1 0 0 0,-1-1-1 0 0,1 1 1 0 0,-1 0 0 0 0,1-1 0 0 0,0 0 32 0 0,0 1-1 0 0,-1-1 1 0 0,1 0 0 0 0,-1 1-1 0 0,1-1 1 0 0,-1 1-1 0 0,1-1 1 0 0,-1 0 0 0 0,0 1-1 0 0,1-1 1 0 0,-1 0-1 0 0,0 0 1 0 0,0 1 0 0 0,1-1-1 0 0,-1 0 1 0 0,0 0-1 0 0,0 1 1 0 0,0-1 0 0 0,0 0-1 0 0,0 0 1 0 0,0 1 0 0 0,0-1-1 0 0,0 0 1 0 0,0 0-1 0 0,0 1 1 0 0,0-1 0 0 0,-1-1-1 0 0,-3-20 26 0 0,3 17-199 0 0,-2 8-217 0 0,-12 8 227 0 0,12-8 13 0 0,0 2 56 0 0,-4 8 107 0 0,0 0-1 0 0,1 1 1 0 0,1 0 0 0 0,0 0-1 0 0,1 0 1 0 0,1 0 0 0 0,0 1-1 0 0,-1 23 1 0 0,3-30 106 0 0,1-1 0 0 0,1 1 0 0 0,0 0 0 0 0,0 0 0 0 0,3 14 0 0 0,-1-13 23 0 0,-2-4-29 0 0,1-1-1 0 0,-1 1 1 0 0,1 0-1 0 0,1-1 1 0 0,-1 1-1 0 0,1-1 1 0 0,-1 0-1 0 0,1 1 0 0 0,6 4 1 0 0,-6-5-72 0 0,-2-2-63 0 0,0-1 0 0 0,0 0 0 0 0,0 1 0 0 0,0-1 0 0 0,0 0 0 0 0,0 0 0 0 0,0 0 0 0 0,1 1 0 0 0,-1-1 0 0 0,0-1 0 0 0,1 1 0 0 0,-1 0 0 0 0,1 0 0 0 0,1 0 0 0 0,16 8 267 0 0,36 18-266 0 0,-25-16-646 0 0,0-4-224 0 0,27 14-1618 0 0,8 7-8064 0 0,-61-26 7766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50:05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1072 0 0,'0'0'4495'0'0,"2"-4"-2911"0"0,0 2-1043 0 0,4-7-278 0 0,-3 1 3482 0 0,4 8-2741 0 0,0-2-709 0 0,-4 1-187 0 0,0 0 0 0 0,-1 1 0 0 0,1 0 0 0 0,0-1 0 0 0,-1 1 1 0 0,1 0-1 0 0,0 0 0 0 0,0 0 0 0 0,-1 1 0 0 0,1-1 0 0 0,3 1 1 0 0,15 3 183 0 0,0 1 0 0 0,0 1 0 0 0,-1 1 0 0 0,0 1 0 0 0,0 0 0 0 0,-1 2 0 0 0,0 0 0 0 0,0 1 1 0 0,-2 1-1 0 0,1 1 0 0 0,-1 0 0 0 0,24 25 0 0 0,-22-18-131 0 0,-1 1 1 0 0,-1 1 0 0 0,0 0-1 0 0,-2 1 1 0 0,-1 1-1 0 0,0 0 1 0 0,-2 1-1 0 0,-1 1 1 0 0,13 43-1 0 0,-16-41-102 0 0,-2 0-1 0 0,-1 0 1 0 0,-1 0-1 0 0,-1 0 0 0 0,-2 0 1 0 0,0 1-1 0 0,-3-1 1 0 0,0 1-1 0 0,-1-1 1 0 0,-2 0-1 0 0,-1 0 1 0 0,-10 28-1 0 0,-1-8-342 0 0,-35 72-1 0 0,41-100-408 0 0,0 0-1 0 0,-1-1 0 0 0,-1-1 0 0 0,-1 0 1 0 0,-1-1-1 0 0,-20 19 0 0 0,-42 30-6780 0 0,38-45 3332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8T03:40:26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63 604 0 0,'0'0'1630'0'0,"-1"-6"-1340"0"0,-4-16-137 0 0,4 17 2396 0 0,0 0-2490 0 0,-5-14-62 0 0,5 14 35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8T03:40:28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4 775 268 0 0,'0'0'3253'0'0,"-1"-5"-2873"0"0,-2-23 6826 0 0,4 20-7401 0 0,1-20 207 0 0,-1 20-4 0 0,3 12-143 0 0,11 10 102 0 0,-11-10 105 0 0,0 0-103 0 0,14 18-85 0 0,-15-18 107 0 0,13 10 25 0 0,-12-11 5 0 0,0 2-22 0 0,12 12-61 0 0,-12-13-122 0 0,-1 0 258 0 0,7 11-59 0 0,-7-12-102 0 0,-2-1 88 0 0,1-1 1 0 0,-1 0 0 0 0,0 1-1 0 0,0-1 1 0 0,0 1 0 0 0,0-1 0 0 0,0 1-1 0 0,0 0 1 0 0,-1-1 0 0 0,2 3-1 0 0,0 0 23 0 0,0 0-82 0 0,24 35 33 0 0,-23-35 111 0 0,-1 0-69 0 0,7 11 61 0 0,-6-11 36 0 0,-1-1-72 0 0,23 33 44 0 0,-22-32 90 0 0,32 31 1953 0 0,-31-32-1828 0 0,18-18-336 0 0,-18 12-55 0 0,1 0 125 0 0,92-58 669 0 0,295-213-681 0 0,-301 207-424 0 0,153-103-446 0 0,-49 46 609 0 0,-155 99 147 0 0,-35 22 149 0 0,0 1-70 0 0,0-1 0 0 0,0 1 0 0 0,0-1 0 0 0,-1 0 0 0 0,1-1 0 0 0,-1 1 0 0 0,5-6 0 0 0,-5 6-52 0 0,0 1 27 0 0,12-9 16 0 0,-12 8 129 0 0,20-10-60 0 0,42-32-1 0 0,-14 9 8 0 0,-48 34 32 0 0,-2 1-212 0 0,-1 1 112 0 0,1-1 0 0 0,-1 1 0 0 0,0-1 0 0 0,1 0 0 0 0,-1 0 0 0 0,0 1 0 0 0,1-1 0 0 0,-1 0 0 0 0,0 0 0 0 0,0 0 1 0 0,2-2-1 0 0,-2 1-10 0 0,4 0-55 0 0,-2-1 195 0 0,58-39 180 0 0,-58 40-423 0 0,-3 1 56 0 0,1 1 72 0 0,-1-1 1 0 0,0 1 0 0 0,0-1-1 0 0,0 1 1 0 0,1 0 0 0 0,-1-1-1 0 0,0 1 1 0 0,0-1-1 0 0,1 1 1 0 0,-1-1 0 0 0,1 1-1 0 0,-1 0 1 0 0,0-1 0 0 0,1 1-1 0 0,-1 0 1 0 0,1 0 0 0 0,-1-1-1 0 0,0 1 1 0 0,1 0-1 0 0,-1 0 1 0 0,1-1 0 0 0,-1 1-1 0 0,1 0 1 0 0,-1 0 0 0 0,2 0-1 0 0,-2 0-9 0 0,1 0-1 0 0,-1 0 0 0 0,1-1 1 0 0,-1 1-1 0 0,1 0 1 0 0,-1 0-1 0 0,1 0 0 0 0,-1 0 1 0 0,1-1-1 0 0,-1 1 1 0 0,0 0-1 0 0,1-1 0 0 0,-1 1 1 0 0,1 0-1 0 0,-1-1 1 0 0,0 1-1 0 0,1 0 1 0 0,-1-1-1 0 0,0 1 0 0 0,1-1 1 0 0,-1 1-1 0 0,0 0 1 0 0,0-1-1 0 0,1 1 0 0 0,-1-1 1 0 0,0 0-1 0 0,4-2 27 0 0,7-9 193 0 0,-4 9-7918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8T03:40:30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25 149 1740 0 0,'-9'-44'3308'0'0,"6"8"-503"0"0,-3-3-845 0 0,-1 9-1540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8T03:40:30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1 110 160 0 0,'0'0'7386'0'0,"0"-6"-7272"0"0,0-1-114 0 0,1-1 0 0 0,0 1 0 0 0,0-1 1 0 0,5-12-1 0 0,-4 16 78 0 0,6-7-283 0 0,-8 10 193 0 0,1 1 0 0 0,-1 0 0 0 0,0-1 0 0 0,1 1 0 0 0,-1 0 0 0 0,1-1 0 0 0,-1 1 0 0 0,0-1 0 0 0,1 1 0 0 0,-1-1 0 0 0,0 1 0 0 0,0 0 0 0 0,1-1 0 0 0,-1 1 0 0 0,0-1 0 0 0,0 0 1 0 0,0 1-1 0 0,1-1 0 0 0,-1 1 0 0 0,0-1 0 0 0,0 1 0 0 0,0-1 0 0 0,0 1 0 0 0,0-2 0 0 0,5 1-58 0 0,14-6 63 0 0,-15 5-20 0 0,1 4-270 0 0,15 7 92 0 0,-15-7 146 0 0,0 2-32 0 0,7 7 20 0 0,-1 0-1 0 0,0 1 0 0 0,0 1 1 0 0,9 15-1 0 0,-12-14 110 0 0,0 0 0 0 0,-2 1 0 0 0,0 0 0 0 0,0 0 0 0 0,5 26 0 0 0,-9-30-69 0 0,4 20 162 0 0,-5-26-87 0 0,0 2-59 0 0,3 21 168 0 0,-4-21 160 0 0,1-1-106 0 0,1 19 133 0 0,-1-19 707 0 0,0 0-658 0 0,-1-6-389 0 0,1 20 297 0 0,-1-20-290 0 0,-1 0 1 0 0,1 0-1 0 0,-1 0 1 0 0,0 0 0 0 0,1 0-1 0 0,-1-1 1 0 0,1 1 0 0 0,-1 0-1 0 0,0 0 1 0 0,1-1-1 0 0,-1 1 1 0 0,1 0 0 0 0,-1-1-1 0 0,1 1 1 0 0,-1-1-1 0 0,1 1 1 0 0,0 0 0 0 0,-1-1-1 0 0,1 1 1 0 0,-1-1 0 0 0,1 1-1 0 0,0-1 1 0 0,-1 1-1 0 0,1-1 1 0 0,0 0 0 0 0,0 1-1 0 0,-1-2 1 0 0,-2-2-60 0 0,2-1-106 0 0,-3-16-94 0 0,3 15 76 0 0,1-1 42 0 0,-2 0 117 0 0,2 4-2 0 0,-1 0 1 0 0,0 0-1 0 0,1 0 1 0 0,0 0-1 0 0,0 0 0 0 0,0 1 1 0 0,0-1-1 0 0,0 0 1 0 0,2-5-1 0 0,0-12-61 0 0,1 0 0 0 0,1 0 0 0 0,1 1-1 0 0,1-1 1 0 0,0 1 0 0 0,17-34 0 0 0,2 10-222 0 0,-22 39 262 0 0,0-1-69 0 0,7-14 64 0 0,-7 14-79 0 0,0 1-32 0 0,-2 4 123 0 0,0-2-1 0 0,1 1 0 0 0,-1 0-1 0 0,1 0 1 0 0,-1-1 0 0 0,0 1 0 0 0,0-1-1 0 0,0 1 1 0 0,0-1 0 0 0,0 1 0 0 0,0-1 0 0 0,2-3-1 0 0,2 4-39 0 0,23-5 86 0 0,-26 7-29 0 0,0-1 0 0 0,0 1-1 0 0,0-1 1 0 0,0 1 0 0 0,0 0 0 0 0,0-1-1 0 0,-1 1 1 0 0,1 0 0 0 0,0 0 0 0 0,0 1-1 0 0,-1-1 1 0 0,3 2 0 0 0,0 0-32 0 0,6 3 33 0 0,-1 1 1 0 0,1 0 0 0 0,-1 0-1 0 0,-1 1 1 0 0,1 0-1 0 0,-1 0 1 0 0,-1 1-1 0 0,0 0 1 0 0,12 19 0 0 0,-15-22 0 0 0,1 2 44 0 0,0-1-1 0 0,-1 1 0 0 0,0 1 1 0 0,4 11-1 0 0,-8-20-28 0 0,2 5 67 0 0,-1 0-74 0 0,4 14 216 0 0,-4-15 192 0 0,-1 3-223 0 0,0 20-10 0 0,0-20 367 0 0,-1-1-350 0 0,-2 22 833 0 0,3-29-1013 0 0,-1-1 0 0 0,1 1 0 0 0,-1-1 0 0 0,1 1 0 0 0,-1 0 0 0 0,0-1 0 0 0,0 1 0 0 0,0 0 0 0 0,1-1 0 0 0,-1 1 0 0 0,0 0 0 0 0,-3-2 0 0 0,3 1 9 0 0,-2-2 12 0 0,3-2-404 0 0,-1-21 155 0 0,1 21 1 0 0,1-1 38 0 0,2-18 51 0 0,-2 19-62 0 0,1 0 60 0 0,5-18 72 0 0,-5 19-99 0 0,1-1 68 0 0,23-45-340 0 0,-24 46 426 0 0,1 1-90 0 0,6-11 72 0 0,-6 11-76 0 0,-3 4-6 0 0,1 0 93 0 0,-1 0-1 0 0,1 0 0 0 0,-1 0 1 0 0,1 0-1 0 0,-1 0 1 0 0,1 0-1 0 0,-1 0 1 0 0,1 0-1 0 0,-1-1 1 0 0,0 1-1 0 0,1 0 1 0 0,-1 0-1 0 0,1 0 1 0 0,-1-1-1 0 0,1 1 1 0 0,-1 0-1 0 0,0 0 1 0 0,1-1-1 0 0,-1 1 0 0 0,0 0 1 0 0,1-1-1 0 0,-1 1 1 0 0,0-1-1 0 0,1 1 1 0 0,-1-1 5 0 0,1 0 1 0 0,-1 1-1 0 0,1-1 1 0 0,-1 1 0 0 0,1-1-1 0 0,-1 1 1 0 0,1-1-1 0 0,0 1 1 0 0,-1 0-1 0 0,1-1 1 0 0,0 1-1 0 0,-1 0 1 0 0,1-1-1 0 0,0 1 1 0 0,0 0-1 0 0,-1 0 1 0 0,1 0 0 0 0,0 0-1 0 0,0 0 1 0 0,-1 0-1 0 0,1 0 1 0 0,0 0-1 0 0,0 0 1 0 0,-1 0-1 0 0,1 0 1 0 0,0 0-1 0 0,1 1 1 0 0,8 0-25 0 0,1 1-1 0 0,0 1 1 0 0,11 4 0 0 0,-17-5 46 0 0,0 1-78 0 0,14 9 144 0 0,-15-9-50 0 0,1 0-61 0 0,34 27-90 0 0,-36-27 81 0 0,1 0 122 0 0,12 11-134 0 0,-12-10 159 0 0,-1-1-110 0 0,49 44 911 0 0,-48-44-907 0 0,16 2-548 0 0,-15-3 492 0 0,0 0-166 0 0,0-3-352 0 0,6 0 301 0 0,-1-1 1 0 0,0-1 0 0 0,0 0-1 0 0,0 0 1 0 0,0-1 0 0 0,15-8-1 0 0,-1-4-652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8T03:40:30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0 131 2384 0 0,'4'-6'-16'0'0,"52"-69"1266"0"0,-54 71-750 0 0,0 0 68 0 0,25-34 1533 0 0,-24 34-2159 0 0,2 6-234 0 0,13 4 406 0 0,-14-5 87 0 0,-2 4-97 0 0,22 35-19 0 0,-21-37 47 0 0,-1 2-52 0 0,7 12 127 0 0,-7-12 35 0 0,1-2-155 0 0,11 15-771 0 0,-1-2-3106 0 0,-10-13 2803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8T03:40:31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0 400 0 0,'0'0'2448'0'0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8T03:40:31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0 167 3092 0 0,'17'24'408'0'0,"-14"-19"-7"0"0,-1 0-128 0 0,5 17-107 0 0,-6-16 215 0 0,0-1-36 0 0,3 17-81 0 0,-3-16 146 0 0,0 1 12 0 0,2 22-174 0 0,-2-21 89 0 0,-1-2-171 0 0,3 18 58 0 0,-3-17 258 0 0,1-1-178 0 0,3 20 21 0 0,-3-20 2541 0 0,0 0-2408 0 0,2 15-28 0 0,-2-16 909 0 0,2-9-1309 0 0,9-12 149 0 0,-9 12-20 0 0,-1 0 115 0 0,-2 3-267 0 0,25-45-316 0 0,-14 31 253 0 0,0 0 0 0 0,1 0 0 0 0,0 1 1 0 0,18-15-1 0 0,-13 13-3 0 0,45-39 178 0 0,136-89-1 0 0,-180 131-127 0 0,-16 11 23 0 0,0 1 0 0 0,1-1-1 0 0,-1 1 1 0 0,0 0 0 0 0,1 0-1 0 0,-1 0 1 0 0,1 0 0 0 0,-1 0-1 0 0,5-1 1 0 0,-3 0-35 0 0,-3 1 20 0 0,0 0 0 0 0,0 1 0 0 0,0-1 0 0 0,1 0 0 0 0,-1 1 0 0 0,0-1 0 0 0,1 1 0 0 0,-1-1 0 0 0,0 1 0 0 0,1 0 0 0 0,-1 0 0 0 0,1-1 0 0 0,-1 1 0 0 0,1 0 0 0 0,-1 0 0 0 0,0 0 0 0 0,1 1 0 0 0,-1-1 0 0 0,1 0 0 0 0,0 1 0 0 0,24 4-68 0 0,-24-4 83 0 0,1 0 0 0 0,-1 0 0 0 0,0 0 0 0 0,1 0 0 0 0,-1 1 0 0 0,0-1 0 0 0,0 1 0 0 0,0-1 0 0 0,0 1 0 0 0,0 0 0 0 0,0-1 0 0 0,0 1 0 0 0,0 0 0 0 0,-1 0 0 0 0,1 1 0 0 0,-1-1 0 0 0,0 0 0 0 0,1 0 0 0 0,0 3 0 0 0,3 4 98 0 0,43 82 468 0 0,-34-63-203 0 0,0 0 1 0 0,25 33-1 0 0,-34-55-376 0 0,0-1 0 0 0,0 0 1 0 0,1 0-1 0 0,0 0 0 0 0,0 0 0 0 0,1-1 1 0 0,-1 0-1 0 0,1-1 0 0 0,0 1 0 0 0,0-1 1 0 0,0-1-1 0 0,0 1 0 0 0,1-1 0 0 0,-1-1 1 0 0,1 1-1 0 0,-1-1 0 0 0,14 0 1 0 0,8 0-431 0 0,-1-2 1 0 0,1 0 0 0 0,38-9 0 0 0,126-29-7438 0 0,-130 22 5149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59:56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95 236 0 0,'0'0'15022'0'0,"-1"-4"-14745"0"0,-4-15 7 0 0,4 14 981 0 0,0 0-1129 0 0,-7-57 245 0 0,11 69-415 0 0,0-1 0 0 0,1 1 1 0 0,0-1-1 0 0,0 0 0 0 0,7 9 0 0 0,-7-10 30 0 0,45 67 108 0 0,-33-49-398 0 0,2-3 502 0 0,-7-11-230 0 0,1-1 0 0 0,0 0 1 0 0,0 0-1 0 0,0-1 0 0 0,23 9 1 0 0,-31-15-2 0 0,2-1 36 0 0,17-3 23 0 0,-18 3 140 0 0,1-2 16 0 0,1-2-167 0 0,1 1 1 0 0,-1-1 0 0 0,0-1-1 0 0,0 1 1 0 0,-1-1-1 0 0,1 0 1 0 0,-1-1 0 0 0,0 0-1 0 0,-1 0 1 0 0,10-12 0 0 0,-13 15 164 0 0,0-3-14 0 0,20-47-113 0 0,-19 48-108 0 0,-2 0-15 0 0,6-15-127 0 0,-5 16 196 0 0,1 9-313 0 0,6 17 285 0 0,0 1 0 0 0,-2 0 1 0 0,0 1-1 0 0,-2-1 0 0 0,3 29 1 0 0,2 0 82 0 0,37 223-187 0 0,-39-201 152 0 0,-3 131-1 0 0,-6-173 158 0 0,-1 1 0 0 0,-2-1 0 0 0,-1 1 0 0 0,-2-1 0 0 0,-12 36 0 0 0,15-56-47 0 0,-1 0 0 0 0,-1 0 0 0 0,0-1 0 0 0,-1 0 0 0 0,0 0 0 0 0,0 0-1 0 0,-1-1 1 0 0,0 0 0 0 0,-1-1 0 0 0,0 0 0 0 0,-1 0 0 0 0,0-1 0 0 0,0 0 0 0 0,-1-1 0 0 0,0 0-1 0 0,-13 6 1 0 0,7-4 22 0 0,-1-1-1 0 0,0 0 0 0 0,0-2 0 0 0,-1 0 1 0 0,0-1-1 0 0,0 0 0 0 0,-22 1 0 0 0,-19-1 38 0 0,-96 5-988 0 0,151-9-156 0 0,-1-1-504 0 0,-16 1-705 0 0,16-1-698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59:56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44 676 0 0,'0'0'12792'0'0,"-4"-2"-12751"0"0,0 0 162 0 0,-6-2-194 0 0,1 2 3315 0 0,13-2-3627 0 0,10-11-666 0 0,-10 11-355 0 0,3 2-605 0 0,20-5-1312 0 0,-21 5 357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59:56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 3132 0 0,'0'0'13351'0'0,"4"-3"-13530"0"0,11-7-786 0 0,-11 8-952 0 0,3 2-4674 0 0,29 3 3188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59:57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1684 0 0,'0'0'8732'0'0,"5"3"-8694"0"0,15 6-34 0 0,-15-7 24 0 0,-2 1 1 0 0,9 11 17 0 0,-9-11-5 0 0,0 1 17 0 0,8 13 28 0 0,-8-13 14 0 0,0 1-64 0 0,7 13 53 0 0,2 7 66 0 0,-10-21-119 0 0,0 1 60 0 0,5 11-492 0 0,5 5 2992 0 0,-7-21-1377 0 0,0-14-1079 0 0,-4 9-249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59:58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38 257 2536 0 0,'0'0'9367'0'0,"0"-6"-8388"0"0,-2-16-233 0 0,2 17 2226 0 0,-3 1-2938 0 0,-3-5 659 0 0,0-1 0 0 0,0 0 0 0 0,1-1 1 0 0,-4-12-1 0 0,8 18-559 0 0,4 1-41 0 0,8-12-185 0 0,-9 12 126 0 0,2 0 31 0 0,9-11 57 0 0,-10 11-83 0 0,1 0-225 0 0,6-5 209 0 0,1 0-1 0 0,1 1 0 0 0,-1 0 1 0 0,18-8-1 0 0,52-13-750 0 0,-76 28 632 0 0,0-1 9 0 0,47-15-433 0 0,-47 16 224 0 0,0 2-2945 0 0,12 3 1603 0 0,-12-2-652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59:58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 1012 0 0,'0'0'13432'0'0,"3"3"-13075"0"0,9 10 135 0 0,-9-10 494 0 0,2-5-709 0 0,37-19 113 0 0,-38 19-249 0 0,2 1-283 0 0,-3-2-550 0 0,9-2 1020 0 0,4 4-9784 0 0,12 4 5759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5:59:59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22 2416 0 0,'0'0'10308'0'0,"-4"-2"-9114"0"0,-11-5-283 0 0,11 5 1206 0 0,8 4-1987 0 0,3 3-129 0 0,-1-1 1 0 0,0 1-1 0 0,0 0 0 0 0,0 0 0 0 0,-1 1 0 0 0,0 0 0 0 0,0 0 0 0 0,0 0 1 0 0,-1 0-1 0 0,5 9 0 0 0,-1 0-150 0 0,-1 1 0 0 0,0-1 1 0 0,6 24-1 0 0,-6-16 536 0 0,-3-4-467 0 0,-3-9 16 0 0,13 122 97 0 0,-13-126 267 0 0,1-11-382 0 0,5-17 288 0 0,-5 17-170 0 0,-1-1-114 0 0,6-16-34 0 0,1 1 0 0 0,12-25 0 0 0,6 2-242 0 0,-23 41 937 0 0,1 1-551 0 0,12-7 165 0 0,-11 7-147 0 0,8 8-17 0 0,-5-2-34 0 0,-1 0 0 0 0,1 0 0 0 0,-1 0 0 0 0,1 1 0 0 0,-1 0 0 0 0,-1 1 0 0 0,1-1 1 0 0,-1 1-1 0 0,0 0 0 0 0,8 11 0 0 0,26 50-434 0 0,-37-62 492 0 0,-2-1-268 0 0,16 41-147 0 0,-16-40 234 0 0,-2-11 460 0 0,-7-49 229 0 0,8 49-327 0 0,1-1-77 0 0,3-18-262 0 0,1 0 1 0 0,1 1 0 0 0,1 0-1 0 0,1 0 1 0 0,1 1 0 0 0,2 0-1 0 0,18-32 1 0 0,-21 45 69 0 0,28-30 272 0 0,-33 37-179 0 0,1 1 1 0 0,-1 0-1 0 0,0 0 0 0 0,1 0 1 0 0,-1 0-1 0 0,1 1 1 0 0,0-1-1 0 0,-1 1 0 0 0,1 0 1 0 0,0 0-1 0 0,0 0 0 0 0,0 1 1 0 0,0-1-1 0 0,0 1 1 0 0,4 0-1 0 0,-6 0-68 0 0,-1 0 22 0 0,1 1 1 0 0,0-1-1 0 0,0 0 0 0 0,0 1 1 0 0,0-1-1 0 0,0 1 0 0 0,0 0 1 0 0,0 0-1 0 0,-1 0 0 0 0,1 0 1 0 0,2 1-1 0 0,1 1 38 0 0,-1 0-25 0 0,1 0 0 0 0,-1 0 0 0 0,1 1 0 0 0,-1-1 0 0 0,0 1 0 0 0,-1 0 0 0 0,1 0 0 0 0,-1 1 0 0 0,1-1 0 0 0,-1 1 0 0 0,-1 0 0 0 0,5 9 0 0 0,3 2 19 0 0,-7-11 22 0 0,10 18 140 0 0,-5-3-82 0 0,30 96-3087 0 0,-36-112 381 0 0,0 3-999 0 0,5 20 439 0 0,-5-21-240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00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20 3300 0 0,'-30'-4'13972'0'0,"37"5"-14149"0"0,1 0 159 0 0,-1 0-1 0 0,1 0 1 0 0,-1 1 0 0 0,0 0 0 0 0,1 0 0 0 0,-1 1-1 0 0,0 0 1 0 0,-1 0 0 0 0,1 1 0 0 0,0 0 0 0 0,-1 0-1 0 0,0 1 1 0 0,0-1 0 0 0,0 1 0 0 0,-1 1 0 0 0,8 7 0 0 0,-9-8 3 0 0,0 0 1 0 0,0 0-1 0 0,-1 0 1 0 0,1 0 0 0 0,-1 1-1 0 0,0-1 1 0 0,-1 1-1 0 0,1-1 1 0 0,-1 1 0 0 0,0 0-1 0 0,0 0 1 0 0,1 12-1 0 0,-2-3 135 0 0,-1-1 1 0 0,0 0-1 0 0,-4 29 0 0 0,3-37-285 0 0,0 1 185 0 0,-3 26 20 0 0,10-36 59 0 0,-1 2-49 0 0,-3 0-31 0 0,0 1 0 0 0,0 0 1 0 0,0-1-1 0 0,-1 0 0 0 0,1 1 1 0 0,0-1-1 0 0,0 0 0 0 0,-1 0 1 0 0,1 0-1 0 0,-1 0 0 0 0,1 0 0 0 0,-1-1 1 0 0,1 1-1 0 0,-1 0 0 0 0,0-1 1 0 0,3-2-1 0 0,39-47-88 0 0,7-6 285 0 0,-31 37-336 0 0,-2-1 0 0 0,17-25 0 0 0,-31 42 468 0 0,-1 0 16 0 0,6-14-58 0 0,-6 13 718 0 0,-1 0-517 0 0,5-20 511 0 0,-10 23-955 0 0,4 1-34 0 0,-2 0-7 0 0,1-1 0 0 0,0 1 1 0 0,0 0-1 0 0,0 0 0 0 0,-1 0 1 0 0,1 0-1 0 0,-1 0 0 0 0,1 0 1 0 0,-1 1-1 0 0,1-1 1 0 0,-1 0-1 0 0,-1 0 0 0 0,-2 3 10 0 0,-1 0 0 0 0,1 0-1 0 0,0 0 1 0 0,0 0 0 0 0,1 1-1 0 0,-1 0 1 0 0,0 0 0 0 0,1 1-1 0 0,-6 4 1 0 0,5-3-65 0 0,0 0-1 0 0,0 0 1 0 0,1 1-1 0 0,-1-1 1 0 0,-5 11-1 0 0,1-2 78 0 0,7-12-41 0 0,0 1 1 0 0,1-1 0 0 0,-1 0-1 0 0,1 1 1 0 0,-1 0 0 0 0,1-1-1 0 0,0 1 1 0 0,0-1-1 0 0,0 1 1 0 0,1 0 0 0 0,-2 4-1 0 0,1 2-5 0 0,-5 6-47 0 0,1 7-6 0 0,3-4-74 0 0,2-15 105 0 0,-1 1-18 0 0,0-1 1 0 0,0 1-1 0 0,1 0 1 0 0,-1-1-1 0 0,1 1 0 0 0,0 0 1 0 0,0 0-1 0 0,0-1 1 0 0,1 1-1 0 0,0 0 1 0 0,-1 0-1 0 0,1-1 1 0 0,0 1-1 0 0,1-1 1 0 0,-1 1-1 0 0,3 3 1 0 0,3 3-295 0 0,1-1 1 0 0,1 0 0 0 0,0-1-1 0 0,0 0 1 0 0,0 0 0 0 0,1-1 0 0 0,12 7-1 0 0,-5-3-2240 0 0,2-2 0 0 0,-1-1 0 0 0,37 12-1 0 0,-25-10-1432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01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75 1340 0 0,'0'0'8311'0'0,"-4"2"-6590"0"0,-16 9 5362 0 0,27-12-6744 0 0,102-22 391 0 0,-55 9-591 0 0,101-20-467 0 0,-132 30 299 0 0,48-7-5860 0 0,-65 10 2412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01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34 3280 0 0,'0'0'2813'0'0,"-3"-3"-417"0"0,-23-19 7413 0 0,19 16-10359 0 0,4 4 1816 0 0,1 6-924 0 0,-1 6-175 0 0,0-1 0 0 0,1 1 1 0 0,-2 15-1 0 0,2 50 346 0 0,12 107 0 0 0,2-100-3109 0 0,6-4-4035 0 0,-9-52 2755 0 0,-7-21-644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02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56 1112 0 0,'0'0'2781'0'0,"-1"-5"-420"0"0,-8-45 9861 0 0,94 574-10900 0 0,-57-387-114 0 0,-26-131-563 0 0,0-2-446 0 0,-1-3-159 0 0,1 1 0 0 0,-1-1 0 0 0,0 1 0 0 0,0-1 1 0 0,0 1-1 0 0,0 0 0 0 0,0-1 0 0 0,0 1 0 0 0,0 0 0 0 0,0 2 0 0 0,5-5 61 0 0,19 0-92 0 0,-19 0-70 0 0,-2-1 28 0 0,79-45-439 0 0,-62 33 309 0 0,1 2 0 0 0,38-17 0 0 0,-55 27 173 0 0,0 1-109 0 0,15-3-41 0 0,-14 3 150 0 0,1 2-282 0 0,-3-1 230 0 0,0 0 64 0 0,0 0-1 0 0,-1 1 0 0 0,1-1 0 0 0,0 1 0 0 0,-1 0 0 0 0,1 0 0 0 0,0 0 0 0 0,-1 1 0 0 0,1-1 1 0 0,-1 1-1 0 0,0 0 0 0 0,1 0 0 0 0,-1 0 0 0 0,0 0 0 0 0,3 3 0 0 0,-1 1 113 0 0,0 1 0 0 0,-1-1 0 0 0,1 1 0 0 0,-1 0 0 0 0,-1 1 0 0 0,1-1 0 0 0,-1 1 0 0 0,-1-1-1 0 0,1 1 1 0 0,-1 0 0 0 0,-1 0 0 0 0,1 0 0 0 0,-2 0 0 0 0,1 0 0 0 0,-1 0 0 0 0,0 0 0 0 0,0 0 0 0 0,-1 0 0 0 0,-3 13 0 0 0,1-4 228 0 0,-2 1 1 0 0,0-1 0 0 0,-1 0-1 0 0,0-1 1 0 0,-1 0 0 0 0,-1 0-1 0 0,-1 0 1 0 0,-1-1 0 0 0,0 0 0 0 0,-21 24-1 0 0,27-35-329 0 0,1-1 0 0 0,-1 0 0 0 0,0 0 0 0 0,0-1 0 0 0,0 1 0 0 0,0-1 0 0 0,-1 0 0 0 0,-8 4 0 0 0,5-3-100 0 0,3-1-312 0 0,-2-3-318 0 0,2 0 487 0 0,-29-5-1387 0 0,5-7-3594 0 0,23 11 3595 0 0,-4-3-558 0 0,-2-6-4288 0 0,-9-10 87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03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47 214 136 0 0,'0'0'2301'0'0,"-5"0"-593"0"0,-22 4 12000 0 0,27-5-13721 0 0,0 1 8 0 0,0-1 0 0 0,0 0 0 0 0,0 1 0 0 0,0-1 0 0 0,0 1 0 0 0,0-1 0 0 0,0 1 0 0 0,-1-1 0 0 0,1 1 0 0 0,0-1 0 0 0,0 1 0 0 0,-1-1 0 0 0,1 1 0 0 0,0-1 0 0 0,0 1 0 0 0,-1-1 0 0 0,1 1-1 0 0,0-1 1 0 0,-1 1 0 0 0,1 0 0 0 0,-1-1 0 0 0,0 1 0 0 0,1-1 9 0 0,-1 0 0 0 0,1 1 0 0 0,-1-1 0 0 0,1 1 0 0 0,-1-1 0 0 0,1 0 0 0 0,-1 1 0 0 0,1-1-1 0 0,-1 0 1 0 0,1 0 0 0 0,0 1 0 0 0,-1-1 0 0 0,1 0 0 0 0,0 0 0 0 0,0 1 0 0 0,0-1 0 0 0,0 0 0 0 0,0 0-1 0 0,0 0 1 0 0,0 0 0 0 0,0 1 0 0 0,0-1 0 0 0,0 0 0 0 0,0 0 0 0 0,0 0 0 0 0,1 0 0 0 0,1-23 96 0 0,-1 19 8 0 0,-7-67-114 0 0,6 65-14 0 0,0 1 16 0 0,0-20-28 0 0,0 19 92 0 0,0 1-110 0 0,2-19 46 0 0,-2 18-72 0 0,2 13-42 0 0,11 44 151 0 0,-1 0 0 0 0,-3 1 0 0 0,4 91 0 0 0,-2-21 110 0 0,-1-48 73 0 0,6 71-167 0 0,-9-95 92 0 0,4 8 418 0 0,-9-68-608 0 0,1 1 0 0 0,1-1 0 0 0,4-10 0 0 0,-4 12 161 0 0,6-27-122 0 0,-8 24-51 0 0,1 1 0 0 0,0-1 1 0 0,1 1-1 0 0,0 0 0 0 0,1 0 0 0 0,0 0 1 0 0,1 1-1 0 0,0 0 0 0 0,1 0 0 0 0,0 0 1 0 0,9-10-1 0 0,18-8 38 0 0,-30 26-13 0 0,2 0 102 0 0,20-7 5 0 0,-19 7-199 0 0,-1 2 89 0 0,17 0 148 0 0,-17 0-176 0 0,0 2 98 0 0,-1-1-19 0 0,0 1 1 0 0,0 0-1 0 0,0 0 1 0 0,-1 1-1 0 0,1-1 1 0 0,-1 1-1 0 0,1 0 1 0 0,-1 0-1 0 0,0 1 1 0 0,0-1-1 0 0,0 1 1 0 0,0 0-1 0 0,-1 0 0 0 0,1 0 1 0 0,2 5-1 0 0,-3-4 27 0 0,0 1 0 0 0,-1-1-1 0 0,1 1 1 0 0,-1 0 0 0 0,0 0 0 0 0,-1 0-1 0 0,1 0 1 0 0,-1 0 0 0 0,0 0-1 0 0,-1 0 1 0 0,0 0 0 0 0,0 0 0 0 0,0 0-1 0 0,0 0 1 0 0,-1 0 0 0 0,0 0-1 0 0,-4 12 1 0 0,1-1 352 0 0,4-14-362 0 0,-1-1 0 0 0,0 0 0 0 0,0 1 0 0 0,0-1 0 0 0,0 0 0 0 0,0 1 0 0 0,0-1 0 0 0,0 0 0 0 0,-2 2 0 0 0,-2 4 191 0 0,-1 0-1 0 0,1 0 0 0 0,-1 0 0 0 0,-10 10 0 0 0,13-15-168 0 0,0 0 1 0 0,0-1-1 0 0,0 1 1 0 0,-1-1-1 0 0,1 0 1 0 0,0 0 0 0 0,-1 0-1 0 0,1 0 1 0 0,-1 0-1 0 0,0-1 1 0 0,0 1-1 0 0,1-1 1 0 0,-1 0 0 0 0,0-1-1 0 0,-6 2 1 0 0,2-3-534 0 0,-1-1 1 0 0,1 1 0 0 0,0-1 0 0 0,-1-1 0 0 0,1 1 0 0 0,0-2-1 0 0,0 1 1 0 0,1-1 0 0 0,-10-5 0 0 0,13 6-2169 0 0,-1 0-1091 0 0,-13-8 390 0 0,13 9-354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04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64 340 0 0,'-30'9'15483'0'0,"33"-13"-15253"0"0,1 0-99 0 0,1 0 0 0 0,-1 0 0 0 0,1 0 0 0 0,0 0-1 0 0,10-5 1 0 0,26-12-4237 0 0,-36 17 3107 0 0,6-1-370 0 0,6 1-2504 0 0,14-2 810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04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29 692 0 0,'0'0'3709'0'0,"-4"3"-721"0"0,-16 14 8880 0 0,27-17-11679 0 0,7-2-365 0 0,-1 0-1 0 0,1-1 1 0 0,16-6-1 0 0,18-6-3288 0 0,-29 9-1275 0 0,-2 4 3135 0 0,-2 1 318 0 0,16-8-2928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07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9 183 1684 0 0,'0'0'5667'0'0,"-1"-5"-4204"0"0,-6-59 6318 0 0,7 40-7436 0 0,1 18 636 0 0,4-20-790 0 0,-4 21-54 0 0,16 12-212 0 0,-14-5 78 0 0,1 0-35 0 0,-1 3 27 0 0,4 8 34 0 0,0 0 0 0 0,0 0 0 0 0,1-1 0 0 0,1 0 0 0 0,18 19 0 0 0,-22-26 44 0 0,0 0 0 0 0,0-1 0 0 0,1 1 0 0 0,0-1 0 0 0,0-1 0 0 0,0 1 0 0 0,0-1 0 0 0,1 0 0 0 0,-1 0 0 0 0,1-1 0 0 0,0 1 0 0 0,-1-2 0 0 0,1 1 0 0 0,0-1-1 0 0,0 0 1 0 0,9 0 0 0 0,-8-1-16 0 0,-1 0 0 0 0,1-1 0 0 0,-1 0 0 0 0,1-1-1 0 0,-1 1 1 0 0,0-1 0 0 0,1-1 0 0 0,-1 1 0 0 0,0-1-1 0 0,-1-1 1 0 0,1 1 0 0 0,0-1 0 0 0,-1 0-1 0 0,0 0 1 0 0,0-1 0 0 0,0 0 0 0 0,5-6 0 0 0,33-54 497 0 0,-42 60-459 0 0,1 0 24 0 0,6-18 191 0 0,-6 17 357 0 0,-2 1-310 0 0,5-17-38 0 0,-5 17 453 0 0,0 0-570 0 0,2-12-68 0 0,-14 26-104 0 0,8-5-47 0 0,0 1 0 0 0,1-1 0 0 0,-1 1 0 0 0,1 0 0 0 0,0-1-1 0 0,0 1 1 0 0,1 0 0 0 0,0 0 0 0 0,0 0 0 0 0,-1 10 0 0 0,1-11 33 0 0,-5 31 25 0 0,1 1 0 0 0,2-1 1 0 0,1 1-1 0 0,4 51 0 0 0,20 146 189 0 0,-20-211-232 0 0,-1 0-1 0 0,-1 0 1 0 0,-3 26 0 0 0,1-38 16 0 0,1-1-1 0 0,-2 1 1 0 0,1-1-1 0 0,-1 0 0 0 0,-1 1 1 0 0,1-1-1 0 0,-2-1 1 0 0,1 1-1 0 0,-1 0 1 0 0,-7 8-1 0 0,0-2 13 0 0,-1-2-1 0 0,0 1 1 0 0,-1-2-1 0 0,-29 21 1 0 0,38-29 8 0 0,2-2-23 0 0,0 1 0 0 0,0-1 0 0 0,0-1 0 0 0,0 1 1 0 0,0 0-1 0 0,0-1 0 0 0,-5 2 0 0 0,-14 5 72 0 0,8-3-330 0 0,-1 0-1 0 0,-1 0 1 0 0,1-2 0 0 0,-1 0 0 0 0,1-1-1 0 0,-18 1 1 0 0,28-4-927 0 0,0 0-403 0 0,-13-5-1083 0 0,13 5-1906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08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151 124 1200 0 0,'0'0'16435'0'0,"-3"-2"-16321"0"0,-11-7-158 0 0,10 6-69 0 0,-1 4 66 0 0,-17 1 46 0 0,16-2 465 0 0,0 1-429 0 0,-57 7 3028 0 0,36-11-1451 0 0,32-3-949 0 0,18-3-947 0 0,286-74 332 0 0,-304 82-82 0 0,0 0 90 0 0,16-3-32 0 0,-15 3 350 0 0,-1 0-229 0 0,18-2 40 0 0,-17 2 335 0 0,-2-1-473 0 0,15-3-84 0 0,-14 4 8 0 0,24 3-12086 0 0,-23-1 8062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11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0 400 0 0,'0'0'-140'0'0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11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21 564 0 0,'0'0'72'0'0,"-27"-11"-292"0"0</inkml:trace>
  <inkml:trace contextRef="#ctx0" brushRef="#br0" timeOffset="1">0 0 448 0 0,'0'0'-156'0'0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12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78 1364 0 0,'0'0'2158'0'0,"-5"-1"-1430"0"0,-15-2 13 0 0,15 2 2115 0 0,-1 0-2445 0 0,-15-3-10 0 0,16 3 3447 0 0,0 0-3264 0 0,-38 1 3075 0 0,36-2-1907 0 0,11 0-357 0 0,55-4-1051 0 0,26-2-155 0 0,161-27 69 0 0,-240 34-200 0 0,-5 2-50 0 0,1-1 1 0 0,-1 0-1 0 0,0 1 0 0 0,1-1 1 0 0,-1 0-1 0 0,0 0 0 0 0,1 0 1 0 0,-1 0-1 0 0,1 0 1 0 0,-1 0-1 0 0,0 0 0 0 0,1-1 1 0 0,-1 1-1 0 0,2-1 0 0 0,24-4 414 0 0,-1 3-110 0 0,-20 1 362 0 0,1 1-618 0 0,17-1 100 0 0,-18 0-90 0 0,0 1-1606 0 0,18-1 843 0 0,-18 1-342 0 0,22 7-10481 0 0,-23-5 7187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14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11 281 728 0 0,'0'0'3786'0'0,"-2"-5"-2405"0"0,-7-18 9820 0 0,10 17-11315 0 0,1-16 106 0 0,-1 16 194 0 0,-1 6-373 0 0,1 0 191 0 0,-1 0 0 0 0,1 0 0 0 0,-1-1 0 0 0,1 1 0 0 0,-1 0 0 0 0,1 0 0 0 0,-1-1 0 0 0,1 1 0 0 0,-1 0 0 0 0,1-1 0 0 0,-1 1 0 0 0,0 0 0 0 0,1-1 0 0 0,-1 1 0 0 0,0-1 0 0 0,1 1 0 0 0,-1 0 0 0 0,0-1 0 0 0,0 1 0 0 0,1-1 0 0 0,-1 1 0 0 0,0-1 0 0 0,0 1 0 0 0,0-1 0 0 0,1 0 0 0 0,-1 0-7 0 0,0 1 0 0 0,0-1 0 0 0,0 1 0 0 0,0-1 0 0 0,0 1 0 0 0,1-1 0 0 0,-1 1 0 0 0,0-1 0 0 0,0 1 0 0 0,1-1 0 0 0,-1 1 0 0 0,0 0 0 0 0,1-1 0 0 0,-1 1 0 0 0,1-1 0 0 0,-1 1 0 0 0,0 0 0 0 0,1-1 0 0 0,-1 1 0 0 0,1 0 0 0 0,-1 0 0 0 0,1-1 0 0 0,-1 1 0 0 0,1 0 0 0 0,-1 0 0 0 0,1-1 0 0 0,1 1 22 0 0,-1-1 0 0 0,1 0 1 0 0,-1 0-1 0 0,1 0 0 0 0,-1 0 0 0 0,0 0 0 0 0,0 0 0 0 0,1 0 0 0 0,-1-1 0 0 0,2-2 0 0 0,0 1-193 0 0,1 1 15 0 0,11-10 266 0 0,-11 9 272 0 0,0 1-380 0 0,11-7-140 0 0,-11 6 65 0 0,0 1 262 0 0,13-8-56 0 0,-13 8-107 0 0,0-1-62 0 0,11-6-108 0 0,-11 6 529 0 0,0 1-915 0 0,-2 1 532 0 0,1 0 0 0 0,-1 1-1 0 0,1-1 1 0 0,0 0 0 0 0,-1 1 0 0 0,1-1 0 0 0,0 1 0 0 0,-1 0-1 0 0,1 0 1 0 0,0 0 0 0 0,-1 0 0 0 0,1 0 0 0 0,0 1 0 0 0,2 0 0 0 0,0 1 246 0 0,-1 0-76 0 0,11 7-202 0 0,-11-6 118 0 0,0 0-104 0 0,10 9-51 0 0,-10-9 187 0 0,-4-1-117 0 0,1 0 1 0 0,0 0-1 0 0,0-1 0 0 0,0 1 0 0 0,0-1 0 0 0,0 1 0 0 0,0-1 1 0 0,0 1-1 0 0,0-1 0 0 0,1 1 0 0 0,-1-1 0 0 0,2 1 0 0 0,-2-1 1 0 0,2 3-26 0 0,0 1 37 0 0,27 43 239 0 0,-27-43-485 0 0,-1 1 211 0 0,7 20 81 0 0,-6-20-220 0 0,-1 0 140 0 0,6 17-178 0 0,-6-17 327 0 0,0-1-121 0 0,3 17-315 0 0,-3-17 365 0 0,0 0-217 0 0,14 51 148 0 0,-15-50-6 0 0,0-2-541 0 0,3 16 646 0 0,-3-15 238 0 0,-1 0-527 0 0,3 18-13 0 0,-3-18 592 0 0,1 1-613 0 0,0 17 318 0 0,-1-17 975 0 0,1-7-1173 0 0,0-1 125 0 0,0 1 0 0 0,-1-1-1 0 0,1 1 1 0 0,0-1 0 0 0,-1 1-1 0 0,0-1 1 0 0,1 0 0 0 0,-1 1-1 0 0,0-1 1 0 0,0 0 0 0 0,0-2-1 0 0,0 1-8 0 0,1-2 131 0 0,0-2-190 0 0,0-21 151 0 0,-1 21-114 0 0,1 1-173 0 0,5-20 11 0 0,-4 19 193 0 0,-1 1 6 0 0,5-19-114 0 0,-4 19 27 0 0,-1 0-48 0 0,33-102 536 0 0,-32 102-605 0 0,-2 4 21 0 0,0 1 157 0 0,0-1 0 0 0,1 0-1 0 0,-1 0 1 0 0,1 1 0 0 0,-1-1 0 0 0,1 0 0 0 0,0 1 0 0 0,-1-1 0 0 0,1 1 0 0 0,2-3 0 0 0,-1 0 32 0 0,0-2 252 0 0,1 2-129 0 0,5-12-279 0 0,-6 12 149 0 0,0 0 87 0 0,8-16-154 0 0,-8 15 162 0 0,-1 4-123 0 0,0 0 1 0 0,0 0-1 0 0,1 0 1 0 0,-1-1-1 0 0,0 1 1 0 0,0 0 0 0 0,-1-1-1 0 0,1 1 1 0 0,0-1-1 0 0,1-2 1 0 0,0 1 71 0 0,1-2-103 0 0,7-12 32 0 0,-7 13-79 0 0,-1 0 97 0 0,25-32 164 0 0,-24 32-256 0 0,14-15 421 0 0,-15 19-359 0 0,-1-1 0 0 0,1 1 0 0 0,-1 0-1 0 0,0-1 1 0 0,1 1 0 0 0,-1-1 0 0 0,0 0-1 0 0,0 1 1 0 0,1-1 0 0 0,-1 0-1 0 0,0 0 1 0 0,2-1 0 0 0,-1 0-23 0 0,3 0 216 0 0,0 3-96 0 0,1 0-44 0 0,-1 0 0 0 0,1 1 0 0 0,-1 0 0 0 0,0 0 0 0 0,1 1 0 0 0,5 3 1 0 0,-7-3 14 0 0,-2 0-188 0 0,22 33 338 0 0,-22-33-272 0 0,1 1-354 0 0,7 11 347 0 0,-7-12 538 0 0,-1 2-931 0 0,6 12 343 0 0,-6-13 60 0 0,1 1-179 0 0,6 11 222 0 0,-6-12 386 0 0,-2 1-312 0 0,8 46 358 0 0,-7-46-416 0 0,-1 1 95 0 0,4 17-159 0 0,-4-17-48 0 0,-1 0-155 0 0,-1 57 90 0 0,0-57 425 0 0,1 0-411 0 0,-2 20 220 0 0,2-19 192 0 0,0-2-301 0 0,0 19 91 0 0,0-19 634 0 0,-2-9-1052 0 0,-6-12 560 0 0,6 12 187 0 0,2-2-374 0 0,0-17-67 0 0,0 17-68 0 0,0 0-253 0 0,0-18 600 0 0,0 18 14 0 0,1 0-285 0 0,2-22 450 0 0,-2 23-695 0 0,2-16 411 0 0,-2 15 241 0 0,0 1-319 0 0,5-15 74 0 0,-4 15-149 0 0,-1 1-220 0 0,5-14 364 0 0,-4 14-108 0 0,0-1 0 0 0,7-15 149 0 0,-6 15-215 0 0,-1 1-22 0 0,26-38 220 0 0,-25 38-25 0 0,1-1-202 0 0,10-14-17 0 0,-10 15 177 0 0,-1 0-10 0 0,11-13-11 0 0,-10 13-89 0 0,-1 1 42 0 0,31-31 305 0 0,-30 31-272 0 0,-3 2-113 0 0,1 1 125 0 0,-1-1 1 0 0,1 1 0 0 0,-1-1-1 0 0,0 0 1 0 0,0 0 0 0 0,1 1-1 0 0,-1-1 1 0 0,0 0-1 0 0,0 0 1 0 0,0 0 0 0 0,2-2-1 0 0,-2 2 11 0 0,3-2 168 0 0,2 3-287 0 0,18 0 55 0 0,-19 0 101 0 0,0 2 66 0 0,14 8 10 0 0,-15-7-326 0 0,-1 0 65 0 0,8 10 83 0 0,-9-10-72 0 0,1 1-176 0 0,8 13 212 0 0,-9-13 282 0 0,1 1-255 0 0,5 14 140 0 0,-6-15-19 0 0,-1 3-18 0 0,5 18-115 0 0,-5-18 138 0 0,0-2-148 0 0,3 18 40 0 0,-3-18-37 0 0,-1 1 127 0 0,0 18 28 0 0,0-18-130 0 0,0 2 131 0 0,0 63 311 0 0,0-65-320 0 0,-1 2-32 0 0,-1 21-35 0 0,0 10-162 0 0,1-33 148 0 0,1 1-108 0 0,0 57-62 0 0,0-58 366 0 0,0 0-95 0 0,0 18 60 0 0,0-18-30 0 0,2-1-888 0 0,4 15 75 0 0,-5-15-689 0 0,2-1-923 0 0,8 11-1107 0 0,-9-11 426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17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23 158 1464 0 0,'0'0'14857'0'0,"-4"-3"-14496"0"0,-10-7-10 0 0,10 8 890 0 0,4-7-1240 0 0,0 7 7 0 0,0 0 0 0 0,0 1 0 0 0,0-1 0 0 0,0 0 0 0 0,0 0 1 0 0,0 1-1 0 0,1-1 0 0 0,-1 0 0 0 0,0 0 0 0 0,1 1 0 0 0,1-4 0 0 0,-2 5-12 0 0,0-1 1 0 0,0 1-1 0 0,0-1 0 0 0,0 1 0 0 0,0-1 0 0 0,1 1 0 0 0,-1 0 0 0 0,0-1 0 0 0,0 1 0 0 0,1-1 0 0 0,-1 1 1 0 0,0-1-1 0 0,1 1 0 0 0,-1 0 0 0 0,0-1 0 0 0,1 1 0 0 0,-1-1 0 0 0,0 1 0 0 0,1 0 0 0 0,-1 0 0 0 0,1-1 1 0 0,-1 1-1 0 0,1 0 0 0 0,-1 0 0 0 0,1-1 0 0 0,0 1 0 0 0,-1 0 9 0 0,1 0 0 0 0,-1 0 0 0 0,1-1 1 0 0,-1 1-1 0 0,1 0 0 0 0,-1 0 0 0 0,1-1 0 0 0,-1 1 0 0 0,0 0 0 0 0,1-1 1 0 0,-1 1-1 0 0,1 0 0 0 0,-1-1 0 0 0,0 1 0 0 0,1 0 0 0 0,-1-1 0 0 0,0 1 0 0 0,0-1 1 0 0,1 1-1 0 0,-1-1 0 0 0,0 1 0 0 0,0-1 0 0 0,0 1 0 0 0,1-1 0 0 0,-1 1 1 0 0,0-1-1 0 0,4-3-78 0 0,11-12 56 0 0,-11 12 55 0 0,1 0-142 0 0,64-36 74 0 0,-65 38 80 0 0,2 0-211 0 0,16-8 6 0 0,-16 8 114 0 0,-2 1 162 0 0,15-3-7 0 0,-15 3-235 0 0,2 2 129 0 0,0-1 15 0 0,-4 0-28 0 0,-1 0 1 0 0,1 0-1 0 0,0 0 1 0 0,0 0-1 0 0,-1 0 0 0 0,1 1 1 0 0,0-1-1 0 0,-1 0 1 0 0,1 1-1 0 0,0 0 1 0 0,-1-1-1 0 0,1 1 1 0 0,0 0-1 0 0,-1 0 1 0 0,2 1-1 0 0,14 8 110 0 0,-10-3 40 0 0,-3 1-131 0 0,0 0 1 0 0,-1 0-1 0 0,0 0 0 0 0,-1 1 0 0 0,0-1 1 0 0,0 1-1 0 0,-1-1 0 0 0,0 1 0 0 0,0 15 1 0 0,-18 90-195 0 0,-30 55 159 0 0,46-163 36 0 0,-16 59 1607 0 0,20-68-1659 0 0,11-5 70 0 0,-10 6-185 0 0,110-200-335 0 0,-80 148 344 0 0,-4 6 155 0 0,-28 44 6 0 0,1-1 84 0 0,6-14-156 0 0,-7 15 142 0 0,1-1-196 0 0,8-14 273 0 0,-9 15 0 0 0,0 0-115 0 0,5-12-41 0 0,-5 12 237 0 0,0 0-265 0 0,5-13 155 0 0,-5 13 371 0 0,-1-1-447 0 0,3-11-76 0 0,-5 14 13 0 0,-12 22 9 0 0,-11 29-168 0 0,23-47 164 0 0,-10 30-23 0 0,6-5 53 0 0,-12 80 130 0 0,16-101-100 0 0,2 2 148 0 0,-1-4-219 0 0,1 1 63 0 0,-1-1 0 0 0,0 0 0 0 0,1 0 0 0 0,0 0 0 0 0,0 1 0 0 0,0-1 0 0 0,0 0 0 0 0,1 0 0 0 0,0 0 0 0 0,0-1 0 0 0,0 1-1 0 0,0 0 1 0 0,4 4 0 0 0,-2-3-20 0 0,1-1 0 0 0,0 0 0 0 0,0 0 0 0 0,0 0-1 0 0,0-1 1 0 0,0 0 0 0 0,1 0 0 0 0,0 0 0 0 0,-1-1-1 0 0,8 3 1 0 0,2-1-522 0 0,1-1-1 0 0,30 3 1 0 0,-40-5-144 0 0,2-1 184 0 0,23-1 154 0 0,-24 1-383 0 0,0-1-754 0 0,17-2-394 0 0,-18 3-610 0 0,0-1-3780 0 0,20-1 3270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18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68 1192 0 0,'0'0'2094'0'0,"-7"0"-364"0"0,-6 0-1832 0 0,-23 0 9261 0 0,24 0-8045 0 0,6 0 2705 0 0,12-3-3674 0 0,118-27 682 0 0,-78 21-664 0 0,8-1 41 0 0,-48 9-273 0 0,0 0-38 0 0,47-9 971 0 0,-48 8-666 0 0,1 2-3349 0 0,18-1 1370 0 0,-18 0-816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18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39 1168 0 0,'0'0'7279'0'0,"-4"2"-5490"0"0,-17 8 5819 0 0,25-12-7757 0 0,9-5-1567 0 0,0 1 1 0 0,1 1 0 0 0,-1 0-1 0 0,19-3 1 0 0,2-1-1290 0 0,-6 0 320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18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57 220 0 0,'-4'2'4138'0'0,"-13"9"-1133"0"0,13-8-990 0 0,-16 14 8726 0 0,24-19-10289 0 0,80-33 252 0 0,-17 5-2169 0 0,-35 18-3371 0 0,-10 8-1471 0 0,7-3 1068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19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23 101 2224 0 0,'0'0'4646'0'0,"-2"-5"-2851"0"0,-2-12-551 0 0,-7-42 8465 0 0,9 46-10073 0 0,2 7 1194 0 0,-1 13-451 0 0,-2 39 487 0 0,8 87 278 0 0,37 228 1 0 0,-35-302-673 0 0,-5-51-486 0 0,1 3-226 0 0,-1 0 1 0 0,0 1-1 0 0,1 14 0 0 0,-3-24 120 0 0,0 0 0 0 0,0-1 0 0 0,0 1 0 0 0,0-1-1 0 0,1 1 1 0 0,-1 0 0 0 0,1-1 0 0 0,-1 1 0 0 0,1-1 0 0 0,-1 1 0 0 0,2 1 0 0 0,0 1-205 0 0,0 1-1168 0 0,5 25-14937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19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15 2208 0 0,'-31'44'15707'0'0,"34"-40"-15222"0"0,10 9-257 0 0,-13-12-221 0 0,0-1 0 0 0,0 0 0 0 0,0 0 0 0 0,0 0 0 0 0,1 1 0 0 0,-1-1-1 0 0,0 0 1 0 0,0 0 0 0 0,0 0 0 0 0,0 0 0 0 0,1 0 0 0 0,-1 1 0 0 0,0-1-1 0 0,0 0 1 0 0,1 0 0 0 0,-1 0 0 0 0,0 0 0 0 0,0 0 0 0 0,0 0 0 0 0,1 0-1 0 0,-1 0 1 0 0,0 0 0 0 0,0 0 0 0 0,1 0 0 0 0,-1 0 0 0 0,0 0 0 0 0,0 0-1 0 0,1 0 1 0 0,-1 0 0 0 0,0 0 0 0 0,0 0 0 0 0,1 0 0 0 0,-1 0 0 0 0,0 0-1 0 0,0 0 1 0 0,0 0 0 0 0,1-1 0 0 0,-1 1 0 0 0,0 0 0 0 0,0 0 0 0 0,1 0-1 0 0,151-45-234 0 0,-45 23-3806 0 0,-24 16-3237 0 0,-45 1 3316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20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15 119 3100 0 0,'0'0'4534'0'0,"-4"2"-2748"0"0,4-2-1656 0 0,-1 0 0 0 0,1 0 1 0 0,-1 0-1 0 0,1 0 1 0 0,-1 0-1 0 0,1 0 1 0 0,0 1-1 0 0,-1-1 1 0 0,1 0-1 0 0,-1 0 1 0 0,1 0-1 0 0,0 0 1 0 0,-1 1-1 0 0,1-1 1 0 0,0 0-1 0 0,-1 0 0 0 0,1 1 1 0 0,0-1-1 0 0,-1 0 1 0 0,1 1-1 0 0,0-1 1 0 0,0 0-1 0 0,-1 1 1 0 0,1-1-1 0 0,0 0 1 0 0,0 1-1 0 0,0-1 1 0 0,-1 0-1 0 0,1 1 1 0 0,0-1-1 0 0,0 1 1 0 0,0-1-1 0 0,0 0 0 0 0,0 1 1 0 0,0-1-1 0 0,0 1 1 0 0,0-1-1 0 0,0 1 1 0 0,0-1-1 0 0,0 1 1 0 0,12 3 2643 0 0,3-3-3783 0 0,-12 4 1227 0 0,13 23-23 0 0,-1 2 0 0 0,-1-1-1 0 0,-2 2 1 0 0,-1 0 0 0 0,8 38-1 0 0,-17-63-236 0 0,-1 1-20 0 0,9 54 271 0 0,-9-56 210 0 0,0 1-216 0 0,0 10-235 0 0,-1-22-41 0 0,3-17-161 0 0,13-45 0 0 0,15-20 203 0 0,-17 54 332 0 0,1 0 0 0 0,2 0 0 0 0,1 2 1 0 0,2 0-1 0 0,37-45 0 0 0,-44 61-223 0 0,-10 12-69 0 0,-2 4-1 0 0,0 0-1 0 0,-1 0 1 0 0,1 0-1 0 0,-1 0 1 0 0,1-1 0 0 0,0 1-1 0 0,-1 0 1 0 0,1 0-1 0 0,-1 0 1 0 0,1 0-1 0 0,-1-1 1 0 0,1 1-1 0 0,-1 0 1 0 0,1-1 0 0 0,-1 1-1 0 0,1 0 1 0 0,-1-1-1 0 0,1 1 1 0 0,-1-1-1 0 0,1 1 1 0 0,-1-1 0 0 0,1 0-1 0 0,-1 1 19 0 0,0-1 0 0 0,1 1 1 0 0,-1-1-1 0 0,1 1 0 0 0,-1 0 0 0 0,0-1 0 0 0,1 1 1 0 0,-1-1-1 0 0,1 1 0 0 0,-1 0 0 0 0,1-1 0 0 0,-1 1 0 0 0,1 0 1 0 0,-1 0-1 0 0,1 0 0 0 0,0-1 0 0 0,-1 1 0 0 0,1 0 1 0 0,-1 0-1 0 0,1 0 0 0 0,0 0 0 0 0,0 0 0 0 0,1 0 10 0 0,-1 0 1 0 0,1 1-1 0 0,0-1 0 0 0,0 1 0 0 0,-1-1 0 0 0,1 1 0 0 0,-1 0 1 0 0,1-1-1 0 0,0 1 0 0 0,-1 0 0 0 0,1 0 0 0 0,1 2 0 0 0,1-1 41 0 0,-3-1-55 0 0,0-1 0 0 0,0 1 0 0 0,0 0 0 0 0,1-1 0 0 0,-1 1 0 0 0,0 0 0 0 0,0 0 0 0 0,0-1 0 0 0,0 1 0 0 0,0 0 0 0 0,-1 0 0 0 0,1 0 0 0 0,0 0 0 0 0,0 0 0 0 0,-1 1 0 0 0,1-1 0 0 0,0 0 0 0 0,-1 0 0 0 0,1 0 0 0 0,-1 2 0 0 0,2 0 49 0 0,4 9 57 0 0,0 1-1 0 0,0-1 1 0 0,-1 1 0 0 0,-1 0-1 0 0,6 26 1 0 0,-3-12 16 0 0,7 32 168 0 0,17 19-32 0 0,-29-74-716 0 0,3-1-270 0 0,16 10-191 0 0,-16-10-469 0 0,1-4-1146 0 0,-1 0 1638 0 0,0 1 0 0 0,0-1 0 0 0,0-1 0 0 0,0 1 0 0 0,0-1 0 0 0,0 0 0 0 0,0 0 0 0 0,-1 0 0 0 0,6-4-1 0 0,11-9-4334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21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3 2368 0 0,'0'0'14328'0'0,"-4"2"-14242"0"0,-14 5 166 0 0,13-5 97 0 0,3 2-353 0 0,-9 12 3 0 0,8-12 845 0 0,1-1-715 0 0,-6 12-136 0 0,6-11 2202 0 0,5-1-2069 0 0,8 10 55 0 0,-10-13-176 0 0,-1 0 1 0 0,0 1-1 0 0,0-1 0 0 0,0 0 1 0 0,0 0-1 0 0,1 0 0 0 0,-1 1 1 0 0,0-1-1 0 0,0 0 0 0 0,0 0 1 0 0,1 0-1 0 0,-1 0 0 0 0,0 0 1 0 0,0 0-1 0 0,1 1 0 0 0,-1-1 1 0 0,0 0-1 0 0,0 0 0 0 0,1 0 1 0 0,-1 0-1 0 0,0 0 0 0 0,0 0 1 0 0,1 0-1 0 0,-1 0 0 0 0,0 0 1 0 0,0 0-1 0 0,1 0 0 0 0,-1 0 1 0 0,0 0-1 0 0,0 0 0 0 0,1 0 1 0 0,-1-1-1 0 0,0 1 0 0 0,1 0 1 0 0,67-19 183 0 0,119-31-112 0 0,-182 48-169 0 0,9-1 102 0 0,-4 0-895 0 0,4 3-3906 0 0,8 4 833 0 0,-16-4 176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21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 2780 0 0,'0'0'3096'0'0,"-6"0"-701"0"0,-24-1 7656 0 0,36 3-10126 0 0,32 7 192 0 0,-14-1-76 0 0,0 2-1 0 0,-1 1 0 0 0,26 17 0 0 0,-25-14-21 0 0,4 1 200 0 0,-19-11-160 0 0,-1 1-1 0 0,1 0 0 0 0,-1 0 1 0 0,0 1-1 0 0,0 0 1 0 0,-1 0-1 0 0,10 12 0 0 0,-13-13 72 0 0,0 0 0 0 0,0 1 0 0 0,-1-1 0 0 0,0 1 0 0 0,4 8 0 0 0,-4-6 61 0 0,-2-6-157 0 0,0-1 0 0 0,0 1 1 0 0,-1 0-1 0 0,1 0 0 0 0,0-1 1 0 0,-1 1-1 0 0,1 0 0 0 0,-1 0 1 0 0,0 0-1 0 0,0 0 0 0 0,0 0 1 0 0,0 0-1 0 0,0 2 0 0 0,0 2 24 0 0,0 1-1 0 0,-1-1 0 0 0,1 1 0 0 0,-1-1 0 0 0,0 1 0 0 0,0-1 0 0 0,-1 1 0 0 0,0-1 1 0 0,0 0-1 0 0,-6 11 0 0 0,4-7-42 0 0,-13 28 48 0 0,-1 0 0 0 0,-1-2 0 0 0,-28 39 0 0 0,-9 16 44 0 0,54-86 50 0 0,-5 7-5 0 0,7-12-74 0 0,-1 1 0 0 0,1 0 0 0 0,-1-1 0 0 0,1 1-1 0 0,0-1 1 0 0,-1 1 0 0 0,1 0 0 0 0,0 0 0 0 0,-1-1 0 0 0,1 1 0 0 0,0 0 0 0 0,0 0 0 0 0,-1-1 0 0 0,1 1 0 0 0,0 0 0 0 0,0 0 0 0 0,0 1-1 0 0,1-1-39 0 0,-1 1-1 0 0,1-1 0 0 0,-1 0 1 0 0,1 1-1 0 0,0-1 0 0 0,-1 1 0 0 0,1-1 1 0 0,0 0-1 0 0,0 0 0 0 0,0 0 1 0 0,0 1-1 0 0,2 0 0 0 0,-2 0 19 0 0,2 2 95 0 0,44-4 358 0 0,108-24 27 0 0,-127 18-431 0 0,-21 5-82 0 0,-1 0-22 0 0,16-2-70 0 0,-16 2-141 0 0,-1 0-1717 0 0,17-1 1017 0 0,-17 2-282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22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32 4204 0 0,'0'0'4691'0'0,"1"-5"-2826"0"0,1 0-1180 0 0,1-7-228 0 0,-3 2 4971 0 0,12 24-5236 0 0,-7-10-52 0 0,6 15-191 0 0,-8-14 70 0 0,-1 0 61 0 0,2-1 95 0 0,1 0-100 0 0,0 0 0 0 0,0 0 1 0 0,0 0-1 0 0,0-1 0 0 0,1 0 0 0 0,-1 0 1 0 0,1 0-1 0 0,0-1 0 0 0,0 1 0 0 0,7 1 1 0 0,-2-2 195 0 0,-1-1 0 0 0,1 0 0 0 0,-1 0 0 0 0,1-1 0 0 0,-1 0 0 0 0,22-4 0 0 0,1-3 1696 0 0,46-17 1 0 0,-74 22-1179 0 0,15-4-382 0 0,-16 4-368 0 0,1 0 290 0 0,-2 5-462 0 0,-2 0 127 0 0,1 0 1 0 0,-1 0-1 0 0,0 0 0 0 0,0 0 1 0 0,0 0-1 0 0,0 0 1 0 0,0 0-1 0 0,-1 0 1 0 0,1 0-1 0 0,-1 0 0 0 0,0 1 1 0 0,0-1-1 0 0,0 0 1 0 0,-1 0-1 0 0,1 0 1 0 0,-1 0-1 0 0,1 0 1 0 0,-1 1-1 0 0,0-1 0 0 0,-2 3 1 0 0,-3 22 28 0 0,-7 101-61 0 0,5 192 0 0 0,8-247 85 0 0,-10 142 408 0 0,6-152 29 0 0,4-58-402 0 0,-1 0 1 0 0,1 0 0 0 0,-1 0 0 0 0,0-1-1 0 0,-3 9 1 0 0,1-3 36 0 0,1-3-19 0 0,0 0 1 0 0,0 0-1 0 0,0 0 0 0 0,-1 0 0 0 0,0-1 0 0 0,-7 12 0 0 0,3-7 10 0 0,4-6-70 0 0,0-1 1 0 0,-1 1-1 0 0,1-1 0 0 0,-1 0 0 0 0,0 0 1 0 0,-1-1-1 0 0,1 1 0 0 0,-1-1 1 0 0,0 0-1 0 0,0 0 0 0 0,0-1 0 0 0,-1 1 1 0 0,1-1-1 0 0,-1 0 0 0 0,0-1 1 0 0,0 1-1 0 0,-8 1 0 0 0,0-1-140 0 0,0 0 0 0 0,0-1 0 0 0,0-1-1 0 0,-1 0 1 0 0,-20-2 0 0 0,1-3-748 0 0,3-1-432 0 0,5 1 382 0 0,-47-13-7344 0 0,68 15 3770 0 0,-15-13-4702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22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0 376 0 0,'0'0'16496'0'0,"1"4"-16034"0"0,5 14 28 0 0,-4-14-85 0 0,-4 1-158 0 0,-11 51 339 0 0,8-35-201 0 0,2 0-1 0 0,0 0 1 0 0,1 25 0 0 0,3-34-155 0 0,0-1 1 0 0,1 1 0 0 0,0 0 0 0 0,0 0 0 0 0,9 22-1 0 0,-10-32-200 0 0,0 0 1 0 0,-1 1-1 0 0,1-1 0 0 0,0 0 0 0 0,0 0 0 0 0,1 0 0 0 0,-1 0 0 0 0,0 0 0 0 0,1 0 0 0 0,-1 0 0 0 0,1 0 0 0 0,-1-1 0 0 0,4 3 0 0 0,0 1-2 0 0,-4-3-60 0 0,0-1-1 0 0,0 1 1 0 0,0-1 0 0 0,1 1-1 0 0,-1-1 1 0 0,0 0 0 0 0,1 1-1 0 0,-1-1 1 0 0,1 0-1 0 0,-1 0 1 0 0,1 0 0 0 0,-1 0-1 0 0,1 0 1 0 0,3 1 0 0 0,1 0-177 0 0,-5-1 85 0 0,1 0 1 0 0,-1 0-1 0 0,1 0 1 0 0,0 0-1 0 0,0 0 1 0 0,0 0-1 0 0,-1 0 1 0 0,1-1-1 0 0,0 1 1 0 0,0-1-1 0 0,0 1 1 0 0,3-1-1 0 0,0 1-221 0 0,1 1-1028 0 0,0-3-575 0 0,17-2-886 0 0,-10 0-2005 0 0,-5-6 3795 0 0,-6 7 132 0 0,1 0-2499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24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121 185 456 0 0,'0'0'8013'0'0,"-2"-4"-6596"0"0,-6-12-185 0 0,6 12 2507 0 0,0-1-3291 0 0,-5-13-380 0 0,5 14 824 0 0,2 4-887 0 0,-1 0 0 0 0,1 0 0 0 0,-1 0-1 0 0,1 0 1 0 0,0-1 0 0 0,-1 1 0 0 0,1 0 0 0 0,-1 0-1 0 0,1 0 1 0 0,0 0 0 0 0,-1-1 0 0 0,1 1-1 0 0,0 0 1 0 0,-1 0 0 0 0,1-1 0 0 0,0 1-1 0 0,-1 0 1 0 0,1-1 0 0 0,0 1 0 0 0,0 0-1 0 0,-1-1 1 0 0,1 1 0 0 0,0 0 0 0 0,0-1-1 0 0,0 1 1 0 0,-1-1 0 0 0,1 0-17 0 0,-1 0 1 0 0,0-1-1 0 0,1 1 1 0 0,-1 0-1 0 0,0 0 1 0 0,0 0-1 0 0,1 0 1 0 0,-1 1-1 0 0,0-1 1 0 0,0 0-1 0 0,0 0 1 0 0,0 1-1 0 0,-2-2 1 0 0,-12-6 172 0 0,11 6 487 0 0,0 1-445 0 0,-12-5 68 0 0,11 4 1388 0 0,0 1-1390 0 0,-16-3 171 0 0,15 3 2245 0 0,6 1-2674 0 0,1-1 0 0 0,-1 1 0 0 0,0-1 0 0 0,0 1 0 0 0,0 0-1 0 0,0-1 1 0 0,1 1 0 0 0,-1-1 0 0 0,0 1 0 0 0,0 0-1 0 0,1-1 1 0 0,-1 1 0 0 0,0-1 0 0 0,1 1 0 0 0,-1 0 0 0 0,0 0-1 0 0,1-1 1 0 0,-1 1 0 0 0,1 0 0 0 0,-1-1 0 0 0,0 1 0 0 0,1 0-1 0 0,-1 0 1 0 0,1 0 0 0 0,-1 0 0 0 0,1-1 0 0 0,0 1-2 0 0,-1 0 0 0 0,1 0 0 0 0,-1 0 0 0 0,1 0 0 0 0,-1 0 0 0 0,1-1 1 0 0,-1 1-1 0 0,0 0 0 0 0,1 0 0 0 0,-1-1 0 0 0,1 1 0 0 0,-1 0 0 0 0,0-1 0 0 0,1 1 1 0 0,-1 0-1 0 0,0-1 0 0 0,1 1 0 0 0,-1 0 0 0 0,0-1 0 0 0,0 1 0 0 0,1-1 0 0 0,-1 1 1 0 0,0-1-1 0 0,0 1 0 0 0,0 0 0 0 0,1-2 0 0 0,5 0 204 0 0,116-30 0 0 0,-38 12-40 0 0,-52 13 41 0 0,-27 6 193 0 0,0 0-383 0 0,15-4-120 0 0,-15 3-232 0 0,2 2-5966 0 0,19 0 1783 0 0,-20 0 151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26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1 133 1448 0 0,'0'0'14198'0'0,"0"-5"-13977"0"0,0-1 37 0 0,0 1 1 0 0,0 0-1 0 0,0-1 0 0 0,1 1 1 0 0,0 0-1 0 0,3-11 1 0 0,-3 12-10 0 0,2 1-174 0 0,22-33 369 0 0,-23 33-506 0 0,2 0 78 0 0,37-20-326 0 0,-36 21 329 0 0,0 1-165 0 0,17-3 54 0 0,-17 4 305 0 0,-4 0-206 0 0,-1 1 1 0 0,1-1-1 0 0,-1 1 1 0 0,1-1-1 0 0,-1 1 1 0 0,1-1 0 0 0,-1 1-1 0 0,1-1 1 0 0,0 0-1 0 0,-1 1 1 0 0,1-1-1 0 0,0 0 1 0 0,0 1 0 0 0,-1-1-1 0 0,1 0 1 0 0,0 0-1 0 0,0 0 1 0 0,-1 0-1 0 0,1 0 1 0 0,1 1-1 0 0,-1-1-10 0 0,0 0 0 0 0,1 0 0 0 0,-1 0 0 0 0,0 0 0 0 0,1 1-1 0 0,-1-1 1 0 0,0 0 0 0 0,0 1 0 0 0,1 0 0 0 0,-1-1 0 0 0,0 1-1 0 0,0-1 1 0 0,0 1 0 0 0,0 0 0 0 0,2 1 0 0 0,3 3 36 0 0,0 1 0 0 0,0-1 0 0 0,-1 1 1 0 0,1 0-1 0 0,-1 1 0 0 0,-1-1 1 0 0,1 1-1 0 0,-1 0 0 0 0,0 0 0 0 0,5 15 1 0 0,-2-1-89 0 0,-1 0 1 0 0,5 36-1 0 0,-11-54 57 0 0,1-1-1 0 0,-1 1 0 0 0,1-1 0 0 0,-1 1 0 0 0,0-1 0 0 0,0 1 1 0 0,0-1-1 0 0,-1 1 0 0 0,0 3 0 0 0,0 1 20 0 0,1-1-68 0 0,0 0-45 0 0,0 21 94 0 0,0-20 90 0 0,0 0-323 0 0,0 20 113 0 0,0-20 67 0 0,-1-1 79 0 0,-3 16-196 0 0,3-17 67 0 0,0-10-716 0 0,-4-16 682 0 0,4 16 152 0 0,2 0 19 0 0,3-9-54 0 0,0 1 0 0 0,0-1 0 0 0,2 1 1 0 0,-1 1-1 0 0,2-1 0 0 0,0 1 0 0 0,14-20 1 0 0,-18 28 105 0 0,0 0 116 0 0,0 1-212 0 0,-1 0 0 0 0,1 0 0 0 0,0 0 0 0 0,0 0 1 0 0,0 0-1 0 0,1 0 0 0 0,-1 1 0 0 0,1-1 1 0 0,-1 1-1 0 0,8-3 0 0 0,-8 4 32 0 0,0 1-1 0 0,1-1 1 0 0,-1 1 0 0 0,0 0-1 0 0,0-1 1 0 0,0 2 0 0 0,0-1-1 0 0,0 0 1 0 0,0 1 0 0 0,0-1-1 0 0,0 1 1 0 0,0 0 0 0 0,0 0-1 0 0,4 1 1 0 0,-3 0 114 0 0,1 2-42 0 0,45 54-83 0 0,-48-54 9 0 0,-1-3-22 0 0,-1 1-1 0 0,0 0 1 0 0,1-1-1 0 0,0 1 1 0 0,-1-1-1 0 0,1 1 0 0 0,0 0 1 0 0,-1-1-1 0 0,1 1 1 0 0,0-1-1 0 0,0 0 1 0 0,3 3-1 0 0,-2-1 1 0 0,0 2 46 0 0,1 0-159 0 0,7 14 86 0 0,-7-15 494 0 0,-1 1-335 0 0,6 13-132 0 0,-6-13 383 0 0,16-16-892 0 0,-15 8 447 0 0,1 0-70 0 0,-2-3 131 0 0,0 0 0 0 0,0 1 0 0 0,1-1 0 0 0,-1 0 0 0 0,7-9 0 0 0,-4 6 34 0 0,13-24-26 0 0,1 0 0 0 0,2 0 0 0 0,26-30 0 0 0,-44 59 138 0 0,2 1-47 0 0,-3 0 54 0 0,-1 2-37 0 0,0-1 0 0 0,1 1 0 0 0,-1 0 0 0 0,0 0 0 0 0,1-1 0 0 0,-1 1 0 0 0,1 0 0 0 0,-1 0 0 0 0,1 1 0 0 0,-1-1 0 0 0,1 0-1 0 0,3-1 1 0 0,25 2 760 0 0,-23 0-435 0 0,-4 3-14 0 0,9 12-255 0 0,0-1-1 0 0,-2 2 0 0 0,0-1 1 0 0,0 1-1 0 0,-2 1 1 0 0,0 0-1 0 0,-1 0 0 0 0,0 0 1 0 0,-2 1-1 0 0,0 0 0 0 0,-1 0 1 0 0,2 22-1 0 0,14 45-1958 0 0,-18-80 959 0 0,1 1-171 0 0,6 16-195 0 0,-7-17-1176 0 0,6 0-3373 0 0,0 6 4349 0 0,-7-9 313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30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54 170 352 0 0,'0'0'17604'0'0,"0"-5"-17572"0"0,2 0-69 0 0,0-15 2549 0 0,-4 16-2565 0 0,-5-11 24 0 0,5 12 666 0 0,0-2-632 0 0,-6-33 1171 0 0,-10-32-1207 0 0,17 66 330 0 0,-17 25-19338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37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65 840 0 0,'0'0'15624'0'0,"5"0"-15297"0"0,15-3-113 0 0,-14 2 1264 0 0,-5-3-1331 0 0,9-47 916 0 0,-10 46-556 0 0,2 10-1305 0 0,13 50 702 0 0,-3 0 0 0 0,9 104 0 0 0,-1-4 682 0 0,-15-131-416 0 0,-3-5-186 0 0,-2-12 19 0 0,11 85 1513 0 0,-10-87-1124 0 0,0 0-181 0 0,2 8-1141 0 0,-1 20-9461 0 0,-2-25 10444 0 0,0-2-3492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38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1 169 16 0 0,'0'0'22005'0'0,"2"-5"-21637"0"0,5-14-94 0 0,-6 14-91 0 0,16 1-19 0 0,6-6 63 0 0,275-78 614 0 0,-265 75-951 0 0,-28 11-2 0 0,1 1 76 0 0,19-5 124 0 0,-19 4 0 0 0,-1 1-44 0 0,14-6-52 0 0,-14 5-23 0 0,-1 1-511 0 0,8-2-1208 0 0,14 5-12407 0 0,-18 0 14697 0 0,-4 0-5204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38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35 2928 0 0,'0'0'3769'0'0,"-4"1"-2443"0"0,-18 9 7287 0 0,27-10-8599 0 0,19 4-15 0 0,-18-3 6 0 0,-1 1 41 0 0,3 3-21 0 0,0 0 1 0 0,0 0-1 0 0,0 1 1 0 0,-1 0-1 0 0,0 0 1 0 0,-1 0-1 0 0,1 1 1 0 0,8 12-1 0 0,-1 1 124 0 0,-1 0 0 0 0,11 24 0 0 0,-21-40-215 0 0,3 19 115 0 0,-4-18-58 0 0,0 1-78 0 0,0-1-31 0 0,4 16 264 0 0,-5-16 63 0 0,1-1-238 0 0,0 13-402 0 0,-16-27 249 0 0,10 7 144 0 0,5-3-43 0 0,0-6 74 0 0,1 0 0 0 0,1 1 0 0 0,0-1-1 0 0,0 1 1 0 0,10-22 0 0 0,42-51 722 0 0,-1 21 58 0 0,-51 59-552 0 0,1 1-70 0 0,0 0-117 0 0,-1 0 1 0 0,1 0 0 0 0,0 0 0 0 0,0 1-1 0 0,0-1 1 0 0,0 1 0 0 0,0 0 0 0 0,0 0-1 0 0,1 1 1 0 0,4-2 0 0 0,-3 6-27 0 0,0 1 55 0 0,0 0 0 0 0,0 0 0 0 0,0 1 0 0 0,-1-1 1 0 0,0 1-1 0 0,0 1 0 0 0,0-1 0 0 0,0 1 0 0 0,4 7 1 0 0,2 7 168 0 0,0 0 0 0 0,10 28 0 0 0,11 32 460 0 0,-30-74-1045 0 0,0-2-764 0 0,-2-2-14 0 0,5 11 2654 0 0,-2-8-5319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01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49 1572 0 0,'0'0'16866'0'0,"-1"-5"-17040"0"0,-5-14 113 0 0,4 15 160 0 0,4 10-571 0 0,3 23 430 0 0,-3-23 46 0 0,7 16 87 0 0,-7-17-144 0 0,0 1 101 0 0,6 17-97 0 0,-6-17-52 0 0,1 0 125 0 0,6 17 85 0 0,-7-17-44 0 0,1 0-44 0 0,39 67-194 0 0,-38-68 213 0 0,-2-1 2 0 0,27 35 30 0 0,-26-36-18 0 0,2 0-29 0 0,11 9-52 0 0,-11-9 103 0 0,0-2-153 0 0,0 1 103 0 0,-4-2-29 0 0,1 1 0 0 0,0 0 0 0 0,-1-1 0 0 0,1 1 0 0 0,-1-1 0 0 0,1 1 0 0 0,0-1 0 0 0,-1 0 0 0 0,1 0 0 0 0,-1 0 0 0 0,1 0 0 0 0,0 0 0 0 0,-1 0 0 0 0,1 0 0 0 0,0-1 0 0 0,-1 1 0 0 0,3-1 0 0 0,19-5-33 0 0,-17 5 205 0 0,-2-2-12 0 0,10-9-112 0 0,-10 9 53 0 0,-2-1 8 0 0,9-13-144 0 0,-8 13 117 0 0,-1-2 58 0 0,7-15-141 0 0,-6 16-64 0 0,-2 0 164 0 0,3-16-96 0 0,-2 16 160 0 0,-1-1-131 0 0,2-4-68 0 0,-1 0-1 0 0,-1 0 1 0 0,1-17 0 0 0,-2 21-31 0 0,-2-65 661 0 0,1 66-622 0 0,-9-44 1145 0 0,9 45-1019 0 0,1 9-1565 0 0,3 17 1453 0 0,-3-16 18 0 0,2 0-100 0 0,12 57 387 0 0,-12-57-292 0 0,-1 1-30 0 0,16 57-35 0 0,-4-21-19 0 0,-3 0-1 0 0,6 49 1 0 0,-12-28 141 0 0,-1-40-155 0 0,-4 2-17 0 0,0 34 56 0 0,1-54 128 0 0,-1 2 99 0 0,-1 15-45 0 0,-1 0 1 0 0,-1 0 0 0 0,-13 42-1 0 0,17-64-118 0 0,-6 15 27 0 0,0 0 1 0 0,-1-1 0 0 0,-10 16-1 0 0,14-27-57 0 0,-1 1-38 0 0,-14 13 187 0 0,14-14-5 0 0,-1-1-184 0 0,-12 10 42 0 0,12-10-31 0 0,0-2 116 0 0,-54 7 224 0 0,52-7-358 0 0,0-2 248 0 0,-19-2-150 0 0,20 3-123 0 0,0-1 18 0 0,-41-5-3107 0 0,27 5-6529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02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48 284 0 0,'0'0'15265'0'0,"-5"2"-15306"0"0,-45 19 634 0 0,45-19-256 0 0,0 1-234 0 0,-39 21 762 0 0,40-22-121 0 0,0 1-536 0 0,-13 6-189 0 0,13-7 302 0 0,11-3-217 0 0,45-10 143 0 0,89-33 0 0 0,-98 29-71 0 0,-38 14-244 0 0,1-1-6 0 0,107-28-5619 0 0,-108 29 2149 0 0,0-1 348 0 0,17-7-273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03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18 187 1048 0 0,'-18'20'13278'0'0,"20"-24"-12924"0"0,5-18 285 0 0,-4 18-531 0 0,7-12-114 0 0,-7 12 60 0 0,2 3-132 0 0,15-2 100 0 0,-15 2 47 0 0,1 3-185 0 0,18 8 227 0 0,-19-7-75 0 0,0 1 104 0 0,9 10-196 0 0,-1 1-1 0 0,-1 0 0 0 0,0 1 0 0 0,12 21 0 0 0,-9-12 82 0 0,-12-20-138 0 0,-1 0 222 0 0,7 16-232 0 0,-7-16 210 0 0,0 0-74 0 0,7 15-111 0 0,-6-15 208 0 0,0-7-454 0 0,10-9 312 0 0,-10 8-114 0 0,-2-2-39 0 0,12-98 582 0 0,-7 73-275 0 0,-5 25 74 0 0,8-34 130 0 0,-8 33-283 0 0,4-16-133 0 0,-4 17 79 0 0,1 4-32 0 0,-1 0 46 0 0,1 0 0 0 0,0 0 0 0 0,-1 0 0 0 0,1 0 0 0 0,-1 0 0 0 0,0-1 0 0 0,1 1 0 0 0,-1 0 0 0 0,2-4 0 0 0,1 2 125 0 0,24 5-41 0 0,-23-2-63 0 0,2 3 126 0 0,7 5-164 0 0,1 0-1 0 0,-1 1 0 0 0,-1 1 0 0 0,0 0 0 0 0,0 1 0 0 0,-1 1 0 0 0,0 0 0 0 0,-1 0 0 0 0,0 1 0 0 0,-1 0 0 0 0,10 18 0 0 0,-18-26-99 0 0,0 0-160 0 0,8 14 91 0 0,-8-14 357 0 0,-2 1-124 0 0,2 23-776 0 0,-7-32 649 0 0,-15-9-39 0 0,19 11 102 0 0,0 1-1 0 0,0-1 1 0 0,0 0-1 0 0,0 0 1 0 0,0 1-1 0 0,1-1 1 0 0,-1 0-1 0 0,0 0 1 0 0,0 0 0 0 0,1 0-1 0 0,-1 0 1 0 0,0 0-1 0 0,1 0 1 0 0,-1 0-1 0 0,1 0 1 0 0,-1 0-1 0 0,1 0 1 0 0,0 0-1 0 0,0 0 1 0 0,-1 0 0 0 0,1 0-1 0 0,0-2 1 0 0,0 1-22 0 0,-3-4-12 0 0,1-1 0 0 0,1 0 0 0 0,-1 1 0 0 0,1-1-1 0 0,0 0 1 0 0,1 0 0 0 0,-1 0 0 0 0,1 0 0 0 0,2-9 0 0 0,10-46 488 0 0,-10 52-364 0 0,9-22 130 0 0,0 10-7 0 0,-8 15-77 0 0,1 0-1 0 0,-1 0 1 0 0,1 1-1 0 0,1 0 1 0 0,-1-1 0 0 0,1 1-1 0 0,0 1 1 0 0,0-1-1 0 0,0 1 1 0 0,1 0-1 0 0,0 0 1 0 0,0 1 0 0 0,11-7-1 0 0,-13 9 110 0 0,4 3 83 0 0,20 3-63 0 0,-15 1-63 0 0,-3 4-119 0 0,0-1 0 0 0,-1 1 0 0 0,1 1 0 0 0,-2 0 0 0 0,1 0 1 0 0,-2 1-1 0 0,1 0 0 0 0,-2 0 0 0 0,1 1 0 0 0,-1 0 1 0 0,4 14-1 0 0,8 23 72 0 0,16 72 0 0 0,-33-119-149 0 0,0 2 27 0 0,0 1-154 0 0,5 14-91 0 0,-4-15-147 0 0,24-15-13938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04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70 1972 0 0,'-6'-1'2700'0'0,"-5"-2"-2207"0"0,-15-7 7789 0 0,14 3-1975 0 0,12 7-6587 0 0,0-1 276 0 0,0 0 1 0 0,0 1-1 0 0,0-1 0 0 0,0 0 0 0 0,0 1 1 0 0,0-1-1 0 0,0 0 0 0 0,1 1 0 0 0,-1-1 1 0 0,0 1-1 0 0,0-1 0 0 0,1 0 0 0 0,-1 1 1 0 0,1-1-1 0 0,-1 1 0 0 0,0-1 0 0 0,1 1 1 0 0,-1-1-1 0 0,2 0 0 0 0,-2 1 11 0 0,1-1-1 0 0,-1 1 1 0 0,1-1 0 0 0,-1 1-1 0 0,1-1 1 0 0,-1 1-1 0 0,1-1 1 0 0,-1 1 0 0 0,0-1-1 0 0,1 0 1 0 0,-1 1-1 0 0,0-1 1 0 0,0 1 0 0 0,1-1-1 0 0,-1 0 1 0 0,0 1-1 0 0,0-1 1 0 0,0 0 0 0 0,0 1-1 0 0,0-2 1 0 0,5 1 134 0 0,15-3-58 0 0,-15 3-19 0 0,29-2-215 0 0,-27 3-115 0 0,32-3-242 0 0,-32 3 439 0 0,0 0 39 0 0,49 10 106 0 0,-52-8-184 0 0,1 0-61 0 0,12 9 47 0 0,-12-9-121 0 0,-5 0 220 0 0,1 0 0 0 0,-1-1 0 0 0,1 1 0 0 0,-1-1 1 0 0,1 1-1 0 0,0-1 0 0 0,-1 0 0 0 0,1 1 0 0 0,0-1 0 0 0,0 0 1 0 0,0 1-1 0 0,2 1 0 0 0,-1-1-35 0 0,1 3-175 0 0,-2 1 106 0 0,2 18 162 0 0,-2-18-61 0 0,-1 2 28 0 0,-3 20-28 0 0,3-21-45 0 0,-2-1-44 0 0,-4 20 135 0 0,5-20-118 0 0,-1-1-29 0 0,-25 70 504 0 0,26-70-559 0 0,2-12-736 0 0,5-10 921 0 0,0 0 0 0 0,1 0 0 0 0,12-18 0 0 0,5-12-239 0 0,17-24 548 0 0,-39 67-52 0 0,1 0-94 0 0,7-15-136 0 0,-7 15 452 0 0,-1-1-115 0 0,5-11-58 0 0,-6 12 293 0 0,-27 15-858 0 0,25-10 259 0 0,0-1 0 0 0,0 1 0 0 0,0-1 0 0 0,0 1 0 0 0,0 0 0 0 0,0 0 0 0 0,0-1 0 0 0,0 1 1 0 0,0 0-1 0 0,1 0 0 0 0,-1 0 0 0 0,0 0 0 0 0,0 0 0 0 0,1 0 0 0 0,-1 0 0 0 0,1 0 0 0 0,-1 0 0 0 0,1 0 1 0 0,-1 1-1 0 0,1-1 0 0 0,0 0 0 0 0,-1 1 0 0 0,1 0 20 0 0,-5 8 55 0 0,0 0-1 0 0,1 0 0 0 0,-4 16 1 0 0,5-17-63 0 0,0-1-87 0 0,1 0 1 0 0,0 1-1 0 0,1-1 0 0 0,0 0 0 0 0,0 13 0 0 0,0-13 53 0 0,1-2-12 0 0,0 2-30 0 0,1 4 173 0 0,0 0 0 0 0,1-1 0 0 0,0 1 1 0 0,1-1-1 0 0,0 0 0 0 0,1 1 0 0 0,0-1 0 0 0,11 19 0 0 0,-9-24 33 0 0,0 0-1 0 0,0 0 1 0 0,0-1-1 0 0,1 0 0 0 0,0 0 1 0 0,0-1-1 0 0,0 1 0 0 0,15 5 1 0 0,-15-7-82 0 0,42 15 317 0 0,-36-14-320 0 0,-8-3-12 0 0,0 1 14 0 0,15 4 96 0 0,-15-5 58 0 0,-1 1-16 0 0,15 3-40 0 0,-14-4-78 0 0,0 1-61 0 0,13 4 88 0 0,-13-5 109 0 0,0 1-256 0 0,12 4-71 0 0,-12-5-347 0 0,21 3-10177 0 0,-20-4 7017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05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69 101 168 0 0,'0'0'14470'0'0,"-4"2"-14381"0"0,-35 22-91 0 0,35-21 108 0 0,-14 10-6 0 0,14-10 1304 0 0,10-4-1297 0 0,21-4 6 0 0,0-1 1 0 0,0-1-1 0 0,49-21 1 0 0,20-6 100 0 0,-40 14-370 0 0,-49 17 196 0 0,-1 0 232 0 0,-1 2-114 0 0,15-5-47 0 0,-15 4-138 0 0,0 1 143 0 0,4-3 1009 0 0,22-8-3649 0 0,13 0-7795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06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1 104 0 0,'0'0'8057'0'0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06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75 1260 0 0,'0'0'7761'0'0,"-4"2"-7468"0"0,-37 19 2093 0 0,36-18-2074 0 0,2 0-150 0 0,-11 7-116 0 0,10-8 639 0 0,-1 0-581 0 0,-15 7 136 0 0,15-7 188 0 0,1 0-285 0 0,-80 30 2525 0 0,68-28-1965 0 0,17-7-270 0 0,33-16-133 0 0,40-17-249 0 0,-20 15-322 0 0,52-21-31 0 0,-101 40 318 0 0,0 1 10 0 0,43-18-120 0 0,-44 16 552 0 0,15-3-622 0 0,-16 4 170 0 0,2 0 104 0 0,20-7-11843 0 0,-20 7 9134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07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85 2060 0 0,'-16'-23'2216'0'0,"13"19"1465"0"0,0-1-2364 0 0,-11-32 5788 0 0,11 26-7601 0 0,2 6 1233 0 0,0 7-712 0 0,1-1 1 0 0,-1 1-1 0 0,1 0 1 0 0,0-1-1 0 0,0 1 1 0 0,0 0-1 0 0,0 0 1 0 0,0-1-1 0 0,0 1 1 0 0,0 0-1 0 0,1-1 1 0 0,0 4-1 0 0,0-2 41 0 0,1 21 12 0 0,2 0 0 0 0,0 0 0 0 0,10 28 0 0 0,-2-7 67 0 0,82 359 601 0 0,-77-351 106 0 0,-15-46-418 0 0,0 0 0 0 0,1 0 1 0 0,0 0-1 0 0,8 12 0 0 0,-9-15 48 0 0,2-7-466 0 0,1-1-61 0 0,-1-1 1 0 0,1 1 0 0 0,-1-1-1 0 0,0 0 1 0 0,4-6 0 0 0,-6 7 92 0 0,0-1 54 0 0,9-14-152 0 0,-8 14-30 0 0,-2 0-86 0 0,15-42-370 0 0,-14 42 549 0 0,-2 3-144 0 0,0 0 114 0 0,0 1-1 0 0,0-1 1 0 0,0 0-1 0 0,1 0 1 0 0,-1 1 0 0 0,0-1-1 0 0,1 0 1 0 0,-1 0-1 0 0,1 1 1 0 0,0-1 0 0 0,1-2-1 0 0,-1 0-27 0 0,1-2-87 0 0,0 2 204 0 0,6-12-30 0 0,-6 11-33 0 0,1 0-368 0 0,-1 1 298 0 0,0-1 0 0 0,1 1 1 0 0,0 0-1 0 0,0 0 0 0 0,0 0 0 0 0,0 1 0 0 0,7-7 0 0 0,-6 8 86 0 0,2 1-211 0 0,20-2 91 0 0,-19 3 103 0 0,-2 0 74 0 0,4 2-86 0 0,1 0 1 0 0,-1 0 0 0 0,0 1-1 0 0,0 0 1 0 0,0 1 0 0 0,-1 0-1 0 0,13 7 1 0 0,19 18 214 0 0,-37-27-4 0 0,1 2-52 0 0,12 11 48 0 0,-13-11 168 0 0,0 0-28 0 0,7 10-114 0 0,-8-10 354 0 0,-3 3-279 0 0,-1 21-53 0 0,1-21-63 0 0,-2-1-32 0 0,2-3-138 0 0,-1 1 8 0 0,1 0 0 0 0,-1 0 0 0 0,0-1 0 0 0,0 1 1 0 0,-1 0-1 0 0,1-1 0 0 0,-1 0 0 0 0,0 0 0 0 0,1 0 0 0 0,-1 0 1 0 0,-1 0-1 0 0,1-1 0 0 0,-4 4 0 0 0,-9 2-573 0 0,0-1 1 0 0,-1-1-1 0 0,-20 6 0 0 0,31-11-372 0 0,-2-2-469 0 0,-25-2-656 0 0,32 3 1901 0 0,1 0 1 0 0,-1 0 0 0 0,0 0-1 0 0,1 0 1 0 0,-1-1 0 0 0,0 1-1 0 0,1 0 1 0 0,-1 0 0 0 0,0 0-1 0 0,1 0 1 0 0,-1-1 0 0 0,0 1-1 0 0,1 0 1 0 0,-1-1 0 0 0,1 1-1 0 0,-1 0 1 0 0,0-1 0 0 0,1 1 0 0 0,-1-2-1 0 0,-5-2-1009 0 0,-5-3-337 0 0,-1-8-2631 0 0,-7-10 736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08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 1276 0 0,'0'0'3284'0'0,"1"-5"-638"0"0,6-13-712 0 0,-6 13 920 0 0,3 1-1721 0 0,12-10 93 0 0,-12 10-74 0 0,4 3-61 0 0,-1-1-818 0 0,-4 1-185 0 0,-1 0 0 0 0,1 1 0 0 0,-1-1 0 0 0,1 0 0 0 0,-1 1 0 0 0,1 0 0 0 0,-1 0-1 0 0,1 0 1 0 0,0 0 0 0 0,-1 0 0 0 0,1 0 0 0 0,-1 1 0 0 0,4 0 0 0 0,18 4 229 0 0,0 0 0 0 0,0 2 0 0 0,0 0 0 0 0,-1 2 0 0 0,-1 0 0 0 0,1 2 0 0 0,-1 0 0 0 0,-1 2-1 0 0,0 0 1 0 0,-1 2 0 0 0,-1 0 0 0 0,22 21 0 0 0,-19-13-160 0 0,-1 0-1 0 0,-1 2 1 0 0,-1 0 0 0 0,-1 1 0 0 0,-2 1-1 0 0,0 0 1 0 0,-2 2 0 0 0,-1-1-1 0 0,-2 2 1 0 0,16 56 0 0 0,-17-40-116 0 0,-3 0 1 0 0,-1 0-1 0 0,-2 1 1 0 0,-2 0-1 0 0,-3-1 1 0 0,-10 81-1 0 0,6-98-389 0 0,-1-1 0 0 0,-1 0 0 0 0,-2 0-1 0 0,0-1 1 0 0,-2 0 0 0 0,-1 0 0 0 0,-1-1-1 0 0,-1-1 1 0 0,-20 27 0 0 0,13-24-1252 0 0,-2-1-1 0 0,-39 38 1 0 0,32-39-1125 0 0,0-1 0 0 0,-38 22-1 0 0,6-6-1621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09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45 1168 0 0,'-9'-22'2282'0'0,"7"18"1181"0"0,2 3-3409 0 0,0 1 0 0 0,0 0-1 0 0,0-1 1 0 0,0 1 0 0 0,-1-1 0 0 0,1 1-1 0 0,0-1 1 0 0,0 1 0 0 0,0 0-1 0 0,-1-1 1 0 0,1 1 0 0 0,0-1 0 0 0,-1 1-1 0 0,1 0 1 0 0,0-1 0 0 0,-1 1 0 0 0,1 0-1 0 0,0 0 1 0 0,-1-1 0 0 0,1 1-1 0 0,-1 0 1 0 0,1 0 0 0 0,0-1 0 0 0,-1 1-1 0 0,1 0 1 0 0,-1 0 0 0 0,0 0 5 0 0,1 0 1 0 0,-1 0-1 0 0,1-1 0 0 0,-1 1 1 0 0,1 0-1 0 0,-1 0 1 0 0,1 0-1 0 0,0-1 1 0 0,-1 1-1 0 0,1 0 0 0 0,-1 0 1 0 0,1-1-1 0 0,0 1 1 0 0,-1 0-1 0 0,1-1 1 0 0,0 1-1 0 0,0-1 0 0 0,-1 1 1 0 0,1 0-1 0 0,0-1 1 0 0,0 1-1 0 0,-1-1 1 0 0,1 1-1 0 0,0 0 0 0 0,0-1 1 0 0,0 0-1 0 0,-5 4 207 0 0,-2 2-181 0 0,0 2 1 0 0,0-1 0 0 0,0 1 0 0 0,1 0-1 0 0,0 0 1 0 0,0 1 0 0 0,1 0-1 0 0,0 0 1 0 0,0 0 0 0 0,1 0 0 0 0,0 1-1 0 0,1 0 1 0 0,-5 17 0 0 0,-2 8 437 0 0,2 1-1 0 0,-5 52 1 0 0,8-8-234 0 0,3 1 1 0 0,4-1-1 0 0,3 0 1 0 0,3 0-1 0 0,4 0 1 0 0,33 115-1 0 0,-28-137-90 0 0,3 0 0 0 0,2-2 1 0 0,3-1-1 0 0,46 78 0 0 0,-50-100-78 0 0,2 0 1 0 0,0-2-1 0 0,2 0 0 0 0,2-2 0 0 0,0-1 1 0 0,2-1-1 0 0,0-2 0 0 0,41 26 0 0 0,-27-24 9 0 0,1-1-1 0 0,0-3 1 0 0,2-2-1 0 0,0-1 0 0 0,93 22 1 0 0,40-4 156 0 0,-144-32-206 0 0,-29-4 41 0 0,-1 0-100 0 0,16 4-269 0 0,-15-3-300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11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9 267 1380 0 0,'0'0'13495'0'0,"-1"-5"-13488"0"0,-5-14-17 0 0,5 15 3536 0 0,6 2-3812 0 0,49-19 566 0 0,77-39-322 0 0,94-47-29 0 0,-198 96 199 0 0,-23 9-108 0 0,1 0-212 0 0,39-18 675 0 0,-40 18-420 0 0,1 0-384 0 0,14-5-39 0 0,-14 5-150 0 0,21 11-13652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12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1 892 0 0,'0'0'12233'0'0,"2"4"-12321"0"0,9 13 11 0 0,-8-13 102 0 0,2-1-53 0 0,95 35 440 0 0,232 72 457 0 0,-323-107-818 0 0,0 0 0 0 0,0 1 0 0 0,-1 0 0 0 0,0 1 0 0 0,0 0 0 0 0,0 0 0 0 0,14 13 0 0 0,-18-13-47 0 0,1 0 0 0 0,-1 0 0 0 0,0 0 0 0 0,-1 1 0 0 0,0 0 0 0 0,1 0 0 0 0,-2 0 0 0 0,1 0 0 0 0,-1 0 0 0 0,0 0 0 0 0,0 1 0 0 0,1 7 0 0 0,7 50 394 0 0,-8-30-222 0 0,-1-1 1 0 0,-9 65-1 0 0,7-84-26 0 0,-19 132-54 0 0,13-120 89 0 0,2 4-603 0 0,4-9 273 0 0,1-15 285 0 0,-1 0-223 0 0,-5 56 645 0 0,5-55-252 0 0,12 11-854 0 0,-9-14 865 0 0,4-4-271 0 0,9-1-33 0 0,1-1 0 0 0,-1-1 0 0 0,0 0 0 0 0,28-9-1 0 0,39-20 92 0 0,-77 30-99 0 0,-4 2-23 0 0,1-1 0 0 0,0 1 0 0 0,0 0 0 0 0,-1-1 0 0 0,1 1 0 0 0,0-1-1 0 0,-1 1 1 0 0,1-1 0 0 0,0 0 0 0 0,-1 0 0 0 0,3-1 0 0 0,0 0-6 0 0,2 0-94 0 0,-1 0-226 0 0,72-22 760 0 0,-73 23 292 0 0,1-1-2124 0 0,14-4-471 0 0,-14 5-1597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16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1 218 1684 0 0,'0'0'16126'0'0,"2"-6"-16088"0"0,6-19 111 0 0,-5 19-28 0 0,0 3-183 0 0,8-8 31 0 0,1 1-1 0 0,0 1 0 0 0,0 0 0 0 0,0 1 0 0 0,1 0 0 0 0,21-9 1 0 0,-26 13 21 0 0,27-8-186 0 0,-16 8 89 0 0,1 0 1 0 0,-1 2-1 0 0,1 0 0 0 0,0 2 0 0 0,21 1 1 0 0,-36 0 79 0 0,1 0 0 0 0,-1 0 1 0 0,0 0-1 0 0,0 1 0 0 0,0 0 1 0 0,0 0-1 0 0,-1 0 0 0 0,1 1 1 0 0,0 0-1 0 0,4 3 1 0 0,-5-3 57 0 0,0 0-15 0 0,0 0 0 0 0,0 1 0 0 0,-1-1-1 0 0,1 1 1 0 0,-1 0 0 0 0,0 0 0 0 0,0 0-1 0 0,0 0 1 0 0,-1 0 0 0 0,3 7 0 0 0,-2-7-44 0 0,0 2 18 0 0,0 0 0 0 0,-1 0-1 0 0,1 0 1 0 0,-1 1 0 0 0,-1-1 0 0 0,1 1-1 0 0,-1-1 1 0 0,0 1 0 0 0,0 8 0 0 0,0-8-12 0 0,0 14 47 0 0,-1 0 1 0 0,0 0-1 0 0,-2 0 0 0 0,-5 29 0 0 0,3-24 66 0 0,0-2-115 0 0,-1-17-6 0 0,-6 41 28 0 0,6-25 73 0 0,4-17-33 0 0,-7 11-179 0 0,7-13 117 0 0,-1 0-57 0 0,3-11-827 0 0,1-11 702 0 0,2 0 0 0 0,0 1 0 0 0,0-1 0 0 0,2 1 0 0 0,10-23 0 0 0,79-148-577 0 0,-32 75 730 0 0,-59 108 124 0 0,-2-1 97 0 0,8-15 95 0 0,-8 16-49 0 0,7-15 204 0 0,-7 16 249 0 0,3-18-308 0 0,-3 17-315 0 0,-1 0 522 0 0,-24 9-565 0 0,17-1 7 0 0,5-3-8 0 0,0 0 0 0 0,0 0 0 0 0,0 1 0 0 0,0-1 0 0 0,0 0 0 0 0,0 1 0 0 0,0-1-1 0 0,0 1 1 0 0,0-1 0 0 0,0 1 0 0 0,0 0 0 0 0,0-1 0 0 0,0 1 0 0 0,1 0 0 0 0,-1 0 0 0 0,0 0 0 0 0,0-1 0 0 0,1 1 0 0 0,-1 0 0 0 0,1 0 0 0 0,-1 0 0 0 0,0 2 0 0 0,0-1 1 0 0,-4 4 8 0 0,0 0 1 0 0,1 1 0 0 0,0 0-1 0 0,0 0 1 0 0,0 0 0 0 0,1 1-1 0 0,-3 11 1 0 0,4-14-1 0 0,-10 23 48 0 0,2 5-91 0 0,6-19 109 0 0,1 1-1 0 0,1-1 0 0 0,0 1 1 0 0,1 0-1 0 0,1 0 1 0 0,0 0-1 0 0,1-1 0 0 0,0 1 1 0 0,1 0-1 0 0,1-1 1 0 0,6 19-1 0 0,-7-27-48 0 0,1 0 1 0 0,0 0-1 0 0,0-1 1 0 0,0 1-1 0 0,0-1 1 0 0,1 0-1 0 0,0 0 1 0 0,0 0-1 0 0,0 0 1 0 0,1-1-1 0 0,-1 0 1 0 0,1 0-1 0 0,0 0 1 0 0,8 4-1 0 0,0 0-14 0 0,1-2 0 0 0,0 1 1 0 0,0-2-1 0 0,16 5 0 0 0,21 0-263 0 0,0 2-19 0 0,-31-7 124 0 0,1 0 1 0 0,24 11 0 0 0,-40-14 177 0 0,0-1 132 0 0,15 5-102 0 0,-15-5-203 0 0,-1 1-3972 0 0,8 7 2786 0 0,-5-7-4871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21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105 150 1432 0 0,'0'0'5951'0'0,"1"-5"-5102"0"0,3-15-87 0 0,-3 15 4744 0 0,-1 5-5505 0 0,-1 0 1 0 0,1 0-1 0 0,0 0 0 0 0,-1-1 0 0 0,1 1 1 0 0,0 0-1 0 0,0 0 0 0 0,-1 0 1 0 0,1 0-1 0 0,0 0 0 0 0,-1-1 1 0 0,1 1-1 0 0,0 0 0 0 0,0 0 0 0 0,-1 0 1 0 0,1-1-1 0 0,0 1 0 0 0,0 0 1 0 0,0-1-1 0 0,-1 1 0 0 0,1 0 1 0 0,0 0-1 0 0,0-1 0 0 0,0 1 0 0 0,0 0 1 0 0,0-1-1 0 0,-1 1 0 0 0,1 0 1 0 0,0-1-1 0 0,0 1 0 0 0,0-1 0 0 0,0 1 3 0 0,0-1 0 0 0,0 1-1 0 0,0-1 1 0 0,0 1 0 0 0,0-1-1 0 0,-1 1 1 0 0,1-1 0 0 0,0 1-1 0 0,0-1 1 0 0,-1 1-1 0 0,1-1 1 0 0,0 1 0 0 0,0 0-1 0 0,-1-1 1 0 0,1 1 0 0 0,-1-1-1 0 0,1 1 1 0 0,0 0 0 0 0,-1-1-1 0 0,1 1 1 0 0,-1 0 0 0 0,1 0-1 0 0,-1-1 1 0 0,1 1-1 0 0,0 0 1 0 0,-1 0 0 0 0,1 0-1 0 0,-1-1 1 0 0,1 1 0 0 0,-1 0-1 0 0,0 0 1 0 0,1 0 0 0 0,-1 0-1 0 0,1 0 1 0 0,-1 0-1 0 0,1 0 1 0 0,-1 0 0 0 0,0 1-1 0 0,-23 1 117 0 0,18-1 124 0 0,2 0-317 0 0,-15 5 72 0 0,15-4 866 0 0,-2-1-507 0 0,-14 3-74 0 0,15-3 2064 0 0,9-5-2164 0 0,44-23 39 0 0,0 11-28 0 0,75-29-76 0 0,-119 43-56 0 0,2 0-149 0 0,48-16-1521 0 0,-49 16 849 0 0,24-1-5345 0 0,-24 2 3144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21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71 3252 0 0,'0'0'6020'0'0,"-3"4"-4460"0"0,-6 12-354 0 0,7-12 2858 0 0,5-6-3774 0 0,45-24 683 0 0,49-23-3377 0 0,-78 37-1096 0 0,-19 12 3257 0 0,1-1 0 0 0,-1 1 0 0 0,1-1-1 0 0,-1 1 1 0 0,1 0 0 0 0,-1-1 0 0 0,1 1-1 0 0,0 0 1 0 0,-1-1 0 0 0,1 1 0 0 0,0 0-1 0 0,-1 0 1 0 0,1-1 0 0 0,0 1 0 0 0,-1 0 0 0 0,1 0-1 0 0,0 0 1 0 0,-1 0 0 0 0,2 0 0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23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73 556 0 0,'0'0'7188'0'0,"-2"-3"-6420"0"0,-8-12-106 0 0,8 12 3218 0 0,1 2-3840 0 0,1-1-1 0 0,-1 1 1 0 0,1-1 0 0 0,-1 1-1 0 0,1 0 1 0 0,-1-1 0 0 0,0 1 0 0 0,0 0-1 0 0,0 0 1 0 0,0-1 0 0 0,0 1-1 0 0,-2-2 1 0 0,2 2 12 0 0,-2-3 647 0 0,-1 2-690 0 0,-11-7 100 0 0,11 7 593 0 0,-1 0-517 0 0,-46-7 307 0 0,45 9-441 0 0,0 1 4 0 0,-17 4-155 0 0,17-4 297 0 0,1 1-243 0 0,-41 24-272 0 0,42-22 457 0 0,0 0 165 0 0,1 0-301 0 0,-6 5-96 0 0,1 0 0 0 0,1 1 0 0 0,0-1 1 0 0,-9 17-1 0 0,-12 54 134 0 0,27-75 135 0 0,1 3-87 0 0,0 22-99 0 0,0-22 141 0 0,0 0-96 0 0,-1 11 40 0 0,2 0 0 0 0,1 0 0 0 0,0-1 0 0 0,1 1 0 0 0,11 34 0 0 0,-7-36 61 0 0,0-1 0 0 0,16 23 0 0 0,-21-37-128 0 0,5 11 84 0 0,1-1 0 0 0,1 0 0 0 0,0-1 0 0 0,14 13 0 0 0,-18-19-74 0 0,1 0 0 0 0,-1-1 0 0 0,1 1 0 0 0,0-1 0 0 0,1-1 0 0 0,-1 1 0 0 0,0-1 0 0 0,1 0 0 0 0,0 0 0 0 0,0-1 0 0 0,0 0 0 0 0,11 2 0 0 0,4-1-89 0 0,-16-3 189 0 0,1 0-90 0 0,6 0-15 0 0,0 0-1 0 0,0-1 1 0 0,-1 0-1 0 0,1-1 1 0 0,-1-1 0 0 0,1 0-1 0 0,-1 0 1 0 0,0-2-1 0 0,20-8 1 0 0,50-44 162 0 0,-34 15 142 0 0,-40 34-240 0 0,6-9 4 0 0,-5 1 157 0 0,0-1 342 0 0,0-1 1 0 0,-1 0-1 0 0,7-22 1 0 0,-11 25-310 0 0,-1-1 0 0 0,0-1-1 0 0,-1 1 1 0 0,-1 0 0 0 0,-1-25 0 0 0,0 38-240 0 0,0 1 0 0 0,-1 0 0 0 0,1-1 0 0 0,-1 1 1 0 0,1 0-1 0 0,-1-1 0 0 0,0 1 0 0 0,0 0 0 0 0,0 0 1 0 0,0 0-1 0 0,0 0 0 0 0,-1 0 0 0 0,-2-4 0 0 0,-1-1 41 0 0,-4-6-27 0 0,1 1 0 0 0,-2 1 0 0 0,1 0 0 0 0,-2 0 0 0 0,1 1 0 0 0,-1 0 0 0 0,-1 1 0 0 0,0 0 0 0 0,0 0 0 0 0,-1 2 0 0 0,-21-10 0 0 0,19 10-319 0 0,0 0 0 0 0,-1 1 0 0 0,0 1 0 0 0,0 1 0 0 0,0 0 0 0 0,0 2 0 0 0,-1-1 0 0 0,1 2 0 0 0,-26 0 0 0 0,20 5-1278 0 0,1 0 0 0 0,-1 2 0 0 0,1 0-1 0 0,0 1 1 0 0,1 1 0 0 0,0 1 0 0 0,-22 13-1 0 0,-18 11-3606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25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51 135 884 0 0,'0'0'3840'0'0,"-1"-6"-2331"0"0,-1-6-1410 0 0,-10-27 7456 0 0,10 34-5818 0 0,2 5-1714 0 0,0-1 0 0 0,0 1-1 0 0,-1-1 1 0 0,1 1 0 0 0,0-1-1 0 0,0 1 1 0 0,0-1 0 0 0,0 1-1 0 0,-1-1 1 0 0,1 1 0 0 0,0-1 0 0 0,0 1-1 0 0,-1-1 1 0 0,1 1 0 0 0,0-1-1 0 0,-1 1 1 0 0,1 0 0 0 0,-1-1-1 0 0,1 1 1 0 0,0 0 0 0 0,-1-1 0 0 0,1 1-1 0 0,-1 0 1 0 0,0-1 0 0 0,0 1 17 0 0,1-1 0 0 0,-1 1 1 0 0,1 0-1 0 0,-1 0 1 0 0,1-1-1 0 0,-1 1 0 0 0,1 0 1 0 0,-1-1-1 0 0,1 1 1 0 0,0-1-1 0 0,-1 1 0 0 0,1 0 1 0 0,0-1-1 0 0,-1 1 1 0 0,1-1-1 0 0,0 1 0 0 0,0-1 1 0 0,-1 1-1 0 0,1-1 1 0 0,0 1-1 0 0,0-1 0 0 0,0 1 1 0 0,0-1-1 0 0,0-1 1 0 0,-5 1-177 0 0,5 1 135 0 0,-1-1 0 0 0,1 1 0 0 0,-1 0 0 0 0,0 0 0 0 0,1 0 0 0 0,-1 0 0 0 0,1-1 1 0 0,-1 1-1 0 0,0 0 0 0 0,1 0 0 0 0,-1-1 0 0 0,1 1 0 0 0,-1-1 0 0 0,1 1 0 0 0,-1 0 1 0 0,1-1-1 0 0,0 1 0 0 0,-1-1 0 0 0,1 1 0 0 0,-1-1 0 0 0,1 1 0 0 0,0-1 0 0 0,-1 1 1 0 0,1-1-1 0 0,0 0 0 0 0,0 1 0 0 0,-1-2 0 0 0,14-10 94 0 0,-8 9 69 0 0,2 3-9 0 0,210-15-381 0 0,-182 10 317 0 0,-29 4-20 0 0,1 1-40 0 0,55 2-2474 0 0,-57-1 1099 0 0,1-1-3793 0 0,17 2 2532 0 0,-17-1 164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25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1 948 0 0,'0'0'7951'0'0,"-3"3"-7462"0"0,-9 9-6 0 0,9-9 1911 0 0,7-1-2139 0 0,10 9-68 0 0,-10-9-373 0 0,1 1 296 0 0,127 32 384 0 0,-80-22-278 0 0,-47-12-139 0 0,1 1-29 0 0,18 5-104 0 0,-18-5-61 0 0,-2 0 10 0 0,13 7-14 0 0,-13-7 35 0 0,-1 1 67 0 0,-2-2 28 0 0,1 1 26 0 0,0 0-1 0 0,0 1 0 0 0,0-1 0 0 0,0 1 0 0 0,0-1 0 0 0,-1 1 1 0 0,1 0-1 0 0,-1-1 0 0 0,1 1 0 0 0,-1 0 0 0 0,0 0 1 0 0,0 0-1 0 0,-1 0 0 0 0,1 0 0 0 0,0 0 0 0 0,-1 0 0 0 0,0 6 1 0 0,-4 10 4 0 0,-1 0 0 0 0,-1-1 0 0 0,-1 1 0 0 0,-1-1 0 0 0,0-1 0 0 0,-1 1 0 0 0,-1-1 0 0 0,-15 19 0 0 0,7-8-29 0 0,-20 41 0 0 0,15-23 451 0 0,20-42-272 0 0,1 1-94 0 0,-9 13-311 0 0,8-13 42 0 0,3-3 120 0 0,-1 0 69 0 0,1-1 0 0 0,-1 1-1 0 0,0 0 1 0 0,0 0 0 0 0,0-1-1 0 0,0 1 1 0 0,0-1 0 0 0,0 1-1 0 0,-2 1 1 0 0,0 2 359 0 0,5-2-113 0 0,0-1-175 0 0,-1-1 0 0 0,0 0 0 0 0,0 1 0 0 0,0-1 0 0 0,0 1 0 0 0,0-1 0 0 0,-1 1-1 0 0,1 0 1 0 0,0-1 0 0 0,0 4 0 0 0,47-7 82 0 0,0-1 0 0 0,79-17 0 0 0,-126 19-168 0 0,104-19 220 0 0,-99 19-316 0 0,0 0 76 0 0,20-2 74 0 0,-20 2-131 0 0,0 0-115 0 0,18-3 311 0 0,-18 3 502 0 0,0 1-411 0 0,17 2-11 0 0,-17-2 35 0 0,21 12-14566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26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10 1872 0 0,'0'0'3730'0'0,"-4"-2"-2453"0"0,-15-4-317 0 0,14 5-64 0 0,0 3-169 0 0,-5 3-470 0 0,1 1 1 0 0,-1 1-1 0 0,2 0 1 0 0,-1 0-1 0 0,1 1 1 0 0,0-1 0 0 0,0 2-1 0 0,1-1 1 0 0,0 1-1 0 0,1 0 1 0 0,0 1 0 0 0,0 0-1 0 0,1 0 1 0 0,-5 11-1 0 0,-4 12 326 0 0,2 1 0 0 0,1 0 0 0 0,-9 46 0 0 0,10-22-451 0 0,3 0 0 0 0,2 0 0 0 0,2 1 0 0 0,3-1-1 0 0,3 1 1 0 0,2-1 0 0 0,3 0 0 0 0,2 0-1 0 0,2-1 1 0 0,41 110 0 0 0,-39-135 11 0 0,0-1 0 0 0,2 0-1 0 0,2-2 1 0 0,0 0 0 0 0,45 53 0 0 0,-46-64-18 0 0,1 0 0 0 0,1-1 0 0 0,0-1 0 0 0,2 0 0 0 0,-1-2 0 0 0,2 0-1 0 0,0-2 1 0 0,43 19 0 0 0,-34-19-218 0 0,0-1 0 0 0,1-1 0 0 0,39 6 0 0 0,-66-15-543 0 0,1-1-323 0 0,20 0-643 0 0,-20 0-770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27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93 2272 0 0,'-1'-5'1848'0'0,"0"-1"-1241"0"0,0-3-15 0 0,-1-1 5106 0 0,18-5-5485 0 0,-12 12 140 0 0,-4 5-320 0 0,1 0-1 0 0,-1-1 1 0 0,1 1-1 0 0,-1 0 1 0 0,1-1-1 0 0,0 1 1 0 0,0-1-1 0 0,0 0 1 0 0,0 1-1 0 0,0-1 1 0 0,0 0-1 0 0,3 3 0 0 0,-3-2 44 0 0,5 6 138 0 0,0 0 0 0 0,0-1 1 0 0,11 12-1 0 0,-10-12-188 0 0,29 36 427 0 0,-31-36-210 0 0,1 0 1 0 0,0 0-1 0 0,0-1 0 0 0,1 1 0 0 0,0-2 0 0 0,0 1 0 0 0,0-1 0 0 0,0 0 1 0 0,1-1-1 0 0,0 1 0 0 0,0-1 0 0 0,0-1 0 0 0,0 0 0 0 0,1 0 0 0 0,15 3 1 0 0,-19-5-268 0 0,1-1 0 0 0,0 0-1 0 0,0 0 1 0 0,0 0 0 0 0,0 0 0 0 0,0-1 0 0 0,0 0 0 0 0,0-1 0 0 0,6-1 0 0 0,-7 1 79 0 0,5 0-147 0 0,-7 2 75 0 0,-1-1-1 0 0,1 1 1 0 0,-1-1-1 0 0,0 0 1 0 0,1 0-1 0 0,-1 0 1 0 0,0 0-1 0 0,1 0 1 0 0,-1 0-1 0 0,3-3 1 0 0,10-6-196 0 0,-12 8 181 0 0,6-3-2 0 0,0-1 0 0 0,0 0 0 0 0,-1-1 0 0 0,1 0 0 0 0,-2 0 0 0 0,1-1 0 0 0,-1 0 0 0 0,0 0 0 0 0,0-1 0 0 0,6-11 0 0 0,6-27 796 0 0,-17 42-424 0 0,-1 0-292 0 0,3-16 63 0 0,-2 16 185 0 0,-1-1-166 0 0,4-18-45 0 0,-4 19-45 0 0,-2 11-143 0 0,-1 1 69 0 0,1-4 14 0 0,1-1 0 0 0,-1 1 0 0 0,1-1 0 0 0,-1 0-1 0 0,1 1 1 0 0,0-1 0 0 0,0 1 0 0 0,0-1 0 0 0,0 1 0 0 0,0-1-1 0 0,2 5 1 0 0,66 391 300 0 0,-57-336-101 0 0,-8-51-254 0 0,0 12 6 0 0,-3 1-90 0 0,0 42 184 0 0,-1-58 24 0 0,-1 1 0 0 0,0-1 1 0 0,-1 0-1 0 0,0 1 0 0 0,-1-1 0 0 0,0 0 1 0 0,0-1-1 0 0,0 1 0 0 0,-1-1 0 0 0,0 0 1 0 0,0 0-1 0 0,-1 0 0 0 0,-13 11 0 0 0,12-11-24 0 0,-1 1 0 0 0,0-1 0 0 0,-1 0 0 0 0,1-1 0 0 0,-1 0 0 0 0,-1-1 0 0 0,1 0 0 0 0,-1 0 0 0 0,0-1 0 0 0,0 0 0 0 0,0 0 0 0 0,0-2 0 0 0,-1 1-1 0 0,-14 1 1 0 0,-32 4 292 0 0,-59-8-584 0 0,110 0 86 0 0,-2-1-556 0 0,0 1 154 0 0,-6-1-70 0 0,0 1-9116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27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76 3540 0 0,'0'0'14970'0'0,"3"-3"-14881"0"0,8-5 51 0 0,-1 2 0 0 0,1-1 1 0 0,0 1-1 0 0,1 1 0 0 0,-1 0 0 0 0,1 1 0 0 0,0 0 0 0 0,20-4 1 0 0,-22 5 3 0 0,-5 2-145 0 0,2 0-193 0 0,7-2 639 0 0,38-7-9599 0 0,-45 9 5561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28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2472 0 0,'0'0'14444'0'0,"5"3"-14306"0"0,82 54-734 0 0,-76-47 656 0 0,0 1 0 0 0,0 0 0 0 0,-1 0 0 0 0,0 1 0 0 0,-1 1 0 0 0,-1 0 0 0 0,0 0 0 0 0,8 18 0 0 0,-7-9-59 0 0,0 0 0 0 0,-2 0 1 0 0,0 1-1 0 0,5 33 0 0 0,-12-50 144 0 0,1-1-90 0 0,1 18 161 0 0,-1-18-46 0 0,-2-10-2919 0 0,-4-18 2571 0 0,4 18-3 0 0,2-2-44 0 0,-1 3 179 0 0,2-14 37 0 0,1 1 0 0 0,0 0 0 0 0,1 0 0 0 0,1 0-1 0 0,0 1 1 0 0,1 0 0 0 0,13-25 0 0 0,5 2 47 0 0,-19 34 20 0 0,-2 1 189 0 0,1-1 25 0 0,33-34-339 0 0,-34 36 307 0 0,3 2-136 0 0,0 1-59 0 0,0-1 1 0 0,0 1-1 0 0,0 0 0 0 0,0 0 0 0 0,0 0 1 0 0,-1 1-1 0 0,1 0 0 0 0,0 0 0 0 0,0 1 1 0 0,-1-1-1 0 0,1 1 0 0 0,0 1 0 0 0,-1-1 1 0 0,8 5-1 0 0,-5-1 7 0 0,0 1 1 0 0,0-1 0 0 0,-1 1-1 0 0,0 1 1 0 0,0-1 0 0 0,-1 1-1 0 0,7 11 1 0 0,11 28-19 0 0,-22-42 23 0 0,0 0-170 0 0,6 17 40 0 0,-6-16 53 0 0,0-1-9 0 0,-1-3 124 0 0,5 14-236 0 0,-11-29-412 0 0,3 9 479 0 0,2-3 35 0 0,1-13 75 0 0,1 0-1 0 0,1 1 1 0 0,1-1 0 0 0,0 0-1 0 0,2 1 1 0 0,0 0 0 0 0,1 0-1 0 0,1 1 1 0 0,0 0-1 0 0,22-31 1 0 0,-28 45 42 0 0,0 3-52 0 0,0 1 0 0 0,-1 0 0 0 0,1-1 0 0 0,0 1 0 0 0,-1-1 0 0 0,1 0 0 0 0,-1 0 0 0 0,1 1 0 0 0,-1-1 0 0 0,1 0 0 0 0,-1 0 0 0 0,3-3 0 0 0,-2 2 39 0 0,3 0 210 0 0,2 2-201 0 0,22 0 29 0 0,-28 0-94 0 0,1 0 0 0 0,-1 0 0 0 0,1 0 0 0 0,-1 0 0 0 0,0 0 0 0 0,1 0 0 0 0,-1 1 0 0 0,1-1 0 0 0,-1 1 0 0 0,0-1 0 0 0,0 1 0 0 0,1-1 0 0 0,-1 1 1 0 0,0 0-1 0 0,0 0 0 0 0,1-1 0 0 0,-1 1 0 0 0,0 0 0 0 0,0 0 0 0 0,1 2 0 0 0,2 1 27 0 0,4 3 49 0 0,0 0 1 0 0,0 1-1 0 0,0 0 0 0 0,-1 1 1 0 0,-1-1-1 0 0,0 1 1 0 0,0 1-1 0 0,8 17 0 0 0,2 8 340 0 0,11 43 0 0 0,-10-30-159 0 0,16 44-137 0 0,-31-88-565 0 0,0 2-301 0 0,7 15-806 0 0,-7-16-1072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29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 3036 0 0,'0'0'11611'0'0,"2"-4"-11122"0"0,8-17 292 0 0,-3 21-661 0 0,3 1-71 0 0,-1 1-1 0 0,1 0 1 0 0,14 6-1 0 0,-20-6-125 0 0,1 1-19 0 0,4 3 136 0 0,-1 0 0 0 0,-1 1 0 0 0,1 0 1 0 0,-1 1-1 0 0,0-1 0 0 0,-1 1 0 0 0,0 1 0 0 0,0-1 0 0 0,0 1 0 0 0,-1 0 0 0 0,-1 0 1 0 0,0 1-1 0 0,0-1 0 0 0,0 1 0 0 0,-2 0 0 0 0,1 0 0 0 0,1 17 0 0 0,8 80 323 0 0,-12-101-456 0 0,0-4 112 0 0,-1-1 0 0 0,1 1 0 0 0,-1 0 0 0 0,1 0 0 0 0,0 0 1 0 0,0 0-1 0 0,0 0 0 0 0,0-1 0 0 0,0 1 0 0 0,0 0 0 0 0,0 0 1 0 0,1 3-1 0 0,0-1 19 0 0,-1 3 19 0 0,0-1 65 0 0,0 10 43 0 0,1-11-1280 0 0,9-26 42 0 0,53-84-85 0 0,-11 19 734 0 0,-21 27 1383 0 0,-28 55-588 0 0,-3 3-302 0 0,0-1 0 0 0,1 1 0 0 0,-1-1 0 0 0,1 1 0 0 0,0-1 0 0 0,-1 1 0 0 0,1-1 0 0 0,0 1 0 0 0,0 0 0 0 0,0-1 0 0 0,0 1 0 0 0,2-2 0 0 0,-1 0 83 0 0,0-2 946 0 0,0 1-852 0 0,7-15-36 0 0,-7 15 408 0 0,-23 10-607 0 0,16-4 10 0 0,-3 4 47 0 0,2 7-52 0 0,0 0 0 0 0,1 0 0 0 0,0 1 1 0 0,1-1-1 0 0,1 1 0 0 0,0 0 0 0 0,1 0 0 0 0,-1 28 1 0 0,4-38 5 0 0,-1 1 0 0 0,1-1 0 0 0,0 1 0 0 0,0-1-1 0 0,0 0 1 0 0,1 0 0 0 0,-1 1 0 0 0,1-1 0 0 0,0 0 0 0 0,1 0 0 0 0,-1-1 0 0 0,0 1 0 0 0,7 6 0 0 0,-4-3-76 0 0,1-1 0 0 0,1 0-1 0 0,-1-1 1 0 0,1 1 0 0 0,14 8 0 0 0,-10-8-546 0 0,1-1 0 0 0,-1 0-1 0 0,16 4 1 0 0,-13-5-1205 0 0,1-1-1 0 0,-1 0 1 0 0,1-1-1 0 0,23-1 0 0 0,-1-1-2027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29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 1152 0 0,'0'0'18355'0'0,"7"-1"-18084"0"0,39-6-604 0 0,26-6-1289 0 0,56-13-8900 0 0,-97 20 6649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3T06:01:54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 7072,'97'-97'0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52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28 324 0 0,'0'0'608'0'0,"-1"-4"-384"0"0,-4-15-81 0 0,4 14 868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52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1940 0 0,'0'0'660'0'0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52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25 1972 0 0,'0'0'606'0'0,"-1"-4"-958"0"0,-7-16-143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52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41 652 0 0,'0'0'196'0'0</inkml:trace>
  <inkml:trace contextRef="#ctx0" brushRef="#br0" timeOffset="1">0 1 652 0 0,'0'0'52'0'0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53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1 220 0 0,'0'0'2340'0'0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53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2012 0 0,'0'0'-11'0'0,"1"4"-139"0"0,5 14 28 0 0,-4-13 708 0 0,-2 1-958 0 0,0 17 609 0 0,0-18-160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53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1904 0 0,'0'0'132'0'0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53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1432 0 0,'0'0'498'0'0</inkml:trace>
  <inkml:trace contextRef="#ctx0" brushRef="#br0" timeOffset="1">1 34 1348 0 0,'0'0'-464'0'0</inkml:trace>
  <inkml:trace contextRef="#ctx0" brushRef="#br0" timeOffset="1">1 34 1292 0 0,'0'0'56'0'0</inkml:trace>
  <inkml:trace contextRef="#ctx0" brushRef="#br0" timeOffset="2">1 34 1856 0 0,'0'0'40'0'0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53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1880 0 0,'0'0'-644'0'0</inkml:trace>
  <inkml:trace contextRef="#ctx0" brushRef="#br0" timeOffset="1">6 0 1408 0 0,'0'0'-180'0'0</inkml:trace>
  <inkml:trace contextRef="#ctx0" brushRef="#br0" timeOffset="2">6 0 1332 0 0,'0'0'-104'0'0</inkml:trace>
  <inkml:trace contextRef="#ctx0" brushRef="#br0" timeOffset="3">0 32 1432 0 0,'0'0'-52'0'0</inkml:trace>
  <inkml:trace contextRef="#ctx0" brushRef="#br0" timeOffset="4">0 32 704 0 0,'0'0'-248'0'0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53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0 840 0 0,'0'0'-56'0'0,"-12"25"-216"0"0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54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0 704 0 0,'0'0'-248'0'0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1:59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66 1612 0 0,'0'0'11972'0'0,"2"-3"-11587"0"0,7-12 13 0 0,-6 11 3368 0 0,-6 1-3572 0 0,-20-34 1153 0 0,21 34-737 0 0,-1 9-1222 0 0,-6 18 653 0 0,7-9-71 0 0,61 390 372 0 0,-58-399-388 0 0,3 26 244 0 0,-3-25-131 0 0,-1 0 89 0 0,1 21-15 0 0,0-21 529 0 0,-1-1-506 0 0,3 17 66 0 0,-3-17 1019 0 0,1 0-1136 0 0,1-1-501 0 0,-1 1 2361 0 0,0-2-3665 0 0,0 1-3514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2:00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15 390 104 0 0,'0'0'5024'0'0,"0"-6"-4341"0"0,3-22 5102 0 0,-2 23-5074 0 0,3-15-69 0 0,-3 15 3165 0 0,-2 1-3859 0 0,-4-15-96 0 0,4 14 726 0 0,-2 2-364 0 0,-8-10-164 0 0,9 9 1149 0 0,3-2-1211 0 0,2-17 42 0 0,2 15-21 0 0,212-133-264 0 0,-122 89 395 0 0,-81 43-208 0 0,-11 7 114 0 0,1 0-15 0 0,14-7 55 0 0,-14 7-118 0 0,1 0-136 0 0,14-8-286 0 0,-14 7-370 0 0,0 2-4151 0 0,13-5 1762 0 0,-13 4 446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2:01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1 262 1716 0 0,'0'0'7888'0'0,"4"-3"-7749"0"0,11-6-39 0 0,-11 7 103 0 0,2 2-211 0 0,1 0 79 0 0,1 1-1 0 0,-1 0 1 0 0,0 0-1 0 0,0 1 1 0 0,11 4-1 0 0,-14-4 272 0 0,-2-1-308 0 0,-1 0-1 0 0,1 0 1 0 0,-1 0 0 0 0,1 0-1 0 0,-1 0 1 0 0,1 0-1 0 0,-1 0 1 0 0,0 1 0 0 0,0-1-1 0 0,2 3 1 0 0,1 0 475 0 0,-1 0-341 0 0,9 16-8 0 0,-9-15 270 0 0,-1 0-300 0 0,8 16-6 0 0,-8-16-132 0 0,2 10 171 0 0,4 5 942 0 0,-4 0-1006 0 0,-3-15 776 0 0,-4-8-1358 0 0,-13-10 372 0 0,12 10-12 0 0,5-2 3 0 0,8-52 247 0 0,-7 51-169 0 0,-1 0 73 0 0,11-37 367 0 0,2 0 0 0 0,3 1 0 0 0,0 1 0 0 0,28-45 0 0 0,-43 82-35 0 0,8-14-566 0 0,-8 14 145 0 0,17-16-172 0 0,-13 19 192 0 0,17-3-81 0 0,-18 4 246 0 0,-1 3-67 0 0,5 5 28 0 0,0 1-1 0 0,-1 0 0 0 0,0 1 0 0 0,-1 0 0 0 0,0 0 0 0 0,0 0 0 0 0,4 12 1 0 0,33 84 242 0 0,-25-57-411 0 0,-17-44 250 0 0,-1 1-185 0 0,1 1 0 0 0,0-1 0 0 0,0 1 0 0 0,0-1 0 0 0,1 0-1 0 0,4 8 1 0 0,-5-10 68 0 0,0 1 190 0 0,-1 0-250 0 0,1 0-379 0 0,2 5 838 0 0,-3-6-3979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2:03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1 181 892 0 0,'0'0'16696'0'0,"3"-3"-16544"0"0,48-26-149 0 0,2 1-1 0 0,0 3 1 0 0,63-20-1 0 0,-80 32 120 0 0,64-23-702 0 0,-95 34 42 0 0,2 2-1569 0 0,11 0 1475 0 0,-5 0-3005 0 0,-10 4 890 0 0,7 11 452 0 0,-8-11 387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2:04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1228 0 0,'0'0'6967'0'0,"-4"2"-6236"0"0,-12 6-93 0 0,12-6 3616 0 0,8 0-4207 0 0,0 0-53 0 0,13 4 19 0 0,-11-5 4 0 0,19 1 163 0 0,-19-2-205 0 0,0 1-34 0 0,18 0 109 0 0,-18-1 39 0 0,1 2-90 0 0,94 14 126 0 0,-96-15-79 0 0,-3-1-30 0 0,0 0-1 0 0,0 0 1 0 0,0 0-1 0 0,-1 0 1 0 0,1 0-1 0 0,0 1 1 0 0,0-1-1 0 0,0 0 1 0 0,-1 1-1 0 0,1-1 1 0 0,0 1-1 0 0,2 1 1 0 0,0 0-1 0 0,2-1 85 0 0,-1 1-255 0 0,15 5 219 0 0,-15-6-87 0 0,-1 2-10 0 0,28 29 194 0 0,-29-28-161 0 0,-2 2-82 0 0,5 15 224 0 0,-5-15-86 0 0,-2 7-49 0 0,-1 0-1 0 0,0 0 1 0 0,-1 0 0 0 0,-1 0 0 0 0,0-1 0 0 0,0 1-1 0 0,-1-1 1 0 0,-10 16 0 0 0,-98 184-44 0 0,111-207-53 0 0,2-5 86 0 0,0 1 0 0 0,0 0-1 0 0,0-1 1 0 0,0 1-1 0 0,0 0 1 0 0,0-1 0 0 0,0 1-1 0 0,-1-1 1 0 0,1 1-1 0 0,0 0 1 0 0,0-1 0 0 0,0 1-1 0 0,-1 0 1 0 0,1-1-1 0 0,0 1 1 0 0,-1-1 0 0 0,1 1-1 0 0,-1-1 1 0 0,1 1-1 0 0,0-1 1 0 0,-2 1 0 0 0,1 0 59 0 0,0 1 1 0 0,0-1 0 0 0,0 0 0 0 0,0 0-1 0 0,0 1 1 0 0,1-1 0 0 0,-1 1 0 0 0,0-1-1 0 0,1 0 1 0 0,-1 1 0 0 0,1-1 0 0 0,-1 3-1 0 0,-5 16 369 0 0,5-15 2 0 0,3-4-461 0 0,-1-1 60 0 0,1 0-1 0 0,0 0 1 0 0,-1 1-1 0 0,1-1 1 0 0,0 1 0 0 0,-1 0-1 0 0,1-1 1 0 0,-1 1-1 0 0,1 0 1 0 0,2 2 0 0 0,0-1 109 0 0,1 0 213 0 0,2-2-300 0 0,157-20-364 0 0,-159 20-155 0 0,1-2 669 0 0,58-9-1 0 0,-58 11-209 0 0,-1-1-126 0 0,17-3 109 0 0,-17 4 324 0 0,0-1-1193 0 0,15-3-238 0 0,-15 3-868 0 0,-1-2-1279 0 0,10-8 386 0 0,-10 8-84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2:04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1 110 596 0 0,'0'0'7979'0'0,"2"-4"-7266"0"0,0-1-438 0 0,6-12 2736 0 0,-3 18-2867 0 0,22 5 499 0 0,-23-3-551 0 0,13 10 60 0 0,-13-10 14 0 0,1 1-71 0 0,13 12 18 0 0,-13-12 140 0 0,-1-1-4 0 0,14 10-241 0 0,-14-9 28 0 0,1-2 169 0 0,43 24 19 0 0,-44-24 208 0 0,2 0-196 0 0,16 5-1 0 0,-16-5-125 0 0,0-3 145 0 0,18-1-212 0 0,-18 1-113 0 0,-2-1 47 0 0,38-24 106 0 0,-38 22-51 0 0,0 0 119 0 0,10-12 19 0 0,-10 11-11 0 0,-4 5-153 0 0,0-1 0 0 0,0 0 1 0 0,0 1-1 0 0,0-1 0 0 0,0 0 1 0 0,1 1-1 0 0,-1-1 0 0 0,0 0 1 0 0,0 1-1 0 0,0-1 0 0 0,1 0 1 0 0,-1 1-1 0 0,0-1 0 0 0,1 0 0 0 0,-1 1 1 0 0,1-1-1 0 0,-1 1 0 0 0,0-1 1 0 0,2 0-1 0 0,8-14 213 0 0,8-29-74 0 0,-16 40 382 0 0,0-1-399 0 0,20-42-370 0 0,-20 42 285 0 0,0 10-473 0 0,4 14 449 0 0,-5-14 190 0 0,0 3-49 0 0,3 40-278 0 0,21 96 426 0 0,83 261 1 0 0,-94-352-230 0 0,1 7 379 0 0,-14-54-29 0 0,-1 1-186 0 0,0 20-52 0 0,0-20-41 0 0,0-6-137 0 0,-1-1 0 0 0,1 1 0 0 0,-1-1 0 0 0,1 1 0 0 0,-1-1 0 0 0,1 1-1 0 0,-1 0 1 0 0,1-1 0 0 0,-1 1 0 0 0,1 0 0 0 0,0-1 0 0 0,-1 1-1 0 0,1 0 1 0 0,0 0 0 0 0,0-1 0 0 0,0 1 0 0 0,-1 0 0 0 0,1 0-1 0 0,0 0 1 0 0,0 1 3 0 0,0-1 0 0 0,0 0 0 0 0,0 0-1 0 0,-1 0 1 0 0,1 0 0 0 0,0 0 0 0 0,-1 0-1 0 0,1 0 1 0 0,-1 0 0 0 0,1 0 0 0 0,-1 0-1 0 0,1 0 1 0 0,-1 0 0 0 0,0 0 0 0 0,1 0-1 0 0,-1 0 1 0 0,0-1 0 0 0,-1 2 0 0 0,-8 6 48 0 0,1-1 0 0 0,-1-1 0 0 0,0 0 1 0 0,0 0-1 0 0,-1-1 0 0 0,1 0 1 0 0,-19 5-1 0 0,-3 0-123 0 0,-48 9 0 0 0,75-18-238 0 0,-1 0-309 0 0,-15 5-157 0 0,16-5-522 0 0,0 0-2456 0 0,-15 5 128 0 0,15-4 308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2:06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34 1496 0 0,'0'0'16409'0'0,"0"-6"-16343"0"0,1-16-153 0 0,-1 16 69 0 0,1 11-534 0 0,4 14 576 0 0,-4-15 367 0 0,-1 3-284 0 0,0 18 209 0 0,0-19 1900 0 0,-19-13-1971 0 0,16 5-213 0 0,-1 0 1 0 0,-13-12-901 0 0,14 11 496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2:13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191 133 580 0 0,'0'0'17056'0'0,"-5"-1"-17370"0"0,-17-1 334 0 0,16 1 1500 0 0,1 1-2384 0 0,-17-1 802 0 0,17 0 230 0 0,0 2-250 0 0,-48 8 206 0 0,47-9 50 0 0,0 0-86 0 0,-45 6-693 0 0,46-5 915 0 0,15-2-445 0 0,-1 0 213 0 0,1-1 0 0 0,14-4 0 0 0,-17 4-140 0 0,-1 1-16 0 0,0-1 93 0 0,63-11-143 0 0,141-8-11 0 0,-52 8 425 0 0,19-10-129 0 0,-35-3-127 0 0,-137 25-148 0 0,-3 1 124 0 0,0 0 0 0 0,0 0 0 0 0,0-1 0 0 0,0 1-1 0 0,0 0 1 0 0,0-1 0 0 0,0 1 0 0 0,-1-1 0 0 0,1 0 0 0 0,0 1 0 0 0,0-1 0 0 0,1-1 0 0 0,2 0-20 0 0,1 0 88 0 0,0 1-24 0 0,27-7 322 0 0,52-3 1 0 0,-79 11-763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2:14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4 123 604 0 0,'23'-14'14478'0'0,"-24"8"-14373"0"0,-7-48 927 0 0,7 49-354 0 0,-7-17-304 0 0,7 17 1476 0 0,-1 1-1941 0 0,-1-8 0 0 0,3 12 90 0 0,0 0 0 0 0,0 0 0 0 0,0 0 0 0 0,0 0 0 0 0,0 0 0 0 0,-1 0 0 0 0,1 0 0 0 0,0 0 0 0 0,0 0 0 0 0,0 0 0 0 0,0 0 1 0 0,0 0-1 0 0,0 0 0 0 0,0 0 0 0 0,0 0 0 0 0,0 0 0 0 0,0 0 0 0 0,0 0 0 0 0,0 0 0 0 0,0 0 0 0 0,0 0 0 0 0,-1 0 0 0 0,1 0 0 0 0,0 0 0 0 0,0 0 1 0 0,0 0-1 0 0,0 0 0 0 0,0 0 0 0 0,0 0 0 0 0,0 0 0 0 0,0 0 0 0 0,0 0 0 0 0,0 0 0 0 0,0 0 0 0 0,0 0 0 0 0,0 0 0 0 0,0 0 0 0 0,0 0 0 0 0,0 0 0 0 0,-1 0 1 0 0,1 0-1 0 0,0 0 0 0 0,0 0 0 0 0,0-1 0 0 0,0 1 0 0 0,0 0 0 0 0,1 26-20 0 0,36 236 49 0 0,-14-106 716 0 0,-2-32 869 0 0,-16-97-1245 0 0,-4-21 532 0 0,0 0-425 0 0,1 1-1687 0 0,5 25 4508 0 0,-6-20-7179 0 0,0-1-5822 0 0,4-12 5957 0 0,22-4-574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2:15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18 158 660 0 0,'0'0'10052'0'0,"-3"-4"-9225"0"0,-9-11-258 0 0,9 12 1986 0 0,3-3-2579 0 0,1-18 199 0 0,-1 18 183 0 0,4 3-665 0 0,11-9 114 0 0,-12 9 12 0 0,28 6-39 0 0,-25-2 221 0 0,-2 2-236 0 0,6 8 242 0 0,-1 0 0 0 0,-1 0 0 0 0,11 17 0 0 0,-17-24 157 0 0,-2 4 214 0 0,0 59-208 0 0,0-62-81 0 0,-1 2 29 0 0,-9 62 66 0 0,10-63 261 0 0,-2-1-1200 0 0,0 0 606 0 0,-3 16-592 0 0,5-53-1151 0 0,0 26 1748 0 0,2-1-47 0 0,14-32 667 0 0,2 1 0 0 0,43-70 0 0 0,-42 85 231 0 0,-16 20-330 0 0,-1-1-15 0 0,7-12-64 0 0,-6 12-261 0 0,1 1-328 0 0,-1 1 328 0 0,-2 1 4 0 0,0 0-1 0 0,0 0 1 0 0,1 0 0 0 0,-1-1-1 0 0,0 2 1 0 0,1-1 0 0 0,-1 0-1 0 0,1 0 1 0 0,-1 0 0 0 0,1 1-1 0 0,0-1 1 0 0,2 0 0 0 0,23 6-220 0 0,-22-4 178 0 0,0 3 241 0 0,31 43-550 0 0,-33-42 433 0 0,-1 0-224 0 0,7 17-30 0 0,-7-16 574 0 0,-1-2-306 0 0,5 15-172 0 0,-5-14 212 0 0,0 1-8 0 0,2 18 160 0 0,-3-18-313 0 0,0 1-232 0 0,0 18 414 0 0,0-19-351 0 0,-11-11-1508 0 0,10 5 1633 0 0,1-1-1 0 0,-1 1 0 0 0,0-1 1 0 0,0 1-1 0 0,0 0 1 0 0,0-1-1 0 0,0 1 0 0 0,0 0 1 0 0,0-1-1 0 0,0 1 1 0 0,0 0-1 0 0,0 0 0 0 0,0 0 1 0 0,0 0-1 0 0,0 0 1 0 0,-1 0-1 0 0,2-6-172 0 0,-2-22 15 0 0,2 21 44 0 0,1 2 88 0 0,5-14 160 0 0,-4 15 82 0 0,-1-1-52 0 0,1-1-53 0 0,3-12-124 0 0,2-1 1 0 0,10-22-1 0 0,-16 40 72 0 0,4-9 104 0 0,1 0 0 0 0,-1 1 0 0 0,2-1 0 0 0,0 1 0 0 0,11-12 0 0 0,-14 19 87 0 0,-2 1-206 0 0,0 0-1 0 0,-1 0 0 0 0,1 0 1 0 0,0 0-1 0 0,0 1 0 0 0,-1-1 1 0 0,1 1-1 0 0,0-1 0 0 0,0 1 1 0 0,0 0-1 0 0,0-1 0 0 0,2 1 1 0 0,2 2-36 0 0,-1 1 1 0 0,1-1 0 0 0,-1 1 0 0 0,0 0-1 0 0,0 0 1 0 0,0 0 0 0 0,0 1-1 0 0,-1 0 1 0 0,0 0 0 0 0,0 0-1 0 0,0 0 1 0 0,0 1 0 0 0,0-1 0 0 0,4 9-1 0 0,34 97 1374 0 0,-40-105-1135 0 0,-1 0-199 0 0,5 18 37 0 0,-5-17-11 0 0,1 0-107 0 0,4 18 33 0 0,-5-18 30 0 0,0-1-1359 0 0,1 0 744 0 0,1 5 211 0 0,-2 0-7711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2:16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 2084 0 0,'1'-5'2742'0'0,"1"0"-3053"0"0,2-2 2150 0 0,-2 1 0 0 0,1-1 0 0 0,-1 0-1 0 0,0 1 1 0 0,1-11 0 0 0,-2 18-1814 0 0,-1 1 0 0 0,1-1 0 0 0,0 0-1 0 0,0 1 1 0 0,0-1 0 0 0,0 0 0 0 0,0 0 0 0 0,0 1 0 0 0,0-1-1 0 0,0 0 1 0 0,2 1 0 0 0,-2-1-7 0 0,1 2-1 0 0,0 5-31 0 0,6 26 124 0 0,53 189 541 0 0,-58-215-873 0 0,-1 1 1 0 0,0-1 0 0 0,-1 1 0 0 0,1 10 0 0 0,-1-10 9 0 0,0-4-798 0 0,1 0-454 0 0,0 2 777 0 0,1 3-152 0 0,0 6-4993 0 0,3 13 3782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2:16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89 2876 0 0,'0'0'14106'0'0,"6"0"-13843"0"0,16 2-105 0 0,-16-1-160 0 0,0-4-60 0 0,29-10 297 0 0,2-2-225 0 0,53-13 1 0 0,-67 19-137 0 0,-1 2 104 0 0,50-4-3061 0 0,-56 8-342 0 0,-15 3 3134 0 0,0-1 0 0 0,0 1 0 0 0,0-1 0 0 0,0 1 0 0 0,0 0 0 0 0,0 0 0 0 0,0 0 1 0 0,0 0-1 0 0,0 0 0 0 0,0 0 0 0 0,1 0 0 0 0,-1 0 0 0 0,0 0 0 0 0,0 0 0 0 0,1 1 0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2:17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0 139 704 0 0,'0'0'10728'0'0,"2"-5"-10076"0"0,4-14-278 0 0,-5 14 1380 0 0,1 5-1953 0 0,-1-1 201 0 0,1 1 0 0 0,-1 0 0 0 0,0-1 1 0 0,1 0-1 0 0,-1 1 0 0 0,1-1 0 0 0,-1 0 0 0 0,0 1 0 0 0,0-1 1 0 0,1 0-1 0 0,1-2 0 0 0,-1 1 6 0 0,3 0-76 0 0,-1 4 96 0 0,11 8 283 0 0,-11-8 72 0 0,-1 2-59 0 0,11 12 28 0 0,0 1 0 0 0,-1 1 0 0 0,-1 0 0 0 0,-1 1-1 0 0,14 32 1 0 0,-23-47-544 0 0,0 2 404 0 0,6 15-48 0 0,-6-16-373 0 0,-1 0-15 0 0,5 12 165 0 0,-4-13 390 0 0,0 1-486 0 0,4 12 622 0 0,-7-35-576 0 0,1 12-431 0 0,0-1 668 0 0,3-70 18 0 0,-2 62-154 0 0,0 1 1 0 0,1-1 0 0 0,0 1 0 0 0,1 0 0 0 0,1 0 0 0 0,7-20 0 0 0,24-43-38 0 0,-33 73-16 0 0,2 0 66 0 0,11-13-77 0 0,-11 13 140 0 0,1 4 9 0 0,16-2 58 0 0,-16 1-138 0 0,0 6 102 0 0,1-2-77 0 0,-4-1-13 0 0,-1-1 0 0 0,1 0 0 0 0,0 0 1 0 0,-1 1-1 0 0,1-1 0 0 0,-1 1 0 0 0,1-1 1 0 0,-1 1-1 0 0,0 0 0 0 0,1 0 1 0 0,-1 0-1 0 0,0-1 0 0 0,0 1 0 0 0,0 3 1 0 0,21 39 173 0 0,-2 2 1 0 0,25 88 0 0 0,-35-102 84 0 0,1-9-341 0 0,23 46-1389 0 0,-32-65-391 0 0,2 0-1894 0 0,10 13 157 0 0,-11-12-486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2:18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14 255 3004 0 0,'0'0'4515'0'0,"-2"-4"-2844"0"0,-7-13-463 0 0,7 13 2604 0 0,4-1-3281 0 0,3-4-333 0 0,1 0-1 0 0,0 0 0 0 0,1 1 1 0 0,0 0-1 0 0,0 0 0 0 0,0 0 1 0 0,1 1-1 0 0,1 0 0 0 0,12-8 1 0 0,95-52 25 0 0,-66 40 195 0 0,-42 22-1081 0 0,46-23 1291 0 0,-50 26-1731 0 0,0 1 1 0 0,0-1-1 0 0,0 1 0 0 0,0 0 1 0 0,1 0-1 0 0,6 0 1 0 0,14 1-1901 0 0,-19 0-169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2:19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 1740 0 0,'0'0'12745'0'0,"4"-2"-12693"0"0,14-3-65 0 0,-14 4-44 0 0,2 0 23 0 0,17-2 117 0 0,-18 3-84 0 0,1 0-27 0 0,24 1 118 0 0,-1 2 1 0 0,0 1 0 0 0,34 9-1 0 0,-58-11-248 0 0,1-1 14 0 0,21 6 51 0 0,-20-5 44 0 0,-1 0 45 0 0,46 18 401 0 0,-48-18-54 0 0,-3-2-344 0 0,0 0-1 0 0,-1 0 0 0 0,1 0 0 0 0,0 0 1 0 0,-1 0-1 0 0,1 0 0 0 0,0 0 0 0 0,-1 1 1 0 0,1-1-1 0 0,0 0 0 0 0,-1 1 0 0 0,1-1 1 0 0,0 0-1 0 0,-1 1 0 0 0,1-1 0 0 0,-1 0 1 0 0,1 1-1 0 0,-1-1 0 0 0,1 1 0 0 0,-1-1 0 0 0,1 1 1 0 0,-1 0-1 0 0,1 0-5 0 0,-1-1 1 0 0,1 1-1 0 0,-1-1 0 0 0,1 1 1 0 0,-1-1-1 0 0,1 1 0 0 0,-1-1 1 0 0,1 1-1 0 0,-1-1 0 0 0,1 0 1 0 0,0 1-1 0 0,-1-1 0 0 0,1 0 0 0 0,0 1 1 0 0,-1-1-1 0 0,1 0 0 0 0,0 0 1 0 0,-1 0-1 0 0,1 0 0 0 0,0 1 1 0 0,-1-1-1 0 0,2 0 0 0 0,0 4 224 0 0,7 13 57 0 0,-6-12-185 0 0,-3 1 153 0 0,-2 11-161 0 0,0 1 0 0 0,-2-1 0 0 0,0 0 0 0 0,-11 31-1 0 0,-15 18-44 0 0,5-15 575 0 0,-19 49-196 0 0,42-95-61 0 0,7-3-233 0 0,14 3 53 0 0,-14-4-50 0 0,1-1-239 0 0,66-4-306 0 0,6 4 953 0 0,-48 0-9122 0 0,-25-2 5657 0 0,18-9-120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2:19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72 432 0 0,'31'-41'6844'0'0,"-29"38"-5757"0"0,3 1-579 0 0,11-5-103 0 0,-11 5 535 0 0,1 2-652 0 0,21 1 59 0 0,-20-1 102 0 0,-3 3 38 0 0,1 0-338 0 0,-1 0-1 0 0,0 1 1 0 0,0-1 0 0 0,0 1-1 0 0,0 0 1 0 0,-1 0 0 0 0,0 1 0 0 0,0-1-1 0 0,0 1 1 0 0,0-1 0 0 0,-1 1-1 0 0,1 0 1 0 0,-1 0 0 0 0,-1 0-1 0 0,3 7 1 0 0,-3 54 275 0 0,-7 11 429 0 0,5-71-855 0 0,0 1 290 0 0,-1 20-57 0 0,1-20-19 0 0,1-1-418 0 0,-3 16 273 0 0,3-16 130 0 0,3-10-698 0 0,15-16 343 0 0,0-1-1 0 0,-2-1 0 0 0,-1 0 0 0 0,15-30 0 0 0,34-50 56 0 0,-32 57 656 0 0,-30 41-422 0 0,1-1-252 0 0,8-13 152 0 0,-9 14 742 0 0,-4 8-480 0 0,-7 11-189 0 0,1 0-1 0 0,0 1 1 0 0,1 0 0 0 0,1 0-1 0 0,1 1 1 0 0,0-1-1 0 0,-3 30 1 0 0,4-36-66 0 0,3-5 15 0 0,0 1 0 0 0,0-1 0 0 0,0 0 0 0 0,0 0 0 0 0,1 0 0 0 0,0 9 0 0 0,2 61-105 0 0,4-60 71 0 0,0-5-195 0 0,1 1 1 0 0,0-2-1 0 0,1 1 0 0 0,0-1 0 0 0,1 0 1 0 0,0-1-1 0 0,0 1 0 0 0,14 8 0 0 0,-7-6-890 0 0,7 5-1336 0 0,1-8-3013 0 0,19 2 1611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2:21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1816 0 0,'-29'6'15040'0'0,"32"-2"-14818"0"0,35 40 316 0 0,-14-19-255 0 0,-2 1-1 0 0,28 44 1 0 0,-19-14 12 0 0,-3 1 0 0 0,-2 1 0 0 0,-3 1 0 0 0,-3 1 0 0 0,-2 1 0 0 0,15 94 0 0 0,-18-47 79 0 0,-5 2 1 0 0,-8 212-1 0 0,-21-129 312 0 0,15-168-874 0 0,-1 0 1 0 0,-2-1 0 0 0,0 1 0 0 0,-2-1-1 0 0,-17 35 1 0 0,12-37-97 0 0,-23 25-11385 0 0,36-45 11339 0 0,-4 3-5173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2:23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9 174 480 0 0,'0'0'16008'0'0,"-1"-4"-15959"0"0,-5-14-17 0 0,4 14 222 0 0,4 0-304 0 0,7-14-24 0 0,-7 14-15 0 0,0 1 74 0 0,24-30 151 0 0,-23 30-245 0 0,2 0-84 0 0,38-27 243 0 0,-39 27 76 0 0,-3 2-133 0 0,0 0 5 0 0,0 0 1 0 0,1 0 0 0 0,-1 0-1 0 0,0 1 1 0 0,1-1 0 0 0,-1 0-1 0 0,1 0 1 0 0,-1 1 0 0 0,1-1-1 0 0,-1 1 1 0 0,3-1 0 0 0,-3 1-4 0 0,3-2 162 0 0,1 0-508 0 0,18-5-183 0 0,-22 8 553 0 0,1-1 0 0 0,-1 1-1 0 0,0-1 1 0 0,1 1-1 0 0,-1 0 1 0 0,0-1-1 0 0,0 1 1 0 0,0 0 0 0 0,0 0-1 0 0,1 0 1 0 0,-1 0-1 0 0,1 2 1 0 0,-1-2 47 0 0,3 1 287 0 0,-2 2-215 0 0,7 12-356 0 0,-6-12-89 0 0,-3 3 274 0 0,2 20 34 0 0,-1-20-162 0 0,-1 2 150 0 0,-1 26 33 0 0,-10 63 0 0 0,10-96-28 0 0,-9 48 255 0 0,-22 64 0 0 0,25-94-280 0 0,6-15 85 0 0,-2 0-112 0 0,-7 15-4 0 0,8-15 281 0 0,0 0-105 0 0,-3 16-15 0 0,4-15 967 0 0,3-11-1936 0 0,41-82 546 0 0,-17 32 81 0 0,41-65 0 0 0,-48 88 30 0 0,33-52 338 0 0,-28 43 93 0 0,-22 37-151 0 0,1 0 36 0 0,7-12-328 0 0,-7 12 159 0 0,-1 0 226 0 0,22-37 358 0 0,-22 37-277 0 0,-7 8-387 0 0,-3 3 181 0 0,1 1 0 0 0,0-1 1 0 0,0 2-1 0 0,0-1 1 0 0,1 1-1 0 0,0 0 1 0 0,1 0-1 0 0,0 1 1 0 0,-6 14-1 0 0,-5 15 261 0 0,-12 46 0 0 0,15-34-173 0 0,2 1 1 0 0,3-1-1 0 0,1 2 1 0 0,1 53-1 0 0,8-77 11 0 0,1 0 0 0 0,13 53 0 0 0,-16-80-135 0 0,1 3-33 0 0,1 0 1 0 0,0 0-1 0 0,0 0 0 0 0,0-1 0 0 0,1 1 0 0 0,-1 0 0 0 0,1-1 0 0 0,0 0 0 0 0,0 1 0 0 0,1-1 0 0 0,-1 0 0 0 0,1-1 0 0 0,0 1 0 0 0,0-1 1 0 0,0 1-1 0 0,6 2 0 0 0,2 1-559 0 0,2 0 0 0 0,-1-1 0 0 0,1 0 0 0 0,0-1 0 0 0,19 4 0 0 0,-17-8-1700 0 0,-3-2 1244 0 0,5 0-343 0 0,11 1-2327 0 0,14 0 812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39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41 266 776 0 0,'0'0'3506'0'0,"-1"-5"-2123"0"0,-8-20 7611 0 0,6 22-8350 0 0,-7-12-150 0 0,7 11 2800 0 0,0 1-2769 0 0,3 3-289 0 0,-1-1-68 0 0,0 0-1 0 0,0 0 1 0 0,0 0 0 0 0,0 0 0 0 0,0 0-1 0 0,0 0 1 0 0,0-1 0 0 0,0 1-1 0 0,1 0 1 0 0,-1 0 0 0 0,0 0-1 0 0,0-3 1 0 0,2 3-118 0 0,0 0 0 0 0,0-1 0 0 0,0 1 0 0 0,0-1 0 0 0,1 1 0 0 0,-1 0 0 0 0,0 0 0 0 0,1 0 0 0 0,-1 0 0 0 0,2-1 0 0 0,3-3 16 0 0,0 1 1 0 0,0 0-1 0 0,0 1 1 0 0,0 0-1 0 0,0-1 0 0 0,1 2 1 0 0,0-1-1 0 0,11-2 0 0 0,4-2 52 0 0,106-46 52 0 0,6-2-2331 0 0,-46 25-5433 0 0,-84 28 3979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0:40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1 908 0 0,'-33'7'10074'0'0,"28"-6"-9182"0"0,-16 3-147 0 0,15-3 3676 0 0,13 0-4205 0 0,19 2-42 0 0,-20-3-142 0 0,0 0 138 0 0,54 1-231 0 0,-39 0 155 0 0,-10-2-97 0 0,-1 1-1 0 0,0 1 1 0 0,0 0-1 0 0,1 1 0 0 0,-1 0 1 0 0,0 0-1 0 0,0 1 1 0 0,0 0-1 0 0,11 6 1 0 0,-20-9 2 0 0,-1 1 1 0 0,1-1-1 0 0,0 0 1 0 0,-1 0-1 0 0,1 1 1 0 0,0-1 0 0 0,-1 1-1 0 0,1-1 1 0 0,-1 0-1 0 0,1 1 1 0 0,0-1-1 0 0,-1 1 1 0 0,1-1 0 0 0,-1 1-1 0 0,0-1 1 0 0,1 1-1 0 0,-1 0 1 0 0,1-1-1 0 0,-1 1 1 0 0,0-1 0 0 0,1 1-1 0 0,-1 0 1 0 0,0-1-1 0 0,0 1 1 0 0,0 0-1 0 0,1 0 1 0 0,-1 0 0 0 0,0 0 5 0 0,0-1 0 0 0,0 1 1 0 0,0-1-1 0 0,0 1 0 0 0,0-1 1 0 0,0 1-1 0 0,0-1 0 0 0,1 1 1 0 0,-1-1-1 0 0,0 1 0 0 0,0-1 1 0 0,0 0-1 0 0,1 1 0 0 0,-1-1 1 0 0,0 1-1 0 0,1-1 0 0 0,-1 0 1 0 0,0 1-1 0 0,1-1 0 0 0,-1 0 1 0 0,1 1-1 0 0,-1-1 0 0 0,0 0 1 0 0,1 0-1 0 0,0 1 0 0 0,-1 5 77 0 0,-1 9-104 0 0,-1 0 1 0 0,0 0-1 0 0,-1 0 1 0 0,-1 0-1 0 0,-1 0 1 0 0,0-1-1 0 0,-9 18 1 0 0,-54 97 179 0 0,50-99-70 0 0,12-19-160 0 0,-7 7 133 0 0,-4 9-108 0 0,14-23 270 0 0,2 1-40 0 0,-4 19 631 0 0,12-23-633 0 0,17 0-187 0 0,0-1 1 0 0,1-1-1 0 0,32-5 0 0 0,32-7-7911 0 0,-84 12 4241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2:45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1 207 332 0 0,'0'0'2947'0'0,"0"-6"-2010"0"0,2-11 344 0 0,7-40 9669 0 0,-6 44-11892 0 0,-1 9 1987 0 0,1 0-1117 0 0,11-12-173 0 0,-10 12 40 0 0,-1 1 304 0 0,13-8 61 0 0,-12 8 9 0 0,1 1-834 0 0,15-6 477 0 0,-15 6 291 0 0,0 0-82 0 0,16-4 134 0 0,-15 5-333 0 0,0 0 193 0 0,18-1 171 0 0,-17 2-411 0 0,-1 0-83 0 0,19 2 435 0 0,-19-1-66 0 0,-1 0-47 0 0,15 3-180 0 0,-15-2 131 0 0,-1-1 94 0 0,36 21-171 0 0,-36-19 127 0 0,-3-3-41 0 0,0 0-1 0 0,1 1 0 0 0,-1 0 1 0 0,0-1-1 0 0,1 1 0 0 0,-1 0 0 0 0,0-1 1 0 0,0 1-1 0 0,0 0 0 0 0,0 0 1 0 0,0 0-1 0 0,2 2 0 0 0,-2-2-2 0 0,2 1 67 0 0,0 2-134 0 0,19 40 290 0 0,-20-40-204 0 0,-2 2-120 0 0,1 18 214 0 0,-1-18 367 0 0,-1 0-444 0 0,-7 13 26 0 0,0 0 0 0 0,-1-1-1 0 0,-1 0 1 0 0,-1-1-1 0 0,0 0 1 0 0,-15 16-1 0 0,24-29-58 0 0,0-3 6 0 0,1 0-1 0 0,-1 0 0 0 0,1 0 0 0 0,0 0 0 0 0,-1 0 0 0 0,1 1 0 0 0,0-1 1 0 0,0 1-1 0 0,0-1 0 0 0,0 1 0 0 0,0-1 0 0 0,-1 3 0 0 0,0 0 12 0 0,-2 0 39 0 0,1 0 31 0 0,-31 32-282 0 0,30-32 117 0 0,1-1 29 0 0,-25 33 1078 0 0,25-33-902 0 0,2-1-287 0 0,0 0 180 0 0,0 0 0 0 0,0-1 1 0 0,0 1-1 0 0,0-1 0 0 0,0 1 0 0 0,-1-1 0 0 0,1 1 0 0 0,-1-1 0 0 0,1 0 0 0 0,-2 1 0 0 0,0 2 181 0 0,0-1-622 0 0,-9 8 315 0 0,9-8 1557 0 0,8-5-2975 0 0,14-4 1136 0 0,-14 4-9 0 0,-1 0 13 0 0,35-23-1193 0 0,-35 22 1271 0 0,-4 3 315 0 0,1-1-1 0 0,-1 0 1 0 0,1 0 0 0 0,-1 1 0 0 0,1-1 0 0 0,-1 0-1 0 0,1 1 1 0 0,-1-1 0 0 0,1 1 0 0 0,-1-1-1 0 0,1 1 1 0 0,0-1 0 0 0,-1 1 0 0 0,1-1 0 0 0,0 1-1 0 0,0-1 1 0 0,1 0 0 0 0,15-10-263 0 0,121-107-1204 0 0,-135 115 1438 0 0,3-1-30 0 0,100-79-698 0 0,-38 32-104 0 0,-65 48 723 0 0,1 1 134 0 0,11-8 32 0 0,-11 7-27 0 0,0 0 70 0 0,11-9 23 0 0,-11 9-135 0 0,-2 2-30 0 0,-1 0 85 0 0,1 0-1 0 0,0 0 1 0 0,-1 0 0 0 0,1 0-1 0 0,-1 0 1 0 0,0 0 0 0 0,1 0-1 0 0,-1-1 1 0 0,2-1 0 0 0,0 1 237 0 0,1-1-133 0 0,10-9-35 0 0,-10 10 187 0 0,-1-2-119 0 0,4-6 273 0 0,-1-1-1 0 0,0-1 1 0 0,7-19 0 0 0,-11 27 1815 0 0,-5 0-2045 0 0,-6-12-113 0 0,7 12-125 0 0,-20 10-496 0 0,17-4 493 0 0,0 0-87 0 0,1 1 103 0 0,-6 8 178 0 0,0-1 0 0 0,1 2 0 0 0,1-1-1 0 0,0 2 1 0 0,0-1 0 0 0,-7 19 0 0 0,3-4 1106 0 0,-17 55 0 0 0,28-77-1237 0 0,-2 32-27 0 0,2-29 131 0 0,1-1 158 0 0,0 20 60 0 0,0-20 1 0 0,3-1-46 0 0,-3-4-288 0 0,2 3 7 0 0,0 1 0 0 0,0-1 0 0 0,0 0 1 0 0,1 0-1 0 0,0 0 0 0 0,0 0 0 0 0,0-1 0 0 0,1 1 0 0 0,3 4 0 0 0,4 0 12 0 0,0 0 0 0 0,1-1 0 0 0,0-1 0 0 0,0 0 0 0 0,1 0 0 0 0,0-1 0 0 0,0-1 0 0 0,0 0 0 0 0,27 6 0 0 0,-35-10-174 0 0,-3-1 145 0 0,1 1 0 0 0,-1-1 0 0 0,1 0 0 0 0,-1 1 0 0 0,1-1 0 0 0,-1 1 1 0 0,1 0-1 0 0,-1 0 0 0 0,3 1 0 0 0,2 1 23 0 0,-1-2 198 0 0,53 18-1056 0 0,-54-18-1130 0 0,-1 3-1549 0 0,13 9 279 0 0,-13-10-308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2:47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97 230 112 0 0,'-2'-5'1701'0'0,"-4"-12"-290"0"0,5 13 3800 0 0,-1-1-4354 0 0,-7-12 7 0 0,7 13 2513 0 0,0 0-3209 0 0,-7-11-23 0 0,6 11 137 0 0,-1 2-249 0 0,-13-5-124 0 0,13 5 564 0 0,-2 1-322 0 0,-18-2 61 0 0,18 3 1362 0 0,11-4-1693 0 0,16-8 47 0 0,-1 0 1 0 0,2 1-1 0 0,31-11 0 0 0,87-26 496 0 0,-90 32-483 0 0,-45 14-27 0 0,0 1 227 0 0,50-10-3138 0 0,-50 11 1480 0 0,-2 5-3819 0 0,8 4 3899 0 0,-9-6-342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2:48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0 100 1356 0 0,'0'0'16443'0'0,"5"-1"-16134"0"0,15-3-45 0 0,-15 3-104 0 0,1-2-16 0 0,16-8-92 0 0,-16 8-98 0 0,0 1 50 0 0,80-26-175 0 0,-81 26 222 0 0,2 1-96 0 0,17-5 79 0 0,-18 4 19 0 0,0 1 141 0 0,16-5-174 0 0,-16 4 128 0 0,-2 1-26 0 0,13-6-63 0 0,-13 6-36 0 0,1-1-225 0 0,1 0-18 0 0,21-6 128 0 0,-6 2-4798 0 0,-18 9 2714 0 0,-2-2 1603 0 0,9 9-679 0 0,-1-6-2632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2:49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370 84 448 0 0,'1'-2'424'0'0,"2"-4"1913"0"0,-1-1-1 0 0,1 0 1 0 0,-1 0 0 0 0,0 0-1 0 0,1-12 1 0 0,-6 16-1801 0 0,-7-11-170 0 0,7 10 233 0 0,-2 3-543 0 0,-17-4-136 0 0,17 4 412 0 0,-1 1-393 0 0,-16 1 165 0 0,16-1-209 0 0,1 1 154 0 0,-15 5-134 0 0,15-5 243 0 0,1 1-291 0 0,-15 8 369 0 0,14-8 7 0 0,1 1 29 0 0,-2 2-168 0 0,-12 9-342 0 0,-24 26 0 0 0,21-13 253 0 0,2 0 0 0 0,0 1 0 0 0,2 1 0 0 0,1 1 0 0 0,1 1 1 0 0,2 0-1 0 0,0 0 0 0 0,3 1 0 0 0,1 1 0 0 0,1 0 0 0 0,-6 54 0 0 0,12-67-20 0 0,3-2-35 0 0,1-4 35 0 0,-2-13 18 0 0,2 15 69 0 0,0 1 1 0 0,2-1-1 0 0,0-1 1 0 0,8 23 0 0 0,-8-30-110 0 0,-1 0 71 0 0,1 0 0 0 0,0 0 0 0 0,1-1 0 0 0,0 0 0 0 0,0 0 0 0 0,0 0 0 0 0,1 0-1 0 0,6 5 1 0 0,-2-3-46 0 0,0 0 1 0 0,0-1-1 0 0,1 0 0 0 0,0-1 0 0 0,17 8 0 0 0,-12-7 87 0 0,13 5 66 0 0,-3-6 46 0 0,35 5-109 0 0,-3-11-224 0 0,7-2 378 0 0,-47 0-237 0 0,1-2-1 0 0,-1 0 1 0 0,0-1 0 0 0,-1-1 0 0 0,1-1 0 0 0,-1 0 0 0 0,0-1-1 0 0,0-1 1 0 0,-1-1 0 0 0,0 0 0 0 0,15-12 0 0 0,6-14 128 0 0,-29 26-98 0 0,-3 2 51 0 0,0 1-1 0 0,0-1 1 0 0,0 1-1 0 0,4-11 0 0 0,-4 9 6 0 0,-1 1 67 0 0,-1 1-1 0 0,1-1 0 0 0,-1 0 0 0 0,0 0 0 0 0,4-14 1 0 0,-5 15-57 0 0,3-9 267 0 0,-1 0 1 0 0,0 0-1 0 0,-1-1 0 0 0,-1 1 0 0 0,1-29 0 0 0,-3 31-219 0 0,0 6-34 0 0,0-1 0 0 0,0 0 0 0 0,-1 1 0 0 0,0-1 0 0 0,-1 1 0 0 0,-3-12 0 0 0,3 14-114 0 0,1-3 21 0 0,-1 1 0 0 0,-1 1-1 0 0,0-1 1 0 0,0 0-1 0 0,0 1 1 0 0,-8-12-1 0 0,0-1 79 0 0,0 3-44 0 0,-1-1-1 0 0,-1 1 0 0 0,0 1 1 0 0,-2 0-1 0 0,1 1 1 0 0,-2 1-1 0 0,-21-16 0 0 0,-10-3-744 0 0,-64-32 0 0 0,90 51-506 0 0,-9 1-917 0 0,9 6-72 0 0,7 5-2176 0 0,1 6 2848 0 0,11-4 567 0 0,-8 3-2413 0 0,-14 7-365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2:51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76 32 0 0,'0'0'7737'0'0,"-6"0"-7323"0"0,-17-1 8 0 0,17 0 3848 0 0,1 2-3927 0 0,-16 1-8 0 0,16-2 3217 0 0,11-1-3681 0 0,86-17 301 0 0,1 4 1 0 0,100-2 0 0 0,-74 7-325 0 0,154-8 198 0 0,-268 17-13 0 0,2-1-32 0 0,17 1 21 0 0,-18-1 136 0 0,0 2-287 0 0,16-1-100 0 0,-16 1 191 0 0,0-1-5231 0 0,0 2 4305 0 0,17 0-3924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2:52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35 1792 0 0,'-6'1'1533'0'0,"-6"-2"-1534"0"0,-28-4 8114 0 0,36 3-5965 0 0,7-2-2239 0 0,8-11 12 0 0,-8 12 179 0 0,30-2-186 0 0,-27 4 82 0 0,0 2-90 0 0,215 12 122 0 0,-164-6 53 0 0,-46-5-163 0 0,2-1 78 0 0,0 0 0 0 0,0 2 1 0 0,0-1-1 0 0,0 2 0 0 0,-1 0 0 0 0,1 0 0 0 0,17 10 0 0 0,-27-12 14 0 0,0 1-1 0 0,0-1 1 0 0,0 1-1 0 0,-1 0 0 0 0,1 0 1 0 0,0 0-1 0 0,-1 0 1 0 0,0 0-1 0 0,0 1 1 0 0,0-1-1 0 0,0 1 0 0 0,-1-1 1 0 0,1 1-1 0 0,-1 0 1 0 0,0 0-1 0 0,0 0 1 0 0,0-1-1 0 0,-1 1 1 0 0,1 0-1 0 0,-1 0 0 0 0,0 0 1 0 0,0 0-1 0 0,0 0 1 0 0,-1 0-1 0 0,1 0 1 0 0,-1 0-1 0 0,0 0 0 0 0,0-1 1 0 0,0 1-1 0 0,-1 0 1 0 0,-2 5-1 0 0,-28 50-177 0 0,-3-2 0 0 0,-2-1-1 0 0,-2-2 1 0 0,-90 95 0 0 0,-5-5 548 0 0,95-110 41 0 0,26-24-243 0 0,10-7-206 0 0,2-3 28 0 0,1 0-1 0 0,-1 1 0 0 0,1-1 1 0 0,-1 0-1 0 0,1 0 1 0 0,0 1-1 0 0,-1-1 0 0 0,1 0 1 0 0,-1 0-1 0 0,1 1 1 0 0,0-1-1 0 0,-1 1 0 0 0,1-1 1 0 0,0 0-1 0 0,-1 1 1 0 0,1-1-1 0 0,0 1 0 0 0,0-1 1 0 0,0 0-1 0 0,-1 1 1 0 0,1-1-1 0 0,0 1 0 0 0,0-1 1 0 0,0 1-1 0 0,0-1 1 0 0,0 1-1 0 0,0 0 27 0 0,0-1 0 0 0,-1 1 0 0 0,1-1 0 0 0,0 1 0 0 0,0-1 0 0 0,0 1 0 0 0,0-1 0 0 0,0 1 0 0 0,-1-1 0 0 0,1 1 0 0 0,0-1 0 0 0,0 0-1 0 0,-1 1 1 0 0,1-1 0 0 0,0 1 0 0 0,-1-1 0 0 0,1 0 0 0 0,0 1 0 0 0,-1-1 0 0 0,1 0 0 0 0,-1 1 0 0 0,1-1 0 0 0,0 0 0 0 0,-1 0 0 0 0,1 0 0 0 0,-1 1 0 0 0,2 4-94 0 0,7 21 29 0 0,-1-26 143 0 0,1 1-77 0 0,28-2 132 0 0,65-18-219 0 0,117-36 0 0 0,4-1-130 0 0,-115 29 680 0 0,-101 25 162 0 0,-1 1-606 0 0,2-1-268 0 0,3 0 419 0 0,7 0-10236 0 0,11 0 8046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2:53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0 239 900 0 0,'0'0'4689'0'0,"0"-6"-3528"0"0,1-19-331 0 0,-1 18 1080 0 0,2 3-1283 0 0,6-16-142 0 0,-6 15 315 0 0,1 1-341 0 0,8-14-102 0 0,-8 14-185 0 0,1 0-87 0 0,10-9-12 0 0,-11 10-1 0 0,1-1-68 0 0,13-10 59 0 0,-13 11-46 0 0,1 0 82 0 0,45-20 61 0 0,-45 21-163 0 0,1 1 12 0 0,18-2-11 0 0,-18 3 44 0 0,0 2 65 0 0,-2-1-89 0 0,0 0 29 0 0,0 0 0 0 0,0 0 1 0 0,-1 0-1 0 0,1 1 0 0 0,0-1 1 0 0,-1 1-1 0 0,1 0 0 0 0,-1 0 1 0 0,0 0-1 0 0,0 0 1 0 0,0 1-1 0 0,0-1 0 0 0,3 4 1 0 0,-1 2 68 0 0,0 1 0 0 0,-1-1 1 0 0,-1 1-1 0 0,1-1 1 0 0,-1 1-1 0 0,0 0 0 0 0,-1 0 1 0 0,1 14-1 0 0,6 73-389 0 0,-9-85 303 0 0,0-1 0 0 0,-1 1 0 0 0,-1-1 0 0 0,-2 13 0 0 0,2-14-114 0 0,1-2 32 0 0,0-1 186 0 0,-1 20 120 0 0,1-19 224 0 0,0-2-332 0 0,-2 18-90 0 0,2-17 102 0 0,2-7-152 0 0,0 0-1 0 0,-1 1 1 0 0,1-1 0 0 0,0 1 0 0 0,-1-1 0 0 0,1 0-1 0 0,-1 0 1 0 0,1 1 0 0 0,-1-1 0 0 0,0 0 0 0 0,1 0-1 0 0,-1 1 1 0 0,0-1 0 0 0,1 0 0 0 0,-1 0 0 0 0,0 0-1 0 0,0-1 1 0 0,9-19-36 0 0,123-199-40 0 0,-106 159-374 0 0,-23 57 550 0 0,-3 1-79 0 0,0 1-1 0 0,0 0 1 0 0,0 0-1 0 0,1 0 1 0 0,-1 0-1 0 0,1 0 1 0 0,0 0-1 0 0,-1 0 0 0 0,3-3 1 0 0,-1-1-20 0 0,0 0-38 0 0,-1 0-48 0 0,5-17 449 0 0,-5 17-8 0 0,-1 0-180 0 0,-1-20-97 0 0,1 20-37 0 0,-4 3-263 0 0,3 2 203 0 0,0 0-7 0 0,0 0 0 0 0,0 0 0 0 0,0 0-1 0 0,0 0 1 0 0,0 0 0 0 0,-1 0 0 0 0,1 1-1 0 0,0-1 1 0 0,0 0 0 0 0,-1 1 0 0 0,1-1 0 0 0,-3 0-1 0 0,2 1 7 0 0,-1 1-1 0 0,1 0 1 0 0,0 0-1 0 0,-1-1 0 0 0,1 1 1 0 0,0 1-1 0 0,0-1 1 0 0,0 0-1 0 0,0 0 0 0 0,0 1 1 0 0,0-1-1 0 0,0 1 1 0 0,1 0-1 0 0,-1 0 0 0 0,-1 2 1 0 0,-27 38-162 0 0,25-36 153 0 0,4-3 14 0 0,-1-1-1 0 0,0 1 0 0 0,0-1 1 0 0,1 1-1 0 0,0 0 0 0 0,-1 0 0 0 0,1 0 1 0 0,0 0-1 0 0,1 0 0 0 0,-2 4 0 0 0,-12 45 124 0 0,13-48-134 0 0,-2 6 79 0 0,1 1 0 0 0,0-1 0 0 0,0 1 0 0 0,1 0 0 0 0,0 0 0 0 0,1 0 0 0 0,0-1 0 0 0,1 1 0 0 0,3 18 1 0 0,-1-20-41 0 0,2 1 0 0 0,-1-1 0 0 0,1 0 0 0 0,1 0 0 0 0,0 0 0 0 0,0-1 0 0 0,0 0 0 0 0,1 0 0 0 0,1-1 0 0 0,-1 1 0 0 0,1-2 0 0 0,12 9 0 0 0,1-3-548 0 0,0-2 1 0 0,24 7 0 0 0,-22-7-447 0 0,-20-9 598 0 0,0 0 1 0 0,1 0-1 0 0,-1 0 1 0 0,0 0-1 0 0,1 0 1 0 0,-1-1-1 0 0,0 1 1 0 0,1-1-1 0 0,6 0 0 0 0,6 1-787 0 0,14 7-1690 0 0,-24-6-47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2:54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0 202 988 0 0,'0'0'1860'0'0,"1"-5"-320"0"0,1-18-232 0 0,-1 17 1865 0 0,-1 0-1918 0 0,7-57 4316 0 0,-2 65-5389 0 0,5 1-154 0 0,-1 2-1 0 0,1-1 1 0 0,13 10-1 0 0,-18-10-3 0 0,1-1-1 0 0,0 1 0 0 0,-1-1 0 0 0,1 0 0 0 0,0-1 0 0 0,7 3 1 0 0,-6-3 65 0 0,3 2-45 0 0,-1-1 0 0 0,0 0 0 0 0,1-1 1 0 0,-1 1-1 0 0,1-2 0 0 0,0 0 0 0 0,0 0 0 0 0,0-1 0 0 0,-1 0 1 0 0,13-1-1 0 0,38-11 41 0 0,-40 8-128 0 0,0-5 165 0 0,-15 7-93 0 0,5-3-15 0 0,-1-1 1 0 0,1-1-1 0 0,-1 0 0 0 0,0 0 1 0 0,-1 0-1 0 0,14-16 0 0 0,-19 20-14 0 0,-1-2-17 0 0,6-12 165 0 0,-6 13-102 0 0,0-2-70 0 0,4-16 53 0 0,-4 16 337 0 0,-1 1-470 0 0,4-7 47 0 0,0 11-245 0 0,-4 5 289 0 0,1-1-1 0 0,-1 0 0 0 0,0 1 1 0 0,0 0-1 0 0,0-1 0 0 0,0 1 1 0 0,-1-1-1 0 0,1 7 0 0 0,14 117 955 0 0,-1 214 0 0 0,-16-296-800 0 0,0 47 845 0 0,-5 0 0 0 0,-23 122 0 0 0,29-208-906 0 0,-1 0 1 0 0,1 0-1 0 0,-1 0 1 0 0,0 0-1 0 0,0-1 0 0 0,-1 1 1 0 0,0-1-1 0 0,0 1 1 0 0,0-1-1 0 0,-1 0 1 0 0,1 0-1 0 0,-1 0 1 0 0,0-1-1 0 0,-1 1 1 0 0,1-1-1 0 0,-1 0 1 0 0,0-1-1 0 0,0 1 0 0 0,0-1 1 0 0,0 0-1 0 0,-9 4 1 0 0,13-6-76 0 0,0 0-1 0 0,-1-1 1 0 0,1 1 0 0 0,-1-1-1 0 0,1 1 1 0 0,-1-1 0 0 0,1 1 0 0 0,-1-1-1 0 0,1 0 1 0 0,-1 0 0 0 0,1 0 0 0 0,-1 0-1 0 0,1 0 1 0 0,-1 0 0 0 0,1 0 0 0 0,-1 0-1 0 0,-2-1 1 0 0,-1 0-1 0 0,-16 0-227 0 0,-1-1 0 0 0,0-1 1 0 0,1-1-1 0 0,-23-7 1 0 0,17 5-606 0 0,-27-9-2521 0 0,22 1-3654 0 0,16 5 3244 0 0,12 6-581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2:55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68 100 3260 0 0,'0'0'12596'0'0,"-5"1"-12329"0"0,-14 6-96 0 0,14-6-21 0 0,1 2-128 0 0,-12 8 21 0 0,12-9 551 0 0,0 1-285 0 0,-6 6 984 0 0,19-10-877 0 0,36-16-699 0 0,-25 10 391 0 0,174-51-57 0 0,-75 24 194 0 0,-113 33-203 0 0,2 0 123 0 0,1-1 0 0 0,0 1 0 0 0,-1-1-1 0 0,11-4 1 0 0,-12 3-142 0 0,-2 2 158 0 0,0 0-165 0 0,2 0-1641 0 0,0 1 0 0 0,1 0 0 0 0,-1 0 0 0 0,0 0 0 0 0,10 3 0 0 0,-11-2-1762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03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316 108 1800 0 0,'0'0'13657'0'0,"-2"-4"-13705"0"0,-6-13 5 0 0,6 12 519 0 0,-4 6-597 0 0,-18 2 17 0 0,18-2 486 0 0,0 1-498 0 0,-106 20-196 0 0,53-10 1071 0 0,53-11-424 0 0,1 0-224 0 0,-15 3-75 0 0,15-3 276 0 0,0 0-326 0 0,-15 4 135 0 0,15-4 537 0 0,0 0-742 0 0,-14 0 254 0 0,42-8 273 0 0,31-7-204 0 0,170-46-198 0 0,-125 32 247 0 0,-94 26-220 0 0,0 1-60 0 0,17-5-139 0 0,-17 4 83 0 0,1 1 258 0 0,48-11 996 0 0,-48 11-925 0 0,-1-1-728 0 0,8 0 1362 0 0,-8 2-3228 0 0,0 0-1 0 0,0 0 0 0 0,0 0 0 0 0,1 1 1 0 0,7 1-1 0 0,-8 0-1424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04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15 167 2012 0 0,'0'0'5188'0'0,"0"-6"-4071"0"0,-4-61 7245 0 0,4 39-8197 0 0,0 23 1257 0 0,-1-1-1277 0 0,-6-49-486 0 0,6 63 340 0 0,0 26 86 0 0,17 144-151 0 0,13 198 1636 0 0,-29-370-1388 0 0,1 0 185 0 0,1 18-59 0 0,-1-17 454 0 0,-1-1-490 0 0,3 18 61 0 0,-3-18 362 0 0,1 0-851 0 0,0 0-311 0 0,0 0 2143 0 0,0-1-3325 0 0,-1-1-3199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04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11 120 0 0,'-10'10'13104'0'0,"17"-16"-12589"0"0,-6 5-648 0 0,0 0 0 0 0,0 0 0 0 0,0 1 0 0 0,0-1-1 0 0,0 0 1 0 0,1 0 0 0 0,-1 0 0 0 0,0 1 0 0 0,0-1-1 0 0,1 1 1 0 0,-1-1 0 0 0,0 1 0 0 0,1-1 0 0 0,-1 1 0 0 0,1 0-1 0 0,0 0 1 0 0,3-1-511 0 0,-1-1-2214 0 0,4 2 438 0 0,30-2 295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05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1 106 1752 0 0,'0'0'11438'0'0,"1"-4"-11391"0"0,1 1 15 0 0,5-14 632 0 0,-2 20-698 0 0,5 2 89 0 0,-1 0-1 0 0,0 0 0 0 0,0 2 1 0 0,-1-1-1 0 0,0 1 1 0 0,12 12-1 0 0,-9-5 60 0 0,-1 0 0 0 0,0 1 0 0 0,-1 1 0 0 0,-1-1 0 0 0,-1 1 0 0 0,0 1 0 0 0,-1-1 0 0 0,7 27 0 0 0,6 49 1067 0 0,-18-86-940 0 0,-2-11-1548 0 0,-5-16 1243 0 0,4 15-6 0 0,3-2-148 0 0,3-16 117 0 0,2-1 0 0 0,0 1-1 0 0,2 0 1 0 0,13-29 0 0 0,51-91-335 0 0,-69 138 506 0 0,2 0 0 0 0,-1 0 0 0 0,0 0-1 0 0,1 1 1 0 0,7-7 0 0 0,-5 5-135 0 0,-4 4 1 0 0,9-7 67 0 0,-11 10-31 0 0,-1-1 1 0 0,0 1-1 0 0,1-1 1 0 0,-1 1 0 0 0,1-1-1 0 0,-1 1 1 0 0,0-1 0 0 0,1 1-1 0 0,-1 0 1 0 0,1-1 0 0 0,-1 1-1 0 0,1-1 1 0 0,-1 1-1 0 0,1 0 1 0 0,0 0 0 0 0,-1-1-1 0 0,1 1 1 0 0,-1 0 0 0 0,1 0-1 0 0,0 0 1 0 0,-1 0 0 0 0,1 0-1 0 0,0-1 1 0 0,26 7 237 0 0,-25-5-202 0 0,1 0 0 0 0,0 1-1 0 0,-1-1 1 0 0,1 0-1 0 0,-1 1 1 0 0,0 0-1 0 0,1-1 1 0 0,-1 1 0 0 0,0 0-1 0 0,0 0 1 0 0,0 0-1 0 0,0 1 1 0 0,-1-1 0 0 0,3 3-1 0 0,17 33 216 0 0,-21-37-245 0 0,86 196 946 0 0,-79-179-886 0 0,-5-13-89 0 0,0 0 4 0 0,6 17 39 0 0,-6-16 60 0 0,0-2 37 0 0,5 13-238 0 0,-5-13-203 0 0,2 3-5116 0 0,1 1 4085 0 0,2-3-2763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07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0 150 900 0 0,'0'0'9825'0'0,"0"-6"-9062"0"0,1-18-285 0 0,-1 18 611 0 0,3 2-716 0 0,20-38 348 0 0,-20 38-512 0 0,0 1-88 0 0,8-4-54 0 0,0 0 1 0 0,0 0-1 0 0,0 1 1 0 0,19-7 0 0 0,-24 12-38 0 0,0 0-69 0 0,19 0 164 0 0,-18 1 419 0 0,-1 1-368 0 0,-1-1-203 0 0,-4 0 14 0 0,1 0 0 0 0,0 0-1 0 0,-1 0 1 0 0,1 0-1 0 0,0 1 1 0 0,-1-1 0 0 0,1 0-1 0 0,-1 1 1 0 0,1-1 0 0 0,0 1-1 0 0,-1 0 1 0 0,1-1 0 0 0,-1 1-1 0 0,0 0 1 0 0,1 0 0 0 0,2 2-1 0 0,2 1 31 0 0,0 1 0 0 0,0-1-1 0 0,0 1 1 0 0,0 0 0 0 0,-1 1-1 0 0,0-1 1 0 0,0 1 0 0 0,-1 0-1 0 0,1 0 1 0 0,-1 1 0 0 0,0-1-1 0 0,-1 1 1 0 0,0 0 0 0 0,0 0-1 0 0,0 0 1 0 0,-1 0 0 0 0,3 14-1 0 0,-3-8 1 0 0,-1-1 0 0 0,0 1 0 0 0,-1 0-1 0 0,-2 19 1 0 0,-15 66 31 0 0,1-46 216 0 0,14-47-264 0 0,0 1 112 0 0,-5 18-77 0 0,5-18 6 0 0,0-2 19 0 0,-5 13-159 0 0,6-13 110 0 0,-1 0-583 0 0,-4 8 268 0 0,12-27 126 0 0,-4 10 53 0 0,9-9-323 0 0,0-1 1 0 0,15-29-1 0 0,-7 12 260 0 0,133-211-358 0 0,-149 239 896 0 0,-1 1 2 0 0,23-38 248 0 0,-22 37-322 0 0,-2 0-217 0 0,7-12 119 0 0,-6 12 919 0 0,-4 0-1077 0 0,1 4-22 0 0,0-1 0 0 0,0 0-1 0 0,0 0 0 0 0,0 0 0 0 0,0 0 0 0 0,0 0 1 0 0,0 0-1 0 0,0 0 0 0 0,0 0 0 0 0,1-1 0 0 0,-1 1 0 0 0,0 0 1 0 0,0-2-1 0 0,-3 5 45 0 0,-11 5-10 0 0,11-5-106 0 0,-1 1 68 0 0,-14 8-6 0 0,14-8 23 0 0,2 2-39 0 0,-4 4 112 0 0,1 0 0 0 0,0 0 1 0 0,1 1-1 0 0,-1 0 0 0 0,2 0 0 0 0,-1 0 0 0 0,2 1 1 0 0,-1-1-1 0 0,2 1 0 0 0,-1 0 0 0 0,1 0 0 0 0,1 0 0 0 0,0 0 1 0 0,0 0-1 0 0,2 17 0 0 0,1-18-29 0 0,-1-1-1 0 0,2 1 1 0 0,-1 0 0 0 0,1-1 0 0 0,0 0 0 0 0,1 0-1 0 0,0 0 1 0 0,1 0 0 0 0,0 0 0 0 0,0-1-1 0 0,1 0 1 0 0,0 0 0 0 0,0-1 0 0 0,1 1-1 0 0,0-1 1 0 0,0-1 0 0 0,1 1 0 0 0,0-1 0 0 0,15 9-1 0 0,-15-9 7 0 0,-5-4-41 0 0,0 0 0 0 0,0 0 0 0 0,0 0 0 0 0,0 0 0 0 0,0 0-1 0 0,0-1 1 0 0,1 0 0 0 0,-1 1 0 0 0,7 0 0 0 0,132 34 234 0 0,-137-35-473 0 0,1 0-132 0 0,0 0-186 0 0,5 0 563 0 0,-6 1-3653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08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74 360 0 0,'0'0'10852'0'0,"-2"4"-10768"0"0,-5 13-146 0 0,6-12 1098 0 0,-4-4-882 0 0,-14 4-146 0 0,14-3 445 0 0,0-1-525 0 0,-14 5 150 0 0,14-4 1949 0 0,3-2-2025 0 0,0 0 1 0 0,1 1-1 0 0,-1-1 0 0 0,0 1 0 0 0,0-1 1 0 0,0 1-1 0 0,0 0 0 0 0,0 0 0 0 0,-3 2 1 0 0,1-2 3342 0 0,-1 1-3055 0 0,-13-1 1382 0 0,30-14-1167 0 0,-8 10-497 0 0,2 0-64 0 0,111-56-156 0 0,-83 46-253 0 0,-28 11 85 0 0,1 0 182 0 0,20-6 10 0 0,-20 6-182 0 0,-2 1 56 0 0,15-5-66 0 0,-15 5-30 0 0,0-1-87 0 0,0 0 50 0 0,5-2 337 0 0,-4 3-3642 0 0,3-1-3416 0 0,18-2 4782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09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0 204 0 0,'0'0'10818'0'0,"-4"2"-10119"0"0,-15 9 1948 0 0,19-6-2308 0 0,3 18-327 0 0,-3-18 72 0 0,3-1 210 0 0,8 11-83 0 0,-9-11-264 0 0,2 0-53 0 0,10 13-26 0 0,-10-13 72 0 0,0 0 131 0 0,11 11 287 0 0,2-1 1 0 0,26 19-1 0 0,85 46-346 0 0,-124-76-183 0 0,0-1 36 0 0,36 26 113 0 0,-36-24 168 0 0,-3-3-145 0 0,0 1 0 0 0,0-1 1 0 0,0 1-1 0 0,0-1 0 0 0,0 1 0 0 0,1-1 1 0 0,-1 1-1 0 0,0-1 0 0 0,1 0 1 0 0,2 2-1 0 0,-1 0 196 0 0,-2-2-190 0 0,-1-1 0 0 0,1 1-1 0 0,-1-1 1 0 0,0 1 0 0 0,1-1 0 0 0,-1 1-1 0 0,0-1 1 0 0,0 1 0 0 0,1 0 0 0 0,-1-1-1 0 0,0 1 1 0 0,0 0 0 0 0,0-1 0 0 0,0 1-1 0 0,1-1 1 0 0,-1 1 0 0 0,0 0 0 0 0,0-1-1 0 0,0 1 1 0 0,-1 0 0 0 0,1-1 0 0 0,0 1-1 0 0,0-1 1 0 0,0 2 0 0 0,-1-2-21 0 0,1 1 0 0 0,0 0 0 0 0,0-1 0 0 0,0 1 1 0 0,0-1-1 0 0,0 1 0 0 0,0 0 0 0 0,0-1 0 0 0,0 1 0 0 0,0 0 1 0 0,0-1-1 0 0,0 1 0 0 0,0-1 0 0 0,1 1 0 0 0,-1-1 0 0 0,0 1 1 0 0,0 0-1 0 0,1-1 0 0 0,-1 1 0 0 0,0-1 0 0 0,1 1 0 0 0,-1-1 1 0 0,1 2-1 0 0,-2 3 26 0 0,-17 49-61 0 0,16-49 23 0 0,1-3 43 0 0,1-1 0 0 0,0 1 0 0 0,0-1 0 0 0,-1 1 0 0 0,1-1 0 0 0,-1 1 0 0 0,1-1 0 0 0,-1 1 0 0 0,0-1 0 0 0,0 1 0 0 0,0-1 0 0 0,-1 2-1 0 0,0 0 4 0 0,0 2-127 0 0,-1 0-92 0 0,-22 43 460 0 0,23-44-156 0 0,-1 1-39 0 0,-41 65-998 0 0,42-66 1353 0 0,-1 0-272 0 0,-6 16-101 0 0,7-16-81 0 0,-1 0-75 0 0,-8 12 148 0 0,9-12 87 0 0,0 0-150 0 0,-1 3 150 0 0,1 0-1 0 0,0 0 1 0 0,1 0 0 0 0,0 0 0 0 0,-1 13 0 0 0,1-17-46 0 0,1-1 1 0 0,-1 1-1 0 0,0 0 1 0 0,0-1-1 0 0,0 1 1 0 0,0-1-1 0 0,0 1 1 0 0,0-1-1 0 0,-1 0 1 0 0,1 0 0 0 0,-1 1-1 0 0,0-1 1 0 0,0 0-1 0 0,0-1 1 0 0,-4 5-1 0 0,3-4 343 0 0,9 0-392 0 0,16 3-45 0 0,-16-4-56 0 0,-2-2 130 0 0,82-14-142 0 0,-81 14-55 0 0,2 0 192 0 0,20-5-53 0 0,-20 5-46 0 0,-1 0 51 0 0,20-4 110 0 0,-19 4-65 0 0,-1 0-258 0 0,19-3 189 0 0,-19 3 67 0 0,0 0-90 0 0,51-9-205 0 0,-51 10 22 0 0,1 0-4566 0 0,17-2 1448 0 0,-18 2 321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10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1 620 0 0,'-3'4'3049'0'0,"-10"13"7907"0"0,15-11-10883 0 0,0-1 0 0 0,1 1 0 0 0,0-1 0 0 0,0 0 1 0 0,1 0-1 0 0,-1 0 0 0 0,7 7 0 0 0,-10-12-54 0 0,97 134 685 0 0,-93-129-653 0 0,0 0 0 0 0,0 0 0 0 0,1 0 0 0 0,9 7 0 0 0,-5-5-15 0 0,-6-4 51 0 0,-1-3-81 0 0,-1 1 0 0 0,1-1 0 0 0,0 0 0 0 0,0 1 0 0 0,-1-1-1 0 0,1 1 1 0 0,0 0 0 0 0,-1-1 0 0 0,1 1 0 0 0,-1 0-1 0 0,1 0 1 0 0,1 1 0 0 0,1 1 19 0 0,1-1 124 0 0,2-2-182 0 0,20-1 51 0 0,-21 1 120 0 0,-1-2-121 0 0,4-3-3 0 0,-1 1 1 0 0,0-2 0 0 0,0 1-1 0 0,-1-1 1 0 0,0 0-1 0 0,0-1 1 0 0,0 0-1 0 0,-1 0 1 0 0,0 0 0 0 0,0-1-1 0 0,-1 0 1 0 0,5-9-1 0 0,-7 13-100 0 0,-1-2 110 0 0,18-41 140 0 0,-18 43-33 0 0,1-1-11 0 0,6-15 73 0 0,-6 15-39 0 0,-2 0-360 0 0,5-5 267 0 0,-2 10-3 0 0,-2 37 53 0 0,-2-36-108 0 0,-49 656 1476 0 0,13-455 394 0 0,35-196-1636 0 0,0 0 47 0 0,-11 49 581 0 0,11-51-583 0 0,1-2-268 0 0,0 0 1 0 0,0-1 0 0 0,0 1 0 0 0,0 0-1 0 0,0-1 1 0 0,-1 1 0 0 0,1 0-1 0 0,0-1 1 0 0,-1 1 0 0 0,1 0-1 0 0,-1-1 1 0 0,-1 3 0 0 0,1 0 8 0 0,0 1-115 0 0,-1-1-1714 0 0,1 2 1213 0 0,-2 1 217 0 0,1-2-3790 0 0,-2 2-3685 0 0,-5 14 3312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12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81 900 0 0,'0'0'15690'0'0,"-4"1"-15606"0"0,-12 7 100 0 0,13-6 769 0 0,-3-2-1274 0 0,-16 2 399 0 0,16-2 254 0 0,1 2-248 0 0,-44 10-65 0 0,44-11 1918 0 0,13-1-1826 0 0,274-46 234 0 0,-164 23-206 0 0,-69 12 98 0 0,6-1-270 0 0,-49 11 90 0 0,-5 1-59 0 0,1 1 2 0 0,-1-1 1 0 0,0 0 0 0 0,1 0-1 0 0,-1 0 1 0 0,0 0-1 0 0,0 0 1 0 0,1 0-1 0 0,-1 0 1 0 0,0 0-1 0 0,1 0 1 0 0,-1-1 0 0 0,0 1-1 0 0,2-1 1 0 0,17-4-1119 0 0,-10 3-230 0 0,23-3-11274 0 0,-22 3 12525 0 0,-5 2-2092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13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1856 0 0,'0'0'13815'0'0,"0"7"-13766"0"0,-7 82 951 0 0,5 0 0 0 0,11 120 0 0 0,-4-133-600 0 0,-5-69-306 0 0,1 0-144 0 0,7 55-2280 0 0,-8-57 1205 0 0,3 0-4400 0 0,6 16 2294 0 0,-7-16-294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14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1 101 908 0 0,'0'0'9232'0'0,"0"-6"-8705"0"0,1-1-149 0 0,0 0 0 0 0,0-1 0 0 0,1 1 0 0 0,0 0 0 0 0,4-9 0 0 0,-3 11-41 0 0,0 1-260 0 0,11-11-79 0 0,-10 11-10 0 0,0 2 10 0 0,15-8 202 0 0,-14 7 64 0 0,0 5-16 0 0,3 1-174 0 0,-1 1-1 0 0,1 0 1 0 0,-1 0-1 0 0,0 1 1 0 0,0 0-1 0 0,-1 0 1 0 0,12 12-1 0 0,-12-11 10 0 0,0 1-1 0 0,-1 0 0 0 0,0 0 0 0 0,0 1 0 0 0,-1 0 0 0 0,0 0 1 0 0,4 11-1 0 0,2 8 289 0 0,-1 1 0 0 0,10 52 0 0 0,-11-24-502 0 0,-6-44-4910 0 0,-3-27 4886 0 0,1 0 0 0 0,0 0 0 0 0,1 1 0 0 0,1-1 0 0 0,1 0 0 0 0,0 0 0 0 0,0 1 0 0 0,12-27 0 0 0,-8 25 1120 0 0,1 0 1 0 0,18-30-1 0 0,-25 46-965 0 0,1-3 485 0 0,2-1-265 0 0,11-11 125 0 0,-11 11 126 0 0,1 3-286 0 0,14-3 99 0 0,-15 3-74 0 0,0 3-35 0 0,2 1-89 0 0,-1 1 1 0 0,1 0-1 0 0,-1 0 1 0 0,0 0-1 0 0,0 0 1 0 0,-1 1-1 0 0,1 0 0 0 0,-1 0 1 0 0,0 0-1 0 0,0 0 1 0 0,5 12-1 0 0,1 2-80 0 0,-2 0 1 0 0,9 26-1 0 0,1 21 54 0 0,-17-60 7 0 0,1 0 21 0 0,6 18-67 0 0,-6-18 236 0 0,-1 0-179 0 0,3 16 13 0 0,-2-17 643 0 0,-2-13-1108 0 0,0-10 318 0 0,2 1 0 0 0,0-1 0 0 0,1 1 1 0 0,1 0-1 0 0,0 0 0 0 0,9-22 1 0 0,25-31-610 0 0,-35 67 573 0 0,1-1 204 0 0,12-11-94 0 0,-12 11 355 0 0,20-1 144 0 0,-18 3-420 0 0,0 0 263 0 0,-1 4 29 0 0,4 2-317 0 0,0 0 0 0 0,0 0 1 0 0,-1 1-1 0 0,0 0 0 0 0,0 1 1 0 0,0 0-1 0 0,7 7 0 0 0,30 42 445 0 0,-11 3-1924 0 0,-16-9-6206 0 0,-17-44 4464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14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1 110 2768 0 0,'1'-5'2757'0'0,"17"-46"4035"0"0,-16 46-4896 0 0,0 0-1090 0 0,25-36 1292 0 0,-24 38-1705 0 0,1 8-176 0 0,4 6-76 0 0,-1 0-1 0 0,0 0 1 0 0,0 1 0 0 0,-1 0-1 0 0,0 0 1 0 0,-1 0 0 0 0,3 14 0 0 0,23 101 739 0 0,-21-80-766 0 0,3 5 52 0 0,21 122 851 0 0,-27-146-866 0 0,0-1 123 0 0,-4-3-30 0 0,-2-18 37 0 0,0 1-60 0 0,5 19-53 0 0,-5-19 263 0 0,0-1-266 0 0,1 0-579 0 0,0 0 2363 0 0,-1-1-3582 0 0,0 0-3462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15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12 241 2964 0 0,'0'0'7964'0'0,"-2"4"-6700"0"0,-8 17 6613 0 0,17-22-7423 0 0,1 1-311 0 0,-6 1-94 0 0,1-1 1 0 0,-1 0 0 0 0,1-1 0 0 0,-1 1-1 0 0,1 0 1 0 0,-1-1 0 0 0,1 1-1 0 0,-1-1 1 0 0,1 0 0 0 0,-1 0 0 0 0,1 0-1 0 0,2-2 1 0 0,146-62 623 0 0,164-47-1 0 0,-147 63-770 0 0,-163 48 157 0 0,1-1-1 0 0,50-15 347 0 0,-51 16-434 0 0,0 0-436 0 0,15-3-145 0 0,-15 3-443 0 0,1 0-4530 0 0,-1 2 4416 0 0,8-2-409 0 0,-3-2-3345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17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1096 0 0,'0'0'8033'0'0,"6"-1"-6994"0"0,18 0-187 0 0,-19 1 4621 0 0,2 1-5615 0 0,0 1 141 0 0,-5-1 7 0 0,0 0 1 0 0,0 0-1 0 0,0 0 1 0 0,1-1-1 0 0,-1 0 1 0 0,0 1-1 0 0,1-1 1 0 0,-1 0-1 0 0,4 0 1 0 0,-4 5-47 0 0,14 29 392 0 0,-1 0 1 0 0,-2 1-1 0 0,14 64 1 0 0,-26-94-422 0 0,0 2 145 0 0,2 19 31 0 0,-2-19 9 0 0,0-1-320 0 0,1 20 161 0 0,-1-20 309 0 0,-1 0-323 0 0,0 16 127 0 0,0-16 337 0 0,-2-11-1754 0 0,-1-56 790 0 0,4 54 469 0 0,1 1 111 0 0,4-17-51 0 0,2 2 1 0 0,0-1-1 0 0,15-25 1 0 0,-17 36 6 0 0,1-1 0 0 0,0 1 0 0 0,1 1 1 0 0,0 0-1 0 0,0 0 0 0 0,1 0 1 0 0,19-15-1 0 0,-25 23 113 0 0,2 0-82 0 0,-1 0 33 0 0,-3 1-15 0 0,0 0 1 0 0,1 0-1 0 0,-1 0 0 0 0,1 0 0 0 0,-1 1 1 0 0,0-1-1 0 0,1 1 0 0 0,0-1 0 0 0,-1 1 1 0 0,1-1-1 0 0,-1 1 0 0 0,3 0 1 0 0,-1 0-4 0 0,-1 0 1 0 0,0 1 0 0 0,1-1 0 0 0,-1 1 0 0 0,0 0 0 0 0,0-1-1 0 0,1 1 1 0 0,-1 0 0 0 0,2 2 0 0 0,3 0 38 0 0,-3-1-15 0 0,0 0 0 0 0,1 0 0 0 0,-1 1 0 0 0,0 0 0 0 0,0 0 0 0 0,0 0 0 0 0,-1 0 0 0 0,1 1 0 0 0,-1-1 0 0 0,1 1 0 0 0,2 5 0 0 0,-3-5-31 0 0,8 8 28 0 0,-1 1 1 0 0,-1 1-1 0 0,0 0 0 0 0,-1 0 1 0 0,-1 1-1 0 0,9 23 1 0 0,-7-18 98 0 0,15 40 91 0 0,-22-55-230 0 0,4 16 213 0 0,-4-16-167 0 0,0 0-37 0 0,-1-1-9 0 0,17 44-1320 0 0,-16-42 242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18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0 192 72 0 0,'0'0'11552'0'0,"1"-4"-10800"0"0,5-20 5924 0 0,-4 19-6314 0 0,7-12 130 0 0,-7 13-30 0 0,3 2-43 0 0,155-47 1360 0 0,-81 23-1957 0 0,124-26 1 0 0,-175 45-802 0 0,-23 5 186 0 0,2 2-785 0 0,21 0 470 0 0,-21 0-535 0 0,-6 2 1108 0 0,0-1 1 0 0,0 1-1 0 0,1-1 0 0 0,-1 1 1 0 0,0-1-1 0 0,1 0 0 0 0,-1 1 0 0 0,1-1 1 0 0,-1 0-1 0 0,3 1 0 0 0,-1 1-2714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18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 1356 0 0,'0'0'15271'0'0,"4"-2"-15242"0"0,13-5 71 0 0,-13 5-154 0 0,1 4 30 0 0,18 4 6 0 0,-17-5 118 0 0,-1 2 3 0 0,27 10-292 0 0,2 1 160 0 0,0 2-1 0 0,-1 1 0 0 0,54 37 0 0 0,-84-52 19 0 0,1 2 215 0 0,27 41-117 0 0,-28-40 60 0 0,-4 3-147 0 0,1-3 63 0 0,0 2-55 0 0,0-1 1 0 0,0 1-1 0 0,-1-1 1 0 0,0 0-1 0 0,0 0 1 0 0,0 1-1 0 0,-1-1 1 0 0,0 0-1 0 0,-3 6 1 0 0,-21 34 103 0 0,-54 74 0 0 0,-46 40-170 0 0,96-123-31 0 0,27-33 74 0 0,0 0 5 0 0,-12 13 92 0 0,12-12-85 0 0,2-4-29 0 0,1 1 46 0 0,-1-1 1 0 0,1 1-1 0 0,-1-1 0 0 0,0 0 0 0 0,1 1 0 0 0,-1-1 1 0 0,0 0-1 0 0,0 1 0 0 0,0-1 0 0 0,0 0 1 0 0,-2 2-1 0 0,1-1 8 0 0,0 2 358 0 0,3 1-322 0 0,3 20 556 0 0,2-24-692 0 0,45 4 91 0 0,-1-1 1 0 0,93-7-1 0 0,-136 3-115 0 0,1-1 44 0 0,64-1 224 0 0,-65 1-172 0 0,-1 1 46 0 0,18 0 28 0 0,-18 0-201 0 0,0-1 122 0 0,17 1-31 0 0,-17-1 224 0 0,0 1-572 0 0,20 0 45 0 0,-19 0-80 0 0,-1 2-6109 0 0,17 2 3041 0 0,-17-3-432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19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60 276 0 0,'0'0'5951'0'0,"-5"0"-4676"0"0,-21 4 7502 0 0,28-9-8500 0 0,0 0-260 0 0,1 1 0 0 0,0-1 0 0 0,0 1 1 0 0,0-1-1 0 0,0 1 0 0 0,1 0 0 0 0,6-5 0 0 0,-6 6 112 0 0,1 1-195 0 0,18-6 29 0 0,-18 6 137 0 0,1 1-11 0 0,15-1-15 0 0,-16 1-166 0 0,1 2 2 0 0,16 4 116 0 0,-16-4-121 0 0,0 2 144 0 0,19 10 73 0 0,-24-13-128 0 0,0 1 1 0 0,0-1-1 0 0,1 1 1 0 0,-1 0-1 0 0,0-1 1 0 0,0 1-1 0 0,0 0 1 0 0,0 0-1 0 0,0 0 1 0 0,0 0-1 0 0,0 0 1 0 0,0 0-1 0 0,0 0 1 0 0,0 0-1 0 0,-1 0 1 0 0,1 0 0 0 0,0 0-1 0 0,-1 1 1 0 0,1 0-1 0 0,1 2-24 0 0,1 0 19 0 0,-1 0 1 0 0,0 0 0 0 0,0 0 0 0 0,0 1 0 0 0,0-1 0 0 0,0 1 0 0 0,-1-1-1 0 0,0 1 1 0 0,0 0 0 0 0,0-1 0 0 0,-1 1 0 0 0,1 5 0 0 0,-1-6-5 0 0,0 20 25 0 0,-1-1 0 0 0,-2 1 0 0 0,0-1 0 0 0,-1 0 0 0 0,-1 0 1 0 0,-1 0-1 0 0,-14 31 0 0 0,14-37-165 0 0,-20 52 312 0 0,24-64-141 0 0,0 1-32 0 0,-3 19-637 0 0,28-48 315 0 0,-1-1 0 0 0,27-38 0 0 0,16-19 170 0 0,-36 45 521 0 0,43-68 1 0 0,-71 102-323 0 0,2-2 257 0 0,0-2-147 0 0,10-17 67 0 0,-9 18-8 0 0,-3 1 20 0 0,19-40 1124 0 0,-18 39-519 0 0,-1 1-586 0 0,3-15 19 0 0,-2 14 158 0 0,-5 9-349 0 0,-3 8-29 0 0,0-1 1 0 0,1 1-1 0 0,0 0 0 0 0,1 0 1 0 0,1 1-1 0 0,0-1 1 0 0,0 1-1 0 0,2 0 0 0 0,-1-1 1 0 0,2 1-1 0 0,0 16 0 0 0,0-21 20 0 0,1 1-1 0 0,0-1 1 0 0,1 0 0 0 0,-1-1-1 0 0,1 1 1 0 0,1 0-1 0 0,5 12 1 0 0,-6-14-53 0 0,1 1-99 0 0,0 1 0 0 0,1-1 0 0 0,-1 0 0 0 0,1-1 0 0 0,1 1 0 0 0,-1-1 0 0 0,1 0 0 0 0,0 0 0 0 0,0 0 0 0 0,1-1 0 0 0,0 0 0 0 0,9 7 0 0 0,30 12-2979 0 0,1-7-3305 0 0,-32-14 3194 0 0,16 1-264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27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30 728 0 0,'0'0'15441'0'0,"-1"-5"-15344"0"0,-2-14 29 0 0,2 14 3182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31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1 376 0 0,'0'0'16464'0'0,"-4"2"-16793"0"0,0 0 318 0 0,1 1 0 0 0,0 0 0 0 0,-1 0 0 0 0,1 0 0 0 0,1 0 0 0 0,-1 1 0 0 0,0-1 0 0 0,-2 5 0 0 0,3-4 348 0 0,-14 10-113 0 0,12-11 879 0 0,7-7-1393 0 0,-2 2 283 0 0,1 0 0 0 0,-1 0 0 0 0,1 1 0 0 0,-1-1 0 0 0,1 0 0 0 0,-1 0 0 0 0,1 1 0 0 0,0-1 0 0 0,0 1 0 0 0,0 0 0 0 0,0-1 0 0 0,0 1 0 0 0,0 0 0 0 0,0 0 0 0 0,0 0 0 0 0,1 0 0 0 0,-1 1 1 0 0,0-1-1 0 0,1 1 0 0 0,-1-1 0 0 0,0 1 0 0 0,1 0 0 0 0,-1 0 0 0 0,4 0 0 0 0,19 3 103 0 0,-18-3-152 0 0,-2 2-34 0 0,16 4 176 0 0,-15-5-100 0 0,-1 2-26 0 0,45 25 398 0 0,-45-25-444 0 0,-3 1 20 0 0,18 41 161 0 0,-19-40-206 0 0,-1 1 23 0 0,-2 14 112 0 0,-1-1 0 0 0,-1 0-1 0 0,-1 0 1 0 0,-8 22 0 0 0,11-36-14 0 0,0 1-62 0 0,-14 48 514 0 0,15-50-269 0 0,-1 2-191 0 0,-3 14 40 0 0,3-15 173 0 0,1 1-146 0 0,1-2-61 0 0,-1 1 0 0 0,1 0 1 0 0,0 0-1 0 0,1-1 1 0 0,-1 1-1 0 0,1 0 0 0 0,0-1 1 0 0,1 7-1 0 0,0-7 107 0 0,3-5-145 0 0,33-7 148 0 0,-2-3 1 0 0,52-21-1 0 0,-65 23-213 0 0,-18 7-71 0 0,-3 1 147 0 0,0 0-1 0 0,-1 0 0 0 0,1 0 0 0 0,0 0 0 0 0,0 0 1 0 0,0 0-1 0 0,0 0 0 0 0,0 1 0 0 0,0-1 0 0 0,0 1 1 0 0,0-1-1 0 0,3 1 0 0 0,0-1-9 0 0,1-1 8 0 0,0 0-163 0 0,49-12 787 0 0,-50 13-443 0 0,23 6-12000 0 0,-22-4 7826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32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2356 0 0,'0'0'8738'0'0,"-2"5"-7999"0"0,-6 14-90 0 0,6-15 4392 0 0,7-2-4975 0 0,15 5-49 0 0,-15-5 67 0 0,2-3-48 0 0,51-11-1552 0 0,-1 0-1674 0 0,-1 8-3645 0 0,-23 5 4078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32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47 2556 0 0,'-4'4'2611'0'0,"-14"16"9701"0"0,28-14-12067 0 0,-10-6-236 0 0,1 1-1 0 0,-1-1 1 0 0,0 1-1 0 0,1-1 1 0 0,-1 1-1 0 0,1-1 1 0 0,-1 0-1 0 0,0 1 0 0 0,1-1 1 0 0,-1 0-1 0 0,1 1 1 0 0,-1-1-1 0 0,1 0 1 0 0,-1 1-1 0 0,1-1 1 0 0,-1 0-1 0 0,1 0 1 0 0,0 0-1 0 0,-1 0 1 0 0,1 0-1 0 0,-1 0 1 0 0,1 1-1 0 0,-1-1 0 0 0,1 0 1 0 0,0 0-1 0 0,-1-1 1 0 0,1 1-1 0 0,-1 0 1 0 0,1 0-1 0 0,-1 0 1 0 0,1 0-1 0 0,0-1 1 0 0,70-22-1255 0 0,-68 22 1277 0 0,43-14-2272 0 0,32-15-5491 0 0,-50 17 4344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33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234 23 1332 0 0,'0'0'14390'0'0,"-3"-4"-14179"0"0,2 3-103 0 0,0 0-38 0 0,0 0-1 0 0,0 0 0 0 0,0 0 1 0 0,0 0-1 0 0,0-1 1 0 0,0 1-1 0 0,1 0 1 0 0,-1 0-1 0 0,0 0 1 0 0,1-1-1 0 0,-1 1 1 0 0,0-3-1 0 0,-4 6 231 0 0,-13 6-116 0 0,13-6-206 0 0,0 1 172 0 0,3-1-130 0 0,-10 5 104 0 0,2 1 1 0 0,-1 0 0 0 0,1 1-1 0 0,-13 13 1 0 0,-14 32 296 0 0,22-30-218 0 0,1 4-35 0 0,12-22-93 0 0,-17 40 293 0 0,16-37-296 0 0,-3 4 60 0 0,2 0 0 0 0,0 0 0 0 0,0 0-1 0 0,1 0 1 0 0,0 1 0 0 0,2 0 0 0 0,-1-1 0 0 0,2 1-1 0 0,0 0 1 0 0,0 0 0 0 0,5 26 0 0 0,-2-28-33 0 0,0 0 4 0 0,0 0 0 0 0,1 1 0 0 0,0-2 0 0 0,6 14 0 0 0,-6-19-36 0 0,0 0 0 0 0,0 0 0 0 0,0 0 0 0 0,1 0 1 0 0,0-1-1 0 0,0 0 0 0 0,0 0 0 0 0,1 0 0 0 0,0-1 1 0 0,10 7-1 0 0,-7-6-16 0 0,1 0 0 0 0,0 0 0 0 0,0-1 0 0 0,0 0 1 0 0,0-1-1 0 0,0 0 0 0 0,1 0 0 0 0,17 1 0 0 0,38-8 293 0 0,-46 0-176 0 0,1-1 0 0 0,-1 0-1 0 0,-1-2 1 0 0,1 0 0 0 0,-1-2-1 0 0,0 0 1 0 0,-1 0-1 0 0,0-2 1 0 0,-1-1 0 0 0,0 0-1 0 0,0-1 1 0 0,-2 0-1 0 0,1-1 1 0 0,17-23 0 0 0,-19 21 286 0 0,4-9 114 0 0,-17 24-528 0 0,6-12 215 0 0,0-1-1 0 0,0 0 1 0 0,-1 0-1 0 0,-1 0 1 0 0,7-30-1 0 0,-12 39-235 0 0,0 0 1 0 0,0 0-1 0 0,0 0 0 0 0,0 0 0 0 0,-1 0 0 0 0,0 0 1 0 0,0 0-1 0 0,0 1 0 0 0,-1-1 0 0 0,-2-7 0 0 0,2 7-45 0 0,-1-1 30 0 0,0-1 0 0 0,0 1 0 0 0,0-1 1 0 0,-1 1-1 0 0,0 0 0 0 0,0 0 0 0 0,0 1 0 0 0,-1-1 0 0 0,0 1 1 0 0,0 0-1 0 0,0 0 0 0 0,-11-6 0 0 0,4 2-101 0 0,-2 1-1 0 0,1 1 1 0 0,-1 0-1 0 0,-22-7 1 0 0,15 7-801 0 0,-1 1 0 0 0,0 1 1 0 0,0 1-1 0 0,0 1 0 0 0,-38 0 1 0 0,2 7-4042 0 0,2 8-3553 0 0,24 1 2636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2:59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39 400 72 0 0,'0'0'4426'0'0,"-3"-4"-3501"0"0,-13-11 5900 0 0,14 11-6256 0 0,0 0-469 0 0,-1-2 275 0 0,0-1 0 0 0,1 1 0 0 0,-1-1 0 0 0,1 0 0 0 0,-1-9 0 0 0,8-6-463 0 0,-3 16 96 0 0,-1 0 172 0 0,1 1-15 0 0,17-43-224 0 0,-17 44-115 0 0,-2 3 54 0 0,0 0 123 0 0,0 0 0 0 0,1 0 0 0 0,-1 0-1 0 0,0-1 1 0 0,0 1 0 0 0,1 0 0 0 0,-1 0-1 0 0,0 0 1 0 0,1 0 0 0 0,-1 0 0 0 0,1 0-1 0 0,-1 0 1 0 0,1 0 0 0 0,1-1 0 0 0,8-15-49 0 0,15-28 392 0 0,-22 40-415 0 0,0 2-87 0 0,10-14-381 0 0,26 21 533 0 0,-35-1 61 0 0,1 0 1 0 0,-2 1-1 0 0,1-1 0 0 0,0 1 0 0 0,-1 0 0 0 0,7 9 0 0 0,-5-6-75 0 0,0 0 0 0 0,0 1-1 0 0,0 0 1 0 0,-1 0 0 0 0,0 0-1 0 0,-1 1 1 0 0,1-1 0 0 0,3 19-1 0 0,-2-1-265 0 0,2 38 0 0 0,-6-56 146 0 0,1 13 271 0 0,-1-5-121 0 0,-2-2 121 0 0,0 9 40 0 0,1-18-257 0 0,-1 2 79 0 0,-3 22 98 0 0,3-22-225 0 0,1 0 2 0 0,-3 19 178 0 0,3-20 73 0 0,-1 0-247 0 0,0-4 169 0 0,-4 14-186 0 0,5-16 128 0 0,-1-1-1 0 0,1 1 1 0 0,0 0-1 0 0,-1 0 1 0 0,1-1 0 0 0,-1 1-1 0 0,1 0 1 0 0,0-1-1 0 0,-1 1 1 0 0,1-1-1 0 0,0 1 1 0 0,-1 0-1 0 0,1-1 1 0 0,0 1-1 0 0,0-1 1 0 0,-1 1 0 0 0,1-1-1 0 0,0 1 1 0 0,0-1-1 0 0,0 1 1 0 0,0-1-1 0 0,0 1 1 0 0,0-1-1 0 0,0 1 1 0 0,0-1-1 0 0,0 1 1 0 0,0-1 0 0 0,0 1-1 0 0,0-1 1 0 0,-1-4-56 0 0,0-1-168 0 0,-3-20 107 0 0,3 20 116 0 0,1 0-122 0 0,0-18 115 0 0,0 18-40 0 0,1-1 10 0 0,0 5 61 0 0,5-36-200 0 0,16-54-1 0 0,-16 73 70 0 0,-5 15-14 0 0,2-2 75 0 0,7-16 58 0 0,-7 16-64 0 0,0 2-69 0 0,6-13 101 0 0,-6 13 4 0 0,0 0 86 0 0,11-11-132 0 0,-10 11 22 0 0,0 3-5 0 0,14-6 37 0 0,-14 5 15 0 0,2 4-9 0 0,18 4 24 0 0,-18-5 44 0 0,-2 2 0 0 0,14 9-49 0 0,-17-11 3 0 0,1 0 0 0 0,0 0 0 0 0,-1 0 0 0 0,0 0 0 0 0,1 0 0 0 0,-1 0 0 0 0,0 1-1 0 0,1-1 1 0 0,-1 0 0 0 0,0 1 0 0 0,0-1 0 0 0,0 1 0 0 0,0-1 0 0 0,0 1 0 0 0,0 1 0 0 0,7 13 5 0 0,2 0-28 0 0,-8-12 94 0 0,0 2 5 0 0,15 53 517 0 0,-15-53-440 0 0,-1 0 135 0 0,2 18-41 0 0,-2-19 410 0 0,1 2-425 0 0,2 17-441 0 0,-3-18 824 0 0,0-13-782 0 0,3-17 279 0 0,-3 18 51 0 0,-1-2-352 0 0,0-22 217 0 0,0 23 217 0 0,1 0-241 0 0,-1 1-29 0 0,1-12-151 0 0,1 1 0 0 0,1 0 0 0 0,0 0 0 0 0,7-20-1 0 0,17-32 492 0 0,-23 59-368 0 0,1 0 0 0 0,0 0 0 0 0,1 1 1 0 0,0 0-1 0 0,12-15 0 0 0,-11 17 122 0 0,-2 0-28 0 0,0 0-1 0 0,1 1 1 0 0,-1 0 0 0 0,2 0 0 0 0,11-10-1 0 0,-12 12 54 0 0,-2 1 65 0 0,2 1-288 0 0,16-7 62 0 0,-16 7 194 0 0,0 3-144 0 0,17 2 129 0 0,-21-3-92 0 0,-1 0-1 0 0,0 1 1 0 0,1-1-1 0 0,-1 0 1 0 0,0 1-1 0 0,0-1 1 0 0,1 1-1 0 0,-1-1 1 0 0,0 1-1 0 0,0 0 1 0 0,0-1-1 0 0,0 1 1 0 0,0 0-1 0 0,0 0 1 0 0,0 0-1 0 0,0 0 1 0 0,0 0-1 0 0,0 0 0 0 0,0 0 1 0 0,1 2-1 0 0,0-1 34 0 0,6 6 1 0 0,1 1-1 0 0,-1 0 0 0 0,-1 0 0 0 0,0 0 0 0 0,0 1 0 0 0,0 0 0 0 0,8 20 1 0 0,-2 1 142 0 0,12 43 0 0 0,-8-23-62 0 0,-1 1 171 0 0,-9-30-190 0 0,-6-16-121 0 0,1 0 107 0 0,5 19-21 0 0,-5-19-20 0 0,0-1 169 0 0,6 17-27 0 0,-6-17-95 0 0,1-1-1231 0 0,-2-3 215 0 0,8 9 1567 0 0,-7-6-3563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00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14 172 2364 0 0,'0'0'4859'0'0,"-3"-4"-4217"0"0,-7-16 1901 0 0,12 16-1899 0 0,6-12-152 0 0,-5 12-17 0 0,-1 1 39 0 0,34-31 1030 0 0,-32 31-1304 0 0,1 0-132 0 0,15-9-199 0 0,-15 9 274 0 0,0 1-48 0 0,17-5-246 0 0,-17 6 113 0 0,1 1-248 0 0,18 0 250 0 0,-18 0-103 0 0,-2 2 264 0 0,42 26 584 0 0,-41-25-793 0 0,-3 4 254 0 0,4 8-192 0 0,-1 0 0 0 0,-1 0 0 0 0,-1 1 0 0 0,4 28-1 0 0,-6-36-9 0 0,-1-5-20 0 0,1 0 1 0 0,-1 0 0 0 0,0 0 0 0 0,0 0 0 0 0,0 0 0 0 0,0 0-1 0 0,0 0 1 0 0,-1 1 0 0 0,-1 3 0 0 0,-18 119 150 0 0,7-74-324 0 0,12-47 280 0 0,0 1 50 0 0,-2 16 47 0 0,2-17 59 0 0,1 1-146 0 0,0-5-102 0 0,0 0 0 0 0,-1 0 1 0 0,1 0-1 0 0,0 0 0 0 0,0 0 1 0 0,1 1-1 0 0,-1-1 0 0 0,0 0 1 0 0,0 0-1 0 0,0 0 0 0 0,1 0 1 0 0,-1 0-1 0 0,1 0 0 0 0,-1 0 1 0 0,1 0-1 0 0,-1 0 0 0 0,2 1 1 0 0,6-5 53 0 0,5-17 22 0 0,91-168-199 0 0,-67 122-16 0 0,34-84 0 0 0,-69 146 206 0 0,-1-1-60 0 0,15-40 454 0 0,-14 41 507 0 0,-2 10-913 0 0,-6 50 166 0 0,2-30-42 0 0,1 1-1 0 0,2 33 1 0 0,2-33-68 0 0,2 1 0 0 0,0-1 0 0 0,2 0 0 0 0,9 30 0 0 0,-9-46 211 0 0,18 39-223 0 0,-18-45-90 0 0,-2-1-72 0 0,0 0-1 0 0,0 0 1 0 0,1-1 0 0 0,0 1-1 0 0,0-1 1 0 0,0 0-1 0 0,0 0 1 0 0,0 0-1 0 0,8 3 1 0 0,-8-4 84 0 0,-2-1-95 0 0,-1 1 0 0 0,1-1 0 0 0,0 0-1 0 0,-1 0 1 0 0,1 0 0 0 0,0-1 0 0 0,0 1 0 0 0,0 0-1 0 0,-1-1 1 0 0,1 1 0 0 0,4 0 0 0 0,15 3-1607 0 0,35 12-5246 0 0,-46-11 4089 0 0,14 6-30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01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2 188 340 0 0,'0'0'11568'0'0,"0"-5"-10886"0"0,-2-17-59 0 0,2 16 1828 0 0,1 1-2030 0 0,1-16-90 0 0,-1 16 1002 0 0,-1 0-1134 0 0,2-4 81 0 0,0 0 0 0 0,0 0 0 0 0,7-16 0 0 0,-6 21 74 0 0,-3 2-359 0 0,1 0 0 0 0,0 0 0 0 0,-1 1 0 0 0,1-1-1 0 0,0 0 1 0 0,0 1 0 0 0,0-1 0 0 0,0 1 0 0 0,1-1-1 0 0,-1 1 1 0 0,0 0 0 0 0,3-2 0 0 0,-3 1 2 0 0,2-2 22 0 0,-1 3-84 0 0,0 0 64 0 0,0 0 1 0 0,-1 0-1 0 0,1 0 0 0 0,-1-1 1 0 0,1 1-1 0 0,-1 0 1 0 0,1-1-1 0 0,-1 1 0 0 0,2-4 1 0 0,1 2-12 0 0,-3 2-163 0 0,1-1 164 0 0,-1 1 0 0 0,0 0-1 0 0,1 0 1 0 0,-1 0 0 0 0,0 1 0 0 0,1-1 0 0 0,-1 0-1 0 0,1 0 1 0 0,-1 1 0 0 0,1-1 0 0 0,2 0-1 0 0,-3 1-7 0 0,4-2 154 0 0,32 4-182 0 0,-36-1 26 0 0,1 0 0 0 0,0 1 0 0 0,-1-1 0 0 0,1 0-1 0 0,-1 1 1 0 0,0-1 0 0 0,1 1 0 0 0,-1-1 0 0 0,2 4 0 0 0,0-1 48 0 0,-1-1-1 0 0,1 1 1 0 0,-1 0 0 0 0,0-1 0 0 0,0 1 0 0 0,-1 0 0 0 0,1 0-1 0 0,-1 1 1 0 0,1-1 0 0 0,-1 0 0 0 0,0 6 0 0 0,0-6-18 0 0,1 7 12 0 0,-1 0-1 0 0,0 0 1 0 0,-1-1 0 0 0,0 1 0 0 0,-3 21-1 0 0,2-23-55 0 0,-23 200 585 0 0,23-202-524 0 0,-2 24-6 0 0,2-25 98 0 0,2 0 21 0 0,0 22-25 0 0,5-26-86 0 0,-2 0-32 0 0,-2-1 6 0 0,-1 0 1 0 0,1-1-1 0 0,-1 1 1 0 0,1 0-1 0 0,-1-1 1 0 0,1 1 0 0 0,-1-1-1 0 0,1 0 1 0 0,0 0-1 0 0,-1 1 1 0 0,1-1 0 0 0,-1 0-1 0 0,1 0 1 0 0,0 0-1 0 0,-1-1 1 0 0,4 1 0 0 0,109-27-49 0 0,-109 25 100 0 0,1 1-101 0 0,115-29-97 0 0,-116 28 192 0 0,20-3-144 0 0,-20 4 164 0 0,24 3-13690 0 0,-23-2 10544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40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86 80 0 0,'-28'8'14337'0'0,"23"-6"-14446"0"0,-68 18 2708 0 0,68-19-1069 0 0,10-3-1596 0 0,56-18 165 0 0,181-44 295 0 0,-179 48-344 0 0,-58 15-94 0 0,0-1 145 0 0,19-4-24 0 0,-18 5-186 0 0,-1 0-56 0 0,36-2-2445 0 0,-23 5-6738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41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0 308 0 0,'-30'7'15401'0'0,"32"-3"-15284"0"0,1 3-69 0 0,2 0 1 0 0,-1-1-1 0 0,1 1 0 0 0,0-1 0 0 0,0 0 0 0 0,9 7 1 0 0,50 42 108 0 0,-15-13-15 0 0,56 70 163 0 0,-101-107-299 0 0,1 1 0 0 0,-1-1 1 0 0,-1 1-1 0 0,1 0 0 0 0,4 11 1 0 0,2 2 49 0 0,-4-8-106 0 0,4 12-34 0 0,-6-8 40 0 0,9 45 324 0 0,-12-55-282 0 0,1 21-25 0 0,-4-6 79 0 0,-6 43-26 0 0,-2-16-43 0 0,-1 0 0 0 0,-30 75 0 0 0,35-107-31 0 0,-24 74-10 0 0,28-84 54 0 0,1 1 238 0 0,-4 17-124 0 0,4-17-118 0 0,0-1 40 0 0,-13 86-536 0 0,13-85 1000 0 0,0 0-591 0 0,-1 14 140 0 0,1-15 423 0 0,2 1-491 0 0,0 23 1150 0 0,5-29-909 0 0,25-5-88 0 0,1-2 0 0 0,-1 0 1 0 0,-1-3-1 0 0,54-22 0 0 0,-18 6-192 0 0,-3 2 147 0 0,-59 23-3 0 0,-2 1-86 0 0,0 0-1 0 0,0-1 1 0 0,0 1-1 0 0,0 0 1 0 0,0-1-1 0 0,0 1 0 0 0,0-1 1 0 0,0 0-1 0 0,-1 0 1 0 0,3-1-1 0 0,2 0 2 0 0,-1 0 90 0 0,0 0 4 0 0,15-7 50 0 0,-15 7 119 0 0,0 0-181 0 0,13-4-77 0 0,-14 5 35 0 0,2 0-3229 0 0,16 0 1635 0 0,-17 1-792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43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66 129 800 0 0,'0'0'3290'0'0,"-5"2"-2102"0"0,-14 2-177 0 0,14-3 4368 0 0,-12-14-4441 0 0,13 10 3204 0 0,-10-2-4137 0 0,14 5-3 0 0,0-1 1 0 0,0 1-1 0 0,-1 0 1 0 0,1 0-1 0 0,0 0 0 0 0,0 0 1 0 0,0 0-1 0 0,0 0 1 0 0,0 0-1 0 0,0 0 0 0 0,0-1 1 0 0,0 1-1 0 0,0 0 1 0 0,0 0-1 0 0,-1 0 0 0 0,1 0 1 0 0,0 0-1 0 0,0 0 1 0 0,0-1-1 0 0,0 1 0 0 0,0 0 1 0 0,0 0-1 0 0,0 0 1 0 0,0 0-1 0 0,0 0 0 0 0,0-1 1 0 0,0 1-1 0 0,0 0 1 0 0,0 0-1 0 0,0 0 0 0 0,1 0 1 0 0,-1 0-1 0 0,0 0 1 0 0,0-1-1 0 0,0 1 1 0 0,0 0-1 0 0,0 0 0 0 0,0 0 1 0 0,0 0-1 0 0,0 0 1 0 0,0 0-1 0 0,0 0 0 0 0,0-1 1 0 0,1 1-1 0 0,-1 0 1 0 0,0 0-1 0 0,0 0 0 0 0,0 0 1 0 0,0 0-1 0 0,0 0 1 0 0,0 0-1 0 0,1 0 0 0 0,-1 0 1 0 0,24-7 1048 0 0,373-74-305 0 0,-364 74-670 0 0,-27 6-104 0 0,0 0-88 0 0,19-4-15 0 0,-19 4-42 0 0,0 0-171 0 0,16-2 206 0 0,-16 2-140 0 0,-2 3-361 0 0,11 5-221 0 0,-11-5-309 0 0,-3-1-897 0 0,0 1 1550 0 0,1 0 0 0 0,-1-1 0 0 0,1 0 0 0 0,-1 1 0 0 0,1-1 0 0 0,-1 0 0 0 0,1 1 0 0 0,3 0-1 0 0,-2 2-1974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44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1896 0 0,'-30'2'1599'0'0,"24"-2"5009"0"0,1 1-6163 0 0,0 0-211 0 0,-5 2-180 0 0,0-3 3007 0 0,13 5-2883 0 0,0 2-148 0 0,-3-6-22 0 0,1 0 0 0 0,-1 0-1 0 0,0 0 1 0 0,1 0 0 0 0,-1 0 0 0 0,1 0 0 0 0,-1 0-1 0 0,1 0 1 0 0,-1 0 0 0 0,1-1 0 0 0,0 1 0 0 0,-1 0-1 0 0,1 0 1 0 0,0-1 0 0 0,0 1 0 0 0,0 0 0 0 0,51 26 276 0 0,7-4 65 0 0,77 20 1 0 0,-131-41-378 0 0,1-1 71 0 0,52 13 258 0 0,-53-12-311 0 0,-1-1-174 0 0,42 15-342 0 0,-42-14 908 0 0,1 0-454 0 0,11 8-79 0 0,-11-8 90 0 0,0 25-445 0 0,-4-22 734 0 0,-2 1-75 0 0,-5 15 86 0 0,4-16-6 0 0,0 2-129 0 0,-16 36-12 0 0,-2-1 0 0 0,-32 52 0 0 0,21-43-241 0 0,-7 6 647 0 0,29-46-644 0 0,1 1-1 0 0,1-1 1 0 0,-11 23 0 0 0,16-30 449 0 0,1 1-352 0 0,-1 1 0 0 0,0-1 0 0 0,0 0 0 0 0,-1 0 1 0 0,-5 8-1 0 0,3-4 114 0 0,3-5 461 0 0,2-3-715 0 0,0 1 177 0 0,0 0 1 0 0,-1-1 0 0 0,1 1-1 0 0,0-1 1 0 0,1 1 0 0 0,-1 0 0 0 0,0-1-1 0 0,0 1 1 0 0,1-1 0 0 0,-1 1 0 0 0,2 2-1 0 0,1 6 458 0 0,3-9-584 0 0,20 3-99 0 0,-19-3 66 0 0,0-1 266 0 0,21-1-200 0 0,53-7-1 0 0,-8-7 678 0 0,-8-3-391 0 0,-4 3-911 0 0,-56 14 600 0 0,1 0 80 0 0,19-4 145 0 0,-18 4-133 0 0,-6 0-56 0 0,1 0 98 0 0,-1 1-1 0 0,1-1 1 0 0,-1 0 0 0 0,1 1-1 0 0,0-1 1 0 0,-1 1-1 0 0,1 0 1 0 0,0-1 0 0 0,0 1-1 0 0,-1 0 1 0 0,4 0-1 0 0,-3 0 10 0 0,4-1 426 0 0,-1 1-301 0 0,50-6-7214 0 0,-50 5 4346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45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11 121 2740 0 0,'0'0'9244'0'0,"-2"-4"-8858"0"0,0 1-233 0 0,-5-14 989 0 0,8 16-1130 0 0,-1 1-1 0 0,0-1 0 0 0,0 1 1 0 0,0-1-1 0 0,0 1 1 0 0,0-1-1 0 0,1 1 0 0 0,-1 0 1 0 0,0-1-1 0 0,0 1 1 0 0,1-1-1 0 0,-1 1 0 0 0,0 0 1 0 0,1-1-1 0 0,-1 1 1 0 0,0 0-1 0 0,1-1 0 0 0,-1 1 1 0 0,0 0-1 0 0,1 0 1 0 0,-1-1-1 0 0,1 1 0 0 0,-1 0 1 0 0,1 0-1 0 0,-1 0 1 0 0,1-1-1 0 0,0 1-1 0 0,-1 0-1 0 0,1 0 0 0 0,-1 0 1 0 0,1 0-1 0 0,-1-1 1 0 0,0 1-1 0 0,1 0 1 0 0,-1 0-1 0 0,1-1 0 0 0,-1 1 1 0 0,0 0-1 0 0,1-1 1 0 0,-1 1-1 0 0,0 0 1 0 0,1-1-1 0 0,-1 1 1 0 0,0 0-1 0 0,0-1 0 0 0,1 1 1 0 0,-1-1-1 0 0,0 1 1 0 0,0-1-1 0 0,0 1 1 0 0,1-1-1 0 0,-1 1 1 0 0,0-1-1 0 0,5-1 129 0 0,14-7-55 0 0,-14 7-208 0 0,1 2-119 0 0,59 2 529 0 0,-58-1-74 0 0,-2 0-106 0 0,37 21-271 0 0,-38-19 138 0 0,-1 1 137 0 0,9 15-117 0 0,-9-15-9 0 0,-2 2-26 0 0,6 17 46 0 0,-5-17 94 0 0,-1 1-92 0 0,0 54 212 0 0,-1-55 20 0 0,0 1-173 0 0,-3 19-88 0 0,3-19 305 0 0,-1-1-41 0 0,-2 16-247 0 0,3-17 374 0 0,5-8-1082 0 0,-2 1 706 0 0,0 0 0 0 0,0 0 1 0 0,0 0-1 0 0,0-1 0 0 0,0 1 0 0 0,-1-1 0 0 0,1 1 0 0 0,0-1 0 0 0,-1 0 1 0 0,0 0-1 0 0,0 0 0 0 0,0 0 0 0 0,0 0 0 0 0,0-1 0 0 0,1-3 0 0 0,39-88-251 0 0,-40 91 270 0 0,0-2-2 0 0,5-18 194 0 0,5-2-91 0 0,-10 22-111 0 0,0-2 129 0 0,4-15-49 0 0,-5 16 654 0 0,1 0-355 0 0,5-15-41 0 0,-5 15 607 0 0,-2 0-910 0 0,3-17-19 0 0,-3 17 433 0 0,-2 10-542 0 0,-6 12-3 0 0,6-12 40 0 0,1 1 82 0 0,-4 20 71 0 0,4-20-16 0 0,1 2-123 0 0,0 6 70 0 0,2-1-1 0 0,-1 1 0 0 0,2 0 0 0 0,0-1 0 0 0,7 22 1 0 0,-8-30-78 0 0,1 1 0 0 0,0-1 0 0 0,0 0 0 0 0,0 0 0 0 0,1 0 0 0 0,0 0 0 0 0,0-1 0 0 0,0 0 0 0 0,0 1 0 0 0,0-2 0 0 0,8 6 0 0 0,-6-3-132 0 0,-5-4 71 0 0,1 0 0 0 0,0 0 0 0 0,0-1 1 0 0,1 1-1 0 0,-1 0 0 0 0,0-1 0 0 0,0 1 0 0 0,1-1 0 0 0,-1 0 0 0 0,1 0 1 0 0,0 0-1 0 0,4 1 0 0 0,22 8-1776 0 0,-14-9-1738 0 0,20-3 202 0 0,-26 1-399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45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0 2164 0 0,'0'0'11136'0'0,"4"3"-10805"0"0,13 9 12 0 0,-13-9-102 0 0,-3 3-42 0 0,1 0 0 0 0,-1-1-1 0 0,1 0 1 0 0,1 1 0 0 0,-1-1-1 0 0,4 6 1 0 0,-4-7-96 0 0,0 0 21 0 0,0-1-62 0 0,1 0 1 0 0,-1 0-1 0 0,0-1 1 0 0,1 1-1 0 0,-1-1 1 0 0,1 1-1 0 0,0-1 1 0 0,0 0-1 0 0,-1 0 1 0 0,2 0-1 0 0,-1-1 1 0 0,0 1-1 0 0,0-1 1 0 0,0 0-1 0 0,6 2 1 0 0,1-4-9 0 0,-1 0 0 0 0,1 0 0 0 0,-1-1 0 0 0,1 0 0 0 0,-1-1 1 0 0,0 0-1 0 0,0 0 0 0 0,0-1 0 0 0,0 0 0 0 0,-1-1 0 0 0,0 0 0 0 0,12-9 0 0 0,17-13 594 0 0,-33 24 178 0 0,0 1-556 0 0,-4 1-224 0 0,1 0-17 0 0,0 0 0 0 0,0 0 0 0 0,0 0 0 0 0,0 0 0 0 0,0 0 0 0 0,1 0 0 0 0,-1 0 0 0 0,0 0 0 0 0,0 1 0 0 0,1-1 0 0 0,-1 0 0 0 0,2 0-1 0 0,-1 6-10 0 0,1 0-37 0 0,-1 0 0 0 0,1 0 1 0 0,-2 0-1 0 0,1 1 0 0 0,0-1 1 0 0,-1 1-1 0 0,0-1 0 0 0,0 1 1 0 0,-1 0-1 0 0,0 7 0 0 0,24 214 79 0 0,3 36 541 0 0,-24-203 157 0 0,-2 1 1 0 0,-10 80-1 0 0,7-127-569 0 0,0-1 0 0 0,-1 0 0 0 0,0 0 0 0 0,-1 0 0 0 0,0 0 1 0 0,-2 0-1 0 0,1-1 0 0 0,-1 0 0 0 0,-1 0 0 0 0,0-1 0 0 0,-1 0 0 0 0,0 0 0 0 0,0 0 0 0 0,-21 17 0 0 0,19-18-95 0 0,-1-1 0 0 0,0-1 0 0 0,0 0-1 0 0,-1-1 1 0 0,0 0 0 0 0,-1 0 0 0 0,1-2 0 0 0,-1 1-1 0 0,-1-2 1 0 0,1 0 0 0 0,-19 4 0 0 0,0-4-19 0 0,0-1 0 0 0,0-1 0 0 0,-45-4 0 0 0,21 0-689 0 0,32 2 735 0 0,-33 1-13979 0 0,42 0 10360 0 0,8-1-1937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00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31 225 1300 0 0,'0'0'7283'0'0,"-1"-5"-6398"0"0,-7-19 9144 0 0,5 21-9792 0 0,-12-8-7 0 0,12 8 1587 0 0,6-1-1682 0 0,70-55-64 0 0,-39 36-1764 0 0,52-26 0 0 0,-8 12-3667 0 0,-62 32 989 0 0,-2 4 3222 0 0,-7 1 159 0 0,-1 0-2313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00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52 1912 0 0,'-21'23'2486'0'0,"17"-19"1395"0"0,0 0-2192 0 0,-13 15 10385 0 0,23-22-11872 0 0,54-31-757 0 0,-42 25-530 0 0,0 1 0 0 0,25-6-1 0 0,-7 2-1691 0 0,22-3-5030 0 0,-28 8 3386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05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0 244 2548 0 0,'0'0'8650'0'0,"4"-2"-7670"0"0,15-9 6422 0 0,-1-1-6632 0 0,-15 9-416 0 0,3 0 27 0 0,82-48 390 0 0,150-61 0 0 0,-211 100-750 0 0,-23 10 45 0 0,1 0-16 0 0,39-19 918 0 0,-40 19-870 0 0,1 0-682 0 0,11-5-117 0 0,-11 5-301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07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14 1464 0 0,'0'0'5739'0'0,"-5"1"-5025"0"0,-15 3-73 0 0,15-3 3501 0 0,-1 0-3841 0 0,-10 2 815 0 0,0 2 0 0 0,-29 11 0 0 0,41-14 517 0 0,10-2-1729 0 0,61-7 187 0 0,-50 3-130 0 0,16-2 21 0 0,41-4 0 0 0,-50 9-69 0 0,-18 0 88 0 0,0 1 51 0 0,19-3-151 0 0,-19 2-8 0 0,1 1 110 0 0,20-2 151 0 0,-21 1-217 0 0,-1 1-28 0 0,56-4 636 0 0,-63 5-525 0 0,1 0 1 0 0,-1 0-1 0 0,0 0 1 0 0,1 0 0 0 0,-1 0-1 0 0,1 0 1 0 0,-1 0-1 0 0,1 1 1 0 0,0-1 0 0 0,0 0-1 0 0,-2 3 1 0 0,3-4-10 0 0,-4 3 130 0 0,-4-2-128 0 0,-64 7-16 0 0,65-8-97 0 0,0 1 119 0 0,-95 8-660 0 0,96-9 545 0 0,-1 0 91 0 0,-61 6 445 0 0,62-5-207 0 0,0-1-46 0 0,-12-5 84 0 0,19 4-253 0 0,-1 0-1 0 0,0 0 1 0 0,1 0 0 0 0,-1 0-1 0 0,1 1 1 0 0,-1-1-1 0 0,1 0 1 0 0,-1 0 0 0 0,1 1-1 0 0,0-1 1 0 0,-1 1-1 0 0,1-1 1 0 0,0 0 0 0 0,-1 1-1 0 0,1-1 1 0 0,0 1-1 0 0,0-1 1 0 0,0 1 0 0 0,1-1-1 0 0,2-2 18 0 0,2 2-209 0 0,23-7-107 0 0,44-4 0 0 0,62 4-514 0 0,-130 7 212 0 0,28 5-13189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01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35 117 2280 0 0,'-11'-6'1844'0'0,"-6"-11"8598"0"0,12 7-11287 0 0,3 6 2429 0 0,4 0-1344 0 0,5-12 5 0 0,-6 12 425 0 0,1 2-645 0 0,0 1-1 0 0,-1 0 0 0 0,1-1 1 0 0,-1 1-1 0 0,0-1 1 0 0,1 0-1 0 0,-1 1 0 0 0,0-1 1 0 0,1-2-1 0 0,1 1 210 0 0,-3 2-233 0 0,0 1 1 0 0,0-1 0 0 0,1 1 0 0 0,-1-1 0 0 0,0 1 0 0 0,0-1-1 0 0,0 1 1 0 0,1-1 0 0 0,-1 1 0 0 0,0 0 0 0 0,1-1 0 0 0,-1 1-1 0 0,0 0 1 0 0,1-1 0 0 0,-1 1 0 0 0,0 0 0 0 0,1-1 0 0 0,-1 1-1 0 0,1 0 1 0 0,-1 0 0 0 0,1 0 0 0 0,-1-1 0 0 0,1 1 0 0 0,-1 0-1 0 0,1 0 1 0 0,0 0 0 0 0,-1 0 5 0 0,1 0-1 0 0,-1-1 0 0 0,1 1 1 0 0,-1 0-1 0 0,1 0 0 0 0,-1 0 1 0 0,0 0-1 0 0,1-1 1 0 0,-1 1-1 0 0,1 0 0 0 0,-1 0 1 0 0,1-1-1 0 0,-1 1 1 0 0,0 0-1 0 0,1-1 0 0 0,-1 1 1 0 0,0-1-1 0 0,1 1 0 0 0,-1 0 1 0 0,0-1-1 0 0,0 1 1 0 0,1-1-1 0 0,-1 1 0 0 0,0-1 1 0 0,0 1-1 0 0,0-1 1 0 0,5-1 224 0 0,14-6-127 0 0,-14 6-100 0 0,1 1-92 0 0,-2 0 94 0 0,-2 1-8 0 0,-1-1 0 0 0,1 1 0 0 0,-1-1 1 0 0,1 1-1 0 0,-1 0 0 0 0,1 0 0 0 0,0 0 0 0 0,-1 0 0 0 0,1 0 0 0 0,-1 0 0 0 0,1 0 1 0 0,-1 0-1 0 0,1 1 0 0 0,0-1 0 0 0,-1 0 0 0 0,1 1 0 0 0,-1 0 0 0 0,3 0 1 0 0,0 1-21 0 0,0 0 25 0 0,0-1 0 0 0,0 1 0 0 0,0 0 1 0 0,0 0-1 0 0,0 1 0 0 0,-1-1 0 0 0,1 1 0 0 0,-1 0 1 0 0,0 0-1 0 0,1 0 0 0 0,4 7 0 0 0,-2 2 15 0 0,0 1 0 0 0,0 0 0 0 0,-1 0 0 0 0,-1 1 0 0 0,0 0 0 0 0,-1 0 0 0 0,0 0 0 0 0,-2 0 0 0 0,1 17 0 0 0,-1-25-54 0 0,-1 2-121 0 0,-1 23 13 0 0,1-23 222 0 0,0-1 41 0 0,3 20 14 0 0,-3-20-60 0 0,1-12-1895 0 0,4-13 1791 0 0,0 1 0 0 0,13-29 0 0 0,2 7 637 0 0,-17 31-515 0 0,0 1 0 0 0,1-1-1 0 0,0 1 1 0 0,8-12 0 0 0,25-25 152 0 0,-34 40-77 0 0,1 1-57 0 0,41-25 95 0 0,-41 27-113 0 0,1 2-88 0 0,14 4 15 0 0,-14-3 31 0 0,-1 2 6 0 0,3 4 37 0 0,0 1-1 0 0,-1-1 1 0 0,0 2 0 0 0,0-1 0 0 0,-1 0-1 0 0,5 15 1 0 0,10 22 481 0 0,-19-42-589 0 0,1 2 19 0 0,14 45 335 0 0,-14-46 359 0 0,0-1-513 0 0,-2-4-186 0 0,0 1 0 0 0,0-1 0 0 0,1 1 0 0 0,-1-1 0 0 0,0 1 0 0 0,0-1 0 0 0,0 1 1 0 0,0-1-1 0 0,1 0 0 0 0,-1 1 0 0 0,0-1 0 0 0,0 1 0 0 0,1-1 0 0 0,-1 0 0 0 0,0 1 0 0 0,0-1 0 0 0,1 0 0 0 0,-1 0 0 0 0,1 1 0 0 0,-1-1 1 0 0,0 0-1 0 0,1 1 0 0 0,-1-1 0 0 0,1 0 0 0 0,-1 0 0 0 0,0 0 0 0 0,1 0 0 0 0,-1 0 0 0 0,1 1 0 0 0,-1-1 0 0 0,1 0 0 0 0,-1 0 1 0 0,1 0-1 0 0,0 0 0 0 0,3-16-62 0 0,-3 13 118 0 0,-1-3-2 0 0,3 1-176 0 0,45-94-139 0 0,-44 94 256 0 0,-1 0-1 0 0,0 1 1 0 0,1-1-1 0 0,0 1 1 0 0,7-7-1 0 0,-5 5-15 0 0,-3 3 3 0 0,-1 3 37 0 0,-1 0 0 0 0,1-1-1 0 0,0 1 1 0 0,-1-1 0 0 0,1 0-1 0 0,0 1 1 0 0,-1-1 0 0 0,1 0-1 0 0,-1 0 1 0 0,0 0-1 0 0,1 0 1 0 0,2-2 0 0 0,-2 0 6 0 0,3 1 101 0 0,1 1 233 0 0,0-1-206 0 0,-4 1-92 0 0,0 0 0 0 0,-1 1 0 0 0,1-1 0 0 0,0 1 0 0 0,0-1 0 0 0,0 1 0 0 0,0 0-1 0 0,0 0 1 0 0,0 0 0 0 0,0 0 0 0 0,0 0 0 0 0,0 0 0 0 0,0 1 0 0 0,3 0 0 0 0,7 1 106 0 0,-1 1-1 0 0,1 0 1 0 0,-1 1 0 0 0,0 1-1 0 0,0-1 1 0 0,-1 2 0 0 0,18 10-1 0 0,-21-12-100 0 0,21 20 216 0 0,-4 3-1733 0 0,37 52 0 0 0,-58-75-323 0 0,-1 1-933 0 0,1-2 1612 0 0,5 9-447 0 0,-5-2-3669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03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212 110 540 0 0,'0'0'12721'0'0,"0"-6"-12155"0"0,0-17-29 0 0,0 17 727 0 0,-5 5-1219 0 0,-14-6-60 0 0,14 5 158 0 0,-2 2-143 0 0,-20 1 62 0 0,20-1-78 0 0,1 1 185 0 0,-17 0-46 0 0,17-1 464 0 0,0 1-379 0 0,-18 1-2 0 0,18-2 99 0 0,0 0-156 0 0,-53 4 1472 0 0,53-4-571 0 0,10-3-1204 0 0,10-12 255 0 0,-10 11-110 0 0,3 3 49 0 0,39-11 17 0 0,1 3 0 0 0,78-6 1 0 0,33 2-685 0 0,-133 12 91 0 0,-19 1 45 0 0,0-1-943 0 0,18 1 483 0 0,-18-1-232 0 0,11 16-8113 0 0,-13-12 6827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03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1 392 0 0,'0'0'14122'0'0,"-1"5"-14003"0"0,0-1-44 0 0,0 0 0 0 0,1 0 0 0 0,0 1 1 0 0,0-1-1 0 0,0 0 0 0 0,0 0 0 0 0,1 0 0 0 0,0 1 1 0 0,2 6-1 0 0,-2-6 169 0 0,3-1-23 0 0,12 11-84 0 0,-13-12 178 0 0,2 0-179 0 0,13 6-113 0 0,1-1-1 0 0,0-1 0 0 0,0 0 1 0 0,1-2-1 0 0,26 5 0 0 0,-41-9 122 0 0,30 4-24 0 0,-28-4-201 0 0,-1 1 178 0 0,1 0 86 0 0,1 1-280 0 0,0 0-1 0 0,0-1 1 0 0,0 0 0 0 0,13 1 0 0 0,-18 2 65 0 0,-2-4 23 0 0,0 0 5 0 0,0 0 0 0 0,1 0 0 0 0,-1 0 0 0 0,0 1 1 0 0,0-1-1 0 0,0 1 0 0 0,0-1 0 0 0,0 0 0 0 0,0 1 1 0 0,0 0-1 0 0,-1-1 0 0 0,2 3 0 0 0,-4 8 38 0 0,0 0 0 0 0,0 0 0 0 0,-1 0-1 0 0,0-1 1 0 0,-1 1 0 0 0,-1-1 0 0 0,0 0-1 0 0,-7 11 1 0 0,0 3 50 0 0,-98 227 126 0 0,109-248-423 0 0,0 1 129 0 0,0 1 150 0 0,1-1 0 0 0,0 1 0 0 0,0 0 0 0 0,0 0-1 0 0,1 0 1 0 0,2 8 0 0 0,-2-9 0 0 0,3-4-52 0 0,14 6-117 0 0,-13-6 170 0 0,2 0-156 0 0,197-18-254 0 0,-190 16 285 0 0,-7 0 27 0 0,22 1 78 0 0,-23 0 231 0 0,-2 1-264 0 0,14 5 52 0 0,-13-4 208 0 0,11 12-320 0 0,-13-11 42 0 0,0-1-1008 0 0,10 6 319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04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2480 0 0,'0'0'10285'0'0,"3"-3"-9992"0"0,1 0-26 0 0,1-1 1 0 0,0 1-1 0 0,0 1 0 0 0,1-1 1 0 0,-1 1-1 0 0,9-3 0 0 0,-8 4 1 0 0,-4 1-253 0 0,0 1-1 0 0,0-1 1 0 0,0 0 0 0 0,0 1 0 0 0,0-1 0 0 0,0 0-1 0 0,0 0 1 0 0,0 0 0 0 0,0-1 0 0 0,-1 1 0 0 0,1 0-1 0 0,4-2 1 0 0,-3 1-16 0 0,4 1 10 0 0,-3 1 43 0 0,1-1 0 0 0,0 2 0 0 0,-1-1 0 0 0,1 0 0 0 0,-1 1 0 0 0,0 0 0 0 0,1 0 0 0 0,-1 0 0 0 0,7 5 0 0 0,-7-4 94 0 0,-1 2-48 0 0,1 3-22 0 0,0 0 1 0 0,0 0-1 0 0,-1 0 1 0 0,0 0 0 0 0,0 0-1 0 0,-1 1 1 0 0,0-1-1 0 0,0 1 1 0 0,0 15-1 0 0,-10 56 320 0 0,-3-24-306 0 0,-1-4 266 0 0,11-47-194 0 0,-1 0 88 0 0,-2 16 61 0 0,13-27 337 0 0,25-43 339 0 0,-23 33-1142 0 0,5-8 234 0 0,93-149 108 0 0,-106 169 63 0 0,-3 2-226 0 0,0 1 1 0 0,1 0-1 0 0,-1-1 1 0 0,0 1-1 0 0,1 0 1 0 0,0-1-1 0 0,-1 1 1 0 0,1 0-1 0 0,0-1 1 0 0,0 1-1 0 0,0 0 1 0 0,1-2-1 0 0,0 1 23 0 0,1-2 1242 0 0,-6 9-1229 0 0,-18 48 193 0 0,13-18-150 0 0,7-6-22 0 0,-1-20-49 0 0,1-5-20 0 0,0-1 1 0 0,0 1-1 0 0,1-1 0 0 0,0 1 0 0 0,0-1 0 0 0,0 1 1 0 0,0-1-1 0 0,0 1 0 0 0,1 3 0 0 0,2 10 86 0 0,0-1-1 0 0,1 0 1 0 0,10 28-1 0 0,-13-42-108 0 0,0 0 0 0 0,0 1 1 0 0,0-1-1 0 0,0 0 0 0 0,1 0 0 0 0,-1 0 0 0 0,1 0 0 0 0,-1-1 0 0 0,1 1 0 0 0,2 2 1 0 0,1 1-72 0 0,-2-3-53 0 0,0 1 0 0 0,0-1 0 0 0,0 1 0 0 0,0-1 0 0 0,0 0 0 0 0,0 0 0 0 0,1-1 0 0 0,-1 1 0 0 0,1-1-1 0 0,-1 1 1 0 0,1-1 0 0 0,7 1 0 0 0,-4 0-389 0 0,-4-1 230 0 0,0 1 0 0 0,1-2 0 0 0,-1 1 0 0 0,0 0 0 0 0,0-1 1 0 0,1 1-1 0 0,-1-1 0 0 0,6 0 0 0 0,0 0-338 0 0,-6 0 240 0 0,0 1-1 0 0,0-1 0 0 0,0 0 0 0 0,0 0 1 0 0,0 0-1 0 0,0 0 0 0 0,0 0 0 0 0,0-1 1 0 0,0 0-1 0 0,0 1 0 0 0,0-1 0 0 0,4-2 1 0 0,5-1-868 0 0,22-4-2314 0 0,-3 0-483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05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0 157 3744 0 0,'0'0'2543'0'0,"1"-7"-571"0"0,-1 1-1368 0 0,1-8 19 0 0,5-3 2558 0 0,2 1-2285 0 0,1 0 1 0 0,1 0-1 0 0,0 1 0 0 0,13-15 0 0 0,-20 27-806 0 0,3 0-22 0 0,15-8 138 0 0,-16 8 144 0 0,3 5-242 0 0,-4-2-82 0 0,0 0-6 0 0,1 0 0 0 0,-1 1 0 0 0,0 0 0 0 0,0 0-1 0 0,0 0 1 0 0,0 0 0 0 0,0 0 0 0 0,0 1 0 0 0,0 0 0 0 0,0 0 0 0 0,0 0 0 0 0,-1 0 0 0 0,1 0 0 0 0,4 5 0 0 0,4 7 168 0 0,-1 1 0 0 0,-1 0 0 0 0,-1 1 0 0 0,0 0 0 0 0,8 21 0 0 0,28 91 1031 0 0,-34-91-893 0 0,-9-33-244 0 0,0 1 169 0 0,7 15 479 0 0,-9-18-631 0 0,1-1 1 0 0,-1 1-1 0 0,1-1 0 0 0,0 0 0 0 0,-1 0 1 0 0,1 1-1 0 0,0-1 0 0 0,0 0 0 0 0,0 0 1 0 0,0 0-1 0 0,0 0 0 0 0,1 0 0 0 0,-1 0 1 0 0,0 0-1 0 0,0 0 0 0 0,0 0 0 0 0,1-1 1 0 0,2 2-1 0 0,10-5-32 0 0,0-1 1 0 0,1 0-1 0 0,-2-1 1 0 0,1 0-1 0 0,25-16 0 0 0,1 2-59 0 0,75-28-186 0 0,-110 45-175 0 0,-3 2 286 0 0,0 0 0 0 0,0 0-1 0 0,-1-1 1 0 0,1 1 0 0 0,0 0-1 0 0,0-1 1 0 0,-1 0 0 0 0,1 1 0 0 0,0-1-1 0 0,-1 0 1 0 0,1 0 0 0 0,2-2-1 0 0,-1 1-82 0 0,3 0-472 0 0,0 2-2181 0 0,17 0 1494 0 0,-17 0-1221 0 0,-2 2-1480 0 0,10 10 261 0 0,-10-10-573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21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49 2752 0 0,'0'0'4484'0'0,"1"-4"-2739"0"0,6-14-282 0 0,-6 14 2686 0 0,-3 0-3749 0 0,-11-14 479 0 0,12 18-841 0 0,-1 0-1 0 0,0 0 1 0 0,0 1 0 0 0,0-1-1 0 0,0 1 1 0 0,1-1 0 0 0,-1 1-1 0 0,0 0 1 0 0,1-1 0 0 0,-1 1-1 0 0,-2 2 1 0 0,0-1 62 0 0,1 0-61 0 0,0-1 1 0 0,1 1-1 0 0,-1 0 0 0 0,1-1 1 0 0,-1 1-1 0 0,1 0 0 0 0,0 1 0 0 0,0-1 1 0 0,0 0-1 0 0,0 1 0 0 0,1-1 1 0 0,-1 1-1 0 0,-2 4 0 0 0,-3 4 80 0 0,-14 19 148 0 0,1 2-1 0 0,2 0 1 0 0,1 0-1 0 0,2 2 1 0 0,-20 60 0 0 0,16-25 316 0 0,-22 140-1 0 0,34-140-342 0 0,2 0 0 0 0,3 1 0 0 0,4 0-1 0 0,2-1 1 0 0,27 134 0 0 0,-21-161-42 0 0,2-1 0 0 0,2-1 1 0 0,1 0-1 0 0,3-1 1 0 0,1 0-1 0 0,1-2 1 0 0,2 0-1 0 0,40 48 0 0 0,-40-57-103 0 0,2-2 0 0 0,1-1-1 0 0,1 0 1 0 0,1-2 0 0 0,2-2-1 0 0,0 0 1 0 0,0-2 0 0 0,2-1-1 0 0,1-1 1 0 0,50 19 0 0 0,115 18 75 0 0,-89-27-214 0 0,-103-26 0 0 0,0 1 39 0 0,19 4-14 0 0,-18-4-14 0 0,-1 0 68 0 0,44 12-90 0 0,-44-13 93 0 0,0 0-37 0 0,18 5-130 0 0,-18-5-126 0 0,0 1-3459 0 0,0 0 2801 0 0,5 3 234 0 0,0-4-9126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23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27 482 2440 0 0,'0'0'10232'0'0,"-4"-1"-9636"0"0,-14-5-213 0 0,13 4 1358 0 0,7-25-1578 0 0,-1 21-24 0 0,1 0-125 0 0,4-11 117 0 0,2 0-1 0 0,0 0 1 0 0,14-21 0 0 0,13-13 53 0 0,66-72-1 0 0,-98 119-251 0 0,2 1 40 0 0,47-23 185 0 0,-47 25-227 0 0,1 3 34 0 0,1 1 89 0 0,0 0-1 0 0,0 0 1 0 0,0 1 0 0 0,0 1 0 0 0,-1-1 0 0 0,0 1-1 0 0,1 0 1 0 0,-2 0 0 0 0,1 1 0 0 0,-1 0 0 0 0,1 0 0 0 0,-2 0-1 0 0,1 1 1 0 0,-1-1 0 0 0,0 1 0 0 0,0 0 0 0 0,-1 0-1 0 0,0 1 1 0 0,3 8 0 0 0,-1-6-25 0 0,8 30 49 0 0,-10-27-64 0 0,3 6-141 0 0,-2 1 0 0 0,0 0 0 0 0,0 24 1 0 0,-4-15 223 0 0,0-22-53 0 0,0 0-16 0 0,-5 58 20 0 0,3-59-262 0 0,1-11-403 0 0,-2-16 612 0 0,2 16-141 0 0,1 0 67 0 0,6-27-40 0 0,0 1 0 0 0,2 0 0 0 0,2 1 0 0 0,24-55 0 0 0,-3 22 318 0 0,42-64 0 0 0,-66 116-177 0 0,0 1-1 0 0,0 0 0 0 0,1 0 0 0 0,0 1 1 0 0,1 0-1 0 0,0 0 0 0 0,13-9 0 0 0,-19 16 52 0 0,-1 2-57 0 0,0 0 0 0 0,-1-1 0 0 0,1 1 0 0 0,0-1 0 0 0,-1 1 0 0 0,1-1 1 0 0,0 1-1 0 0,-1-1 0 0 0,1 0 0 0 0,0 0 0 0 0,2-1 0 0 0,0-1 3 0 0,1 1-66 0 0,2 2-118 0 0,22-1 251 0 0,-22 1 24 0 0,-1 2-165 0 0,-3-1 68 0 0,1 0-8 0 0,0 0-1 0 0,0 1 1 0 0,0 0-1 0 0,0 0 1 0 0,-1 0-1 0 0,1 0 1 0 0,-1 0-1 0 0,1 1 1 0 0,-1-1-1 0 0,0 1 1 0 0,0 0-1 0 0,0 0 1 0 0,3 5 0 0 0,-1-1 5 0 0,0 0 0 0 0,0 0 0 0 0,-1 1 0 0 0,0 0 1 0 0,-1 0-1 0 0,1 0 0 0 0,1 9 0 0 0,-1 2 66 0 0,-1 0 1 0 0,0 0-1 0 0,-1 20 0 0 0,-1-16-136 0 0,-1-18 23 0 0,0 2 141 0 0,-1 22 92 0 0,1-22-168 0 0,0-1-23 0 0,-2 19 93 0 0,2-18-132 0 0,-3-11-503 0 0,-9-11 497 0 0,9 11-126 0 0,4-3-28 0 0,1-11 149 0 0,0-1 0 0 0,2 1 0 0 0,9-32 0 0 0,-5 31 74 0 0,0 0-1 0 0,1 1 0 0 0,1 0 0 0 0,13-17 0 0 0,-20 31-57 0 0,2 1 11 0 0,15-10 138 0 0,-15 10 82 0 0,2 3 85 0 0,19 2 49 0 0,-14 1-140 0 0,4 6-75 0 0,-1 1 1 0 0,-1 0-1 0 0,1 1 1 0 0,-2 1 0 0 0,0 0-1 0 0,22 25 1 0 0,0 17-23 0 0,-1 2 0 0 0,44 105 0 0 0,-75-156-466 0 0,0 0 108 0 0,10 15-448 0 0,-10-15-735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24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0 137 3132 0 0,'0'0'13511'0'0,"4"-2"-12882"0"0,61-33 1021 0 0,-37 19-2561 0 0,40-17 1 0 0,-28 20-2727 0 0,0 1 1 0 0,48-7-1 0 0,-55 13 874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24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18 100 3144 0 0,'0'0'5545'0'0,"-18"21"3244"0"0,54-41-8705 0 0,-13 6-500 0 0,3-2-909 0 0,11-5-1075 0 0,-3 10-1544 0 0,7-11 1212 0 0,3 5-585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48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7 146 316 0 0,'0'0'13918'0'0,"-2"-4"-13939"0"0,1-3 171 0 0,0 1 1 0 0,0-1-1 0 0,0 0 0 0 0,1 0 0 0 0,0-7 0 0 0,0 9 244 0 0,1 0-607 0 0,10-45 303 0 0,-10 45 458 0 0,0 0-1048 0 0,5-13 534 0 0,-4 13 522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51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144 286 720 0 0,'0'0'13099'0'0,"-1"-5"-12729"0"0,-4-14-100 0 0,4 14 3444 0 0,-2 2-3670 0 0,0 0-6 0 0,0 0 0 0 0,0 1 0 0 0,0-1 1 0 0,0 1-1 0 0,-1 0 0 0 0,1 0 0 0 0,-1 0 0 0 0,-7-2 0 0 0,6 2 56 0 0,0 1 58 0 0,-48-4 600 0 0,48 4 1989 0 0,0 0-2549 0 0,-14-5-33 0 0,14 5 374 0 0,9-3-649 0 0,10-9 167 0 0,-10 9-47 0 0,14-2-79 0 0,-14 4 90 0 0,0 0 100 0 0,2 0-158 0 0,117-51-53 0 0,12 1 65 0 0,-118 44 69 0 0,-12 7-53 0 0,1-2-24 0 0,19-5 68 0 0,-19 5-37 0 0,-2 2 63 0 0,72-24-141 0 0,-71 23 50 0 0,-1 0 9 0 0,14-5-4 0 0,-14 6 54 0 0,1-1-127 0 0,15-2 69 0 0,-15 3 125 0 0,0 0-73 0 0,7-2-906 0 0,21 0-8623 0 0,-27 3 9189 0 0,0 0-3684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53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3 210 1064 0 0,'0'0'7681'0'0,"-1"-5"-6545"0"0,0-24 3376 0 0,1 22-4180 0 0,1-18-157 0 0,0 18 698 0 0,-1 1-614 0 0,3-94 2770 0 0,-7 74-2650 0 0,3 21-298 0 0,2 13-434 0 0,4 40 426 0 0,17 228 478 0 0,-19-222-320 0 0,-2-48-60 0 0,-1 22 170 0 0,0-23 19 0 0,0 1-150 0 0,1 4-1219 0 0,3 21 3295 0 0,-3-19-7054 0 0,0-1-5791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53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1 212 1816 0 0,'0'0'16628'0'0,"2"4"-16448"0"0,8 11 54 0 0,-8-12 72 0 0,4-6-197 0 0,85-56 410 0 0,64-24-171 0 0,-122 67-376 0 0,32-12 9 0 0,-61 26-45 0 0,1 0 91 0 0,15-9 45 0 0,-15 8-8 0 0,1 1-497 0 0,15-6-72 0 0,-16 6 80 0 0,0 1-1994 0 0,15-4 722 0 0,-15 4-669 0 0,22-7-6553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54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75 168 0 0,'0'0'7887'0'0,"4"-3"-7348"0"0,2-1 87 0 0,0 1-1 0 0,1 0 1 0 0,0 0 0 0 0,10-3-1 0 0,-12 5 502 0 0,-2 5-483 0 0,11 12 173 0 0,-10-12-346 0 0,-1 1-157 0 0,3 4-229 0 0,0 1 0 0 0,0-1 0 0 0,-2 2 0 0 0,1-1 0 0 0,-1 0 1 0 0,4 18-1 0 0,9 63 395 0 0,-16-84-424 0 0,0-1 92 0 0,-1 18 38 0 0,1-18-245 0 0,-1 0 143 0 0,3 18 72 0 0,-3-18-33 0 0,-1-1-62 0 0,-5 22-388 0 0,6-29 315 0 0,-1 1 0 0 0,0-1-1 0 0,1 1 1 0 0,-1-1 0 0 0,0 1 0 0 0,0 0 0 0 0,0-1-1 0 0,0 1 1 0 0,0 0 0 0 0,0 0 0 0 0,0-1 0 0 0,-2 0 0 0 0,2 1-1 0 0,-2-3-53 0 0,1-2-112 0 0,-5-16 95 0 0,5 16 188 0 0,1-1-199 0 0,-5-21 41 0 0,4 21 111 0 0,2 2-212 0 0,3-58 197 0 0,-2 56-74 0 0,0 1 147 0 0,3-8-24 0 0,0 0 1 0 0,0 1 0 0 0,2 0 0 0 0,-1 0-1 0 0,2 0 1 0 0,-1 1 0 0 0,13-16-1 0 0,-13 21-75 0 0,0 0-1 0 0,1 0 0 0 0,0 1 1 0 0,1 0-1 0 0,-1 0 1 0 0,1 1-1 0 0,0 0 0 0 0,1 0 1 0 0,15-6-1 0 0,-18 9-13 0 0,-1 1-128 0 0,1 1 182 0 0,-1-1 1 0 0,0 1-1 0 0,0 0 0 0 0,0 1 0 0 0,0-1 1 0 0,0 1-1 0 0,0 0 0 0 0,0 0 0 0 0,0 0 0 0 0,0 1 1 0 0,0 0-1 0 0,0 0 0 0 0,-1 0 0 0 0,1 0 0 0 0,-1 1 1 0 0,1 0-1 0 0,-1 0 0 0 0,0 0 0 0 0,0 0 1 0 0,0 1-1 0 0,-1 0 0 0 0,1-1 0 0 0,-1 1 0 0 0,0 0 1 0 0,0 1-1 0 0,0-1 0 0 0,3 9 0 0 0,5 6 213 0 0,-1 0-1 0 0,-1 2 1 0 0,10 31-1 0 0,-19-49-251 0 0,1-1 0 0 0,-1 1 0 0 0,1-1 0 0 0,0 0 0 0 0,0 1 0 0 0,0-1 0 0 0,0 0 0 0 0,0 0 0 0 0,0 0 0 0 0,1 1 0 0 0,1 1 0 0 0,-2-2-146 0 0,0-1-1 0 0,0 1 1 0 0,0-1-1 0 0,0 1 1 0 0,0 0-1 0 0,0-1 1 0 0,0 1-1 0 0,-1 0 0 0 0,1 0 1 0 0,0 2-1 0 0,-1-2 3 0 0,1-1 0 0 0,-1 0-1 0 0,0 1 1 0 0,1-1-1 0 0,-1 0 1 0 0,1 0 0 0 0,-1 0-1 0 0,1 0 1 0 0,0 1-1 0 0,0-1 1 0 0,-1 0 0 0 0,3 1-1 0 0,-1 0-255 0 0,0 2-1773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55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33 120 0 0,'0'0'7185'0'0,"-4"2"-6581"0"0,1 0-184 0 0,-6 3-698 0 0,1-3 6116 0 0,11 2-5483 0 0,7 11 183 0 0,-8-11 175 0 0,6-3-341 0 0,126-12 551 0 0,41-21-81 0 0,-121 21-886 0 0,11-1-630 0 0,-59 11 56 0 0,0 1-200 0 0,18 0-278 0 0,-18 1-271 0 0,-2 1-639 0 0,-2 0 1224 0 0,-1-2 428 0 0,0 1 0 0 0,0 0 0 0 0,0 0 0 0 0,0 0 0 0 0,0 0 0 0 0,1-1 0 0 0,-1 1 0 0 0,0-1 0 0 0,0 1 0 0 0,1-1 0 0 0,-1 1 0 0 0,3 0 0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55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4 1184 0 0,'0'0'4564'0'0,"-5"0"-2743"0"0,-22-3 6883 0 0,33 4-8622 0 0,61 12 509 0 0,11 5-612 0 0,-50-12 55 0 0,-1 1-1 0 0,28 10 1 0 0,15 15-58 0 0,-66-30 107 0 0,0 2 113 0 0,14 13-101 0 0,-14-12-86 0 0,-3-4 10 0 0,-1 1 0 0 0,0 0 0 0 0,1-1 0 0 0,-1 1 0 0 0,1-1 1 0 0,-1 1-1 0 0,1-1 0 0 0,0 1 0 0 0,0-1 0 0 0,-1 1 0 0 0,1-1 0 0 0,2 2 0 0 0,0 0-1 0 0,-1 2-59 0 0,-2 2 60 0 0,-1 9-14 0 0,0 0 0 0 0,-1 0-1 0 0,-1 0 1 0 0,-1 0 0 0 0,0 0 0 0 0,-1-1 0 0 0,0 1 0 0 0,-2-1-1 0 0,-15 27 1 0 0,-13 17 31 0 0,-43 54 0 0 0,71-104-77 0 0,-56 72 7 0 0,48-64 177 0 0,12-12-54 0 0,2-3-46 0 0,0-1-1 0 0,0 1 0 0 0,0 0 0 0 0,0-1 1 0 0,0 1-1 0 0,-1-1 0 0 0,1 0 0 0 0,0 1 1 0 0,-1-1-1 0 0,-1 1 0 0 0,0 2 1169 0 0,7-2-1157 0 0,-2-1-41 0 0,0 0 0 0 0,0 0 1 0 0,0 0-1 0 0,0 0 0 0 0,0-1 1 0 0,0 1-1 0 0,0-1 0 0 0,0 1 0 0 0,0-1 1 0 0,2 0-1 0 0,33-6 127 0 0,237-71-214 0 0,-252 71 121 0 0,16-3 65 0 0,-32 8 377 0 0,0 1-224 0 0,52 0 1006 0 0,-52 0-941 0 0,-1 0-923 0 0,19 2 5 0 0,-18-2-300 0 0,13-10-8499 0 0,-15 8 5871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57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1 120 220 0 0,'9'-7'2613'0'0,"12"-7"12113"0"0,-16 11-13521 0 0,-2 1-4133 0 0,1 0 2997 0 0,0 0-41 0 0,13-6 28 0 0,-13 7 138 0 0,1-1-204 0 0,14-4 106 0 0,-14 5 138 0 0,0-1-375 0 0,16-2 9 0 0,-16 2 145 0 0,1 3-108 0 0,0-1 122 0 0,1 0-1 0 0,-1 1 1 0 0,0 0 0 0 0,0 0-1 0 0,0 1 1 0 0,0 0 0 0 0,0 0-1 0 0,-1 0 1 0 0,1 0 0 0 0,-1 1 0 0 0,1 0-1 0 0,-1 0 1 0 0,0 1 0 0 0,0-1-1 0 0,0 1 1 0 0,8 9 0 0 0,-6-4 71 0 0,-1 1 1 0 0,0-1 0 0 0,-1 1-1 0 0,0 1 1 0 0,0-1 0 0 0,-1 1-1 0 0,0 0 1 0 0,-1 0 0 0 0,0 0-1 0 0,1 17 1 0 0,-3-22-140 0 0,-1 2-73 0 0,-5 69 154 0 0,5-69 19 0 0,-1-1-2 0 0,-2 20-45 0 0,2-20-58 0 0,0-6 48 0 0,0 0 1 0 0,0 1 0 0 0,1-1 0 0 0,-1 0 0 0 0,1 1-1 0 0,-1-1 1 0 0,1 1 0 0 0,0-1 0 0 0,-1 1 0 0 0,1-1-1 0 0,0 1 1 0 0,0 2 0 0 0,0-2 15 0 0,-1 3 51 0 0,-1 0-30 0 0,-6 13 168 0 0,7-14 16 0 0,2-10-912 0 0,11-30 673 0 0,1 1 0 0 0,2 1 0 0 0,24-41 0 0 0,13-29-112 0 0,-32 56 421 0 0,-18 43-31 0 0,-1 0-29 0 0,5-16-100 0 0,-4 16 320 0 0,0-1-320 0 0,5-15 96 0 0,-6 16 246 0 0,0 0-257 0 0,4-15-61 0 0,-4 15 263 0 0,-4 7-506 0 0,0 0 90 0 0,1 0 0 0 0,0 0 0 0 0,0 0 0 0 0,0 0 0 0 0,0 0 0 0 0,0 1 1 0 0,0-1-1 0 0,1 1 0 0 0,-1-1 0 0 0,1 1 0 0 0,0 0 0 0 0,0-1 0 0 0,0 1 0 0 0,0 0 1 0 0,0 0-1 0 0,0 0 0 0 0,1 0 0 0 0,-1 3 0 0 0,-13 55-72 0 0,11-51 78 0 0,1 1 0 0 0,1-1 0 0 0,-1 1 0 0 0,2 13 0 0 0,-1-14 24 0 0,2 18 86 0 0,4-7 132 0 0,-4-14-287 0 0,0 0 0 0 0,1 0 1 0 0,0 0-1 0 0,0 0 1 0 0,1 0-1 0 0,0 0 1 0 0,0 0-1 0 0,1-1 1 0 0,-1 1-1 0 0,1-1 1 0 0,9 10-1 0 0,-6-10-509 0 0,0 1 1 0 0,0-1-1 0 0,1 0 0 0 0,0 0 1 0 0,0-1-1 0 0,14 7 0 0 0,-2-4-685 0 0,41 11-8094 0 0,-56-18 6773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3:57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23 1072 0 0,'0'0'8218'0'0,"1"-5"-6962"0"0,1-13 3305 0 0,2 39-2156 0 0,-4-19-2846 0 0,1 5 562 0 0,1 0 60 0 0,5 18-23 0 0,2-1 1 0 0,17 32-1 0 0,-24-52-90 0 0,2 0 76 0 0,12 11 161 0 0,-12-11 18 0 0,26 1 38 0 0,-24-4-341 0 0,-1-3-38 0 0,17-5 44 0 0,-17 5 63 0 0,0-1 67 0 0,69-37 679 0 0,-70 38-251 0 0,0 5-183 0 0,1 2-283 0 0,-1-1 0 0 0,0 1 0 0 0,0 0 0 0 0,0 0 0 0 0,-1 0 0 0 0,0 0 0 0 0,0 1 0 0 0,0-1 0 0 0,-1 1-1 0 0,0 0 1 0 0,3 8 0 0 0,8 43 311 0 0,-2 1-1 0 0,-2 0 0 0 0,-3 1 1 0 0,-3-1-1 0 0,-2 1 0 0 0,-3 0 1 0 0,-2-1-1 0 0,-3 1 0 0 0,-14 58 0 0 0,15-94-258 0 0,0-1-1 0 0,-2 0 0 0 0,0 0 0 0 0,-2-1 0 0 0,0 0 0 0 0,-2 0 0 0 0,0-1 0 0 0,-1-1 0 0 0,-21 25 0 0 0,22-30-87 0 0,-1-1-1 0 0,-1-1 0 0 0,0 0 0 0 0,-1-1 1 0 0,0 0-1 0 0,0-1 0 0 0,-1-1 0 0 0,0 0 0 0 0,-1-1 1 0 0,0-1-1 0 0,0-1 0 0 0,-20 5 0 0 0,33-10-132 0 0,0 0 0 0 0,0 0-1 0 0,1-1 1 0 0,-1 1-1 0 0,0-1 1 0 0,0 0-1 0 0,0 0 1 0 0,-7-2 0 0 0,-4 1-147 0 0,-3 0-591 0 0,1-1 1 0 0,-1-1-1 0 0,0-1 0 0 0,1 0 0 0 0,-26-10 0 0 0,-34-18-8571 0 0,70 29 7745 0 0,-3-2-2781 0 0,-18-14-999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6:53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104 284 808 0 0,'0'0'6529'0'0,"-3"-3"-6465"0"0,-24-31-134 0 0,25 30 292 0 0,1 3-285 0 0,1-1 65 0 0,-1 1 0 0 0,1 0 0 0 0,-1-1-1 0 0,0 1 1 0 0,1 0 0 0 0,-1 0 0 0 0,0 0 0 0 0,0 0 0 0 0,0 0 0 0 0,0-1 0 0 0,-1 0-1 0 0,0 1-8 0 0,0-3 70 0 0,0 0-130 0 0,-8-12-373 0 0,8 12 875 0 0,1 4-622 0 0,1 0 171 0 0,-1 0 1 0 0,0 0-1 0 0,1 0 1 0 0,-1-1 0 0 0,1 1-1 0 0,-1 0 1 0 0,0-1 0 0 0,1 1-1 0 0,-1 0 1 0 0,1-1-1 0 0,-1 1 1 0 0,1 0 0 0 0,-1-1-1 0 0,1 1 1 0 0,-1-1-1 0 0,1 1 1 0 0,-1-1 0 0 0,0 0-1 0 0,-11-11 3238 0 0,-7-1 2323 0 0,22 10-5458 0 0,1-2-5 0 0,0 1 0 0 0,0-1 0 0 0,0 1 0 0 0,0 0 0 0 0,7-4-1 0 0,-7 6-62 0 0,1 0-36 0 0,15-7 340 0 0,-15 7-237 0 0,0 0-91 0 0,13-7-100 0 0,-13 7 98 0 0,1-1-70 0 0,17-6 84 0 0,-18 7-129 0 0,0-1-63 0 0,72-28 563 0 0,-72 30-424 0 0,-1-1 4 0 0,14-6 68 0 0,-14 6-44 0 0,2 0-48 0 0,44-18-46 0 0,-45 18 55 0 0,-1 1 102 0 0,14-6 55 0 0,-14 6-98 0 0,1-1-117 0 0,13-4 200 0 0,-14 5-41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6:55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0 424 0 0,'0'0'14535'0'0,"5"2"-14951"0"0,15 6 374 0 0,-15-6 26 0 0,-2 2-24 0 0,152 162 466 0 0,-152-163-512 0 0,1 2 112 0 0,11 12 12 0 0,-11-13-36 0 0,0 0-66 0 0,11 10 93 0 0,-11-11 1 0 0,0 0-289 0 0,33 30-432 0 0,-34-30 597 0 0,15 11 1 0 0,-15-11 466 0 0,-1-2-433 0 0,-1-1 61 0 0,1 1 0 0 0,-1 0 1 0 0,0 0-1 0 0,0 0 0 0 0,1 0 0 0 0,-1 0 1 0 0,0 0-1 0 0,0 0 0 0 0,0 0 1 0 0,1 2-1 0 0,-1-3 7 0 0,2 3 812 0 0,-5 2-903 0 0,-5 14 91 0 0,5-14 62 0 0,-1-1-148 0 0,-13 12 144 0 0,12-12-153 0 0,1 0 12 0 0,-49 59 182 0 0,49-58-146 0 0,1-1 173 0 0,-8 12-155 0 0,8-12 262 0 0,-2 0-309 0 0,-10 16 177 0 0,10-16-69 0 0,1 1 28 0 0,-37 64-357 0 0,37-65 347 0 0,1 0 94 0 0,-9 15-60 0 0,8-15-257 0 0,1 0 30 0 0,-6 12-42 0 0,6-12 290 0 0,0 0-291 0 0,-32 62 240 0 0,31-62 533 0 0,1 0-655 0 0,-5 12 113 0 0,5-12 823 0 0,8-5-1057 0 0,0-1 198 0 0,-1 1 1 0 0,1-1-1 0 0,0 0 1 0 0,-1-1-1 0 0,1 1 1 0 0,7-6 0 0 0,-10 6-46 0 0,2 0 126 0 0,0-1-150 0 0,39-23 185 0 0,-40 24-43 0 0,1-1-10 0 0,42-20-441 0 0,-43 21 460 0 0,2 0-174 0 0,17-9-35 0 0,-18 9 128 0 0,0 0 20 0 0,11-6-84 0 0,-12 6 85 0 0,0 0-220 0 0,14-7 274 0 0,-14 7 96 0 0,1 0-196 0 0,14-7-86 0 0,-14 7-29 0 0,13-4 117 0 0,-14 4 31 0 0,1 0 240 0 0,-1 1-201 0 0,12-3 144 0 0,-12 2-3479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7:02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22 126 824 0 0,'0'0'14085'0'0,"-4"-3"-14145"0"0,-13-10 1730 0 0,20 9-1642 0 0,-2 4-35 0 0,0-1-3 0 0,1 0 0 0 0,-1 0 0 0 0,1 0 0 0 0,-1 0 1 0 0,0 0-1 0 0,0-1 0 0 0,1 1 0 0 0,-1 0 0 0 0,0-1 1 0 0,0 1-1 0 0,0-1 0 0 0,1-1 0 0 0,3 1 96 0 0,15-4-58 0 0,-15 4-100 0 0,0 1 9 0 0,51-17 28 0 0,-50 16 84 0 0,-1 1-43 0 0,15-2 87 0 0,-15 2-24 0 0,0-1-111 0 0,45-14 109 0 0,-45 14-58 0 0,-3 2-12 0 0,0 0 0 0 0,0 0 0 0 0,0 0 0 0 0,0-1 0 0 0,0 1 0 0 0,0-1 0 0 0,-1 1 0 0 0,1-1 0 0 0,0 0 0 0 0,3-1 0 0 0,0 0 53 0 0,19-3 22 0 0,-20 3-16 0 0,1 1-125 0 0,12-4-36 0 0,-12 4 122 0 0,-1-1-324 0 0,0 0-256 0 0,6-2 942 0 0,-6 3-3982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7:04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0 856 0 0,'0'0'13076'0'0,"2"4"-13723"0"0,25 37 1061 0 0,-24-37-239 0 0,1 0-192 0 0,182 226 609 0 0,-150-183-488 0 0,-33-43-118 0 0,-3-3-6 0 0,1 0 1 0 0,0 1-1 0 0,-1-1 1 0 0,1 0 0 0 0,0 1-1 0 0,-1-1 1 0 0,1 0-1 0 0,0 0 1 0 0,0 0-1 0 0,0 0 1 0 0,0 0 0 0 0,2 2-1 0 0,-2-3-5 0 0,1 4 10 0 0,1-1 66 0 0,41 53 761 0 0,-40-52-898 0 0,-2-1-12 0 0,8 13 84 0 0,-7-13 239 0 0,9 16-621 0 0,-9-16 719 0 0,-4-2-524 0 0,1-1 206 0 0,0 1 1 0 0,0-1-1 0 0,-1 1 1 0 0,1-1-1 0 0,0 1 1 0 0,0-1-1 0 0,0 1 1 0 0,0-1-1 0 0,0 1 1 0 0,0-1-1 0 0,0 1 1 0 0,0-1-1 0 0,0 0 0 0 0,0 1 1 0 0,0-1-1 0 0,0 1 1 0 0,0-1-1 0 0,1 1 1 0 0,-1-1-1 0 0,0 1 1 0 0,0-1-1 0 0,0 1 1 0 0,1-1-1 0 0,-1 1 1 0 0,0-1-1 0 0,0 0 1 0 0,1 1-1 0 0,0 0-3 0 0,-1-1-1 0 0,1 1 1 0 0,-1 0-1 0 0,0-1 1 0 0,1 1-1 0 0,-1 0 0 0 0,0-1 1 0 0,1 1-1 0 0,-1 0 1 0 0,0-1-1 0 0,0 1 0 0 0,0 0 1 0 0,0 0-1 0 0,1-1 1 0 0,-1 1-1 0 0,0 0 1 0 0,0-1-1 0 0,0 1 0 0 0,-1 0 1 0 0,1 0-1 0 0,0-1 1 0 0,0 1-1 0 0,0 0 1 0 0,0-1-1 0 0,-1 1 0 0 0,1 0 1 0 0,0-1-1 0 0,-1 1 1 0 0,0 1-1 0 0,-24 42 487 0 0,22-40-469 0 0,1 0 9 0 0,-25 36-227 0 0,24-36 306 0 0,0 0 157 0 0,-8 14-141 0 0,8-13-94 0 0,0 0-339 0 0,-40 64 500 0 0,41-65-147 0 0,-6 12-110 0 0,6-13 59 0 0,0 0 68 0 0,-1 1 44 0 0,-38 67 128 0 0,32-56-310 0 0,7-11 1039 0 0,0 0-1581 0 0,-4 14 895 0 0,5-14 78 0 0,35-6-830 0 0,-27 1 420 0 0,-1 0-202 0 0,17-5 362 0 0,-17 4-157 0 0,0 1 42 0 0,19-5 87 0 0,-19 4-216 0 0,0 1 61 0 0,15-4 31 0 0,-16 3-10 0 0,0 1 182 0 0,44-12 177 0 0,-45 12-194 0 0,2 0-135 0 0,14-3-29 0 0,-15 3 62 0 0,0 0-185 0 0,15-4 145 0 0,-15 3 239 0 0,0 1-316 0 0,44-9-289 0 0,-44 9 1183 0 0,0 1-1589 0 0,45 1 1335 0 0,-45 1-408 0 0,-4 7-9272 0 0,3 2 8212 0 0,-2-7 160 0 0,0 1-1494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24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17 300 2748 0 0,'0'0'8580'0'0,"-3"-4"-7214"0"0,2 3-838 0 0,-8-9-567 0 0,6 2 4682 0 0,9-21-4393 0 0,-5 23-75 0 0,1 6-131 0 0,0-1-1 0 0,0 1 1 0 0,0-1 0 0 0,0 0 0 0 0,0 1-1 0 0,-1-1 1 0 0,1 0 0 0 0,0 0-1 0 0,0 0 1 0 0,-1 0 0 0 0,1 0 0 0 0,2-3-1 0 0,0 1 32 0 0,60-28 721 0 0,104-34 0 0 0,-109 44-819 0 0,142-45-94 0 0,-73 30-2826 0 0,-95 30-6 0 0,-28 6 946 0 0,23 9-7020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25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34 188 0 0,'0'0'9544'0'0,"-6"0"-8630"0"0,0-1-601 0 0,-16-1 2593 0 0,24-2-2838 0 0,6-12 60 0 0,-6 12 93 0 0,22-1 30 0 0,-19 4-325 0 0,2 2-102 0 0,20 2 123 0 0,-21-3 182 0 0,1 2 45 0 0,95 30-364 0 0,65 17 780 0 0,-103-34-554 0 0,1 1 104 0 0,-60-15-120 0 0,1 1-124 0 0,16 4 19 0 0,-17-5 176 0 0,1 1-139 0 0,2 1 85 0 0,-1 1 0 0 0,1-1-1 0 0,12 10 1 0 0,-17-10 238 0 0,-4 2 7 0 0,-4 15-253 0 0,4-15-138 0 0,-3-1-314 0 0,-22 25 409 0 0,-3-1 0 0 0,-59 47 0 0 0,-22 19 205 0 0,25-16 141 0 0,-23 23 147 0 0,105-97-503 0 0,2-3 5 0 0,0 1 39 0 0,1-1 0 0 0,-1 1 0 0 0,0-1 0 0 0,0 1 0 0 0,0-1 0 0 0,0 1 0 0 0,0-1 0 0 0,0 0 0 0 0,0 1 0 0 0,0-1 0 0 0,-3 2 0 0 0,4-3 19 0 0,-3 5 622 0 0,4-1-451 0 0,4 20 5 0 0,1-23-63 0 0,58 3 138 0 0,-33-8-168 0 0,0 0-1 0 0,61-18 0 0 0,-32 7 45 0 0,-46 12-107 0 0,210-42 80 0 0,-219 44-223 0 0,59-4-2093 0 0,-57 5 808 0 0,5 3-5240 0 0,1 5 5584 0 0,-9-5 123 0 0,2 0-2140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27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0 134 2592 0 0,'0'0'7042'0'0,"2"-6"-6249"0"0,5-15-250 0 0,-5 15-44 0 0,1 3 143 0 0,13-12 134 0 0,-12 11-360 0 0,0 1-283 0 0,13-10-53 0 0,-13 10 68 0 0,-1 1 35 0 0,41-22 274 0 0,-38 22-248 0 0,-2 1-34 0 0,14-4-165 0 0,-14 3 136 0 0,-3 3-143 0 0,-1-1 0 0 0,1 1 0 0 0,-1-1-1 0 0,1 0 1 0 0,-1 1 0 0 0,1-1 0 0 0,-1 0 0 0 0,1 0 0 0 0,-1 1 0 0 0,1-1 0 0 0,-1 0-1 0 0,1 0 1 0 0,-1 0 0 0 0,1 1 0 0 0,0-1 0 0 0,-1 0 0 0 0,1 0 0 0 0,-1 0-1 0 0,1 0 1 0 0,0 0 0 0 0,-1 0 0 0 0,2-1 0 0 0,20 4 556 0 0,-17 0-499 0 0,0-1 0 0 0,-1 1 0 0 0,1 0 1 0 0,0 0-1 0 0,-1 0 0 0 0,0 0 0 0 0,0 1 0 0 0,0 0 1 0 0,0 0-1 0 0,0 0 0 0 0,-1 0 0 0 0,0 1 0 0 0,3 4 0 0 0,-1 1 24 0 0,-1-1 0 0 0,0 1-1 0 0,0-1 1 0 0,-1 1-1 0 0,-1 0 1 0 0,0 0-1 0 0,2 13 1 0 0,0 70 408 0 0,-11-36-12 0 0,5-46-439 0 0,2-5 103 0 0,-1 0-41 0 0,-3 18 175 0 0,3-18 171 0 0,3-7-818 0 0,0 0 320 0 0,-1-1-1 0 0,1 1 1 0 0,-1-1 0 0 0,0 1-1 0 0,1-1 1 0 0,-1 1-1 0 0,0-1 1 0 0,1-2 0 0 0,6-8-38 0 0,-2 1 0 0 0,1-1 0 0 0,-2 0 0 0 0,7-21 0 0 0,-2 9 33 0 0,51-102-305 0 0,-20 50 429 0 0,-39 72 22 0 0,-2 3-56 0 0,1-1 1 0 0,-1 0 0 0 0,1 1 0 0 0,-1-1 0 0 0,1 1 0 0 0,0-1 0 0 0,-1 1-1 0 0,1 0 1 0 0,0-1 0 0 0,0 1 0 0 0,0 0 0 0 0,2-3 0 0 0,-1 2 37 0 0,1-3 193 0 0,-2 4-223 0 0,1 0 1 0 0,-1-1 0 0 0,0 1-1 0 0,1-1 1 0 0,-1 1-1 0 0,0-1 1 0 0,0 1 0 0 0,0-1-1 0 0,-1 0 1 0 0,2-3-1 0 0,1 1 124 0 0,-4 11-642 0 0,-5 37 731 0 0,-1 46 0 0 0,7-89-224 0 0,0 1 0 0 0,0 0 1 0 0,0 0-1 0 0,0-1 0 0 0,0 1 0 0 0,0 0 1 0 0,0 0-1 0 0,0-1 0 0 0,1 1 0 0 0,-1 0 1 0 0,0-1-1 0 0,2 3 0 0 0,4 17 407 0 0,-5-17-403 0 0,0 0-1 0 0,0 0 0 0 0,0 0 1 0 0,0 1-1 0 0,0-1 0 0 0,1-1 1 0 0,0 1-1 0 0,0 0 0 0 0,0 0 1 0 0,0-1-1 0 0,1 1 0 0 0,-1-1 1 0 0,1 0-1 0 0,0 1 0 0 0,0-1 1 0 0,0 0-1 0 0,0-1 0 0 0,1 1 1 0 0,-1-1-1 0 0,1 1 0 0 0,-1-1 1 0 0,1 0-1 0 0,0-1 0 0 0,0 1 1 0 0,0 0-1 0 0,0-1 0 0 0,0 0 1 0 0,0 0-1 0 0,0 0 0 0 0,1-1 1 0 0,-1 1-1 0 0,0-1 0 0 0,0 0 1 0 0,6-1-1 0 0,10-1 4 0 0,0 0 1 0 0,0-2-1 0 0,0-1 0 0 0,-1 0 1 0 0,1-1-1 0 0,-1-1 0 0 0,-1-1 1 0 0,1-1-1 0 0,-1 0 0 0 0,-1-1 1 0 0,0-1-1 0 0,0-1 0 0 0,19-18 1 0 0,-18 9 105 0 0,-15 18-83 0 0,0-1-117 0 0,9-13 5 0 0,-8 13 280 0 0,-2-1-86 0 0,9-13-65 0 0,-8 13 410 0 0,-1 1-352 0 0,20-38 122 0 0,-20 38-304 0 0,2 6-268 0 0,-1 0 314 0 0,1 0 0 0 0,-1 0 0 0 0,0 0 0 0 0,0 1 0 0 0,1-1 0 0 0,-2 1 0 0 0,1 0 0 0 0,0 0 0 0 0,-1 0 0 0 0,1 0 1 0 0,-1 1-1 0 0,3 3 0 0 0,13 16 55 0 0,15 2 89 0 0,-29-23-77 0 0,2-1 6 0 0,4 0-64 0 0,-1-1-1 0 0,0 0 1 0 0,1 0 0 0 0,-1-1 0 0 0,0 0-1 0 0,1-1 1 0 0,-1 0 0 0 0,0 0 0 0 0,0-1-1 0 0,-1 0 1 0 0,1-1 0 0 0,0 0 0 0 0,15-10-1 0 0,17-18 48 0 0,-38 29-100 0 0,-1 2 39 0 0,0 0-1 0 0,-1 0 1 0 0,1 0-1 0 0,-1-1 0 0 0,0 1 1 0 0,1 0-1 0 0,-1-1 0 0 0,0 1 1 0 0,0-1-1 0 0,2-1 0 0 0,0-1-102 0 0,0 8-602 0 0,11 8 719 0 0,-10-3 77 0 0,22 171 542 0 0,-11-94-125 0 0,4 148 0 0 0,-19-195-191 0 0,-1 1 1 0 0,-3-1 0 0 0,-1 0 0 0 0,-16 59 0 0 0,16-79-141 0 0,-2 0 1 0 0,0-1-1 0 0,-1 1 0 0 0,-1-2 1 0 0,-1 1-1 0 0,0-1 1 0 0,-2-1-1 0 0,1 0 1 0 0,-2 0-1 0 0,-28 26 1 0 0,28-30-79 0 0,0-1 1 0 0,-1-1 0 0 0,-1 0-1 0 0,0-1 1 0 0,0 0 0 0 0,0-1-1 0 0,-1-1 1 0 0,-1 0 0 0 0,1-1-1 0 0,-1-1 1 0 0,-27 5 0 0 0,-32-6-179 0 0,21-4-1975 0 0,34-2 755 0 0,16 2-430 0 0,-1-1-487 0 0,-1 1 1164 0 0,-4 0-303 0 0,-1-1-8774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27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105 163 2472 0 0,'0'0'2132'0'0,"5"-2"-363"0"0,19-8 8401 0 0,-17-13-8419 0 0,-6 19 3117 0 0,-5 1-4771 0 0,-11-7-64 0 0,11 7 95 0 0,-2 3-215 0 0,-18 0 43 0 0,17 0 8 0 0,2 1 54 0 0,-15 3 13 0 0,15-3 119 0 0,0 0-147 0 0,-15 5-47 0 0,15-4 441 0 0,-3-1-236 0 0,-6 0-172 0 0,41-10 383 0 0,42-13-280 0 0,-30 9-54 0 0,59-12 0 0 0,15 1 72 0 0,-58 16 482 0 0,-49 7 37 0 0,0 0-272 0 0,79-16-737 0 0,-81 16-1126 0 0,28-3-19366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49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26 122 636 0 0,'0'0'3059'0'0,"-4"-2"-2082"0"0,-17-8 12725 0 0,20-57-12166 0 0,2 60-339 0 0,-1-22-1041 0 0,0 23-82 0 0,0 13-23 0 0,28 515 2603 0 0,-28-445-1842 0 0,8 23 2019 0 0,-7-94-2836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50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27 370 824 0 0,'0'0'14913'0'0,"-4"-2"-14724"0"0,-14-6-130 0 0,13 7 2831 0 0,10-2-2533 0 0,59-28 606 0 0,72-25 0 0 0,-60 26-716 0 0,170-65-251 0 0,55-23 1020 0 0,-296 116-661 0 0,1 0 19 0 0,15-5-87 0 0,-16 5 69 0 0,0 0-324 0 0,14-6-225 0 0,-14 6-293 0 0,6 4-8252 0 0,2 1 7162 0 0,-2-3-3472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51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1 117 1284 0 0,'0'0'7955'0'0,"0"-5"-7210"0"0,0-19-153 0 0,0 18 2189 0 0,2 3-2480 0 0,24-29 1294 0 0,-23 29-1212 0 0,0 0-251 0 0,5-2-71 0 0,0 0 0 0 0,-1 0 1 0 0,2 1-1 0 0,-1 0 0 0 0,0 0 0 0 0,1 1 0 0 0,-1 0 0 0 0,1 1 0 0 0,14-2 1 0 0,-16 3 77 0 0,-2 2-34 0 0,1 0-75 0 0,-1 1 1 0 0,1 0-1 0 0,0 0 0 0 0,0 0 0 0 0,-1 1 0 0 0,1 0 1 0 0,-1 0-1 0 0,0 0 0 0 0,0 1 0 0 0,0 0 1 0 0,0 0-1 0 0,-1 0 0 0 0,0 0 0 0 0,0 1 0 0 0,0-1 1 0 0,0 1-1 0 0,-1 0 0 0 0,1 1 0 0 0,-1-1 1 0 0,-1 0-1 0 0,1 1 0 0 0,-1 0 0 0 0,0-1 0 0 0,3 11 1 0 0,-4-11 17 0 0,-1 3-33 0 0,-1 8 102 0 0,0 1-1 0 0,0-1 1 0 0,-2 0 0 0 0,0 0 0 0 0,-1 0 0 0 0,-10 28-1 0 0,-7 2-250 0 0,19-42 63 0 0,-1 0 66 0 0,-10 12 159 0 0,10-12-114 0 0,0 0-66 0 0,-8 13 102 0 0,9-12 518 0 0,-1-2-675 0 0,-8 7 9 0 0,16-18-98 0 0,17-18-86 0 0,-19 23 729 0 0,0 0-381 0 0,28-27-162 0 0,-28 27 274 0 0,0-1-158 0 0,39-51-28 0 0,-39 52 38 0 0,-1-1-457 0 0,23-39 728 0 0,-22 39-83 0 0,-3 3-256 0 0,0-1-1 0 0,1 1 0 0 0,-1 0 0 0 0,1-1 0 0 0,-1 1 0 0 0,1 0 0 0 0,0 0 0 0 0,0 0 0 0 0,-1-1 0 0 0,1 1 1 0 0,0 0-1 0 0,2-1 0 0 0,-2 0 0 0 0,2-2-13 0 0,-2 0-256 0 0,6-13 217 0 0,-5 13 156 0 0,-1 4-372 0 0,-1 0 278 0 0,1-1 1 0 0,-1 1-1 0 0,0 0 1 0 0,1 0-1 0 0,-1-1 1 0 0,1 1-1 0 0,-1 0 1 0 0,0-1-1 0 0,1 1 1 0 0,-1-1 0 0 0,0 1-1 0 0,1 0 1 0 0,-1-1-1 0 0,0 1 1 0 0,0-1-1 0 0,1 1 1 0 0,-1-1-1 0 0,0 1 1 0 0,0-1-1 0 0,0 1 1 0 0,0-1 0 0 0,0 1-1 0 0,0-1 1 0 0,1 0-1 0 0,-1 1 3 0 0,0-1-1 0 0,0 1 1 0 0,0-1 0 0 0,0 1-1 0 0,0-1 1 0 0,0 1 0 0 0,0-1-1 0 0,0 1 1 0 0,1-1 0 0 0,-1 1-1 0 0,0-1 1 0 0,0 1-1 0 0,1 0 1 0 0,-1-1 0 0 0,0 1-1 0 0,1-1 1 0 0,-1 1 0 0 0,0 0-1 0 0,1-1 1 0 0,-1 1 0 0 0,0 0-1 0 0,1 0 1 0 0,-1-1-1 0 0,1 1 1 0 0,0 0 0 0 0,18-19-59 0 0,1 3 230 0 0,-15 14-145 0 0,1-1 0 0 0,-1 1 0 0 0,0-1 0 0 0,0 0 0 0 0,0 0-1 0 0,0-1 1 0 0,7-6 0 0 0,-12 10-45 0 0,5-3 69 0 0,-4 2-137 0 0,1 1 81 0 0,0-1 1 0 0,-1 1-1 0 0,1-1 1 0 0,-1 0-1 0 0,1 1 0 0 0,-1-1 1 0 0,0 0-1 0 0,1 0 1 0 0,-1 0-1 0 0,0 0 1 0 0,2-2-1 0 0,-3 3-1 0 0,4-2 70 0 0,0 0 25 0 0,11-6-13 0 0,-11 6-102 0 0,2 1-223 0 0,53-2 261 0 0,-53 4 315 0 0,-2 1-181 0 0,12 10-180 0 0,-12-10 26 0 0,-5-1 10 0 0,1-1 1 0 0,1 1 0 0 0,-1-1-1 0 0,0 0 1 0 0,0 1 0 0 0,0-1-1 0 0,0 1 1 0 0,0-1-1 0 0,0 0 1 0 0,0 1 0 0 0,1-1-1 0 0,-1 0 1 0 0,0 1 0 0 0,0-1-1 0 0,0 0 1 0 0,1 1-1 0 0,-1-1 1 0 0,0 0 0 0 0,0 1-1 0 0,1-1 1 0 0,-1 0 0 0 0,0 0-1 0 0,1 1 1 0 0,-1-1-1 0 0,0 0 1 0 0,1 0 0 0 0,0 0-1 0 0,0 1 21 0 0,0 0-1 0 0,0 0 0 0 0,0 0 1 0 0,0 0-1 0 0,0 0 0 0 0,0 0 1 0 0,0 0-1 0 0,0 0 1 0 0,0 0-1 0 0,0 0 0 0 0,0 0 1 0 0,-1 0-1 0 0,2 2 0 0 0,3 11 233 0 0,1 0 0 0 0,-2 0 0 0 0,0 0 0 0 0,0 1 0 0 0,2 29 0 0 0,0-2 239 0 0,-2-21-428 0 0,-4-16-21 0 0,1 1-8 0 0,1 16-11 0 0,-1-16 197 0 0,0-1-76 0 0,4 17-45 0 0,-3-16 192 0 0,0-2-123 0 0,-2-4-260 0 0,0 2 9 0 0,0 0 0 0 0,1-1 0 0 0,-1 0 0 0 0,1 1 0 0 0,-1-1 0 0 0,1 1-1 0 0,0-1 1 0 0,0 0 0 0 0,-1 1 0 0 0,1-1 0 0 0,0 0 0 0 0,2 2 0 0 0,22 4-1926 0 0,-13-7-5256 0 0,-12 0 7102 0 0,6-1-3765 0 0,23-5-668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52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1 128 180 0 0,'0'0'19095'0'0,"6"-3"-18708"0"0,99-35 960 0 0,-101 37-1349 0 0,260-77-626 0 0,-259 77-114 0 0,-3 0 598 0 0,0 0-1 0 0,0 1 1 0 0,0-1 0 0 0,0 1-1 0 0,0-1 1 0 0,0 1 0 0 0,0-1-1 0 0,1 1 1 0 0,-1 0-1 0 0,2 0 1 0 0,2 0-263 0 0,1-1-1343 0 0,23 7-10714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53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1800 0 0,'0'0'14706'0'0,"2"4"-14704"0"0,2 1 52 0 0,0-1 1 0 0,0 1 0 0 0,0-1 0 0 0,0 1 0 0 0,8 4 0 0 0,-9-7-86 0 0,2 0 165 0 0,44 20-125 0 0,37 12 171 0 0,-73-29-189 0 0,-1 1 0 0 0,0 0 1 0 0,21 13-1 0 0,13 7-346 0 0,-41-24 396 0 0,-1 1 179 0 0,15 7-2 0 0,-14-7-14 0 0,0 1-286 0 0,12 10-37 0 0,-12-10 289 0 0,-4 0-213 0 0,6 15-81 0 0,-5-14 254 0 0,-3 1 67 0 0,-2 7-169 0 0,0 0 1 0 0,-1 0-1 0 0,0-1 0 0 0,-1 1 1 0 0,-1-1-1 0 0,-9 16 0 0 0,-53 72 270 0 0,17-25 75 0 0,11-19-221 0 0,-6 11 686 0 0,30-44-424 0 0,14-20-276 0 0,-1 2 110 0 0,-10 12-31 0 0,10-13 219 0 0,3-3-423 0 0,0-1-1 0 0,0 1 0 0 0,0-1 1 0 0,0 1-1 0 0,0-1 0 0 0,0 1 1 0 0,0-1-1 0 0,-1 1 0 0 0,1-1 0 0 0,0 1 1 0 0,0-1-1 0 0,0 0 0 0 0,-1 1 1 0 0,1-1-1 0 0,0 1 0 0 0,0-1 1 0 0,-1 1-1 0 0,1-1 0 0 0,0 0 1 0 0,-1 1-1 0 0,1-1 0 0 0,-1 0 1 0 0,1 1-1 0 0,0-1 0 0 0,-1 0 1 0 0,0 1-1 0 0,0-1 68 0 0,1 0 0 0 0,-1 0 0 0 0,1 1 0 0 0,0-1 0 0 0,-1 1 1 0 0,1-1-1 0 0,-1 0 0 0 0,1 1 0 0 0,-1-1 0 0 0,1 1 0 0 0,0-1 0 0 0,-1 1 0 0 0,1-1 0 0 0,0 1 0 0 0,0-1 0 0 0,-1 1 1 0 0,1-1-1 0 0,0 1 0 0 0,0-1 0 0 0,0 1 0 0 0,0-1 0 0 0,-1 2 0 0 0,2-1-38 0 0,-1 1 0 0 0,0-1-1 0 0,1 0 1 0 0,-1 0 0 0 0,1 1-1 0 0,-1-1 1 0 0,1 0 0 0 0,-1 0-1 0 0,1 0 1 0 0,0 0 0 0 0,0 0-1 0 0,1 2 1 0 0,0-1 42 0 0,0 2 328 0 0,16-3-133 0 0,23-7-68 0 0,247-81 258 0 0,-134 35-492 0 0,-149 51 25 0 0,0-1 84 0 0,16-3-26 0 0,-16 4 125 0 0,0-1-116 0 0,50-10-1918 0 0,-49 12 555 0 0,10 13-12521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58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5 119 1292 0 0,'-5'15'16697'0'0,"11"-26"-15172"0"0,-4 6-1393 0 0,6-13-34 0 0,-5 14-77 0 0,-1 0-43 0 0,42-57 35 0 0,-41 58-39 0 0,1 0-78 0 0,1-1 54 0 0,0 1 0 0 0,1-1 0 0 0,0 1 0 0 0,0 0 0 0 0,10-3 0 0 0,-11 4-66 0 0,-5 3 74 0 0,1-1 31 0 0,-1 1 0 0 0,1-1 0 0 0,-1 1-1 0 0,1-1 1 0 0,-1 1 0 0 0,1-1-1 0 0,-1 0 1 0 0,1 1 0 0 0,0-1 0 0 0,-1 0-1 0 0,1 1 1 0 0,-1-1 0 0 0,1 0 0 0 0,0 0-1 0 0,-1 0 1 0 0,1 0 0 0 0,0 0-1 0 0,-1 0 1 0 0,1 0 0 0 0,1 0 0 0 0,-1 0 16 0 0,0 0 0 0 0,0 0 0 0 0,0 0 0 0 0,0 1 0 0 0,0-1 0 0 0,0 0 0 0 0,0 0 0 0 0,0 1 1 0 0,-1-1-1 0 0,1 0 0 0 0,0 1 0 0 0,0-1 0 0 0,0 1 0 0 0,0-1 0 0 0,0 1 0 0 0,-1-1 1 0 0,1 1-1 0 0,0 0 0 0 0,0-1 0 0 0,0 2 0 0 0,4 4-66 0 0,0 0 0 0 0,0 0 0 0 0,0 0 0 0 0,-1 1 0 0 0,0-1 0 0 0,0 1 0 0 0,-1 0 0 0 0,0 0-1 0 0,3 11 1 0 0,-1 4-30 0 0,-3-17 32 0 0,-2 4 61 0 0,2 21 213 0 0,-2 1 0 0 0,-1 0 0 0 0,-7 40 0 0 0,-3-16-172 0 0,9-50-66 0 0,1 1-91 0 0,-4 17 174 0 0,4-17-12 0 0,0-1-86 0 0,-5 13 166 0 0,4-13-4 0 0,1-1-134 0 0,-6 10-83 0 0,8-25-305 0 0,16-37-223 0 0,110-154 286 0 0,-124 199 368 0 0,0-3-57 0 0,10-16 124 0 0,-10 17-8 0 0,0 0-281 0 0,8-14 170 0 0,-9 14 89 0 0,0 1-136 0 0,7-12 176 0 0,-7 12 301 0 0,0-1-463 0 0,5-13 329 0 0,-6 13 1355 0 0,-17 19-1628 0 0,15-13 7 0 0,0 0 0 0 0,0 0 1 0 0,0 0-1 0 0,1 0 0 0 0,-1 0 1 0 0,0 0-1 0 0,1 0 0 0 0,-1 0 1 0 0,0 0-1 0 0,1 0 0 0 0,-1 1 0 0 0,1-1 1 0 0,0 0-1 0 0,-1 0 0 0 0,1 1 1 0 0,0-1-1 0 0,0 0 0 0 0,0 0 0 0 0,0 3 1 0 0,0-2 13 0 0,-5 19-9 0 0,-5 41 1 0 0,9-51 54 0 0,-1 0-9 0 0,1 1 1 0 0,1 0-1 0 0,0-1 0 0 0,1 1 0 0 0,0-1 0 0 0,3 13 0 0 0,-3-15-65 0 0,2 18 239 0 0,4 1-36 0 0,-5-22-138 0 0,0 0-158 0 0,0 0 0 0 0,0-1 0 0 0,1 1 0 0 0,0-1 0 0 0,0 1 1 0 0,0-1-1 0 0,0 0 0 0 0,1 0 0 0 0,0 0 0 0 0,0 0 0 0 0,0-1 0 0 0,1 0 0 0 0,-1 0 0 0 0,10 6 0 0 0,-7-5-244 0 0,28 8-2013 0 0,-20-9 1739 0 0,42 6-8634 0 0,-51-9 5095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59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80 1572 0 0,'0'0'10293'0'0,"4"-2"-9828"0"0,10-8-76 0 0,-10 8 2565 0 0,-3-3-2739 0 0,1-1-383 0 0,1-1 1115 0 0,-1-1 0 0 0,0 1 1 0 0,0-1-1 0 0,0-9 1 0 0,-1 19-939 0 0,-1 0 1 0 0,1 0-1 0 0,0-1 1 0 0,0 1 0 0 0,0-1-1 0 0,0 1 1 0 0,0-1 0 0 0,1 1-1 0 0,-1-1 1 0 0,0 0-1 0 0,4 3 1 0 0,-5-4-4 0 0,4 4-59 0 0,-2 1 41 0 0,2 4 90 0 0,1 0 0 0 0,0-1-1 0 0,0 1 1 0 0,1-1-1 0 0,0 0 1 0 0,0 0 0 0 0,1-1-1 0 0,0 0 1 0 0,0 0 0 0 0,1-1-1 0 0,0 0 1 0 0,0 0 0 0 0,0-1-1 0 0,16 8 1 0 0,33 1 79 0 0,-50-13-173 0 0,0-2 9 0 0,2 1 35 0 0,41-12 185 0 0,-20-1-45 0 0,-23 9-136 0 0,0 1 61 0 0,-2-1-30 0 0,15-11-49 0 0,-15 11 29 0 0,-2 0 20 0 0,9-13-24 0 0,-9 13-4 0 0,-1-1 20 0 0,21-72 1019 0 0,-22 72-1040 0 0,0 11-184 0 0,8 88 378 0 0,0-22 183 0 0,-4 2 1 0 0,-2-1-1 0 0,-9 80 1 0 0,5-145-320 0 0,0 6 82 0 0,0-1 1 0 0,-1 0 0 0 0,-1 0 0 0 0,0 0 0 0 0,-1 0 0 0 0,0 0 0 0 0,-1-1 0 0 0,0 1 0 0 0,-13 20-1 0 0,8-21-40 0 0,0-1 0 0 0,-1-1 0 0 0,0 1 0 0 0,0-2 0 0 0,-1 0 0 0 0,0 0 0 0 0,-1-1 0 0 0,-19 9 0 0 0,-7 2-297 0 0,-73 22 1 0 0,91-36-385 0 0,-1 1-3038 0 0,2 3 1733 0 0,15-7-1145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6:46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98 424 0 0,'0'0'6550'0'0,"0"-5"-6189"0"0,-11-46 2467 0 0,10 46-577 0 0,-3 3-2063 0 0,1-1-87 0 0,-1 1 0 0 0,0 0-1 0 0,0 0 1 0 0,-1 0-1 0 0,1 1 1 0 0,0-1-1 0 0,0 1 1 0 0,-8-1-1 0 0,7 1 47 0 0,-1 2-81 0 0,-16 0-170 0 0,16-1 165 0 0,-11 14-51 0 0,13-12 251 0 0,-13 6-383 0 0,14-6 82 0 0,-1-1-79 0 0,1 2-49 0 0,-37 18 506 0 0,36-19-198 0 0,0 1-158 0 0,-58 34 732 0 0,59-35 756 0 0,-11 8-1228 0 0,12-7 2614 0 0,41-26-2656 0 0,-34 21-152 0 0,1-1-169 0 0,22-11 149 0 0,1 1-1 0 0,50-14 1 0 0,-74 25-105 0 0,21-3 79 0 0,-19 2 32 0 0,-1 1 57 0 0,-1 1-158 0 0,15-2-109 0 0,-15 2 148 0 0,1-1 76 0 0,17-4 19 0 0,-18 5 43 0 0,1 0-214 0 0,14-3 16 0 0,-14 3 209 0 0,-1 0-877 0 0,1-1 370 0 0,3 0 351 0 0,-3 0-4281 0 0,3 1-3922 0 0,16-3 6013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6:48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1372 0 0,'0'0'10107'0'0,"-4"2"-9900"0"0,-12 6-15 0 0,12-6 805 0 0,6 2-1028 0 0,12 45 1116 0 0,-13-44-723 0 0,1 0-567 0 0,16 42 966 0 0,-16-42-282 0 0,-1-1-331 0 0,23 35 110 0 0,-21-35-213 0 0,0-2 9 0 0,29 28 91 0 0,-28-27-193 0 0,-3-2 35 0 0,1 0 1 0 0,0 0-1 0 0,-1 0 0 0 0,1 0 1 0 0,-1 0-1 0 0,0 0 0 0 0,1 0 1 0 0,-1 1-1 0 0,0-1 0 0 0,0 0 1 0 0,2 2-1 0 0,0 0 140 0 0,1 0 15 0 0,37 22-89 0 0,-36-23-72 0 0,-1 1 93 0 0,33 28-166 0 0,-34-28 44 0 0,0 0 158 0 0,12 10-22 0 0,-12-10-136 0 0,1 1-32 0 0,33 32 186 0 0,-34-33-11 0 0,1 0-208 0 0,10 6 105 0 0,-10-6 20 0 0,0 0-325 0 0,11 9 166 0 0,-11-9 335 0 0,0-1-134 0 0,38 18-587 0 0,-37-18 980 0 0,-4 2-505 0 0,4 15-154 0 0,-3-14 389 0 0,-5-1-275 0 0,-8 12 105 0 0,9-11-83 0 0,-1-2 1 0 0,-16 25 49 0 0,-34 58-60 0 0,48-76 110 0 0,2-1 4 0 0,-2 0-1 0 0,1-1 1 0 0,-1 1 0 0 0,0-1 0 0 0,-8 9 0 0 0,1 9-44 0 0,10-20-20 0 0,-1 0-92 0 0,2 0-14 0 0,-34 82 234 0 0,32-83-82 0 0,3-3-14 0 0,0 0 1 0 0,0 0 0 0 0,0 0 0 0 0,0-1-1 0 0,-1 1 1 0 0,1 0 0 0 0,-1 0-1 0 0,1-1 1 0 0,-1 1 0 0 0,0 0-1 0 0,1-1 1 0 0,-3 4 0 0 0,2-3 4 0 0,-1 3 56 0 0,-1 0 64 0 0,-6 14 0 0 0,6-15 24 0 0,1 1-57 0 0,-9 14-51 0 0,8-14 80 0 0,1-1-9 0 0,-6 13-68 0 0,6-13 93 0 0,0 0-102 0 0,-20 37-87 0 0,20-36 40 0 0,1-4-72 0 0,1 1 90 0 0,-1-1 0 0 0,1 1 0 0 0,-1-1 0 0 0,1 1 0 0 0,-1-1 0 0 0,0 0 0 0 0,0 1 0 0 0,0-1 0 0 0,0 0 0 0 0,0 0 0 0 0,-2 2 0 0 0,1-1 4 0 0,0 2 59 0 0,0 1-682 0 0,0 0 642 0 0,-1 2 20 0 0,1 1 0 0 0,-1 0 0 0 0,-1 16-1 0 0,-1-17 30 0 0,5-7-33 0 0,-1 0 1 0 0,1 0-1 0 0,0 0 0 0 0,-1 0 0 0 0,1 0 0 0 0,0 0 0 0 0,-1 1 1 0 0,1-1-1 0 0,0 0 0 0 0,0 0 0 0 0,-1 0 0 0 0,1 1 0 0 0,0-1 0 0 0,0 0 1 0 0,-1 1-1 0 0,1-1 0 0 0,0 0 0 0 0,0 0 0 0 0,0 1 0 0 0,0-1 0 0 0,-1 0 1 0 0,1 1-1 0 0,0-1 0 0 0,0 0 0 0 0,0 1 0 0 0,0-1 0 0 0,0 0 0 0 0,0 1 1 0 0,0-1-1 0 0,0 0 0 0 0,0 1 0 0 0,0-1 0 0 0,0 0 0 0 0,0 1 0 0 0,0-1 1 0 0,0 0-1 0 0,0 1 0 0 0,0-1 0 0 0,0 0 0 0 0,1 1 0 0 0,41-6-272 0 0,-34 2 204 0 0,-4-1-16 0 0,25-9 28 0 0,39-26 0 0 0,-32 19-32 0 0,76-40 253 0 0,-108 58-364 0 0,-2 2 157 0 0,-1 0 0 0 0,0 0-1 0 0,1 0 1 0 0,-1 0-1 0 0,0-1 1 0 0,0 1 0 0 0,1 0-1 0 0,-1-1 1 0 0,0 1 0 0 0,0-1-1 0 0,0 1 1 0 0,0-1 0 0 0,1 1-1 0 0,1-3 1 0 0,15-7 72 0 0,-2 3-134 0 0,-12 5 536 0 0,0 0-200 0 0,11-6-71 0 0,-11 6 180 0 0,0 0-374 0 0,11-2 215 0 0,-11 2-3952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7:14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1233 1228 0 0,'0'0'11181'0'0,"3"4"-11130"0"0,0-1 55 0 0,1 0 0 0 0,-1 0 0 0 0,0 0 0 0 0,1 0 0 0 0,-1-1 0 0 0,1 0 0 0 0,0 0 0 0 0,0 0 0 0 0,6 2 0 0 0,-4-2 340 0 0,-1-1-289 0 0,20 5 103 0 0,1-2 0 0 0,-1-1 0 0 0,36-1 0 0 0,-53-2-149 0 0,-2 1 0 0 0,17 1-23 0 0,-17-2-158 0 0,1 0 123 0 0,143-11 230 0 0,-132 9-353 0 0,29-8-287 0 0,16 2 478 0 0,52-14-436 0 0,-20 2-76 0 0,4 4 451 0 0,5-5-173 0 0,141-26-130 0 0,-191 39 343 0 0,86-12-395 0 0,-74 11 288 0 0,-61 9 125 0 0,3-1 105 0 0,3-1-136 0 0,127-21-305 0 0,-71 11-132 0 0,35 2 254 0 0,71-12 471 0 0,200-28-948 0 0,-296 41 842 0 0,55-13-391 0 0,53-1 792 0 0,26-14-1307 0 0,64 11 472 0 0,-147 18 844 0 0,-30-3-919 0 0,-92 11 175 0 0,1 0 72 0 0,59 2 345 0 0,-60-2-482 0 0,0 0 44 0 0,62 0 271 0 0,-60 1-310 0 0,-1-1-33 0 0,21 3 278 0 0,-21-3 15 0 0,-1 0-295 0 0,50 4 23 0 0,-51-3 386 0 0,1 0-437 0 0,17 2 283 0 0,-18-2-103 0 0,0 0-130 0 0,39 16 141 0 0,-40-15-86 0 0,9 3-59 0 0,4 5 388 0 0,2-2-348 0 0,-15-6 21 0 0,0 0-86 0 0,12 8 165 0 0,-13-7 219 0 0,2-1-105 0 0,38 21-277 0 0,-39-21 205 0 0,1-1-168 0 0,15 3 72 0 0,-15-3 172 0 0,1 0-101 0 0,62 4 118 0 0,1-12-290 0 0,-63 6 62 0 0,0 2 49 0 0,64 0 171 0 0,-63-1-105 0 0,-1 0 199 0 0,55-1-368 0 0,-55 0 100 0 0,2 0-86 0 0,133-20 250 0 0,112-27-310 0 0,-163 27 693 0 0,13-5-791 0 0,-84 20 155 0 0,53-14-398 0 0,191-38 890 0 0,-187 43 12 0 0,230-54-552 0 0,-145 31 184 0 0,-51 11 59 0 0,-47 14-139 0 0,5 0 363 0 0,11-4-746 0 0,-4 2 1021 0 0,125-22-175 0 0,-138 26-247 0 0,162-29-770 0 0,-154 31 770 0 0,270-24-191 0 0,-262 25 95 0 0,-66 7 2 0 0,19-3-21 0 0,0-2-384 0 0,17-3-20 0 0,6 1 346 0 0,-27 4-38 0 0,188-22 812 0 0,-63 16 0 0 0,18-8-913 0 0,429-102-8 0 0,-525 102-16 0 0,-13 0 232 0 0,22-1-102 0 0,117-32-246 0 0,-156 40 541 0 0,20-9 412 0 0,21-7-972 0 0,-79 26 559 0 0,0-1-392 0 0,80-15-51 0 0,-81 16 1333 0 0,1 1-1131 0 0,15-4 53 0 0,-16 4 207 0 0,-2 8-8046 0 0,5 1 6887 0 0,-7-8 195 0 0,2 3-2070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7:23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1 564 0 0,'0'0'10138'0'0,"-5"0"-10144"0"0,-17-1 75 0 0,16 1 714 0 0,3 3-837 0 0,-9 9-23 0 0,9-9 117 0 0,1 1-575 0 0,-8 9 493 0 0,8-9 351 0 0,0 0-313 0 0,-7 11-50 0 0,7-11 137 0 0,1 1-573 0 0,-2 15 426 0 0,2-14 1653 0 0,3 25-10410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7:26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18 274 496 0 0,'0'0'15391'0'0,"-3"-3"-15672"0"0,-9-8 277 0 0,10 8 1222 0 0,6 1-1108 0 0,151-74 484 0 0,-38 16-363 0 0,15 0-406 0 0,-49 26 319 0 0,-79 32-9 0 0,1 0-140 0 0,3-1-108 0 0,18-7 276 0 0,-8 2-3522 0 0,-12 10 1115 0 0,0-1 1225 0 0,6 1-335 0 0,-2 2-2336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7:27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1144 0 0,'0'0'9851'0'0,"-5"1"-9662"0"0,-14 4-39 0 0,15-4 906 0 0,7 3-985 0 0,8 12 115 0 0,-8-12 474 0 0,2-1-530 0 0,7 4-23 0 0,1 0-1 0 0,-1 0 0 0 0,2-1 1 0 0,21 6-1 0 0,24 2 36 0 0,-37-8 52 0 0,5-4-210 0 0,-25-2 22 0 0,91 6 171 0 0,-87-6-109 0 0,1 1 99 0 0,20 0-71 0 0,-21-1-116 0 0,1 1 45 0 0,19 3 27 0 0,-19-4-137 0 0,-6 0-81 0 0,1 0 169 0 0,0 0-1 0 0,0 0 1 0 0,0 0 0 0 0,0 0 0 0 0,0 0-1 0 0,-1 0 1 0 0,1 1 0 0 0,0-1 0 0 0,0 1 0 0 0,0-1-1 0 0,2 2 1 0 0,-3-1 4 0 0,5 0 79 0 0,-6 0-100 0 0,1 0 1 0 0,-1 1-1 0 0,1-1 1 0 0,-1 0 0 0 0,1 0-1 0 0,0 0 1 0 0,-1 1-1 0 0,1-1 1 0 0,0 0 0 0 0,0 0-1 0 0,0 0 1 0 0,1 2-1 0 0,0-2-13 0 0,0 3-41 0 0,-3 2 12 0 0,-35 99-514 0 0,12-45 709 0 0,11-31-24 0 0,-9 32 0 0 0,21-56-216 0 0,-1 0-19 0 0,-4 19 124 0 0,5-18 310 0 0,0-5-296 0 0,1 1 1 0 0,0 0-1 0 0,0-1 1 0 0,-1 1 0 0 0,1 0-1 0 0,0 0 1 0 0,0 0-1 0 0,1-1 1 0 0,-1 1 0 0 0,0 0-1 0 0,0 0 1 0 0,2 3 0 0 0,-1-2 17 0 0,-1 2 599 0 0,7-6-570 0 0,1-1 1 0 0,-1 0-1 0 0,0 0 0 0 0,0-1 0 0 0,9-3 1 0 0,-9 2-29 0 0,31-17 20 0 0,9 4-206 0 0,-42 15 37 0 0,0 1 42 0 0,15-6 33 0 0,-15 6 53 0 0,1-1-19 0 0,17-3-206 0 0,-17 4-117 0 0,-1 2-1635 0 0,15 3 714 0 0,-15-3-658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7:28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4 269 48 0 0,'0'0'8478'0'0,"0"-6"-7321"0"0,-3-18-185 0 0,3 18 1386 0 0,2 1-2098 0 0,0 1-165 0 0,4-15 501 0 0,-1 17-971 0 0,12-9 361 0 0,-12 8 316 0 0,1 4-288 0 0,16-1 115 0 0,-16 0-64 0 0,0 3-52 0 0,1 0 8 0 0,0 0-1 0 0,0 1 1 0 0,0 0 0 0 0,-1 0-1 0 0,0 1 1 0 0,1 0 0 0 0,-1 0-1 0 0,-1 0 1 0 0,1 1 0 0 0,-1-1-1 0 0,0 1 1 0 0,-1 1 0 0 0,6 8-1 0 0,3 3-25 0 0,-3 1-67 0 0,3 10 129 0 0,-8-18-38 0 0,0 0-1 0 0,0 1 0 0 0,-2-1 1 0 0,1 1-1 0 0,3 23 0 0 0,-7-34 7 0 0,1 0 0 0 0,-1 1 0 0 0,1-1 0 0 0,-1 0 0 0 0,1 0 0 0 0,-1 1 0 0 0,1-1 0 0 0,0 0 0 0 0,0 0 0 0 0,0 0 0 0 0,-1 0 0 0 0,3 2 0 0 0,-1-1-8 0 0,0 1-115 0 0,1-4-141 0 0,0-1 304 0 0,0 0-1 0 0,-1 0 0 0 0,1 0 1 0 0,-1 0-1 0 0,1-1 0 0 0,-1 1 1 0 0,0-1-1 0 0,0 1 0 0 0,0-1 1 0 0,0 0-1 0 0,2-4 0 0 0,15-42 700 0 0,-2 3-756 0 0,66-135 484 0 0,-74 160-646 0 0,-7 16 113 0 0,0-1-120 0 0,16-46-57 0 0,-16 48 640 0 0,0-1-311 0 0,15-42 292 0 0,-21 61-254 0 0,0 0 0 0 0,2 0 1 0 0,-1 0-1 0 0,2 0 1 0 0,0 20-1 0 0,5 31-55 0 0,-4-63-83 0 0,0 0 0 0 0,0 0-1 0 0,0-1 1 0 0,0 1 0 0 0,0 0 0 0 0,1 0-1 0 0,-1 0 1 0 0,1 0 0 0 0,-1-1 0 0 0,1 1-1 0 0,0 0 1 0 0,-1 0 0 0 0,3 1-1 0 0,7 17 138 0 0,-5-11-25 0 0,1 0 0 0 0,-1 0 0 0 0,2-1-1 0 0,-1 1 1 0 0,1-1 0 0 0,0-1 0 0 0,1 1-1 0 0,0-1 1 0 0,10 7 0 0 0,-10-9-34 0 0,1 0 1 0 0,0-1-1 0 0,0 0 1 0 0,0-1 0 0 0,18 5-1 0 0,-20-6-76 0 0,-1 0 50 0 0,17 4 36 0 0,-2-3 20 0 0,52 11 195 0 0,19 5-370 0 0,-87-17 78 0 0,1-2-2372 0 0,14 4 1326 0 0,-14-3-350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7:29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16 155 2164 0 0,'0'0'9483'0'0,"-3"-3"-8833"0"0,-7-12-117 0 0,7 11 2076 0 0,5-1-2416 0 0,5-15-105 0 0,-5 14 247 0 0,0 2-351 0 0,7-12 31 0 0,-7 12 106 0 0,2-1-117 0 0,10-15-40 0 0,-10 15 142 0 0,0 1-102 0 0,13-10 24 0 0,-13 10-84 0 0,1 1 139 0 0,47-18-158 0 0,-47 20 43 0 0,0 3 2 0 0,-2-1 83 0 0,0-1-35 0 0,0 1 0 0 0,0 0 0 0 0,0 0-1 0 0,0 1 1 0 0,-1-1 0 0 0,1 1-1 0 0,0-1 1 0 0,-1 1 0 0 0,1 0 0 0 0,-1 0-1 0 0,0 0 1 0 0,0 0 0 0 0,0 0-1 0 0,0 0 1 0 0,0 1 0 0 0,0-1-1 0 0,0 1 1 0 0,1 2 0 0 0,11 27 59 0 0,-2-1 0 0 0,-1 2-1 0 0,-1 0 1 0 0,-2 0 0 0 0,-1 0 0 0 0,2 39 0 0 0,0-19-61 0 0,-5-31 143 0 0,-3-16 33 0 0,0-1-58 0 0,0 1 73 0 0,1 0 0 0 0,0 0 0 0 0,1 0-1 0 0,-1-1 1 0 0,1 1 0 0 0,5 7 0 0 0,-5-9 197 0 0,3-6-230 0 0,21-10-56 0 0,1 0 1 0 0,-2-2-1 0 0,33-22 0 0 0,-39 24-216 0 0,-17 10-89 0 0,-2 2 179 0 0,0 0 0 0 0,-1 0 0 0 0,1 0 0 0 0,-1 0 1 0 0,1 0-1 0 0,-1 0 0 0 0,1 0 0 0 0,-1-1 0 0 0,1 1 0 0 0,-1 0 1 0 0,1 0-1 0 0,-1 0 0 0 0,1-1 0 0 0,-1 1 0 0 0,1 0 1 0 0,-1 0-1 0 0,1-1 0 0 0,-1 1 0 0 0,1 0 0 0 0,-1-1 0 0 0,1 1 1 0 0,-1-1-1 0 0,1 0-88 0 0,0 0 1 0 0,-1 1-1 0 0,1-1 0 0 0,0 1 1 0 0,-1-1-1 0 0,1 1 1 0 0,0-1-1 0 0,0 1 1 0 0,0 0-1 0 0,-1-1 0 0 0,1 1 1 0 0,0 0-1 0 0,0 0 1 0 0,0-1-1 0 0,0 1 1 0 0,0 0-1 0 0,-1 0 0 0 0,1 0 1 0 0,0 0-1 0 0,0 0 1 0 0,0 0-1 0 0,0 0 1 0 0,0 1-1 0 0,0-1 0 0 0,0 0 1 0 0,13 2 66 0 0,33 9-10216 0 0,-42-9 6798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7:30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1980 0 0,'0'0'16295'0'0,"1"6"-16188"0"0,0 23 1609 0 0,16-19-8744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7:31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91 278 548 0 0,'0'0'8630'0'0,"-5"1"-8164"0"0,-15 4 122 0 0,15-4 2933 0 0,1 0-3195 0 0,-20 5 7590 0 0,19-7-7695 0 0,-1 0-71 0 0,-15-1 2465 0 0,40-14-2526 0 0,-15 13-75 0 0,12-10-40 0 0,-13 10 18 0 0,2 0-16 0 0,50-34 6 0 0,3 3 0 0 0,0 3 0 0 0,119-46 0 0 0,-127 57 34 0 0,-45 18-49 0 0,1 0 78 0 0,17-6-53 0 0,-17 6-4 0 0,-1 0-57 0 0,13-5 93 0 0,-13 5-5 0 0,0 0-13 0 0,15-4-19 0 0,-15 4 62 0 0,-1 1-47 0 0,14-4 14 0 0,-14 4 108 0 0,0-1-134 0 0,11-5 320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06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 1708 0 0,'0'0'6120'0'0,"1"-5"-5546"0"0,7-11 83 0 0,-6 11 4491 0 0,-1 0-5294 0 0,2-15 203 0 0,-2 15-16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08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0 124 1308 0 0,'2'-6'2966'0'0,"3"-19"-549"0"0,-3 19-277 0 0,-1 1-183 0 0,3-14-309 0 0,-4 14 821 0 0,1 0-1622 0 0,13-43 3200 0 0,-13 44-3507 0 0,1 8-150 0 0,6 15-61 0 0,-1 2 0 0 0,-1-1 0 0 0,-1 1 0 0 0,4 36 0 0 0,0 94 228 0 0,-5-75-182 0 0,3 127 385 0 0,-7-197-660 0 0,1 2-53 0 0,1 22 25 0 0,-2-22 19 0 0,1-2-581 0 0,0 8 1402 0 0,-2 33-17033 0 0,0-42 10872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08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15 1512 0 0,'-3'5'3190'0'0,"-8"14"-669"0"0,8-15-345 0 0,0 0-248 0 0,2-2-1047 0 0,-7 7-922 0 0,6-1 7516 0 0,7-7-7059 0 0,18 6-136 0 0,-10-8-83 0 0,119-34-1907 0 0,11 4-9868 0 0,-110 24 7759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09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 1800 0 0,'0'0'10128'0'0,"4"-2"-9199"0"0,12-8-147 0 0,-13 8 1128 0 0,2-1-1464 0 0,-4 2-243 0 0,0 0-73 0 0,0 0 0 0 0,1 0 0 0 0,-1 0 0 0 0,0 0 1 0 0,0 0-1 0 0,0 0 0 0 0,1 0 0 0 0,-1 0 0 0 0,1 1 1 0 0,-1-1-1 0 0,0 1 0 0 0,4-2 0 0 0,17 5 63 0 0,-11 0 213 0 0,-8 2-209 0 0,5 5-15 0 0,-2 1-1 0 0,1 0 0 0 0,-2 0 0 0 0,1 1 0 0 0,3 14 0 0 0,3 13 427 0 0,7 56 0 0 0,-13-72-550 0 0,-5-18 628 0 0,0 0-479 0 0,2 15-11 0 0,-2-15 65 0 0,2-9-329 0 0,15-26-91 0 0,-2 0 1 0 0,13-34 0 0 0,-10 23-38 0 0,-3 15 373 0 0,0 6 50 0 0,33-43 909 0 0,-47 59-881 0 0,3 1 110 0 0,12-12 54 0 0,-12 11 378 0 0,1 3-345 0 0,27-4 226 0 0,-28 7-614 0 0,0-1-1 0 0,-1 1 0 0 0,1 0 1 0 0,0 0-1 0 0,-1 1 0 0 0,1-1 1 0 0,-1 1-1 0 0,0 0 0 0 0,0 0 1 0 0,0 1-1 0 0,3 3 0 0 0,-5-5-49 0 0,36 32 245 0 0,-14-8-550 0 0,4 5-2114 0 0,-2-4-4512 0 0,-16-19 1082 0 0,-2-4 4192 0 0,-4-2 186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11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43 126 2204 0 0,'0'0'6695'0'0,"-5"-1"-6124"0"0,-20-6 7007 0 0,25 6-7645 0 0,0 1 55 0 0,0-1 0 0 0,0 1 0 0 0,0-1 0 0 0,0 0 1 0 0,0 1-1 0 0,0-1 0 0 0,-1 1 0 0 0,1-1 0 0 0,0 1 0 0 0,0-1 0 0 0,-1 1 0 0 0,1-1 0 0 0,0 1 1 0 0,-1-1-1 0 0,1 1 0 0 0,0-1 0 0 0,-1 1 0 0 0,1-1 0 0 0,-1 1 0 0 0,1 0 0 0 0,-1-1 0 0 0,-4-5 1371 0 0,4 0 3091 0 0,6 4-4438 0 0,48-11 154 0 0,187-26 523 0 0,-27 4-2879 0 0,-207 35 1600 0 0,12-2 363 0 0,-10 0-3044 0 0,2 2-6655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13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97 1572 0 0,'0'0'8503'0'0,"-2"-4"-7965"0"0,1 3-124 0 0,-7-8-507 0 0,5 2 4020 0 0,10-15-4357 0 0,15-13 5969 0 0,-16 26-4906 0 0,-4 5 713 0 0,4 3-1411 0 0,16-2 95 0 0,-16 3 168 0 0,0 0-265 0 0,20-1 49 0 0,-19 1 223 0 0,-1 1-310 0 0,17 1 54 0 0,-17-1 65 0 0,-1 0-34 0 0,24 8-50 0 0,53 23 0 0 0,-78-30 44 0 0,3 0 19 0 0,-2 1 0 0 0,1-1 0 0 0,0 1-1 0 0,0 1 1 0 0,-1-1 0 0 0,9 8 0 0 0,-11-9 29 0 0,1 1-13 0 0,-2 0 43 0 0,2 5 52 0 0,-1 0 0 0 0,1 1 0 0 0,2 13 0 0 0,-5-16-44 0 0,-2 0-72 0 0,-2 4 28 0 0,0 0 0 0 0,-1 0 1 0 0,0 0-1 0 0,0 0 0 0 0,-1-1 0 0 0,0 0 1 0 0,-1 0-1 0 0,0 0 0 0 0,-11 11 0 0 0,-1 2-13 0 0,-76 90 218 0 0,26-41-425 0 0,66-68 202 0 0,-1 1-35 0 0,-2 0 113 0 0,1-1 0 0 0,1 1-1 0 0,-1 0 1 0 0,1 0 0 0 0,-1 1 0 0 0,1-1-1 0 0,-4 8 1 0 0,11-8-47 0 0,11 10 69 0 0,-11-10 12 0 0,3-4-64 0 0,112-4 97 0 0,-36 0-96 0 0,-25 1-46 0 0,-52 3 115 0 0,0 0-166 0 0,54 1-93 0 0,-53-1 172 0 0,-2 1-90 0 0,16 0 2 0 0,-15-1-188 0 0,0 1-2646 0 0,17 2 1949 0 0,-17-2-440 0 0,33-8-13176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14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6 108 3044 0 0,'0'0'4585'0'0,"-1"-6"-2842"0"0,-2-16-274 0 0,2 17 788 0 0,4 1-1289 0 0,8-9-231 0 0,-8 10 56 0 0,1 0-61 0 0,11-9-258 0 0,-11 9-104 0 0,0 0 61 0 0,13-9-116 0 0,-13 9 5 0 0,2 1-187 0 0,16-8-4 0 0,-16 8 191 0 0,-1 1-134 0 0,1-1-143 0 0,0 2-1 0 0,-1-1 1 0 0,1 0 0 0 0,0 1 0 0 0,0 0-1 0 0,0 1 1 0 0,0-1 0 0 0,0 1 0 0 0,0 0-1 0 0,9 4 1 0 0,-12-4-21 0 0,0 0 1 0 0,0 1-1 0 0,0-1 0 0 0,0 1 1 0 0,0 0-1 0 0,-1 0 0 0 0,1 0 1 0 0,-1 0-1 0 0,1 1 0 0 0,-1-1 0 0 0,0 1 1 0 0,0-1-1 0 0,0 1 0 0 0,0 0 1 0 0,0 0-1 0 0,-1 0 0 0 0,1 0 0 0 0,-1 0 1 0 0,0 0-1 0 0,0 0 0 0 0,0 0 1 0 0,0 0-1 0 0,0 4 0 0 0,1 7-5 0 0,0 0 0 0 0,-2 0 0 0 0,1 1 0 0 0,-2-1 0 0 0,0 0 0 0 0,-1 0 0 0 0,0 0 0 0 0,-1 0 0 0 0,0-1 0 0 0,-10 24 0 0 0,-15 37 457 0 0,26-69-418 0 0,4-11-705 0 0,-2 0 632 0 0,0 4 10 0 0,0 0 0 0 0,0 0 0 0 0,1 0 0 0 0,-1 0 0 0 0,0 1 0 0 0,1-1 0 0 0,0 0 0 0 0,-1 0 0 0 0,1 1 0 0 0,0-1 0 0 0,0 0 0 0 0,0 1 0 0 0,0-1 0 0 0,0 1 0 0 0,2-4 0 0 0,45-53-217 0 0,33-39 202 0 0,-48 56 111 0 0,-30 38-31 0 0,0-2-35 0 0,10-14 172 0 0,-10 15 395 0 0,0 0-333 0 0,10-13-54 0 0,-10 13 445 0 0,-6 8-596 0 0,-4 5 40 0 0,2 0 0 0 0,-1 0 0 0 0,1 0 0 0 0,1 1 0 0 0,-1 0 0 0 0,2 0 0 0 0,-6 20 0 0 0,7-18 54 0 0,0 0-1 0 0,1 0 1 0 0,1 0 0 0 0,0 0 0 0 0,3 24 0 0 0,-2-32-200 0 0,0 1 1 0 0,0-1-1 0 0,0 1 0 0 0,1-1 1 0 0,-1 1-1 0 0,1-1 1 0 0,0 0-1 0 0,1 0 1 0 0,-1 0-1 0 0,1 0 1 0 0,0 0-1 0 0,-1 0 0 0 0,2-1 1 0 0,-1 1-1 0 0,0-1 1 0 0,1 0-1 0 0,0 0 1 0 0,-1 0-1 0 0,1-1 0 0 0,0 1 1 0 0,8 2-1 0 0,0 1-543 0 0,38 14-962 0 0,-3-11-3885 0 0,-36-6 4237 0 0,10 0-367 0 0,8-6-2980 0 0,14-3 666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14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1 115 3172 0 0,'0'0'4717'0'0,"1"-5"-2828"0"0,2-15-268 0 0,-2 15 869 0 0,1 1-1616 0 0,6-16-70 0 0,-6 15-162 0 0,1 2-102 0 0,10-12 105 0 0,-9 12-150 0 0,1 0 40 0 0,16-11-22 0 0,-15 11-207 0 0,0 1 35 0 0,17-7 56 0 0,-17 7-171 0 0,0 2 40 0 0,-2 0-207 0 0,0-1 19 0 0,0 1 1 0 0,-1 0-1 0 0,1 0 1 0 0,0 0-1 0 0,-1 0 1 0 0,1 1-1 0 0,0 0 1 0 0,-1-1-1 0 0,1 1 1 0 0,0 1-1 0 0,-1-1 1 0 0,0 0-1 0 0,1 1 1 0 0,3 2-1 0 0,-1 0 0 0 0,-1 0-1 0 0,0 0 0 0 0,0 0 1 0 0,0 1-1 0 0,-1 0 0 0 0,1 0 1 0 0,-1 0-1 0 0,0 0 0 0 0,0 1 1 0 0,-1 0-1 0 0,0-1 0 0 0,0 1 1 0 0,0 0-1 0 0,-1 1 0 0 0,0-1 1 0 0,0 0-1 0 0,0 1 0 0 0,-1-1 1 0 0,1 8-1 0 0,0-3-22 0 0,-1-5-3 0 0,1 1 1 0 0,-2-1-1 0 0,1 0 0 0 0,-1 0 1 0 0,0 9-1 0 0,-11 147 1717 0 0,11-154-735 0 0,1-3-554 0 0,5 21 337 0 0,0-27-596 0 0,16-2-154 0 0,-1-1 0 0 0,0-2 1 0 0,0 0-1 0 0,0-1 0 0 0,25-13 0 0 0,31-9-1456 0 0,-33 18-2109 0 0,-38 10 1391 0 0,0 0 1 0 0,-1 0 0 0 0,1 1-1 0 0,0 0 1 0 0,0 0-1 0 0,10 2 1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4:15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31 2416 0 0,'0'-5'2879'0'0,"-3"-21"7473"0"0,8 29-9798 0 0,8 5-74 0 0,-1 1-1 0 0,0 0 1 0 0,0 1 0 0 0,-1 1 0 0 0,0-1 0 0 0,-1 2 0 0 0,13 17-1 0 0,2 7 541 0 0,30 56-1 0 0,-31-43-650 0 0,-1 2 0 0 0,-3 0 0 0 0,-3 1-1 0 0,-1 1 1 0 0,-3 1 0 0 0,-2 0 0 0 0,-3 0 0 0 0,-2 1 0 0 0,-1 70-1 0 0,-6-62-381 0 0,-3 0 0 0 0,-3 0-1 0 0,-3-1 1 0 0,-2 0 0 0 0,-3-1-1 0 0,-2-1 1 0 0,-48 108 0 0 0,44-126-772 0 0,-1 0 1 0 0,-2-2-1 0 0,-2-1 1 0 0,-1-1-1 0 0,-50 52 1 0 0,50-63-1595 0 0,-2 0 0 0 0,0-2 1 0 0,-2-1-1 0 0,-35 20 0 0 0,-4-5-3252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7:56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2260 0 0,'0'0'13989'0'0,"1"6"-13995"0"0,0 16-52 0 0,-1-17 20 0 0,-1 0-124 0 0,-13 48 59 0 0,13-48 241 0 0,0 0-241 0 0,-25 104 314 0 0,25-104-54 0 0,-3 38 246 0 0,2-30-426 0 0,0 0-1 0 0,1 25 1 0 0,0-19-61 0 0,-4 6 136 0 0,3 38-167 0 0,1-57 13 0 0,1 1 219 0 0,3 56-378 0 0,-2-57 223 0 0,0 26 120 0 0,0-25 21 0 0,0-2-97 0 0,8 50 284 0 0,-7-49-214 0 0,-2 0-89 0 0,11 50 17 0 0,-10-51 171 0 0,1 1-162 0 0,16 60 169 0 0,-16-59-151 0 0,-2-3-5 0 0,1 1 0 0 0,0-1 1 0 0,0 1-1 0 0,0-1 0 0 0,0 1 1 0 0,1-1-1 0 0,2 6 0 0 0,6 21 226 0 0,-9-25-275 0 0,0 0 0 0 0,1 0 0 0 0,0 1 0 0 0,0-1 0 0 0,6 11 0 0 0,-6-13-19 0 0,-1 1-43 0 0,1-1 20 0 0,4 13 140 0 0,-5-13-62 0 0,1 1 118 0 0,4 14-73 0 0,-5-14-33 0 0,3 1-10 0 0,14 30 215 0 0,-4-7-239 0 0,21 32 1 0 0,27 26 440 0 0,20 24-425 0 0,-79-108-51 0 0,1 1 119 0 0,36 36 68 0 0,-36-36-65 0 0,1-1-120 0 0,12 10 4 0 0,-12-10 55 0 0,0 0 9 0 0,42 20 135 0 0,-43-21-205 0 0,1 0 5 0 0,12 7 223 0 0,-12-7-9 0 0,1 0-339 0 0,17 6 315 0 0,-17-6-25 0 0,-1-1-295 0 0,12 5 154 0 0,-12-4 253 0 0,0-1-267 0 0,15 5 88 0 0,-15-4-80 0 0,-4-1-210 0 0,1 0 124 0 0,-1 0 0 0 0,1 0 0 0 0,-1-1 0 0 0,1 1 0 0 0,-1 0 0 0 0,1 0 0 0 0,0-1 0 0 0,-1 1 1 0 0,1-1-1 0 0,2 1 0 0 0,0 1-1390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7:58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 1120 0 0,'-30'-5'15856'0'0,"30"9"-15988"0"0,1 0 134 0 0,0 0 0 0 0,1 0 0 0 0,-1 0 0 0 0,1 0 1 0 0,-1 0-1 0 0,1 0 0 0 0,0 0 0 0 0,1-1 0 0 0,-1 1 0 0 0,4 3 0 0 0,-3-3-33 0 0,-3-3-56 0 0,0-1 91 0 0,1 1 0 0 0,-1 0 0 0 0,0-1 0 0 0,0 1 1 0 0,0-1-1 0 0,0 1 0 0 0,1-1 0 0 0,-1 1 0 0 0,0-1 0 0 0,1 1 0 0 0,-1-1 0 0 0,0 0 1 0 0,1 1-1 0 0,-1-1 0 0 0,1 1 0 0 0,-1-1 0 0 0,0 0 0 0 0,1 1 0 0 0,-1-1 0 0 0,1 0 1 0 0,-1 1-1 0 0,1-1 0 0 0,-1 0 0 0 0,1 0 0 0 0,0 1 0 0 0,0-1-4 0 0,-1 0-1 0 0,1 0 1 0 0,-1 0-1 0 0,1 1 1 0 0,-1-1-1 0 0,1 0 1 0 0,-1 1-1 0 0,1-1 1 0 0,-1 0-1 0 0,1 1 1 0 0,-1-1 0 0 0,0 0-1 0 0,1 1 1 0 0,-1-1-1 0 0,0 1 1 0 0,1-1-1 0 0,-1 1 1 0 0,0-1-1 0 0,1 1 1 0 0,-1-1-1 0 0,0 1 1 0 0,0-1-1 0 0,0 1 1 0 0,1-1-1 0 0,-1 1 1 0 0,0 0 0 0 0,4 3 29 0 0,31 39-336 0 0,-32-39 417 0 0,1 0 87 0 0,30 34-377 0 0,-30-34 263 0 0,-1 0-3 0 0,28 34-168 0 0,-28-35 150 0 0,0 2-65 0 0,26 32-138 0 0,-26-34 268 0 0,0 2-74 0 0,9 13 28 0 0,-9-14 64 0 0,-1 1-253 0 0,9 14 8 0 0,-8-14 180 0 0,-1 1-105 0 0,26 77 273 0 0,-26-77-315 0 0,0-1 157 0 0,6 17-74 0 0,-6-16-44 0 0,1-1 80 0 0,6 16-156 0 0,-7-16 38 0 0,1 1 115 0 0,19 52 52 0 0,-20-53-37 0 0,-1 1-70 0 0,1 0 1 0 0,-1-1 0 0 0,1 1-1 0 0,1-1 1 0 0,4 9 0 0 0,-4-7 35 0 0,-1-3 40 0 0,8 27-95 0 0,-8-25 172 0 0,0 1-73 0 0,10 61 310 0 0,-11-61-391 0 0,-1-1-36 0 0,-2 63-63 0 0,0-48 191 0 0,-1 0 0 0 0,0 0-1 0 0,-12 35 1 0 0,8-30-29 0 0,-1 1 1 0 0,-1-1-1 0 0,-14 26 0 0 0,11-26 86 0 0,-7 15-41 0 0,10-22 5 0 0,0 2-43 0 0,-2-1 0 0 0,0 0 0 0 0,-22 30-1 0 0,-13 14 678 0 0,43-60-510 0 0,-2 1-124 0 0,-11 13 81 0 0,12-13 103 0 0,0-1-24 0 0,-10 14 8 0 0,10-13-98 0 0,4-3-143 0 0,-1-1 1 0 0,0 1 0 0 0,1 0-1 0 0,-1-1 1 0 0,0 1 0 0 0,0-1-1 0 0,0 1 1 0 0,0-1 0 0 0,-1 1-1 0 0,1-1 1 0 0,0 0 0 0 0,-1 0-1 0 0,1 1 1 0 0,0-1 0 0 0,-1 0-1 0 0,-1 1 1 0 0,1-2-2 0 0,1 1 0 0 0,0 0 0 0 0,0 0 0 0 0,0 0 0 0 0,-1 0 0 0 0,1 0 0 0 0,0 0 0 0 0,0 0 0 0 0,0 0 0 0 0,0 0 0 0 0,1 1 0 0 0,-1-1 0 0 0,0 0 0 0 0,-1 3 0 0 0,2-4-28 0 0,0 1-1 0 0,0-1 1 0 0,0 1-1 0 0,0-1 1 0 0,0 1-1 0 0,0-1 1 0 0,-1 1-1 0 0,1-1 1 0 0,0 1-1 0 0,0-1 0 0 0,-1 1 1 0 0,1-1-1 0 0,0 1 1 0 0,-1-1-1 0 0,1 1 1 0 0,0-1-1 0 0,-1 0 1 0 0,1 1-1 0 0,-1-1 1 0 0,1 0-1 0 0,-1 1 1 0 0,1-1-1 0 0,0 0 0 0 0,-1 0 1 0 0,1 1-1 0 0,-2-1 1 0 0,2 0 3 0 0,-1 0 1 0 0,1 1-1 0 0,-1-1 1 0 0,1 0-1 0 0,-1 0 0 0 0,1 1 1 0 0,-1-1-1 0 0,1 0 1 0 0,0 1-1 0 0,-1-1 0 0 0,1 0 1 0 0,-1 1-1 0 0,1-1 1 0 0,0 1-1 0 0,-1-1 0 0 0,1 1 1 0 0,0-1-1 0 0,0 1 1 0 0,-1-1-1 0 0,1 1 0 0 0,0-1 1 0 0,0 1-1 0 0,0-1 1 0 0,0 1-1 0 0,-1 0 0 0 0,-1 3-2 0 0,-1 0 0 0 0,-1 0 0 0 0,1-1 0 0 0,0 0 0 0 0,-1 1 0 0 0,0-1 0 0 0,-6 4 0 0 0,6-4-851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8:04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84 271 676 0 0,'0'0'4855'0'0,"-5"-2"-4612"0"0,-11-5 76 0 0,11 6 3150 0 0,1-1-3357 0 0,-16-9 2880 0 0,19 12-2975 0 0,0-1-1 0 0,0 1 0 0 0,0-1 0 0 0,0 0 0 0 0,0 0 0 0 0,0 0 0 0 0,0 1 0 0 0,-1-1 0 0 0,1 0 0 0 0,0 0 0 0 0,0-1 0 0 0,0 1 0 0 0,0 0 0 0 0,0 0 0 0 0,0 0 0 0 0,-2-1 0 0 0,-10-2 4345 0 0,13 3-4369 0 0,0 0 1 0 0,0 0 0 0 0,1 0-1 0 0,-1 0 1 0 0,0 0 0 0 0,1 0-1 0 0,-1 0 1 0 0,0 0 0 0 0,0 0-1 0 0,1 0 1 0 0,-1 0 0 0 0,0-1-1 0 0,0 1 1 0 0,1 0 0 0 0,-1 0-1 0 0,0 0 1 0 0,0 0 0 0 0,0-1 0 0 0,1 1-1 0 0,-1 0 1 0 0,0 0 0 0 0,0-1-1 0 0,0 1 1 0 0,0 0 0 0 0,1 0-1 0 0,-1-1 1 0 0,0 1 0 0 0,0 0-1 0 0,0 0 1 0 0,0-1 0 0 0,0 1-1 0 0,0 0 1 0 0,0-1 0 0 0,0 0 5 0 0,1 0 1 0 0,-1 0 0 0 0,0 0 0 0 0,1 1 0 0 0,-1-1-1 0 0,0 0 1 0 0,1 0 0 0 0,-1 0 0 0 0,1 1 0 0 0,-1-1-1 0 0,1 0 1 0 0,0 1 0 0 0,-1-1 0 0 0,1 1-1 0 0,0-1 1 0 0,-1 0 0 0 0,1 1 0 0 0,0-1 0 0 0,0 1-1 0 0,-1 0 1 0 0,1-1 0 0 0,0 1 0 0 0,1-1 0 0 0,395-172-73 0 0,-343 149 366 0 0,-50 21-130 0 0,1 2-251 0 0,1-1 0 0 0,-1 0 0 0 0,0 0 0 0 0,0 0 0 0 0,9-6 0 0 0,-7 4-5 0 0,-2 1-142 0 0,16 17-12874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8:05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0 980 0 0,'0'0'9159'0'0,"1"6"-8715"0"0,3 21 1557 0 0,0-25-1376 0 0,13 5-303 0 0,-13-6-108 0 0,2 0 394 0 0,21 2-315 0 0,-20-2-88 0 0,1-1 112 0 0,149-10 843 0 0,-100 4-1299 0 0,82-7-593 0 0,-133 13 635 0 0,0 1 224 0 0,18 0-132 0 0,-18-1 160 0 0,-2 2 9 0 0,1 0-100 0 0,0 1-1 0 0,-1 0 1 0 0,1 0 0 0 0,-1 0-1 0 0,0 1 1 0 0,6 5 0 0 0,-7-6-260 0 0,-3 3-47 0 0,0 17 444 0 0,0-17 32 0 0,-2 1-379 0 0,-8 20 57 0 0,-1 1-1 0 0,-1-2 1 0 0,-19 32 0 0 0,3-5 335 0 0,-5 0-384 0 0,31-49 36 0 0,-1 1-59 0 0,-33 64-22 0 0,33-64 813 0 0,7-2-547 0 0,12 7-217 0 0,-12-7 361 0 0,2-4-285 0 0,18-4 43 0 0,0-1 0 0 0,0-1 0 0 0,-1-1 0 0 0,0-1 0 0 0,-1-1 0 0 0,22-13 0 0 0,-22 14-211 0 0,-1 2 523 0 0,23-13-146 0 0,-40 18-244 0 0,2 1 97 0 0,15-7 357 0 0,-16 6-134 0 0,-3 2-353 0 0,0 0 125 0 0,0 0 1 0 0,0 0-1 0 0,0 0 1 0 0,0-1-1 0 0,0 1 1 0 0,0-1-1 0 0,0 1 1 0 0,0-1-1 0 0,0 0 0 0 0,1-1 1 0 0,2 1 281 0 0,0 2-782 0 0,15 3 231 0 0,-15-3-400 0 0,13 15-9721 0 0,-14-13 8737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8:06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3 150 472 0 0,'0'0'9021'0'0,"-1"-6"-8239"0"0,0-22 1878 0 0,17 15-2091 0 0,-13 10 429 0 0,2-1-655 0 0,12-11-157 0 0,-12 11 202 0 0,-1 1-174 0 0,67-44-384 0 0,-65 44 85 0 0,-1 0 100 0 0,0 0 0 0 0,0 1 0 0 0,0-1 0 0 0,0 1-1 0 0,1 0 1 0 0,-1 0 0 0 0,0 0 0 0 0,11-1 0 0 0,-13 3-82 0 0,3-2 247 0 0,22 7-124 0 0,-23-5 268 0 0,-2 4-343 0 0,19 34 32 0 0,-20-33 287 0 0,-2 3-282 0 0,0 36 139 0 0,-8 52 1 0 0,7-90 10 0 0,0 1 67 0 0,-3 21-346 0 0,3-22-177 0 0,0 1 336 0 0,-3 23 140 0 0,10-31-424 0 0,23-4 530 0 0,-26 1 11 0 0,26-35-617 0 0,46-80 0 0 0,-73 115 396 0 0,0-1-257 0 0,8-14 30 0 0,-8 14 302 0 0,0 1-190 0 0,19-39 373 0 0,-19 38-582 0 0,0 1 117 0 0,-2 3 130 0 0,0 1-1 0 0,1-1 1 0 0,-1 1-1 0 0,0-1 1 0 0,1 1 0 0 0,-1-1-1 0 0,0 1 1 0 0,0-1-1 0 0,0 0 1 0 0,1 1-1 0 0,-1-1 1 0 0,0 1 0 0 0,0-1-1 0 0,0 1 1 0 0,0-1-1 0 0,0 0 1 0 0,0 1-1 0 0,0-1 1 0 0,0 1 0 0 0,0-1-1 0 0,0 0 1 0 0,0 1-1 0 0,-1-1 1 0 0,1 1-1 0 0,0-1 1 0 0,0 1-1 0 0,0-1 1 0 0,-1 1 0 0 0,0-2-1 0 0,-16 11 10 0 0,17-9-19 0 0,-6 8-79 0 0,0 10 133 0 0,1-1 0 0 0,1 1 0 0 0,1 0 0 0 0,0 0-1 0 0,1 0 1 0 0,2 36 0 0 0,0-50-21 0 0,1 1-1 0 0,0-1 1 0 0,0 0 0 0 0,0 0-1 0 0,0 1 1 0 0,1-1-1 0 0,-1 0 1 0 0,1-1 0 0 0,0 1-1 0 0,1 0 1 0 0,-1 0-1 0 0,4 3 1 0 0,-5-6-21 0 0,2 3-4 0 0,1-1-1 0 0,0 0 1 0 0,0 0-1 0 0,0 0 1 0 0,0-1-1 0 0,1 0 1 0 0,-1 1-1 0 0,1-1 1 0 0,-1-1-1 0 0,1 1 0 0 0,0-1 1 0 0,-1 0-1 0 0,1 0 1 0 0,0 0-1 0 0,9 0 1 0 0,-6 0-21 0 0,16 1-604 0 0,-1 0 0 0 0,1-2 0 0 0,45-4 1 0 0,64-20-7855 0 0,-96 15 5435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8:07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50 612 0 0,'0'0'5468'0'0,"-2"-4"-3638"0"0,-5-13-288 0 0,5 13 1773 0 0,7 0-2463 0 0,14-12 110 0 0,-9 11-73 0 0,7 5-645 0 0,0 1-1 0 0,0 1 1 0 0,0 0-1 0 0,0 1 1 0 0,-1 1-1 0 0,1 1 1 0 0,-1 0-1 0 0,0 1 1 0 0,0 1-1 0 0,-1 0 1 0 0,0 1-1 0 0,0 1 1 0 0,-1 0-1 0 0,0 1 1 0 0,-1 0-1 0 0,18 19 1 0 0,-7-6-88 0 0,-2 1 0 0 0,0 1 1 0 0,-2 1-1 0 0,-1 1 0 0 0,-1 1 0 0 0,-2 0 1 0 0,24 54-1 0 0,-27-45-231 0 0,-1 0 0 0 0,-1 1 0 0 0,-2 0 1 0 0,-2 0-1 0 0,-2 1 0 0 0,-1-1 0 0 0,-2 1 0 0 0,-2 0 1 0 0,-1 0-1 0 0,-2 0 0 0 0,-2 0 0 0 0,-1-1 0 0 0,-2 0 0 0 0,-24 68 1 0 0,18-69-936 0 0,-2-1 0 0 0,-2 0 1 0 0,-33 49-1 0 0,30-54-1103 0 0,-2-1 0 0 0,-2-1 0 0 0,-50 47 0 0 0,14-28-1706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8:07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18 2588 0 0,'-2'-3'1920'0'0,"-10"-6"-799"0"0,9 3 4095 0 0,-3 8-4529 0 0,-19 4 197 0 0,25-6-852 0 0,-1 0 0 0 0,1 0 1 0 0,-1 0-1 0 0,1 0 0 0 0,0 0 0 0 0,-1 0 1 0 0,1 0-1 0 0,-1 0 0 0 0,1 1 1 0 0,0-1-1 0 0,-1 0 0 0 0,1 0 0 0 0,-1 0 1 0 0,1 1-1 0 0,0-1 0 0 0,-1 0 0 0 0,1 1 1 0 0,0-1-1 0 0,0 0 0 0 0,-1 1 0 0 0,1-1 1 0 0,0 0-1 0 0,0 1 0 0 0,-1 0 1 0 0,-8 15 242 0 0,0 0 0 0 0,1 1 0 0 0,1 0 0 0 0,1 0 0 0 0,0 1 0 0 0,1 0 0 0 0,1 0 0 0 0,1 0 0 0 0,1 1 0 0 0,-1 36 0 0 0,4-9-7 0 0,2-1 0 0 0,2 1 1 0 0,15 64-1 0 0,-8-62-92 0 0,2-1-1 0 0,2-1 1 0 0,2-1 0 0 0,2 0 0 0 0,2-1-1 0 0,2-2 1 0 0,2 0 0 0 0,1-2 0 0 0,3 0-1 0 0,1-2 1 0 0,1-2 0 0 0,2-1 0 0 0,2-1-1 0 0,72 52 1 0 0,-50-51 331 0 0,106 47 0 0 0,-101-52-322 0 0,-7-4 60 0 0,-51-23-15 0 0,-4-3-233 0 0,1 1 0 0 0,0-1 0 0 0,-1 1-1 0 0,1 0 1 0 0,-1 0 0 0 0,1 0 0 0 0,-1 0 0 0 0,1 0 0 0 0,-1 0 0 0 0,0 0 0 0 0,0 0 0 0 0,3 2 0 0 0,-3-1-13 0 0,3 1-262 0 0,1-1-1823 0 0,-4-1 1030 0 0,12 4 1794 0 0,-8-2-4114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8:09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20 1012 0 0,'-7'25'1342'0'0,"5"-20"3129"0"0,0-1-4081 0 0,-3 8 7831 0 0,10-17-1799 0 0,1-1-6503 0 0,-3 3-1809 0 0,1-1 1829 0 0,1 1 91 0 0,7-4-76 0 0,1 0-1 0 0,-1 1 0 0 0,1 1 0 0 0,1 0 0 0 0,13-4 0 0 0,38 3-35 0 0,-62 6 76 0 0,1 1 0 0 0,0-1 0 0 0,-1 1 1 0 0,1-1-1 0 0,0 1 0 0 0,-1 0 0 0 0,1 1 0 0 0,-1-1 0 0 0,0 0 0 0 0,1 1 0 0 0,-1 0 1 0 0,0 0-1 0 0,3 2 0 0 0,-1-1-39 0 0,-1 0 43 0 0,-1-1 1 0 0,-1 1-1 0 0,1-1 0 0 0,0 1 1 0 0,-1 0-1 0 0,1 0 0 0 0,-1 0 1 0 0,0 0-1 0 0,0 0 1 0 0,0 1-1 0 0,2 4 0 0 0,14 44 70 0 0,-16-42-55 0 0,19 86 489 0 0,-20-90-455 0 0,0 0-68 0 0,4 22 127 0 0,-4-22 342 0 0,0 1-56 0 0,3 26 1207 0 0,-4-31-1557 0 0,1-1 1 0 0,0 1-1 0 0,-1-1 0 0 0,1 1 0 0 0,0-1 1 0 0,0 1-1 0 0,0-1 0 0 0,0 1 0 0 0,0-1 1 0 0,1 0-1 0 0,-1 0 0 0 0,2 2 0 0 0,1 0 338 0 0,2-4-279 0 0,19-7-84 0 0,0-1-1 0 0,0-1 1 0 0,-1-1-1 0 0,28-18 1 0 0,48-21 78 0 0,49-16 70 0 0,-144 64-141 0 0,-4 2-17 0 0,1-1 0 0 0,0 1 0 0 0,0 0 0 0 0,-1-1 1 0 0,1 1-1 0 0,0-1 0 0 0,-1 0 0 0 0,1 0 0 0 0,0 1 0 0 0,-1-1 0 0 0,1 0 1 0 0,1-2-1 0 0,-3 3-1 0 0,5-2 94 0 0,0 0-36 0 0,45-14 130 0 0,-45 15-327 0 0,17 11-11400 0 0,-17-8 7333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8:33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59 900 0 0,'0'0'4171'0'0,"-2"-5"-3772"0"0,-5-18 9502 0 0,8 18-10034 0 0,2-16-25 0 0,-2 16-33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8:34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102 143 692 0 0,'0'0'4043'0'0,"2"-4"-3261"0"0,0 1-154 0 0,4-6-869 0 0,-4 1 7242 0 0,-2 6-6944 0 0,0 1 0 0 0,-1-1 1 0 0,1 1-1 0 0,0-1 0 0 0,-1 1 0 0 0,1-1 0 0 0,-1 1 0 0 0,0-1 0 0 0,1 1 0 0 0,-1 0 1 0 0,0-1-1 0 0,-1 0 0 0 0,0-2 57 0 0,0 0 1165 0 0,2 2-1235 0 0,0 1-1 0 0,-1 0 1 0 0,1-1-1 0 0,-1 1 0 0 0,1 0 1 0 0,-1 0-1 0 0,1-1 0 0 0,-1 1 1 0 0,0 0-1 0 0,1 0 1 0 0,-1 0-1 0 0,-2-2 0 0 0,2 1 15 0 0,-1-2 152 0 0,-17-15 272 0 0,19 17-428 0 0,-1 1 0 0 0,0 0 0 0 0,0-1 1 0 0,1 1-1 0 0,-1 0 0 0 0,0-1 0 0 0,0 1 1 0 0,-1 0-1 0 0,1 0 0 0 0,0 0 0 0 0,0 0 0 0 0,-1 0 1 0 0,1 0-1 0 0,0 0 0 0 0,-1 1 0 0 0,-2-2 0 0 0,3 1 4 0 0,0 1-1 0 0,0-1 1 0 0,0 1-1 0 0,0-1 0 0 0,0 0 1 0 0,-1 0-1 0 0,1 1 0 0 0,0-1 1 0 0,1 0-1 0 0,-1 0 1 0 0,0 0-1 0 0,0 0 0 0 0,0 0 1 0 0,-1-2-1 0 0,2 2-51 0 0,0 1 0 0 0,0 0 0 0 0,0-1 0 0 0,-1 1-1 0 0,1-1 1 0 0,0 1 0 0 0,-1 0 0 0 0,1-1 0 0 0,0 1 0 0 0,-1 0 0 0 0,1-1 0 0 0,-1 1-1 0 0,1 0 1 0 0,0-1 0 0 0,-1 1 0 0 0,1 0 0 0 0,-1 0 0 0 0,1 0 0 0 0,-1-1 0 0 0,1 1-1 0 0,-1 0 1 0 0,1 0 0 0 0,0 0 0 0 0,-1 0 0 0 0,0 0 0 0 0,0 0-12 0 0,1 0 1 0 0,0 0-1 0 0,-1 0 1 0 0,1 0-1 0 0,-1 0 1 0 0,1-1 0 0 0,-1 1-1 0 0,1 0 1 0 0,-1 0-1 0 0,1 0 1 0 0,-1 0-1 0 0,1-1 1 0 0,0 1-1 0 0,-1 0 1 0 0,1-1-1 0 0,-1 1 1 0 0,1 0-1 0 0,0-1 1 0 0,-1 1-1 0 0,1 0 1 0 0,0-1 0 0 0,-1 1-1 0 0,1-1 1 0 0,0 1-1 0 0,0-1 1 0 0,-3 5-63 0 0,-5 12 104 0 0,6-12 100 0 0,2 3-22 0 0,2 28 31 0 0,2 0 0 0 0,16 68-1 0 0,-16-87-5 0 0,82 262 1746 0 0,-65-216-1636 0 0,3-2 256 0 0,-23-56-236 0 0,2 2-51 0 0,20 47 747 0 0,-21-48-469 0 0,-2-4-482 0 0,0 0-1 0 0,0 1 1 0 0,1-1-1 0 0,-1 0 1 0 0,1 1-1 0 0,-1-1 1 0 0,1 0-1 0 0,0 1 0 0 0,-1-1 1 0 0,1 0-1 0 0,0 0 1 0 0,2 2-1 0 0,-2-2 12 0 0,1 3 421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8:34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1 156 1644 0 0,'0'0'18803'0'0,"5"-1"-18718"0"0,9-3-33 0 0,0-1 0 0 0,-1-1 0 0 0,1 0 0 0 0,-1-1 0 0 0,0-1 0 0 0,23-17 1 0 0,-6 5-70 0 0,20-10-18 0 0,-47 27-1 0 0,2 1 99 0 0,11-9-156 0 0,-12 9 103 0 0,0-1-60 0 0,-3 3-325 0 0,22-15 989 0 0,-5 8-7329 0 0,-10 9 1713 0 0,1 6 3844 0 0,-8-7 278 0 0,2 2-2915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8:35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0 832 0 0,'0'0'8652'0'0,"3"3"-8032"0"0,-2-2-366 0 0,0 0-76 0 0,0 0 1 0 0,0 0-1 0 0,0 0 1 0 0,0 0-1 0 0,0 0 1 0 0,-1 0-1 0 0,1 0 1 0 0,0 0-1 0 0,0 1 0 0 0,-1-1 1 0 0,1 0-1 0 0,0 2 1 0 0,3-5 42 0 0,-1 0-180 0 0,-2 1-17 0 0,0 0 1 0 0,0 0-1 0 0,1 0 1 0 0,-1 0-1 0 0,0 1 0 0 0,1-1 1 0 0,-1 0-1 0 0,0 1 1 0 0,1-1-1 0 0,-1 1 0 0 0,1-1 1 0 0,2 0-1 0 0,-1 2 50 0 0,1-1-1 0 0,0 1 0 0 0,0 0 1 0 0,0 0-1 0 0,-1 0 1 0 0,1 0-1 0 0,0 1 1 0 0,-1-1-1 0 0,1 1 0 0 0,-1 0 1 0 0,0 0-1 0 0,1 0 1 0 0,-1 1-1 0 0,0-1 1 0 0,0 1-1 0 0,-1 0 0 0 0,5 4 1 0 0,1 4 86 0 0,0-1 1 0 0,-1 1 0 0 0,10 20-1 0 0,-2-2 167 0 0,-1 1 0 0 0,-2 0 0 0 0,18 63 0 0 0,-29-89-202 0 0,-1-3-113 0 0,1 0 0 0 0,-1-1 0 0 0,1 1 0 0 0,0 0 0 0 0,-1-1 0 0 0,0 1 0 0 0,1 0 0 0 0,-1-1 0 0 0,1 1 0 0 0,-1 0 0 0 0,0 0 0 0 0,0 0 0 0 0,1-1 0 0 0,-1 1 0 0 0,0 0 0 0 0,0 0 0 0 0,0 1 0 0 0,5 18 1126 0 0,2-1-733 0 0,-6-14 548 0 0,0-10-1113 0 0,6-50 295 0 0,-6 49-262 0 0,0 1 97 0 0,5-18-70 0 0,8-23 138 0 0,-7 23-2 0 0,-5 18-48 0 0,1-1 74 0 0,31-44 48 0 0,-30 45-145 0 0,1 1 86 0 0,1-2-38 0 0,32-23 166 0 0,-35 27-211 0 0,0 0 0 0 0,0 0 0 0 0,1 0-1 0 0,-1 1 1 0 0,1-1 0 0 0,0 1 0 0 0,-1 0-1 0 0,1 0 1 0 0,0 0 0 0 0,0 0 0 0 0,-1 1-1 0 0,5 0 1 0 0,-3 0-9 0 0,1 0 69 0 0,-1 0-1 0 0,1 0 0 0 0,-1 1 0 0 0,1 0 0 0 0,-1 0 0 0 0,1 0 0 0 0,-1 1 0 0 0,0 0 0 0 0,0 0 0 0 0,8 4 0 0 0,42 32 216 0 0,-41-27-96 0 0,-1 1-1 0 0,20 22 1 0 0,-2-2-1578 0 0,-27-28 266 0 0,1-2-625 0 0,15 10-757 0 0,-15-10-927 0 0,0-2 459 0 0,23-5-182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8:36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 2396 0 0,'0'0'2638'0'0,"-2"4"-453"0"0,-22 36 10100 0 0,22-36-11422 0 0,-5 12-53 0 0,5-12 2423 0 0,8-2-2990 0 0,2-2-311 0 0,0 1 0 0 0,0-1 0 0 0,0 0 0 0 0,0 0 0 0 0,8-2 1 0 0,99-33-8591 0 0,-106 32 7505 0 0,-4 1-1069 0 0,7 2-1787 0 0,-2-3 2910 0 0,-3 2 200 0 0,-1 0-1879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8:36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0 1716 0 0,'0'0'5477'0'0,"-3"4"-3388"0"0,2-3-953 0 0,-11 17 9143 0 0,16-16-10081 0 0,11 7-46 0 0,-11-7-300 0 0,2-3-413 0 0,20-6-165 0 0,-19 5-412 0 0,-6 1 875 0 0,1 0 0 0 0,0 1 0 0 0,-1-1 0 0 0,1 0-1 0 0,0 0 1 0 0,0 1 0 0 0,-1-1 0 0 0,1 1 0 0 0,0 0 0 0 0,0-1 0 0 0,0 1 0 0 0,3 0 0 0 0,-2 0-488 0 0,3-2-2991 0 0,1 0 362 0 0,29-9-373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8:37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47 3044 0 0,'0'0'4445'0'0,"-2"-4"-2610"0"0,-11-15 5677 0 0,11 15-7433 0 0,-5-12 34 0 0,5 12 479 0 0,4 8-579 0 0,9 13 112 0 0,-8-13-70 0 0,0 0 81 0 0,83 67 673 0 0,-64-58-735 0 0,-4-4-70 0 0,0 1-1 0 0,0 0 0 0 0,-2 2 1 0 0,1 0-1 0 0,-1 1 0 0 0,-1 1 1 0 0,17 18-1 0 0,-28-21 27 0 0,1 10 36 0 0,-2 0-1 0 0,0 0 1 0 0,-2 0 0 0 0,0 1 0 0 0,-2-1-1 0 0,0 0 1 0 0,-1 0 0 0 0,-8 34-1 0 0,-9 21 130 0 0,-29 76 0 0 0,-46 74 498 0 0,46-118-3971 0 0,46-102 733 0 0,-1 1-2604 0 0,-3 2 3958 0 0,4-7 178 0 0,0 1-2946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8:38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34 324 424 0 0,'0'0'9343'0'0,"-4"-3"-8530"0"0,1 1-102 0 0,0-1 0 0 0,0 1-1 0 0,1-1 1 0 0,-1 0 0 0 0,1 0-1 0 0,-4-7 1 0 0,0 0-1054 0 0,4 6 1033 0 0,3-3-622 0 0,-1 1-23 0 0,0 4-20 0 0,0 0 1 0 0,1 0-1 0 0,-1 0 0 0 0,0 0 0 0 0,0 0 0 0 0,1 0 0 0 0,-1 0 1 0 0,1 0-1 0 0,0 0 0 0 0,0 0 0 0 0,0 0 0 0 0,-1 0 0 0 0,3-2 0 0 0,9-18-8 0 0,-9 16 108 0 0,2 2-192 0 0,14-14-46 0 0,-15 14 103 0 0,0 1-24 0 0,11-11 123 0 0,-11 10-13 0 0,1 3-180 0 0,13-5 74 0 0,-14 5 98 0 0,3 3-233 0 0,17 5 167 0 0,-23-7-3 0 0,1 0-1 0 0,-1 0 1 0 0,0 1-1 0 0,0-1 1 0 0,0 0-1 0 0,0 1 0 0 0,0-1 1 0 0,0 1-1 0 0,0 0 1 0 0,0-1-1 0 0,0 1 1 0 0,0 0-1 0 0,0 0 0 0 0,0-1 1 0 0,0 1-1 0 0,-1 0 1 0 0,1 0-1 0 0,0 0 1 0 0,-1 0-1 0 0,1 0 0 0 0,0 1 1 0 0,1 1-29 0 0,1 1 32 0 0,1 1-1 0 0,-1-1 0 0 0,0 1 0 0 0,0-1 0 0 0,-1 1 0 0 0,1 0 0 0 0,-1 0 0 0 0,0 1 0 0 0,-1-1 0 0 0,3 9 0 0 0,2 41-83 0 0,-6-49 101 0 0,0 0-60 0 0,1 1 28 0 0,1 24-146 0 0,-1-23 38 0 0,-1-2 88 0 0,2 20 123 0 0,-2-19-95 0 0,1-13-1324 0 0,2-16 1181 0 0,-2 17 150 0 0,1-3 15 0 0,8-24 134 0 0,3-1 0 0 0,0 1 0 0 0,29-47 0 0 0,-39 73-141 0 0,0 1 1 0 0,1 0-1 0 0,0 1 0 0 0,0-1 0 0 0,0 1 1 0 0,0-1-1 0 0,9-5 0 0 0,-10 7 37 0 0,1 0 108 0 0,-2 3-143 0 0,0 0-1 0 0,-1 0 1 0 0,1-1-1 0 0,0 1 1 0 0,-1-1 0 0 0,1 1-1 0 0,0-1 1 0 0,-1 1 0 0 0,1-1-1 0 0,-1 0 1 0 0,3-1-1 0 0,0-1 32 0 0,2 1 475 0 0,0 3-433 0 0,0-2-64 0 0,-4 1 2 0 0,0 0 0 0 0,0 0 1 0 0,1 0-1 0 0,-1 0 1 0 0,0 0-1 0 0,0 0 0 0 0,0 0 1 0 0,0 0-1 0 0,0 1 0 0 0,0-1 1 0 0,4 3-1 0 0,-1 0 57 0 0,1 0 0 0 0,-1 1 0 0 0,0 0 0 0 0,0 1 0 0 0,0-1 0 0 0,0 1 0 0 0,-1 0 0 0 0,0 0 0 0 0,0 0 0 0 0,0 0 0 0 0,-1 1 0 0 0,0 0 0 0 0,0 0 0 0 0,0 0 0 0 0,3 12 0 0 0,7 10-131 0 0,-11-24-91 0 0,11 35-46 0 0,-8-27 222 0 0,-4-7 199 0 0,0-12-239 0 0,6-25 98 0 0,1-1 0 0 0,1 1 0 0 0,2 0 1 0 0,15-31-1 0 0,-24 59-42 0 0,-1 0 1 0 0,1 0-1 0 0,0 1 1 0 0,0-1-1 0 0,0 1 1 0 0,0-1-1 0 0,5-5 1 0 0,-1 2 70 0 0,0-3 120 0 0,-5 9-228 0 0,0-1 0 0 0,0 0 0 0 0,0 1 1 0 0,0-1-1 0 0,0 1 0 0 0,1 0 0 0 0,-1-1 0 0 0,0 1 0 0 0,1 0 0 0 0,-1 0 1 0 0,3-2-1 0 0,9-6 256 0 0,5-4 129 0 0,-13 10-17 0 0,2 2 31 0 0,-4 0-393 0 0,1 1 93 0 0,0-1-1 0 0,-1 0 1 0 0,1 1-1 0 0,0 0 0 0 0,-1-1 1 0 0,1 2-1 0 0,0-1 0 0 0,-1 0 1 0 0,1 1-1 0 0,0-1 0 0 0,-1 1 1 0 0,1 0-1 0 0,-1 0 0 0 0,1 1 1 0 0,-1-1-1 0 0,6 4 0 0 0,11 12 115 0 0,-1 2 0 0 0,-1 0 0 0 0,0 1 0 0 0,-2 0-1 0 0,21 33 1 0 0,-6-8-667 0 0,-28-42-376 0 0,1 1-154 0 0,13 11-248 0 0,-13-11-652 0 0,8-4-6117 0 0,-1-2 6541 0 0,-4 1 210 0 0,-1 1-2956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8:50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55 248 368 0 0,'0'0'4926'0'0,"-4"-3"-4042"0"0,-12-7-155 0 0,12 8 2681 0 0,1-2-2549 0 0,-8-10-137 0 0,9 10 1455 0 0,-1 0-1878 0 0,1-2-106 0 0,0-1-1 0 0,0 1 1 0 0,0 0 0 0 0,1-1-1 0 0,0 0 1 0 0,-1-10 0 0 0,2 10-235 0 0,2 1 190 0 0,4-19-61 0 0,-5 19-288 0 0,1 2 226 0 0,25-33-53 0 0,-24 34-152 0 0,2 1 277 0 0,15-5-136 0 0,-15 5 148 0 0,1 4-48 0 0,16 4-2 0 0,-16-5-157 0 0,1 7-174 0 0,7 4 211 0 0,0 8 103 0 0,-2 1 0 0 0,0 0 0 0 0,-2 1 1 0 0,0 0-1 0 0,7 25 0 0 0,-16-43-71 0 0,5 24-271 0 0,-5-23 281 0 0,0 0 68 0 0,3 15 21 0 0,-3-15-168 0 0,0 1 114 0 0,2 19-13 0 0,-2-19-50 0 0,-1 0 82 0 0,3 20 30 0 0,-3-20 22 0 0,1-1 21 0 0,3 16-88 0 0,-3-16 177 0 0,-3-6-409 0 0,1-1 204 0 0,-1 1 0 0 0,1 0-1 0 0,-1-1 1 0 0,1 1-1 0 0,0-1 1 0 0,0 0 0 0 0,0 1-1 0 0,-2-4 1 0 0,0 2 320 0 0,3-2-382 0 0,-4-17 93 0 0,3 16 38 0 0,1-1-235 0 0,0-13 143 0 0,-1-7 58 0 0,2 0 0 0 0,0 0 0 0 0,10-50-1 0 0,7 18 93 0 0,4 0-143 0 0,-19 53 304 0 0,-3 5-336 0 0,0-1 48 0 0,1 0 1 0 0,-1 1-1 0 0,1-1 1 0 0,-1 1-1 0 0,1-1 1 0 0,-1 0-1 0 0,1 1 1 0 0,0 0-1 0 0,0-1 0 0 0,0 1 1 0 0,1-2-1 0 0,1-1 21 0 0,-1-1 18 0 0,-2 5-150 0 0,1 0 112 0 0,-1 0-1 0 0,1 0 1 0 0,-1 0 0 0 0,0 0 0 0 0,1 0 0 0 0,-1 0 0 0 0,1 0 0 0 0,-1-1 0 0 0,0 1-1 0 0,1 0 1 0 0,-1 0 0 0 0,0 0 0 0 0,1 0 0 0 0,-1-1 0 0 0,0 1 0 0 0,1 0 0 0 0,-1-1 0 0 0,0 1-1 0 0,1 0 1 0 0,-1 0 0 0 0,0-1 0 0 0,0 1 0 0 0,1 0 0 0 0,-1-1 0 0 0,0 1 0 0 0,0-1-1 0 0,1 0 10 0 0,-1 1 0 0 0,0-1 0 0 0,1 1 0 0 0,-1-1 0 0 0,0 1-1 0 0,1-1 1 0 0,-1 1 0 0 0,1 0 0 0 0,-1-1 0 0 0,1 1 0 0 0,-1-1 0 0 0,1 1-1 0 0,-1 0 1 0 0,1 0 0 0 0,-1-1 0 0 0,1 1 0 0 0,-1 0 0 0 0,1 0-1 0 0,0-1 1 0 0,-1 1 0 0 0,1 0 0 0 0,-1 0 0 0 0,1 0 0 0 0,0 0-1 0 0,-1 0 1 0 0,1 0 0 0 0,-1 0 0 0 0,1 0 0 0 0,0 0 0 0 0,-1 0-1 0 0,1 1 1 0 0,0-1 0 0 0,7 1 21 0 0,-1 1 1 0 0,1 0-1 0 0,-1 0 0 0 0,0 0 1 0 0,1 1-1 0 0,-1 0 0 0 0,-1 0 1 0 0,1 1-1 0 0,7 5 0 0 0,5 7 115 0 0,0 0-1 0 0,-2 1 0 0 0,0 1 0 0 0,-1 0 1 0 0,15 22-1 0 0,11 25 520 0 0,-40-61-493 0 0,1 0-46 0 0,8 14-164 0 0,-9-14 232 0 0,2 0-230 0 0,9 13-76 0 0,-10-13 104 0 0,0 0-797 0 0,3 5 1144 0 0,17 21-9274 0 0,-20-27 6281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8:39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33 1316 0 0,'0'0'2206'0'0,"-5"1"-384"0"0,-20 4 5964 0 0,21-3-7029 0 0,-17 9 5638 0 0,26-13-6587 0 0,66-22-3697 0 0,10 5-6248 0 0,-50 13 7501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8:40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31 2824 0 0,'-22'25'15041'0'0,"26"-28"-14694"0"0,46-21-147 0 0,-6 9-2947 0 0,13 3-6014 0 0,-51 11 5285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8:40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59 2268 0 0,'0'0'6478'0'0,"-5"1"-5036"0"0,-17 7 7552 0 0,26-11-8758 0 0,3-1-191 0 0,0 0 0 0 0,0 0 0 0 0,0 1 0 0 0,0 0 0 0 0,1 1 0 0 0,-1 0 0 0 0,13-2 0 0 0,71-7 39 0 0,-56 8-154 0 0,105-14-3372 0 0,-126 15 2893 0 0,39-3-8038 0 0,-47 5 4801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8:41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0 1988 0 0,'-5'2'2335'0'0,"-25"4"9130"0"0,36-4-11383 0 0,21 5 61 0 0,1-1-1 0 0,31 2 1 0 0,75 14-5 0 0,-118-18-77 0 0,0 1-1 0 0,-1 1 1 0 0,1 0-1 0 0,-1 1 1 0 0,0 0-1 0 0,15 11 1 0 0,-28-16-40 0 0,0 1 0 0 0,1 0 0 0 0,-1 0 0 0 0,0 0 0 0 0,0 0 1 0 0,-1 0-1 0 0,1 0 0 0 0,-1 1 0 0 0,1-1 0 0 0,-1 0 0 0 0,0 1 0 0 0,0-1 1 0 0,0 6-1 0 0,0-3-35 0 0,0-2 45 0 0,-1 1 0 0 0,1 0 0 0 0,-1-1 1 0 0,0 1-1 0 0,0 0 0 0 0,-1-1 0 0 0,0 1 0 0 0,0 0 0 0 0,0-1 0 0 0,0 1 0 0 0,-3 6 0 0 0,0 1 14 0 0,-4 13-51 0 0,-2-2-1 0 0,0 1 1 0 0,-26 41 0 0 0,-50 60 252 0 0,29-45 203 0 0,55-76-97 0 0,-1 0 83 0 0,2-3-213 0 0,-1 0-70 0 0,1 0 1 0 0,0 0-1 0 0,0 0 0 0 0,0 0 0 0 0,0 1 0 0 0,0-1 0 0 0,0 0 1 0 0,0 1-1 0 0,0-1 0 0 0,0 1 0 0 0,0-1 0 0 0,0 3 0 0 0,2-2-119 0 0,-1-1 0 0 0,1 1 0 0 0,0-1-1 0 0,0 1 1 0 0,0-1 0 0 0,0 0 0 0 0,0 1 0 0 0,0-1 0 0 0,0 0-1 0 0,1 0 1 0 0,1 2 0 0 0,-2-2-2 0 0,2 2 120 0 0,5-4 55 0 0,40-10-20 0 0,196-53-1836 0 0,-238 63 621 0 0,2 0-185 0 0,20-3-480 0 0,-21 3-713 0 0,-2 2-1274 0 0,15 3 322 0 0,-15-3-364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9:06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20 266 1800 0 0,'0'0'10328'0'0,"-3"-4"-9862"0"0,1 0-131 0 0,-1 0 1 0 0,1 0-1 0 0,1 0 1 0 0,-1 0-1 0 0,1-1 1 0 0,-1 1-1 0 0,1-1 0 0 0,0 1 1 0 0,1-1-1 0 0,-1 0 1 0 0,1 1-1 0 0,0-1 1 0 0,0 1-1 0 0,1-8 1 0 0,1 6-304 0 0,0 2-21 0 0,26-34-343 0 0,-25 34 279 0 0,1 0 95 0 0,13-10-122 0 0,-13 10 276 0 0,-4 4-194 0 0,1-1 1 0 0,-1 1-1 0 0,0-1 0 0 0,0 1 0 0 0,0-1 1 0 0,1 1-1 0 0,-1-1 0 0 0,0 1 0 0 0,1 0 1 0 0,-1-1-1 0 0,0 1 0 0 0,1-1 0 0 0,-1 1 1 0 0,0 0-1 0 0,1-1 0 0 0,-1 1 0 0 0,1 0 0 0 0,-1 0 1 0 0,1-1-1 0 0,-1 1 0 0 0,0 0 0 0 0,1 0 1 0 0,-1 0-1 0 0,1 0 0 0 0,-1-1 0 0 0,2 1 1 0 0,-2 0-5 0 0,1 0 0 0 0,-1 0 1 0 0,1 0-1 0 0,-1 0 0 0 0,1 0 1 0 0,-1-1-1 0 0,1 1 0 0 0,-1 0 1 0 0,1 0-1 0 0,-1-1 0 0 0,0 1 1 0 0,1 0-1 0 0,-1 0 0 0 0,1-1 1 0 0,-1 1-1 0 0,0 0 0 0 0,1-1 1 0 0,-1 1-1 0 0,0-1 0 0 0,1 1 1 0 0,-1-1-1 0 0,0 1 0 0 0,0 0 1 0 0,1-1-1 0 0,-1 1 0 0 0,0-2 1 0 0,5 0 23 0 0,46-16-284 0 0,-45 17 408 0 0,0 2-142 0 0,3 2-21 0 0,0-1 0 0 0,-1 2 1 0 0,16 7-1 0 0,-20-9 86 0 0,-2 3-61 0 0,1 4-77 0 0,-1-1 0 0 0,-1 0 0 0 0,1 1 0 0 0,-1-1 0 0 0,-1 1 0 0 0,0 0 0 0 0,0-1 0 0 0,-1 9 0 0 0,-14 68 230 0 0,11-68-141 0 0,3-11 12 0 0,0 2-111 0 0,-1-1 1 0 0,0 1-1 0 0,0 0 1 0 0,-5 10 0 0 0,3-7 29 0 0,2-7 59 0 0,1 1-212 0 0,-5 12 285 0 0,4-13-142 0 0,6-7-104 0 0,11-13 48 0 0,-11 12 187 0 0,0-1 31 0 0,144-174-694 0 0,-136 160 669 0 0,19-37 0 0 0,-26 45 7 0 0,-3 7-66 0 0,1-1 422 0 0,8-15-241 0 0,-8 14-103 0 0,-2 2-116 0 0,0-1 40 0 0,0 0-1 0 0,0 0 1 0 0,-1 1 0 0 0,0-1-1 0 0,0 0 1 0 0,0 0-1 0 0,0 1 1 0 0,-2-8 0 0 0,1 7-32 0 0,-3 8-52 0 0,0 1 65 0 0,-1 0 0 0 0,1 0 0 0 0,0 0 0 0 0,0 1 0 0 0,0 0 0 0 0,0-1 0 0 0,1 1 0 0 0,0 1 0 0 0,0-1 0 0 0,0 0 0 0 0,1 1 0 0 0,-4 9 0 0 0,2-1 37 0 0,1 1-1 0 0,-1-1 1 0 0,-1 30 0 0 0,5-40-26 0 0,0 1 0 0 0,1-1-1 0 0,-1 0 1 0 0,1 0 0 0 0,-1 0 0 0 0,2 1 0 0 0,-1-1-1 0 0,0 0 1 0 0,1 0 0 0 0,-1-1 0 0 0,1 1 0 0 0,5 7-1 0 0,-5-7 21 0 0,-1-2-49 0 0,0 0 0 0 0,1 1 1 0 0,-1-1-1 0 0,0 0 0 0 0,1 0 1 0 0,0 0-1 0 0,-1 0 0 0 0,1 0 1 0 0,0 0-1 0 0,0-1 0 0 0,3 3 1 0 0,1 1-55 0 0,-4-3 3 0 0,1 0 0 0 0,-1 1 0 0 0,0-1-1 0 0,0 0 1 0 0,1 0 0 0 0,-1-1 0 0 0,1 1 0 0 0,0 0-1 0 0,4 1 1 0 0,0 1-234 0 0,0 0-968 0 0,0 0 0 0 0,1-1 0 0 0,-1 0 0 0 0,1 0 1 0 0,-1-1-1 0 0,13 3 0 0 0,-11-3 603 0 0,-3 0-2265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9:07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60 2676 0 0,'0'0'1983'0'0,"-1"-5"-185"0"0,-6-18 5906 0 0,8 23-7665 0 0,1 1 0 0 0,-1 0 1 0 0,1-1-1 0 0,-1 1 0 0 0,0 0 1 0 0,0 0-1 0 0,1 0 0 0 0,-1 0 0 0 0,0 0 1 0 0,0 0-1 0 0,0 0 0 0 0,1 2 1 0 0,-2-3 25 0 0,4 3 277 0 0,3 3-482 0 0,0 0 304 0 0,0-1 0 0 0,0 0 0 0 0,9 5 0 0 0,-12-8-154 0 0,1-1-40 0 0,53 7 482 0 0,-51-8-381 0 0,-1-1-185 0 0,17-3 206 0 0,-17 4-93 0 0,-2-2 141 0 0,42-18 290 0 0,-42 18-331 0 0,0-1 95 0 0,10-7-28 0 0,-10 7 484 0 0,-2-1-556 0 0,9-10 113 0 0,-8 11 783 0 0,-1-1-1075 0 0,6-13 11 0 0,-6 13 321 0 0,-1 9-287 0 0,6 15 229 0 0,-1 1 0 0 0,-2 0 0 0 0,0 0-1 0 0,2 35 1 0 0,-3 97 310 0 0,-3-123-344 0 0,-14 245 696 0 0,6-221-291 0 0,-1 0 0 0 0,-3-1 0 0 0,-19 54 0 0 0,6-48 490 0 0,24-56-992 0 0,-1 0-1 0 0,0 0 1 0 0,1 0-1 0 0,-1 0 1 0 0,0 0 0 0 0,0-1-1 0 0,-1 1 1 0 0,1-1-1 0 0,-1 1 1 0 0,1-1-1 0 0,-1 0 1 0 0,0 0-1 0 0,1 0 1 0 0,-1-1-1 0 0,0 1 1 0 0,-5 1-1 0 0,5-1-65 0 0,-2 1 26 0 0,-2-4-436 0 0,-21 0-97 0 0,21 1-224 0 0,2-2-163 0 0,-16-6-127 0 0,16 7-140 0 0,3-1-1486 0 0,-11-8 1947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9:08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21 784 0 0,'0'0'10549'0'0,"-5"2"-9941"0"0,-11 7-75 0 0,12-7 3873 0 0,0 0-4239 0 0,-40 16-15 0 0,39-17-56 0 0,0 1-76 0 0,-39 18-5 0 0,40-18 816 0 0,0 0-773 0 0,-12 7-65 0 0,12-7 1972 0 0,9-1-1847 0 0,15 3 121 0 0,-15-3-34 0 0,3-2-162 0 0,284-58 527 0 0,-177 35-443 0 0,-110 22-19 0 0,0 1-165 0 0,0 0-1162 0 0,24-6 3122 0 0,-18 5-6209 0 0,-1 2-5771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9:13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116 307 824 0 0,'0'0'8520'0'0,"-1"-5"-8278"0"0,-13-43 4171 0 0,13 44-3567 0 0,-4 3-1168 0 0,-12-6 509 0 0,12 5 56 0 0,-1 2-310 0 0,-17 2 468 0 0,17-2 627 0 0,-1 1-1074 0 0,-17 0 21 0 0,18-1 2359 0 0,9-4-2244 0 0,-1 0-42 0 0,-2 2-30 0 0,1 1 0 0 0,0-1 0 0 0,-1 1 1 0 0,1 0-1 0 0,0-1 0 0 0,0 1 0 0 0,0 0 0 0 0,0-1 1 0 0,0 1-1 0 0,0 0 0 0 0,0 0 0 0 0,0 0 0 0 0,0 0 1 0 0,1 0-1 0 0,-1 0 0 0 0,0 1 0 0 0,1-1 0 0 0,-1 0 1 0 0,2 0-1 0 0,106-55 183 0 0,139-67 222 0 0,-194 99-758 0 0,-49 22 234 0 0,0 0-351 0 0,0 1-376 0 0,1-1 0 0 0,0 1-1 0 0,0 1 1 0 0,0-1 0 0 0,0 1-1 0 0,10 0 1 0 0,-10 1-1394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9:14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2388 0 0,'0'0'11981'0'0,"2"4"-11453"0"0,12 13-79 0 0,-10-18-228 0 0,44-11-102 0 0,-44 11 83 0 0,3 2-119 0 0,51 9-282 0 0,-54-9 383 0 0,3 1-205 0 0,25 11 41 0 0,46 26 1 0 0,-62-30-44 0 0,-13-7 53 0 0,2 2-98 0 0,11 11 66 0 0,-12-11-2 0 0,-2 1 20 0 0,5 18-86 0 0,-5-17 48 0 0,-3-1 36 0 0,-1 5 26 0 0,-1-1-1 0 0,1 0 0 0 0,-2 1 0 0 0,1-1 0 0 0,-9 14 0 0 0,-38 47 17 0 0,38-55-188 0 0,-20 25 189 0 0,29-37-133 0 0,-1 1 189 0 0,-11 13-81 0 0,11-13 34 0 0,0 0-117 0 0,-10 12 29 0 0,11-12 838 0 0,4 1-786 0 0,4 14 80 0 0,-4-14-56 0 0,6-5 8 0 0,65 4-59 0 0,-33-3 105 0 0,-33-1-127 0 0,2 0-59 0 0,100 0 315 0 0,-102 0-181 0 0,0 0-489 0 0,19 1 183 0 0,-18 0 45 0 0,-1-1-3783 0 0,17 1 1799 0 0,-17 0-611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9:15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90 128 0 0,'0'0'13587'0'0,"2"-4"-13406"0"0,7-11 105 0 0,-7 11 339 0 0,3 2-605 0 0,14-7 148 0 0,-15 7 18 0 0,3 1-243 0 0,50 0 551 0 0,-52 1-521 0 0,0 3 118 0 0,35 24 96 0 0,-37-24-213 0 0,-1 2 94 0 0,6 13-134 0 0,-6-14 114 0 0,-1 2-84 0 0,3 17 49 0 0,-3-17 129 0 0,-2 2-99 0 0,-3 22 103 0 0,3-22-14 0 0,1 0-71 0 0,-4 23-246 0 0,4-23 243 0 0,-2-2-95 0 0,-4 19 140 0 0,5-19-179 0 0,-1-1-20 0 0,-2 18 148 0 0,3-18 34 0 0,0 1-110 0 0,-1 17 32 0 0,1-17-120 0 0,5-8 50 0 0,-1 0 43 0 0,1 0 1 0 0,-1 0 0 0 0,0 0 0 0 0,0 0 0 0 0,0 0-1 0 0,0-1 1 0 0,0 0 0 0 0,0 1 0 0 0,0-1 0 0 0,-1 0-1 0 0,4-6 1 0 0,-6 8 27 0 0,26-30-2 0 0,-2-2 0 0 0,30-55 0 0 0,-39 63 26 0 0,37-56 906 0 0,-41 61-762 0 0,-8 15 346 0 0,-2 4-486 0 0,1-1 0 0 0,-1 1 0 0 0,0-1-1 0 0,0 1 1 0 0,0-1 0 0 0,0 0 0 0 0,-1 0 0 0 0,1 0 0 0 0,1-3-1 0 0,0 1 404 0 0,-5 10-92 0 0,-2 8-105 0 0,0-1 0 0 0,1 1 0 0 0,0-1 0 0 0,1 1 0 0 0,-2 24 1 0 0,10 25 473 0 0,-4-56-674 0 0,1 0-1 0 0,0 0 1 0 0,0 0 0 0 0,0 0 0 0 0,1-1 0 0 0,0 1-1 0 0,0-1 1 0 0,1 0 0 0 0,0 0 0 0 0,0 0 0 0 0,0 0-1 0 0,1 0 1 0 0,0-1 0 0 0,0 0 0 0 0,1 0-1 0 0,7 5 1 0 0,1 0-859 0 0,1-1 0 0 0,0-1 0 0 0,0 0-1 0 0,25 8 1 0 0,-10-6-3779 0 0,-8-5-803 0 0,6 1 1249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9:16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93 1572 0 0,'0'0'9692'0'0,"-5"1"-9124"0"0,-15 3-238 0 0,15-3 2336 0 0,1 0-2523 0 0,-16 6 107 0 0,16-5 416 0 0,-1-1-574 0 0,-41 16 511 0 0,42-15 3269 0 0,5-2-3853 0 0,0 0 0 0 0,0 0 0 0 0,0 0-1 0 0,0 0 1 0 0,0 0 0 0 0,0-1 0 0 0,0 1 0 0 0,0 0 0 0 0,1 0 0 0 0,-1-1 0 0 0,0 1-1 0 0,0-1 1 0 0,0 1 0 0 0,-1-1 0 0 0,1 1 0 0 0,2-2 0 0 0,19-10 28 0 0,69-26 172 0 0,-30 18-48 0 0,1-3-51 0 0,-57 20-90 0 0,2 1-25 0 0,20-7-6 0 0,-20 6-80 0 0,-5 3 63 0 0,0 0-1 0 0,0-1 1 0 0,0 1-1 0 0,-1 0 1 0 0,1-1-1 0 0,0 0 1 0 0,0 1-1 0 0,0-1 1 0 0,-1 0-1 0 0,3-1 1 0 0,0 0-401 0 0,2 2-2202 0 0,0-1 1927 0 0,7-1 674 0 0,-8 2-3499 0 0,1 1-3349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9:16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 1348 0 0,'-5'4'549'0'0,"-13"6"7411"0"0,14-8-6916 0 0,-17 12 5607 0 0,24-11-6611 0 0,3 2 31 0 0,-1-1 1 0 0,1 0 0 0 0,0-1 0 0 0,0 1 0 0 0,0-1-1 0 0,0 0 1 0 0,0 0 0 0 0,8 1 0 0 0,59 16 33 0 0,-45-13-236 0 0,100 27 271 0 0,-123-33-75 0 0,16 5 67 0 0,-15-4-119 0 0,-1-1-146 0 0,-1 2-56 0 0,14 6 309 0 0,-13-7-63 0 0,-4 3-258 0 0,1-1 226 0 0,5 16-98 0 0,-8-16 76 0 0,0 1 0 0 0,0-1-1 0 0,0 0 1 0 0,-1 0 0 0 0,1 0-1 0 0,-1 0 1 0 0,0 0 0 0 0,0 0-1 0 0,-5 6 1 0 0,-23 29 33 0 0,-163 180 82 0 0,190-215-281 0 0,0 0-37 0 0,-8 12 130 0 0,9-12 547 0 0,0 0-356 0 0,0-1-49 0 0,1-2-31 0 0,0 0 1 0 0,0 1 0 0 0,0-1 0 0 0,0 0 0 0 0,1 0-1 0 0,-1 1 1 0 0,0-1 0 0 0,1 0 0 0 0,-1 1 0 0 0,1-1-1 0 0,0 0 1 0 0,-1 3 0 0 0,6-1 147 0 0,12 7-120 0 0,-12-7 105 0 0,2-3-147 0 0,112-9 334 0 0,-59 2-361 0 0,-55 7-84 0 0,2 0 105 0 0,17-3-125 0 0,-18 3 123 0 0,1-1-118 0 0,16 2 992 0 0,-17-1-2565 0 0,1 0-1 0 0,-1 1 1 0 0,1 0 0 0 0,-1 1 0 0 0,1 0 0 0 0,-1 0 0 0 0,7 3-1 0 0,-10-3-2116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9:17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0 172 2560 0 0,'0'0'7968'0'0,"1"-5"-7184"0"0,1-4-262 0 0,1 0-1 0 0,1 0 1 0 0,0 1-1 0 0,0-1 1 0 0,0 1-1 0 0,7-8 1 0 0,-8 12 1001 0 0,2 4-1258 0 0,18 2-76 0 0,-18-1 133 0 0,-2 4-30 0 0,5 6-325 0 0,2 4 200 0 0,0-1 0 0 0,20 21 0 0 0,-25-30-169 0 0,0 0 1 0 0,0-1-1 0 0,1 1 1 0 0,0-1-1 0 0,-1-1 1 0 0,2 1-1 0 0,-1-1 1 0 0,0 0-1 0 0,1 0 1 0 0,-1-1-1 0 0,9 3 1 0 0,-7-3-192 0 0,-1-1 0 0 0,1 1 1 0 0,-1-1-1 0 0,1-1 0 0 0,0 1 0 0 0,0-1 1 0 0,-1-1-1 0 0,1 1 0 0 0,0-2 0 0 0,-1 1 1 0 0,1-1-1 0 0,-1 0 0 0 0,0 0 1 0 0,1-1-1 0 0,-1 1 0 0 0,0-2 0 0 0,0 1 1 0 0,-1-1-1 0 0,1 0 0 0 0,-1-1 1 0 0,9-7-1 0 0,-2 0-266 0 0,0-2-1 0 0,-1 0 1 0 0,-1 0-1 0 0,13-21 1 0 0,-21 31 699 0 0,-1-1 154 0 0,19-46 2485 0 0,-19 45-1062 0 0,-1 1-1520 0 0,5-14-189 0 0,-4 14 1396 0 0,-3 11-1199 0 0,-4 16 162 0 0,4-17-24 0 0,1 3-29 0 0,0 39 220 0 0,9 112 409 0 0,3 66-32 0 0,-13-179-559 0 0,-1 0-1 0 0,-15 84 1 0 0,14-116-387 0 0,-1 1 1 0 0,0 0-1 0 0,-1-1 0 0 0,-1 0 0 0 0,0 0 0 0 0,-1-1 1 0 0,-1 1-1 0 0,0-2 0 0 0,0 1 0 0 0,-2-1 1 0 0,1 0-1 0 0,-2-1 0 0 0,1 0 0 0 0,-1-1 0 0 0,-1 0 1 0 0,0-1-1 0 0,0 0 0 0 0,-1-1 0 0 0,0 0 0 0 0,0-1 1 0 0,-1 0-1 0 0,0-1 0 0 0,0-1 0 0 0,-1 0 1 0 0,-25 4-1 0 0,13-4-1237 0 0,-29 6-3570 0 0,18-3-3037 0 0,13-1 3690 0 0,19-5-775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9:21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19 1416 0 0,'0'0'13287'0'0,"-3"-3"-13208"0"0,-11-13 1704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9:23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1118 48 0 0,'0'0'7296'0'0,"-4"2"-6969"0"0,-17 6 6393 0 0,22-7-6690 0 0,-1 1 1 0 0,1-1-1 0 0,-1 0 0 0 0,1 1 0 0 0,-1-1 0 0 0,1 0 0 0 0,0 0 0 0 0,-1 0 0 0 0,1 0 0 0 0,0 0 0 0 0,0 0 0 0 0,2 2 1 0 0,-2-2 42 0 0,1 3 1172 0 0,11 0-908 0 0,-12-3-313 0 0,0 0 1 0 0,0-1 0 0 0,0 1 0 0 0,-1-1 0 0 0,1 1 0 0 0,0-1 0 0 0,0 0-1 0 0,0 1 1 0 0,0-1 0 0 0,0 0 0 0 0,0 0 0 0 0,0 1 0 0 0,0-1 0 0 0,0 0-1 0 0,0 0 1 0 0,0 0 0 0 0,0 0 0 0 0,0-1 0 0 0,0 1 0 0 0,2 0 0 0 0,21-2 210 0 0,-18 1-24 0 0,-1 1-115 0 0,95-19 351 0 0,-29 5-238 0 0,115-29-439 0 0,76-12 513 0 0,-158 44-312 0 0,-57 7-98 0 0,48-10 0 0 0,185-30 572 0 0,-149 26-514 0 0,-51 9-96 0 0,52-13 41 0 0,26 3 243 0 0,-21 5 65 0 0,122-24 92 0 0,-198 32-415 0 0,-17 4 46 0 0,51-12 36 0 0,66-6-105 0 0,-107 16 388 0 0,1 1-191 0 0,-2-1 44 0 0,6 0 114 0 0,208-22-235 0 0,-191 14 213 0 0,212-20-141 0 0,-207 26-77 0 0,-25 1 5 0 0,233-33-9 0 0,-216 28 52 0 0,88-13-24 0 0,244-37-698 0 0,-298 39 959 0 0,33 1-139 0 0,104-3 208 0 0,-41-8-334 0 0,-104 15-78 0 0,-29 4 220 0 0,162-23-134 0 0,247-53-122 0 0,-210 35 388 0 0,-204 44-408 0 0,209-20 426 0 0,278-50-579 0 0,-453 69 423 0 0,-36 3-25 0 0,168-19-245 0 0,-213 23 433 0 0,101-19-360 0 0,45-9 191 0 0,-159 30-30 0 0,2 0-141 0 0,20-3 142 0 0,-21 3 2 0 0,0 0-182 0 0,52-7 25 0 0,-53 7 124 0 0,2 0 138 0 0,129-19 1192 0 0,-129 19-1370 0 0,-1 0-19 0 0,75-6 213 0 0,-59 6-4335 0 0,0 1-4461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9:26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54 1456 0 0,'0'0'4804'0'0,"-2"-4"-4227"0"0,0-3-1010 0 0,0-21 9328 0 0,3 21-11678 0 0,-1 0-4667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9:28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19 190 1708 0 0,'-5'-11'1774'0'0,"-4"-16"8526"0"0,6 17-11317 0 0,2 6 2356 0 0,2-1-1230 0 0,22-38 418 0 0,-20 39-372 0 0,0 0-152 0 0,9-11 50 0 0,-9 12-103 0 0,2-1 115 0 0,15-11-114 0 0,-15 12 143 0 0,-1 0-139 0 0,14-7 110 0 0,-14 7-138 0 0,1 2 10 0 0,15-5 125 0 0,-15 4-52 0 0,2 2-66 0 0,19 0 148 0 0,-20 0-186 0 0,-2 2 32 0 0,1 1 58 0 0,-1-1 0 0 0,0 1 0 0 0,0 0 0 0 0,0 0 0 0 0,0 0 0 0 0,0 0 0 0 0,-1 1 0 0 0,1 0 0 0 0,-1-1 1 0 0,0 1-1 0 0,0 0 0 0 0,3 7 0 0 0,-1 0 5 0 0,0 0-1 0 0,-1 0 1 0 0,0 0 0 0 0,2 13-1 0 0,-5-18-61 0 0,0 2 92 0 0,0 1-39 0 0,0 30 67 0 0,-3-10-68 0 0,1-22 76 0 0,-11 90-86 0 0,21-149 203 0 0,2 1 1 0 0,2 0 0 0 0,21-52-1 0 0,-32 99-92 0 0,-1-2-89 0 0,1 1-1 0 0,0 0 1 0 0,1-1 0 0 0,-1 1 0 0 0,1 0 0 0 0,0 0 0 0 0,7-8-1 0 0,-9 12-16 0 0,2-3-100 0 0,1 1 221 0 0,11-7-148 0 0,-11 8 51 0 0,1 3 158 0 0,4 0-73 0 0,-1 1-1 0 0,1 0 0 0 0,-1 1 1 0 0,0 0-1 0 0,0 1 0 0 0,0-1 0 0 0,0 1 1 0 0,-1 1-1 0 0,1 0 0 0 0,-1 0 0 0 0,-1 0 1 0 0,1 1-1 0 0,-1-1 0 0 0,1 2 0 0 0,-2-1 1 0 0,1 1-1 0 0,8 13 0 0 0,42 54 90 0 0,-53-70-5 0 0,0 2-17 0 0,8 15-3 0 0,-8-16-315 0 0,-1 0-74 0 0,9 12-196 0 0,-8-13 1 0 0,-1 1-1221 0 0,6 13 341 0 0,-6-14-605 0 0,10 24-6772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9:29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23 178 3028 0 0,'-2'-4'2859'0'0,"-7"-16"4852"0"0,7 15-7052 0 0,-5-14-55 0 0,5 15 3704 0 0,4 0-3972 0 0,0 1-234 0 0,-1 2-50 0 0,0 0 0 0 0,0 0 1 0 0,0 0-1 0 0,0 0 0 0 0,0-1 0 0 0,0 1 1 0 0,-1 0-1 0 0,1-1 0 0 0,0 1 0 0 0,-1 0 0 0 0,1-1 1 0 0,0-2-1 0 0,4 3 166 0 0,150-39 1030 0 0,-9 2-1674 0 0,-54 21-2918 0 0,-85 16 2003 0 0,0 1-343 0 0,20-2-679 0 0,-20 1-971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9:29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 1316 0 0,'0'0'8604'0'0,"-6"0"-7702"0"0,-19 0-256 0 0,19 0 4010 0 0,6 5-4322 0 0,2 23 116 0 0,-2-26-427 0 0,1 0 0 0 0,0 0 1 0 0,0-1-1 0 0,0 1 1 0 0,1-1-1 0 0,-1 1 1 0 0,0-1-1 0 0,1 1 1 0 0,-1-1-1 0 0,1 0 0 0 0,1 2 1 0 0,6 5 153 0 0,0 0 1 0 0,0 0-1 0 0,1-1 0 0 0,1 0 1 0 0,-1-1-1 0 0,1 0 1 0 0,0 0-1 0 0,0-1 0 0 0,18 5 1 0 0,-21-7-160 0 0,21 8 35 0 0,1-1 0 0 0,54 11 0 0 0,47 12 51 0 0,-126-32-198 0 0,0 1 62 0 0,15 8 62 0 0,-15-7-134 0 0,0 8 74 0 0,-5-10 36 0 0,1-1 1 0 0,-1 1-1 0 0,0 0 0 0 0,1-1 1 0 0,-1 1-1 0 0,1 0 1 0 0,-1-1-1 0 0,0 1 0 0 0,1 0 1 0 0,-1-1-1 0 0,0 1 0 0 0,0 0 1 0 0,0 0-1 0 0,0 0 1 0 0,1-1-1 0 0,-1 1 0 0 0,0 0 1 0 0,0 0-1 0 0,0-1 1 0 0,-1 1-1 0 0,1 0 0 0 0,0 0 1 0 0,0-1-1 0 0,0 1 1 0 0,-1 0-1 0 0,1 0 0 0 0,-6 18-51 0 0,0 0 0 0 0,-1 0 0 0 0,-2-1-1 0 0,1 0 1 0 0,-20 28 0 0 0,-66 86 269 0 0,92-129-207 0 0,-52 68 182 0 0,-54 96 1 0 0,80-114 85 0 0,25-47-70 0 0,-2 30 847 0 0,9-33-747 0 0,2-1-220 0 0,0 0-1 0 0,0 0 1 0 0,1 0-1 0 0,-1 0 1 0 0,0-1 0 0 0,0 0-1 0 0,7 0 1 0 0,29-3 95 0 0,0-2-1 0 0,62-13 1 0 0,22-3-24 0 0,-11 4-33 0 0,-91 14-5 0 0,-18 2 343 0 0,0 0-201 0 0,21 2-48 0 0,-20-1 124 0 0,-3 1-174 0 0,13 8-89 0 0,-13-7-70 0 0,9 11-1474 0 0,-10-11-1716 0 0,31 0-13519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9:30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1 108 1808 0 0,'0'0'5897'0'0,"1"-6"-4916"0"0,17-44 3187 0 0,-16 45-2677 0 0,1 1-1086 0 0,23-31 331 0 0,-23 32-160 0 0,3 3-433 0 0,15-4-169 0 0,-16 3 117 0 0,0 5 174 0 0,-1-2-199 0 0,-1-1-14 0 0,0 1-1 0 0,1 0 1 0 0,-1 0-1 0 0,0 1 1 0 0,0-1 0 0 0,-1 1-1 0 0,1-1 1 0 0,0 1-1 0 0,-1 0 1 0 0,0 0-1 0 0,0 0 1 0 0,0 0-1 0 0,0 0 1 0 0,0 1-1 0 0,2 4 1 0 0,11 35 126 0 0,-14-32-136 0 0,-1-3 23 0 0,5 51 542 0 0,1 16-663 0 0,-4-50 308 0 0,2 1-71 0 0,-4-23-208 0 0,11 35 265 0 0,-10-36-205 0 0,0 1-1 0 0,0-1 0 0 0,0 0 0 0 0,0 0 0 0 0,0 0 1 0 0,1 0-1 0 0,-1-1 0 0 0,1 1 0 0 0,-1 0 1 0 0,1-1-1 0 0,-1 1 0 0 0,1-1 0 0 0,0 1 1 0 0,0-1-1 0 0,0 0 0 0 0,0 0 0 0 0,4 2 0 0 0,52 8 472 0 0,-54-10-470 0 0,-1 0-1 0 0,1-1 0 0 0,-1 0 1 0 0,1 0-1 0 0,-1 0 0 0 0,1 0 1 0 0,-1 0-1 0 0,8-2 0 0 0,20-4-61 0 0,109-16 599 0 0,-135 21-601 0 0,24 3-688 0 0,-24-2 269 0 0,-4 2-468 0 0,0-1 724 0 0,0 1 0 0 0,0-1 0 0 0,0 0 0 0 0,0 1 0 0 0,0-1 0 0 0,0 0 0 0 0,1 0 0 0 0,-1 1 0 0 0,3 1 0 0 0,-1 0-1939 0 0,-1 1-1607 0 0,6 14 218 0 0,-6-14-448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9:31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33 169 1208 0 0,'0'0'6424'0'0,"-5"1"-4904"0"0,-22 3 13303 0 0,32-8-14486 0 0,5-3-221 0 0,0 0-1 0 0,1 1 1 0 0,0 0 0 0 0,0 0-1 0 0,21-6 1 0 0,74-20 328 0 0,-48 16-323 0 0,161-46 386 0 0,-213 61-392 0 0,-1 0-42 0 0,15-4-7 0 0,-15 4-223 0 0,-4 1-237 0 0,0 0 310 0 0,1 0 0 0 0,-1 0 0 0 0,1 0 0 0 0,-1-1 0 0 0,0 1 0 0 0,1 0 0 0 0,-1-1-1 0 0,0 1 1 0 0,1-1 0 0 0,-1 1 0 0 0,2-3 0 0 0,0 2-154 0 0,1 0-939 0 0,8 3-7589 0 0,-1 0 7026 0 0,0-2-3202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9:32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20 139 2288 0 0,'-4'-4'1900'0'0,"-8"-6"-660"0"0,8 4 4196 0 0,4-1-5007 0 0,1 1 1 0 0,0-1 0 0 0,0 1-1 0 0,0 0 1 0 0,1-1 0 0 0,0 1 0 0 0,4-8-1 0 0,-4 9-45 0 0,-1 3-360 0 0,-1 1 1 0 0,1-1-1 0 0,0 1 0 0 0,0-1 0 0 0,0 1 0 0 0,0-1 0 0 0,0 1 0 0 0,0 0 0 0 0,1 0 1 0 0,-1-1-1 0 0,3-1 0 0 0,-4 3-5 0 0,3-4 122 0 0,1 1-42 0 0,11-10-138 0 0,-11 10 77 0 0,1 1 134 0 0,12-7-18 0 0,-12 7-60 0 0,2 3-280 0 0,20 1 241 0 0,-21-2 262 0 0,-1 3-230 0 0,14 6-115 0 0,-14-7-101 0 0,-2 2 123 0 0,25 39 456 0 0,-26-38-247 0 0,0 1 5 0 0,5 20-24 0 0,-5-19 31 0 0,-1-1-97 0 0,2 18-215 0 0,-2-17 44 0 0,0 0 216 0 0,0 24 29 0 0,-1-24-8 0 0,-1 1-121 0 0,-6 60-262 0 0,6-63 349 0 0,0 2-35 0 0,-5 21-124 0 0,4-21 57 0 0,1-2-155 0 0,-3 13-11 0 0,2-13 27 0 0,1 1 195 0 0,-6 49 134 0 0,6-49-344 0 0,29-11-505 0 0,-22 4 604 0 0,95-184-1084 0 0,-99 180 983 0 0,1 0 197 0 0,9-15 44 0 0,-10 14-120 0 0,1 2-152 0 0,7-12 77 0 0,-8 12 130 0 0,0 0-254 0 0,8-13 288 0 0,-8 13 195 0 0,0-1-206 0 0,8-11 149 0 0,-8 12 2774 0 0,-2 10-2791 0 0,-6 54 808 0 0,5-54-696 0 0,1 2-159 0 0,0 2 7 0 0,1 1 1 0 0,0 0-1 0 0,0-1 0 0 0,1 1 0 0 0,0-1 1 0 0,1 1-1 0 0,0-1 0 0 0,1 0 1 0 0,0 0-1 0 0,10 16 0 0 0,-7-17-79 0 0,2-1 0 0 0,-1 0 1 0 0,1-1-1 0 0,0 0 0 0 0,0 0 0 0 0,1-1 0 0 0,0 0 0 0 0,0-1 0 0 0,1 0 1 0 0,-1 0-1 0 0,1-1 0 0 0,14 3 0 0 0,2 0 3 0 0,0-2 0 0 0,1-1 1 0 0,-1-1-1 0 0,36 0 0 0 0,5 0-781 0 0,-61-2 228 0 0,-5 0-365 0 0,0-1 677 0 0,0 1 0 0 0,0 0 0 0 0,0-1 0 0 0,0 1 0 0 0,0-1 0 0 0,0 0 0 0 0,0 0 0 0 0,0 0 0 0 0,4 0 0 0 0,1 0-172 0 0,-1 1-686 0 0,14 8-4528 0 0,-16-7 1647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9:35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17 209 752 0 0,'2'-11'-1364'0'0,"1"0"4936"0"0,1-12 6141 0 0,-1 7-5492 0 0,-8 18-4385 0 0,-13 4 117 0 0,13-4 2678 0 0,12-3-2520 0 0,36-11 398 0 0,81-33 1 0 0,-1-1-366 0 0,-11 11 50 0 0,-89 28-221 0 0,-18 6 11 0 0,2-1-280 0 0,53-7-2778 0 0,-54 9 2213 0 0,6 13-6249 0 0,-8-4 3393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9:35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8 1824 0 0,'0'0'2145'0'0,"-5"-1"-144"0"0,-17-5 6934 0 0,17 7-8833 0 0,-15 3-114 0 0,15-3 2247 0 0,5 0-2216 0 0,1 0-1 0 0,-1 1 1 0 0,0-1 0 0 0,1 0-1 0 0,-1 0 1 0 0,1 0-1 0 0,-1 1 1 0 0,1-1-1 0 0,0 0 1 0 0,0 0-1 0 0,-1 0 1 0 0,3 2 0 0 0,-1-1 5 0 0,0 2 4 0 0,2-2 125 0 0,33 14-3 0 0,0-2 1 0 0,1-2-1 0 0,65 13 1 0 0,-91-22-224 0 0,37 13 95 0 0,-44-15 69 0 0,0 1-186 0 0,18 5-30 0 0,-21-6 132 0 0,0-1 0 0 0,-1 1 0 0 0,1 0 1 0 0,0 0-1 0 0,-1 0 0 0 0,1 0 0 0 0,-1 0 1 0 0,1 0-1 0 0,-1 0 0 0 0,1 0 0 0 0,-1 0 1 0 0,0 1-1 0 0,0-1 0 0 0,0 1 0 0 0,1-1 1 0 0,-1 1-1 0 0,-1-1 0 0 0,2 3 0 0 0,4 23-61 0 0,-10-19 166 0 0,-19 36-350 0 0,-49 71 336 0 0,37-67 59 0 0,2 2 1 0 0,-33 65-1 0 0,64-110 65 0 0,3 1 86 0 0,2 20-20 0 0,-2-19-160 0 0,5-6 90 0 0,11 2-79 0 0,0 0 1 0 0,0-2-1 0 0,0 0 0 0 0,25-2 1 0 0,65-9-241 0 0,-107 10 97 0 0,6 0 97 0 0,1 0-4 0 0,23-1-172 0 0,-23 1 57 0 0,-1 0 63 0 0,19-2-31 0 0,-18 2 274 0 0,-2 1-381 0 0,15 3-31 0 0,-15-2-33 0 0,-1 0-1264 0 0,12 6 397 0 0,-12-6-619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9:36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9 136 1760 0 0,'0'0'2803'0'0,"-2"-4"-791"0"0,1 1-1469 0 0,0 1 0 0 0,0 0 1 0 0,0 0-1 0 0,1-1 0 0 0,-1 1 1 0 0,1-1-1 0 0,-1 1 0 0 0,1 0 0 0 0,0-1 1 0 0,0 1-1 0 0,0-5 0 0 0,3-5-649 0 0,-2 8 781 0 0,2 0-233 0 0,26-33 1180 0 0,-25 34-1442 0 0,-1-2-97 0 0,11-12 77 0 0,-10 13 244 0 0,0 2-220 0 0,14-6-234 0 0,-14 6 168 0 0,1 3-98 0 0,16 3 130 0 0,-16-3 71 0 0,-5 0-218 0 0,1 0 0 0 0,-1 1 1 0 0,1-1-1 0 0,-1 0 0 0 0,1 1 0 0 0,-1-1 0 0 0,1 0 1 0 0,0 0-1 0 0,0 0 0 0 0,0 0 0 0 0,-1 0 1 0 0,3 2-1 0 0,-1-1-7 0 0,0 2-12 0 0,-1 1 149 0 0,-1 55 103 0 0,-5-33-353 0 0,-2-3 246 0 0,-17 66-44 0 0,22-85 6 0 0,1 1 7 0 0,-6 21 273 0 0,13-30-416 0 0,0 1 24 0 0,-4 1 19 0 0,0 0 0 0 0,0 0 0 0 0,0 1 0 0 0,0-1 1 0 0,0 0-1 0 0,0-1 0 0 0,0 1 0 0 0,0 0 0 0 0,-1 0 0 0 0,1-1 0 0 0,-1 1 0 0 0,1-1 0 0 0,2-3 0 0 0,110-142-235 0 0,-80 100 442 0 0,-1-1 671 0 0,-30 44 165 0 0,-3 4-1031 0 0,0 1 0 0 0,0-1 1 0 0,0 1-1 0 0,0-1 1 0 0,0 0-1 0 0,0 1 1 0 0,0-1-1 0 0,0 1 1 0 0,-1-1-1 0 0,1 0 0 0 0,0 1 1 0 0,0-1-1 0 0,0 1 1 0 0,0-1-1 0 0,0 0 1 0 0,-1 1-1 0 0,1-1 1 0 0,0 1-1 0 0,0-1 0 0 0,-1 0 1 0 0,1 0-1 0 0,0 1 1 0 0,-1-1-1 0 0,1 0 1 0 0,0 1-1 0 0,-1-1 1 0 0,1 0-1 0 0,-1 1 1 0 0,0-1 7 0 0,1 0 0 0 0,-1 1 1 0 0,0-1-1 0 0,1 1 1 0 0,-1 0-1 0 0,1-1 1 0 0,-1 1-1 0 0,1-1 1 0 0,-1 1-1 0 0,1 0 1 0 0,-1 0-1 0 0,1-1 0 0 0,0 1 1 0 0,-1 0-1 0 0,1 0 1 0 0,0-1-1 0 0,-1 1 1 0 0,1 0-1 0 0,0 0 1 0 0,0 0-1 0 0,0-1 1 0 0,0 1-1 0 0,0 0 1 0 0,0 0-1 0 0,0 0 0 0 0,0 1 1 0 0,0 5 52 0 0,0 0 0 0 0,1 0-1 0 0,-1 0 1 0 0,2 0 0 0 0,-1 0 0 0 0,1 0 0 0 0,-1-1 0 0 0,2 1-1 0 0,-1 0 1 0 0,1-1 0 0 0,0 0 0 0 0,0 1 0 0 0,1-1 0 0 0,0-1-1 0 0,0 1 1 0 0,5 5 0 0 0,0-4-206 0 0,1 0-1 0 0,0-1 1 0 0,0 0 0 0 0,0 0-1 0 0,0-1 1 0 0,1-1 0 0 0,0 0-1 0 0,0 0 1 0 0,0-1 0 0 0,0 0 0 0 0,1-1-1 0 0,12 1 1 0 0,56-1-4554 0 0,-7-10-3588 0 0,-63 7 4388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9:36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60 4900 0 0,'0'0'2741'0'0,"0"-5"-354"0"0,-4-16-177 0 0,3 16 2545 0 0,4 0-3398 0 0,8-14-79 0 0,-8 14 883 0 0,3 6-1977 0 0,0 0 0 0 0,0 0-1 0 0,0 1 1 0 0,0 0 0 0 0,0 0 0 0 0,0 0 0 0 0,-1 1 0 0 0,1 0 0 0 0,-1 0 0 0 0,1 0 0 0 0,-1 1 0 0 0,0-1 0 0 0,0 1 0 0 0,-1 1 0 0 0,6 5 0 0 0,4 4 114 0 0,-1 2 1 0 0,0 0 0 0 0,15 26-1 0 0,-14-17-215 0 0,-2 0 0 0 0,-1 1 0 0 0,-1 0 0 0 0,-1 1 0 0 0,-1 0 0 0 0,-2 0 0 0 0,0 1 0 0 0,2 51 0 0 0,-6-16-893 0 0,-2 1 0 0 0,-17 116 0 0 0,3-88-676 0 0,-4 0 0 0 0,-46 139 1 0 0,43-177-585 0 0,-45 87 1 0 0,43-101-442 0 0,-2 0 0 0 0,-48 57 0 0 0,1-18-2175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9:37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30 1424 0 0,'0'0'3174'0'0,"-2"-5"-579"0"0,-9-20 5857 0 0,6 29-7704 0 0,2-2-660 0 0,0 0 1 0 0,1 1-1 0 0,-1-1 1 0 0,1 0-1 0 0,0 1 1 0 0,0 0-1 0 0,0-1 1 0 0,0 1-1 0 0,1 0 1 0 0,-1 0-1 0 0,1 0 1 0 0,-2 3-1 0 0,0 3 166 0 0,1-1 0 0 0,0 1 0 0 0,1-1 0 0 0,-1 16-1 0 0,1 35 457 0 0,2 0-1 0 0,3 0 1 0 0,2 0-1 0 0,19 74 0 0 0,-3-45-284 0 0,4-2 0 0 0,41 92 0 0 0,-48-136-242 0 0,2 0 0 0 0,1-2 0 0 0,3-1 1 0 0,1-1-1 0 0,57 65 0 0 0,-61-79 57 0 0,1-2 0 0 0,1 0 1 0 0,2-1-1 0 0,0-2 0 0 0,0-1 0 0 0,2 0 0 0 0,0-2 0 0 0,1-2 0 0 0,36 14 0 0 0,-33-18 316 0 0,39 15 1349 0 0,-25-6-1647 0 0,-42-17-429 0 0,2-1-5660 0 0,-1 1 4663 0 0,5 1-51 0 0,-5-3-2852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09:38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2384 0 0,'0'0'21620'0'0,"5"1"-21419"0"0,15 4-12 0 0,-15-4 45 0 0,1-1-50 0 0,55-4 502 0 0,-40 2-563 0 0,1 2 1 0 0,21 3 0 0 0,-33-2-117 0 0,11 0 32 0 0,-1 1 1 0 0,36 8 0 0 0,-50-9-35 0 0,0 1 0 0 0,1 1 0 0 0,-1-1 0 0 0,0 1 1 0 0,0 0-1 0 0,0 0 0 0 0,-1 1 0 0 0,1 0 0 0 0,-1 0 1 0 0,9 9-1 0 0,-8-6 16 0 0,-2 0-1 0 0,1 0 1 0 0,-1 0 0 0 0,0 1 0 0 0,-1-1 0 0 0,4 13 0 0 0,-7-20-21 0 0,3 18 4 0 0,-2-7-4 0 0,0-5 2 0 0,-1 0-1 0 0,0 1 0 0 0,0-1 1 0 0,-1 0-1 0 0,-1 10 0 0 0,-7 31 57 0 0,-3-1-1 0 0,-17 46 0 0 0,19-57 55 0 0,9-29 661 0 0,2-1-482 0 0,1 17 26 0 0,-2-22-315 0 0,0 0 0 0 0,0 0 0 0 0,0 1 0 0 0,0-1 0 0 0,0 0-1 0 0,0 0 1 0 0,0 0 0 0 0,0 0 0 0 0,0 1 0 0 0,0-1 0 0 0,0 0 0 0 0,0 0 0 0 0,0 0 0 0 0,0 0 0 0 0,0 0 0 0 0,0 1 0 0 0,0-1 0 0 0,0 0 0 0 0,0 0 0 0 0,0 0 0 0 0,0 0 0 0 0,0 1 0 0 0,0-1 0 0 0,0 0 0 0 0,0 0 0 0 0,0 0 0 0 0,0 0 0 0 0,1 0 0 0 0,-1 0 0 0 0,0 0 0 0 0,0 1 0 0 0,0-1 0 0 0,0 0 0 0 0,0 0 0 0 0,0 0 0 0 0,1 0 0 0 0,-1 0 0 0 0,0 0 0 0 0,0 0 0 0 0,0 0 0 0 0,0 0 0 0 0,0 0 0 0 0,1 0 0 0 0,-1 0 0 0 0,0 0 0 0 0,0 0 0 0 0,0 0 0 0 0,0 0 0 0 0,1 0 0 0 0,-1 0 0 0 0,0 0 0 0 0,0 0 0 0 0,0 0 0 0 0,0 0 0 0 0,0 0 0 0 0,1 0 0 0 0,-1 0 0 0 0,0 0 0 0 0,0 0 0 0 0,0 0 0 0 0,0 0 0 0 0,1-1 0 0 0,40-12 52 0 0,1-2-1 0 0,-2-2 1 0 0,0-1 0 0 0,40-26-1 0 0,26-12-47 0 0,77-35 163 0 0,-126 61-89 0 0,-53 28-150 0 0,-2 1-81 0 0,-1 1 126 0 0,1 0 0 0 0,-1-1 0 0 0,1 1 0 0 0,-1-1-1 0 0,1 1 1 0 0,-1-1 0 0 0,1 0 0 0 0,-1 1 0 0 0,0-1 0 0 0,1 0 0 0 0,1-2-1 0 0,0 1-77 0 0,2 0-430 0 0,21 6-9404 0 0,-20-3 5391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14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30 324 0 0,'0'0'15980'0'0,"5"-1"-16087"0"0,53-4 290 0 0,-52 5-39 0 0,0-1-269 0 0,20-1 29 0 0,-20 2 167 0 0,0-1-331 0 0,58-4 7 0 0,4 1 408 0 0,-62 4-290 0 0,0 0 151 0 0,17 0 114 0 0,-17 0-157 0 0,0 0-32 0 0,63-2 270 0 0,-37 2-178 0 0,-25 0-99 0 0,-1 0 176 0 0,16 2-212 0 0,-17-2-46 0 0,1 0-65 0 0,16-2 274 0 0,-16 2 26 0 0,0 0-165 0 0,19 1 116 0 0,-19-1 24 0 0,0 0 14 0 0,19 1-83 0 0,-18 0 1 0 0,-1-1-24 0 0,18 2 217 0 0,-17-1 105 0 0,0-1-204 0 0,186 7-549 0 0,-85-5 191 0 0,-101-2 464 0 0,-1 0-278 0 0,59 0 36 0 0,-58 0 173 0 0,-1 0-49 0 0,51 3-75 0 0,-51-2-61 0 0,0-1 142 0 0,18 2-197 0 0,-18-1 87 0 0,0-1 15 0 0,20 2 137 0 0,-19-1-216 0 0,-1-1 186 0 0,18 3-198 0 0,-17-2 99 0 0,-1-1-60 0 0,58 4 411 0 0,-58-3-298 0 0,0-1 90 0 0,62 5-396 0 0,-61-4 136 0 0,23-1 181 0 0,-24 0 29 0 0,0 0-91 0 0,60-1 98 0 0,49-2-341 0 0,-108 3 198 0 0,1 0 304 0 0,57 1-138 0 0,-59 0-223 0 0,1-1 216 0 0,23 1-69 0 0,-23-1-72 0 0,1 0-150 0 0,21 0 322 0 0,-22 1-99 0 0,-1-1-106 0 0,54 3 257 0 0,-53-3-176 0 0,0 0 28 0 0,58-2-123 0 0,-59 2 85 0 0,2 0-137 0 0,22 0 155 0 0,-22 0-26 0 0,0 0-153 0 0,239-2 96 0 0,-238 2-77 0 0,-2 0 110 0 0,24-1 57 0 0,-23 1-97 0 0,0 0 108 0 0,64 0 5 0 0,-65 0 22 0 0,-1 0-101 0 0,17 1-92 0 0,-17-1 54 0 0,1 0-45 0 0,19 1 16 0 0,-20 0 148 0 0,1-1 32 0 0,57 2-7 0 0,-57-2-80 0 0,0 0 82 0 0,23 0-93 0 0,-22 0 125 0 0,-1 1-181 0 0,65 0 336 0 0,-65-1-406 0 0,0 0 28 0 0,204-2 150 0 0,-204 2-159 0 0,1 0 73 0 0,117 0 762 0 0,-56-2-782 0 0,-61 2-2 0 0,42-1-378 0 0,118 0 547 0 0,-162 1-83 0 0,0 0-71 0 0,55 2-2 0 0,-55-2 19 0 0,1 0 44 0 0,67-2 421 0 0,-67 2-195 0 0,1-1-177 0 0,62-2-601 0 0,-64 3 416 0 0,1-1 185 0 0,57-4 97 0 0,-58 5-234 0 0,1-1 57 0 0,19-2 59 0 0,-19 3-131 0 0,-1-1 128 0 0,22-2 100 0 0,-21 3-162 0 0,-2-1 43 0 0,18-2-129 0 0,-18 3 61 0 0,1-1 144 0 0,57-1-15 0 0,-56 2 24 0 0,-1-1-121 0 0,16-1-19 0 0,-16 2 82 0 0,1 0-47 0 0,60-4 128 0 0,-61 4-112 0 0,0-1 112 0 0,18 0-57 0 0,-19 1-223 0 0,3-1-15 0 0,23-1 127 0 0,-23 2 128 0 0,-2-1-116 0 0,21-2 135 0 0,-20 2 59 0 0,-1 0-207 0 0,21 0 69 0 0,-21 1 76 0 0,1-1-212 0 0,37-1 6 0 0,-14 3 169 0 0,-22-1 44 0 0,-1 0-148 0 0,67 0 170 0 0,60 0-369 0 0,-31 2 8 0 0,251 12 480 0 0,-167 4-239 0 0,-128-10-93 0 0,99 5 90 0 0,-51-6-112 0 0,67 18 200 0 0,-167-23-54 0 0,30 2-40 0 0,-30-3-46 0 0,0 0 182 0 0,117 13-243 0 0,-56-6 135 0 0,-61-7-172 0 0,84 12 667 0 0,-84-12-540 0 0,-1 0-184 0 0,1 0 13 0 0,62 5 403 0 0,-62-6-86 0 0,96 7-340 0 0,-97-7 97 0 0,2 1-21 0 0,41 0 147 0 0,1 0-48 0 0,147-3 870 0 0,-192 1-1042 0 0,4 1 91 0 0,155-9 10 0 0,-102 8-48 0 0,-55 0 294 0 0,-1 1-223 0 0,20-2 113 0 0,36 0-314 0 0,-37 2 217 0 0,-19-1 172 0 0,2 1-137 0 0,21 0-70 0 0,-21 0 23 0 0,-1-1 75 0 0,56-4 164 0 0,-57 4-191 0 0,0 1-16 0 0,51 0 11 0 0,-51-1 160 0 0,1 1 36 0 0,23-1-137 0 0,-22 1-95 0 0,-2 0 163 0 0,54 0-93 0 0,-54 0-75 0 0,1 0 72 0 0,19 0-73 0 0,-20 0 163 0 0,0 0-110 0 0,16 0 89 0 0,-16 0-116 0 0,0 0-14 0 0,18 0 109 0 0,-17 0-65 0 0,-1 0 141 0 0,17 0-145 0 0,-17 0 134 0 0,1 0-124 0 0,19 0 159 0 0,-20 0-166 0 0,2-1 110 0 0,24-1-142 0 0,-24 1 54 0 0,-1 1 99 0 0,21-1-97 0 0,-21 0 166 0 0,0 1-201 0 0,21-1 96 0 0,-22 0-126 0 0,1 1 152 0 0,17-1-185 0 0,-18 0 32 0 0,1 1 146 0 0,53 0-193 0 0,-54 0 158 0 0,0 1 57 0 0,18-1 3 0 0,-18 0-143 0 0,1 0 94 0 0,24-1-141 0 0,-23 0 222 0 0,-1 1 2 0 0,64-3 92 0 0,-64 2-292 0 0,1 1 173 0 0,92-9-226 0 0,-95 9 191 0 0,3-1-74 0 0,24-2-118 0 0,-24 3 75 0 0,-1-1 70 0 0,20-1-69 0 0,-20 2 139 0 0,0 0-128 0 0,101 3-219 0 0,-101-3 356 0 0,1 0-24 0 0,36-1 210 0 0,105-18 261 0 0,-56 10-312 0 0,-88 9-364 0 0,3-1 20 0 0,21-3 13 0 0,-21 4 6 0 0,-1-1 38 0 0,144-6 441 0 0,-144 7-314 0 0,187-10-233 0 0,-188 10 208 0 0,0 0-109 0 0,17-1 56 0 0,-17 1 18 0 0,0 0-120 0 0,53 3 179 0 0,-53-2-174 0 0,0-1 164 0 0,20 0-2 0 0,-19 0-140 0 0,-1-1 66 0 0,17 0 118 0 0,-17 1-35 0 0,1 0 18 0 0,22-1-25 0 0,-22 1-22 0 0,0-1 55 0 0,21-2-67 0 0,-21 3-180 0 0,0-1 58 0 0,60-2-142 0 0,-40 1 209 0 0,-21 2 103 0 0,1 0-90 0 0,98 2 117 0 0,-99-2-238 0 0,1-1 38 0 0,87-8 220 0 0,-88 9-33 0 0,2-1-52 0 0,22-2-65 0 0,-22 2 113 0 0,-2 0-49 0 0,19-2-27 0 0,-19 3 18 0 0,1 0-228 0 0,21-1 82 0 0,-21 1 117 0 0,0 0-192 0 0,58-2 682 0 0,-58 2-268 0 0,11-1-1494 0 0,16-3 7169 0 0,-16 2-4252 0 0,-1 0-3886 0 0,-7 1-2530 0 0,-1 1-3401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5:34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8 289 1964 0 0,'0'0'3335'0'0,"-1"-6"-2502"0"0,-1-4 464 0 0,-1-22 8056 0 0,2 20-10476 0 0,1 6 1234 0 0,2 2-103 0 0,26-31-143 0 0,-25 32 267 0 0,0 0-255 0 0,2 1 117 0 0,-1-1-1 0 0,1 1 0 0 0,-1 0 1 0 0,1 0-1 0 0,0 0 1 0 0,0 0-1 0 0,5 0 0 0 0,-4 1-48 0 0,-1 2-118 0 0,43 15 396 0 0,-43-14-114 0 0,-1 0-209 0 0,36 20-79 0 0,-36-20 265 0 0,-3-2-103 0 0,1 1 0 0 0,-1 0 0 0 0,1-1 0 0 0,-1 1 0 0 0,1 0 0 0 0,-1 0 0 0 0,0 0 1 0 0,1 0-1 0 0,-1 0 0 0 0,0 0 0 0 0,0 1 0 0 0,1 1 0 0 0,-1-3 0 0 0,3 3 7 0 0,0 1-82 0 0,11 12 79 0 0,-11-12 92 0 0,-1 0-129 0 0,11 14 122 0 0,-10-14 240 0 0,-1 0-291 0 0,9 14-65 0 0,-9-13-49 0 0,0-1 1 0 0,8 15 169 0 0,-8-15 84 0 0,0 2-217 0 0,8 17-77 0 0,-9-17-1 0 0,1-1 169 0 0,8 14-43 0 0,-9-14 41 0 0,0 0 29 0 0,4 14-35 0 0,-5-15-93 0 0,1 1-13 0 0,3 14 182 0 0,-3-14-47 0 0,-1 1-109 0 0,4 15 162 0 0,-4-15 161 0 0,0 1-231 0 0,1 19-142 0 0,-1-19 169 0 0,-1 0-56 0 0,-3 54 204 0 0,2-55-349 0 0,1 0-85 0 0,-4 22 172 0 0,3-22-32 0 0,-1 1 268 0 0,-4 18 51 0 0,5-18-39 0 0,-1-3-92 0 0,-5 14-191 0 0,5-14 148 0 0,1 1-70 0 0,-5 13-38 0 0,4-13 178 0 0,0-1 6 0 0,-6 13-36 0 0,6-13-173 0 0,-24-10-193 0 0,20 4 253 0 0,6 1-153 0 0,-1-1 147 0 0,1 1 1 0 0,-1 0-1 0 0,0-1 0 0 0,0 1 1 0 0,1 0-1 0 0,-1 0 0 0 0,0-1 1 0 0,0 1-1 0 0,0 0 0 0 0,0 0 1 0 0,-2-1-1 0 0,2 1-13 0 0,-2-3-111 0 0,2-2-44 0 0,-9-51-282 0 0,9 51 380 0 0,1-1-78 0 0,1-64 214 0 0,0 64-116 0 0,-1 1 20 0 0,1-17 56 0 0,-1 17-76 0 0,2-1 30 0 0,4-20 134 0 0,-5 20 64 0 0,0 0-178 0 0,4-25 56 0 0,1 1-1 0 0,2 0 0 0 0,18-51 1 0 0,-5 27 306 0 0,-10 34-868 0 0,0 3 552 0 0,82-123 1104 0 0,-91 138-1270 0 0,3-2-118 0 0,11-13 174 0 0,-11 14 252 0 0,-1 0-199 0 0,15-9 233 0 0,-15 10-451 0 0,1 0 155 0 0,14-6 293 0 0,-14 7-246 0 0,1 0-158 0 0,56-5 64 0 0,-55 7 139 0 0,3 1 70 0 0,0 0 0 0 0,1 1 0 0 0,-1 0 0 0 0,10 4 0 0 0,-16-5-238 0 0,4 4-10 0 0,0 0 202 0 0,0 1-1 0 0,12 11 1 0 0,-16-13 55 0 0,-2 1 67 0 0,7 14-208 0 0,-6-14-47 0 0,-2 1 70 0 0,2 17 177 0 0,-2-18 2 0 0,-2 1-109 0 0,-2 16 114 0 0,2-17 132 0 0,-1 0 116 0 0,-3 17-40 0 0,3-17 34 0 0,1-1-147 0 0,-5 13 61 0 0,4-12 325 0 0,1-1-272 0 0,-5 14-108 0 0,4-13 82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5:36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0 157 2664 0 0,'0'0'13315'0'0,"1"-5"-13218"0"0,2-23 48 0 0,0 25-251 0 0,1 0 111 0 0,0 0-1 0 0,0 1 1 0 0,0 0-1 0 0,1 0 1 0 0,-1 0-1 0 0,1 0 1 0 0,-1 1-1 0 0,5-2 0 0 0,-4 3 33 0 0,0 1-44 0 0,1 2 71 0 0,1 0 0 0 0,-1 1 0 0 0,1-1 0 0 0,6 7 0 0 0,-9-7-242 0 0,-2 3 105 0 0,0-2 76 0 0,0-2-15 0 0,-2-1 0 0 0,1 1-1 0 0,0-1 1 0 0,0 1 0 0 0,0-1-1 0 0,-1 1 1 0 0,1 0-1 0 0,-1 0 1 0 0,1-1 0 0 0,-1 1-1 0 0,0 3 93 0 0,0 0-145 0 0,-9 48 649 0 0,8-48-726 0 0,-1 0 247 0 0,-6 17-284 0 0,5-17 103 0 0,1 0 86 0 0,-9 16-53 0 0,8-16-96 0 0,1-1 182 0 0,-6 12 22 0 0,6-12-146 0 0,0 0 304 0 0,-17 38-35 0 0,17-37 214 0 0,14-23-295 0 0,-10 14-268 0 0,0 0-263 0 0,109-207-3523 0 0,-108 207 4068 0 0,-1-2-94 0 0,5-17 38 0 0,-5 18 165 0 0,1-1-311 0 0,7-17 145 0 0,-8 18 40 0 0,0 0 80 0 0,14-39 1206 0 0,-14 40-450 0 0,-6 6-921 0 0,-12 7-134 0 0,13-7 261 0 0,0 3 28 0 0,-36 102 239 0 0,38-102-323 0 0,0 2-163 0 0,-3 21 75 0 0,3-21-128 0 0,1-2 102 0 0,0 5 128 0 0,0-1 0 0 0,1 1-1 0 0,3 15 1 0 0,-3-19 110 0 0,3-2-184 0 0,24 15-1235 0 0,36 18 1 0 0,-3-7-7361 0 0,-55-27 6087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5:37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95 268 0 0,'0'0'1822'0'0,"4"-3"-356"0"0,12-11 8857 0 0,-12 16-10145 0 0,-1-1 0 0 0,1 2 0 0 0,-1-1 0 0 0,1 0 0 0 0,-1 1 0 0 0,0 0 0 0 0,0-1 0 0 0,6 8 0 0 0,-8-8-143 0 0,2 1 21 0 0,1 0-129 0 0,9 10 159 0 0,-10-9 111 0 0,11 9 83 0 0,-12-9-276 0 0,1-1-174 0 0,-2-1 63 0 0,0 0 94 0 0,1-1 1 0 0,-1 1-1 0 0,0-1 0 0 0,0 0 1 0 0,1 1-1 0 0,-1-1 1 0 0,1 0-1 0 0,-1 0 0 0 0,3 1 1 0 0,-1 2-20 0 0,1-1-112 0 0,13 8 284 0 0,-13-8 56 0 0,1 0-213 0 0,13 6 98 0 0,-13-7-62 0 0,1-1-46 0 0,18 0 101 0 0,-18-1 42 0 0,1-1-40 0 0,21-4 77 0 0,-21 4-43 0 0,-2-2-136 0 0,41-26 466 0 0,-42 26-257 0 0,-1 0-229 0 0,27-29 406 0 0,-27 29-25 0 0,-1-1-301 0 0,9-12 56 0 0,-9 12-88 0 0,0 0 302 0 0,7-12-11 0 0,-7 12 271 0 0,-1-1-77 0 0,5-15-129 0 0,-4 15 1586 0 0,-2-1-1761 0 0,3-21 443 0 0,-7 25-730 0 0,2 0 82 0 0,1 1 20 0 0,-1 0-1 0 0,1 0 0 0 0,0 0 1 0 0,0 1-1 0 0,0-1 0 0 0,0 0 0 0 0,-1 1 1 0 0,1-1-1 0 0,0 1 0 0 0,-1-1 0 0 0,1 1 1 0 0,-3-1-1 0 0,3 2-3 0 0,-1-1 0 0 0,0 1 0 0 0,1 0 0 0 0,-1 0 0 0 0,1 0 0 0 0,0 0 0 0 0,-1 0 1 0 0,1 0-1 0 0,0 0 0 0 0,-1 1 0 0 0,-1 2 0 0 0,3-4-3 0 0,-4 3-95 0 0,1 2 25 0 0,-8 14-4 0 0,8-14 94 0 0,1 1 0 0 0,-13 49-146 0 0,14-50 167 0 0,2 49-31 0 0,6 9 100 0 0,18 59-196 0 0,-21-107 138 0 0,19 78-27 0 0,-18-68 56 0 0,-1 0 0 0 0,-1 1 0 0 0,-1 0 0 0 0,-1 0 0 0 0,-2 0 0 0 0,-5 38 0 0 0,5-52-11 0 0,0-2 2 0 0,0 0 0 0 0,-1 0 1 0 0,0 0-1 0 0,0 0 0 0 0,-2 0 1 0 0,-7 18-1 0 0,-11 13 603 0 0,-29 38 0 0 0,46-72-507 0 0,-1 0 0 0 0,0 0 0 0 0,-1 0 0 0 0,0-1 0 0 0,-8 6 0 0 0,8-7-114 0 0,-47 35 671 0 0,31-27-448 0 0,19-11-44 0 0,-1 0-99 0 0,-45 17-4051 0 0,45-18 2180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5:53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22 114 768 0 0,'0'0'12981'0'0,"-1"-5"-12463"0"0,-14-42 1731 0 0,13 42-1726 0 0,1 0-458 0 0,0 1-50 0 0,0-1 0 0 0,1 0-1 0 0,0 1 1 0 0,0-1 0 0 0,0 0 0 0 0,0 1-1 0 0,1-1 1 0 0,1-5 0 0 0,0 5-119 0 0,4 6-228 0 0,20 2 253 0 0,-19-3 172 0 0,-3 4-227 0 0,4 3 102 0 0,-1 0-1 0 0,0 0 1 0 0,0 1 0 0 0,-1 0 0 0 0,0 1 0 0 0,0 0-1 0 0,-1-1 1 0 0,0 2 0 0 0,0-1 0 0 0,-1 0 0 0 0,3 14-1 0 0,1 5-87 0 0,-1 0 0 0 0,4 51-1 0 0,-10-74 220 0 0,-1 3-60 0 0,2 21-63 0 0,-2-22-104 0 0,0 1 162 0 0,-2 23-124 0 0,2-24 96 0 0,-1 0-113 0 0,-1 22-6 0 0,1-22 100 0 0,1-5-8 0 0,-1-1-1 0 0,0 1 1 0 0,1 0-1 0 0,-1 0 1 0 0,1 0-1 0 0,0-1 1 0 0,-1 1-1 0 0,1 0 1 0 0,0 0-1 0 0,0 3 1 0 0,0 0-24 0 0,-1 1-43 0 0,1 1-84 0 0,-2 20 72 0 0,1-20 69 0 0,0-2-303 0 0,0-1 220 0 0,0 0 0 0 0,0 0 0 0 0,0 0 0 0 0,-1 0 0 0 0,0 0 0 0 0,0-1 0 0 0,0 1 0 0 0,0-1 0 0 0,-3 5 0 0 0,2-5-153 0 0,2-5-622 0 0,1 1 864 0 0,-1 0 1 0 0,0-1-1 0 0,0 1 0 0 0,0 0 1 0 0,0-1-1 0 0,0 1 1 0 0,0 0-1 0 0,0 0 0 0 0,-1 0 1 0 0,1 0-1 0 0,-3-2 0 0 0,2 2-14 0 0,-2-3-58 0 0,3-1-37 0 0,-3-52-371 0 0,4 51 484 0 0,1 0 61 0 0,6-46-200 0 0,-6 47 154 0 0,0 0-80 0 0,12-44 98 0 0,-11 43-53 0 0,0 2 51 0 0,3-12 80 0 0,2 1 0 0 0,0 0 0 0 0,0 1 0 0 0,2 0 1 0 0,10-14-1 0 0,-17 24 42 0 0,2-1 160 0 0,12-14-126 0 0,-13 14-54 0 0,1 1-86 0 0,12-13 130 0 0,-13 13-40 0 0,-2 4-112 0 0,0 0 0 0 0,-1 0 0 0 0,1 0 0 0 0,-1 0 1 0 0,1-1-1 0 0,-1 1 0 0 0,1 0 0 0 0,-1 0 0 0 0,0 0 1 0 0,1-1-1 0 0,-1 1 0 0 0,1 0 0 0 0,-1-1 0 0 0,1 1 0 0 0,-1 0 1 0 0,0-1-1 0 0,1 1 0 0 0,-1 0 0 0 0,0-1 0 0 0,1 1 0 0 0,-1-1 1 0 0,1 0-1 0 0,12-12-232 0 0,5 2 133 0 0,-13 8 104 0 0,-1 1 64 0 0,14-6-119 0 0,-14 6 19 0 0,2 1 5 0 0,18-2 26 0 0,-18 2 184 0 0,-1 1-170 0 0,18-1-138 0 0,-18 1 218 0 0,0 1-94 0 0,4 2 232 0 0,-1 0-1 0 0,0 0 0 0 0,15 8 0 0 0,-19-8-94 0 0,-3-2-144 0 0,1 0-1 0 0,-1 1 1 0 0,1-1-1 0 0,-1 0 1 0 0,1 1 0 0 0,-1-1-1 0 0,0 1 1 0 0,1-1-1 0 0,1 4 1 0 0,0-1 813 0 0,0 1-681 0 0,10 16 379 0 0,-9-16-180 0 0,-2 1-263 0 0,14 47-143 0 0,-15-49 201 0 0,0 4-143 0 0,4 24 82 0 0,-4-24-171 0 0,0 0 55 0 0,2 22 3 0 0,-3-23 67 0 0,1 0-36 0 0,0 19 55 0 0,-1-19 169 0 0,1-1 20 0 0,2 19-154 0 0,-2-19 201 0 0,0-1-145 0 0,-1 17-90 0 0,1-16 273 0 0,0-1-305 0 0,0 1-221 0 0,1 4 281 0 0,2 5-9576 0 0,4 12 6065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5:54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96 123 668 0 0,'-4'-1'1758'0'0,"-18"-4"739"0"0,-48-2 11281 0 0,71 6-13778 0 0,-1 1 0 0 0,0 0 0 0 0,1 0 0 0 0,-1 0 0 0 0,1-1 0 0 0,-1 1 0 0 0,0 0 0 0 0,1-1 0 0 0,-1 1 0 0 0,0 0 0 0 0,1-1 0 0 0,-1 1 1 0 0,0-1-1 0 0,1 1 0 0 0,-1 0 0 0 0,0-1 0 0 0,0 1 0 0 0,1-1 0 0 0,-1 1 0 0 0,0-1 0 0 0,0 1 0 0 0,0-1 0 0 0,0 1 0 0 0,0 0 0 0 0,0-2 0 0 0,0 2 6 0 0,0-1-1 0 0,1 1 1 0 0,-1-1-1 0 0,0 1 1 0 0,0-1-1 0 0,0 1 1 0 0,0-1-1 0 0,0 1 1 0 0,0-1-1 0 0,1 1 1 0 0,-1 0-1 0 0,0-1 1 0 0,0 1-1 0 0,1-1 1 0 0,-1 1-1 0 0,0 0 1 0 0,1-1-1 0 0,-1 1 1 0 0,0 0-1 0 0,1-1 1 0 0,-1 1-1 0 0,1 0 1 0 0,-1 0-1 0 0,1-1 1 0 0,0 1-1 0 0,0 0-6 0 0,0 0 0 0 0,0 0 0 0 0,0 0 0 0 0,0 0-1 0 0,0 0 1 0 0,0-1 0 0 0,0 1 0 0 0,0 0 0 0 0,0 0 0 0 0,0-1 0 0 0,0 1-1 0 0,0-1 1 0 0,0 1 0 0 0,0-1 0 0 0,0 1 0 0 0,0-1 0 0 0,1-1 0 0 0,21-10 160 0 0,212-53-834 0 0,-229 64 629 0 0,1 0-269 0 0,20-1-51 0 0,-20 1 231 0 0,-1 1-561 0 0,19 2 566 0 0,-19-2 285 0 0,-2 2-1992 0 0,14 6 291 0 0,-13-6-727 0 0,12 17-5419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5:55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0 1932 0 0,'0'0'13433'0'0,"0"6"-13708"0"0,0 22 543 0 0,4-25-243 0 0,39 32 1 0 0,-39-31 95 0 0,1-1-228 0 0,61 41-181 0 0,-62-42 366 0 0,2 2 6 0 0,71 40-595 0 0,-72-41 496 0 0,1 0-192 0 0,16 10 15 0 0,-16-10 129 0 0,12 8-588 0 0,-14-9 520 0 0,-1 3-361 0 0,9 11 316 0 0,-9-11-54 0 0,-2-1-22 0 0,3 15 120 0 0,-3-14 137 0 0,-3 0-162 0 0,-16 28 230 0 0,0-2 0 0 0,-3 0 0 0 0,0-1-1 0 0,-43 45 1 0 0,-52 50 381 0 0,112-122-262 0 0,1 1 6 0 0,-12 10-132 0 0,12-11-90 0 0,-1 1 231 0 0,-12 14-206 0 0,13-14 76 0 0,-1 0-67 0 0,-45 49 1524 0 0,46-50-637 0 0,10-4-903 0 0,21 0 27 0 0,-21 1-136 0 0,-1-1 233 0 0,193-25 27 0 0,-194 26-257 0 0,3 0 135 0 0,22 0-175 0 0,-23 0 29 0 0,0 0 142 0 0,62-3-20 0 0,-62 3-40 0 0,-1 0 43 0 0,6 0 510 0 0,30-6-8140 0 0,-36 5 4935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5:56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32 155 1716 0 0,'-18'-12'1779'0'0,"15"10"2565"0"0,0-2-3698 0 0,2 1-261 0 0,0 0-1 0 0,-1-1 0 0 0,1 1 0 0 0,0 0 0 0 0,1-1 0 0 0,-1 1 0 0 0,1 0 1 0 0,-1-1-1 0 0,1 1 0 0 0,0-1 0 0 0,1-6 0 0 0,0 5 978 0 0,0 1-1191 0 0,0-1-1 0 0,0 1 0 0 0,1 0 0 0 0,0 0 0 0 0,-1 0 1 0 0,1 0-1 0 0,1 1 0 0 0,-1-1 0 0 0,5-5 0 0 0,-4 5-260 0 0,1 1 308 0 0,14-8 143 0 0,-14 8-226 0 0,1 1-871 0 0,15-6 416 0 0,-15 5 226 0 0,1 2-190 0 0,15-3 262 0 0,-16 3 338 0 0,1 2-430 0 0,16 2 378 0 0,-16-3-261 0 0,18 15-108 0 0,-20-12 287 0 0,-1 2 32 0 0,1 1-251 0 0,0 1-1 0 0,0 0 0 0 0,-1-1 0 0 0,-1 1 0 0 0,1 1 0 0 0,-1-1 1 0 0,0 0-1 0 0,0 1 0 0 0,-1-1 0 0 0,0 1 0 0 0,-1-1 0 0 0,0 1 0 0 0,0 0 1 0 0,0-1-1 0 0,-1 1 0 0 0,-2 11 0 0 0,-3 16 58 0 0,2 0-235 0 0,-3 0-1 0 0,-20 66 0 0 0,-4-9 234 0 0,29-87 306 0 0,2-4-331 0 0,1 0 1 0 0,-1 0-1 0 0,0 0 1 0 0,0 0-1 0 0,0 0 1 0 0,0 0-1 0 0,-1 0 1 0 0,1 0-1 0 0,0 0 1 0 0,0 1-1 0 0,-1-1 1 0 0,1 0-1 0 0,-1 0 1 0 0,1 0-1 0 0,-1 1 1 0 0,-4 10-906 0 0,9-15 967 0 0,3-2-171 0 0,-1 1 0 0 0,-1-2 0 0 0,1 1-1 0 0,-1 0 1 0 0,0-1 0 0 0,0 0 0 0 0,7-11 0 0 0,28-53-1347 0 0,-29 49 1353 0 0,18-30-440 0 0,-9 14 476 0 0,82-162 923 0 0,-100 195-173 0 0,-1 0-138 0 0,6-15 308 0 0,-5 14 96 0 0,0 1-886 0 0,5-15 127 0 0,-5 14 860 0 0,-27 20-1179 0 0,17-7 107 0 0,-18 42 123 0 0,3 0 0 0 0,2 2 0 0 0,-14 58 0 0 0,32-100-61 0 0,-1 13 19 0 0,5-4 346 0 0,0-11-351 0 0,0 0 0 0 0,0 0-1 0 0,1 0 1 0 0,0-1 0 0 0,1 1 0 0 0,0-1 0 0 0,0 1 0 0 0,0-1 0 0 0,1 0-1 0 0,8 10 1 0 0,-4-7-150 0 0,1-1 0 0 0,0-1 0 0 0,0 1 0 0 0,1-2 0 0 0,0 1 0 0 0,0-1 0 0 0,18 8 0 0 0,44 18-3180 0 0,-3-1-3793 0 0,-65-30 4273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5:56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18 110 1308 0 0,'0'0'1723'0'0,"4"-5"-425"0"0,10-14-301 0 0,-10 15 798 0 0,-2-1-1057 0 0,3-5-800 0 0,18-38 8043 0 0,-16 35-7624 0 0,-5 8 2674 0 0,-4 5-3167 0 0,0 0 138 0 0,0 0 1 0 0,0 1 0 0 0,0-1-1 0 0,0 0 1 0 0,0 1 0 0 0,0 0-1 0 0,0-1 1 0 0,0 1 0 0 0,-2 1-1 0 0,-1 1-11 0 0,-3 3 40 0 0,-9 38-218 0 0,17-43 181 0 0,0 0 1 0 0,-1 0-1 0 0,1 0 1 0 0,0 0-1 0 0,0-1 0 0 0,-1 1 1 0 0,1 0-1 0 0,0 0 0 0 0,-1 0 1 0 0,1 0-1 0 0,-1 0 1 0 0,1 0-1 0 0,-1-1 0 0 0,1 1 1 0 0,-1 0-1 0 0,0 0 0 0 0,0 0 1 0 0,0 0 12 0 0,0 0 0 0 0,0-1 0 0 0,1 1 0 0 0,-1 0 0 0 0,0 0 0 0 0,1 0 0 0 0,-1 0 0 0 0,1 0 0 0 0,-1 0 1 0 0,1 0-1 0 0,-1 0 0 0 0,1 0 0 0 0,0 0 0 0 0,0 0 0 0 0,-1 0 0 0 0,1 0 0 0 0,0 2 0 0 0,-6 22 45 0 0,4-19 81 0 0,2 28 193 0 0,2-32-328 0 0,-1 0 0 0 0,0-1 0 0 0,0 1 1 0 0,1-1-1 0 0,-1 1 0 0 0,1-1 0 0 0,-1 0 0 0 0,1 0 0 0 0,-1 1 1 0 0,3 0-1 0 0,-3-1-32 0 0,0 0 0 0 0,0 0 0 0 0,0 0 0 0 0,0 0 0 0 0,0 0 0 0 0,0-1 0 0 0,0 1 0 0 0,0 0 0 0 0,1-1-1 0 0,-1 1 1 0 0,0 0 0 0 0,1-1 0 0 0,-1 0 0 0 0,0 1 0 0 0,2-1 0 0 0,1 1-85 0 0,1 1-497 0 0,1 0-253 0 0,57 4-8121 0 0,-56-6 6460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5:56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14 3368 0 0,'0'0'7463'0'0,"-3"-3"-5871"0"0,1 2-1175 0 0,0 0 0 0 0,1 0 1 0 0,-1 0-1 0 0,0 0 0 0 0,0 0 0 0 0,0 0 0 0 0,1 0 1 0 0,-1 1-1 0 0,0-1 0 0 0,0 1 0 0 0,0-1 0 0 0,0 1 0 0 0,0 0 1 0 0,-4 0-1 0 0,-6 0-697 0 0,6 1 931 0 0,1 1-539 0 0,-4 2 615 0 0,-23 12-9532 0 0,28-13 5219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5:58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38 956 0 0,'-9'-29'11088'0'0,"10"35"-10835"0"0,-1-1-161 0 0,0-3-48 0 0,0 0 0 0 0,0-1 1 0 0,0 1-1 0 0,0 0 0 0 0,0 0 0 0 0,0-1 0 0 0,1 1 1 0 0,-1 0-1 0 0,1 0 0 0 0,1 2 521 0 0,0 2-314 0 0,8 16 9 0 0,-7-17 108 0 0,-1-4-314 0 0,-1 0 0 0 0,1 0 1 0 0,0 0-1 0 0,-1 1 0 0 0,1-1 0 0 0,-1 0 0 0 0,0 1 0 0 0,1-1 0 0 0,-1 1 0 0 0,2 2 0 0 0,1-1 150 0 0,1 0-66 0 0,15 6-77 0 0,-15-7 120 0 0,1-1-86 0 0,56 6 209 0 0,-56-7-165 0 0,0-1-180 0 0,55-9 255 0 0,-55 8-174 0 0,-1 0-122 0 0,14-6 171 0 0,-15 5-103 0 0,0 1 153 0 0,12-7-130 0 0,-13 6 61 0 0,-3 3-67 0 0,1-1-1 0 0,-1 1 1 0 0,0-1 0 0 0,0 1-1 0 0,0-1 1 0 0,0 1 0 0 0,0-1-1 0 0,1 1 1 0 0,-1 0 0 0 0,0-1-1 0 0,0 1 1 0 0,1-1 0 0 0,-1 1-1 0 0,0 0 1 0 0,1-1 0 0 0,-1 1-1 0 0,0 0 1 0 0,1-1-1 0 0,-1 1 1 0 0,1 0 0 0 0,-1-1-1 0 0,1 1 1 0 0,-1 0 0 0 0,0 0-1 0 0,1 0 1 0 0,0-1 0 0 0,0 1 2 0 0,-1 0 0 0 0,1 0 0 0 0,-1 0 0 0 0,0-1 0 0 0,1 1 0 0 0,-1 0 0 0 0,1 0 0 0 0,-1-1 1 0 0,1 1-1 0 0,-1 0 0 0 0,0-1 0 0 0,1 1 0 0 0,-1 0 0 0 0,0-1 0 0 0,1 1 0 0 0,-1 0 0 0 0,0-1 1 0 0,0 1-1 0 0,1-1 0 0 0,-1 1 0 0 0,0-1 0 0 0,0 1 0 0 0,0-1 0 0 0,1 1 0 0 0,-1-1 0 0 0,0 0 210 0 0,2-3-140 0 0,7-15 11 0 0,-6 14 625 0 0,-3 4-673 0 0,0-1-1 0 0,0 1 1 0 0,1-1-1 0 0,-1 1 1 0 0,1-1 0 0 0,-1 1-1 0 0,1-1 1 0 0,0 1-1 0 0,-1-1 1 0 0,1 1 0 0 0,0 0-1 0 0,1-2 1 0 0,0 0 60 0 0,0-2 1140 0 0,-3 10-1234 0 0,-13 65 478 0 0,12-50-342 0 0,-1 41 0 0 0,3-28-21 0 0,1 95 165 0 0,-3 71 27 0 0,-1-108-175 0 0,3-64-55 0 0,0 0-1 0 0,-2 0 1 0 0,-1 0-1 0 0,-2-1 1 0 0,-11 42-1 0 0,13-54-21 0 0,2-9-1 0 0,0 0 0 0 0,-1 0 0 0 0,1 0 0 0 0,-1 0 0 0 0,0 0 0 0 0,0-1-1 0 0,-5 9 1 0 0,3-8 24 0 0,-1 0 0 0 0,1-1 0 0 0,-1 1 0 0 0,0-1 0 0 0,0 0 0 0 0,0 0 0 0 0,-1-1-1 0 0,1 1 1 0 0,-1-1 0 0 0,-12 5 0 0 0,16-7-72 0 0,0 0-1 0 0,-1 0 1 0 0,1-1-1 0 0,0 1 1 0 0,-1 0-1 0 0,1-1 1 0 0,-1 1-1 0 0,1-1 1 0 0,-1 0-1 0 0,1 0 1 0 0,-1 0-1 0 0,1 0 1 0 0,-5-1-1 0 0,-1 0 1 0 0,-5 2 21 0 0,-5-2-23 0 0,0-2 75 0 0,-65-13-123 0 0,78 15-139 0 0,-2 0-97 0 0,-20-6-241 0 0,20 6-261 0 0,2-1-1699 0 0,-16-4 364 0 0,15 5-763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5:58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33 2704 0 0,'0'0'2371'0'0,"1"-5"-1"0"0,1-1-1524 0 0,1-5-275 0 0,-2 0 7898 0 0,-5 14-8358 0 0,0 1-68 0 0,0 0-1 0 0,1-1 0 0 0,-1 1 0 0 0,1 0 1 0 0,0 1-1 0 0,0-1 0 0 0,0 1 0 0 0,1-1 1 0 0,0 1-1 0 0,0 0 0 0 0,-2 5 0 0 0,-14 62 567 0 0,15-56-346 0 0,2-10 32 0 0,0 1 55 0 0,1 3-147 0 0,1-1-1 0 0,0 1 0 0 0,0 0 0 0 0,3 11 0 0 0,-2-17-58 0 0,3 0 38 0 0,14 12-226 0 0,-14-12-160 0 0,1-3-402 0 0,21 3-249 0 0,-20-2-379 0 0,-1-2-413 0 0,17 2-679 0 0,-18-2-1275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5:58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16 832 0 0,'0'0'10959'0'0,"-3"-2"-9350"0"0,-9-9-316 0 0,9 9 2151 0 0,-3 3-3045 0 0,-17 3 21 0 0,17-3-203 0 0,2 1-1068 0 0,-11 8-438 0 0,11-7-1283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5:59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22 1864 0 0,'0'0'8116'0'0,"-3"-3"-7155"0"0,-8-7-307 0 0,8 3 5137 0 0,-2 8-5512 0 0,-16 3 55 0 0,16-3 841 0 0,1 2-937 0 0,-29 24 1537 0 0,30-24-386 0 0,145-25-1040 0 0,-91 16-405 0 0,-27 3 28 0 0,-18 2-76 0 0,1 0 17 0 0,23-4 94 0 0,-23 4-69 0 0,0 1-112 0 0,20-1 70 0 0,-20 0 185 0 0,-1 2-93 0 0,19 0 99 0 0,-19-1 55 0 0,0 0-282 0 0,19-1-251 0 0,-18 0-350 0 0,26 4-17174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03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22 1364 0 0,'0'0'9739'0'0,"-5"-1"-9445"0"0,-14-4-25 0 0,15 4 1722 0 0,0 4-1525 0 0,-12 7-132 0 0,13-7 1440 0 0,-1 0-1685 0 0,0 3 220 0 0,-1 0 1 0 0,0-1-1 0 0,-1 0 0 0 0,-7 7 0 0 0,14-12-304 0 0,0 0 0 0 0,1 1 1 0 0,-1-1-1 0 0,1 1 0 0 0,-1-1 0 0 0,0 1 0 0 0,1-1 0 0 0,-1 1 0 0 0,0 0 0 0 0,1-1 0 0 0,-1 1 0 0 0,2 2 0 0 0,0-1-11 0 0,1 0-22 0 0,3-2 9 0 0,19 2 170 0 0,-20-2-89 0 0,2 0-156 0 0,329-47 55 0 0,-251 32-21 0 0,-79 14 136 0 0,15-1-85 0 0,5-3 180 0 0,38-4-528 0 0,-59 8 99 0 0,0 1-1213 0 0,16-2 372 0 0,-16 1-336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04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14 1528 0 0,'0'0'12242'0'0,"-3"-3"-12015"0"0,-5-7 719 0 0,23 12-351 0 0,-13-2-726 0 0,3 2 229 0 0,0 0-206 0 0,48 21-192 0 0,99 61 1 0 0,-107-50 200 0 0,-41-30 78 0 0,11 10-190 0 0,-11-10 67 0 0,0 0 219 0 0,11 9-63 0 0,-11-9-98 0 0,3 13 45 0 0,-5-14 37 0 0,-1 1-104 0 0,-1 2 90 0 0,-4 17-57 0 0,4-17 200 0 0,-3-2-14 0 0,-7 12-158 0 0,-2 0 0 0 0,0-1 0 0 0,-1 0 1 0 0,-26 23-1 0 0,14-13 37 0 0,-169 167-90 0 0,175-176 42 0 0,16-13 113 0 0,3-3-53 0 0,-1 1 0 0 0,1-1 0 0 0,0 1 0 0 0,0-1 0 0 0,0 1 0 0 0,0-1 0 0 0,-1 1 0 0 0,1-1 0 0 0,0 1 0 0 0,0-1 0 0 0,-1 1 0 0 0,1-1 0 0 0,0 1 0 0 0,-1-1 0 0 0,1 1 0 0 0,-1-1 0 0 0,1 0 0 0 0,0 1 0 0 0,-1-1 0 0 0,1 0 0 0 0,-1 1 0 0 0,1-1-1 0 0,-1 0 1 0 0,1 1 0 0 0,-1-1 0 0 0,0 0 0 0 0,0 0-1 0 0,1 0 0 0 0,-1 1-1 0 0,1-1 1 0 0,-1 0 0 0 0,1 0-1 0 0,-1 1 1 0 0,1-1-1 0 0,-1 0 1 0 0,1 1 0 0 0,-1-1-1 0 0,1 0 1 0 0,0 1 0 0 0,-1-1-1 0 0,1 1 1 0 0,-1-1-1 0 0,1 1 1 0 0,0-1 0 0 0,0 1-1 0 0,-1-1 1 0 0,1 1 0 0 0,0-1-1 0 0,0 1 1 0 0,0-1-1 0 0,-1 1 1 0 0,1-1 0 0 0,0 2-1 0 0,-3 1-21 0 0,-26 31 58 0 0,26-30 439 0 0,3-3-477 0 0,0 0 1 0 0,0 0 0 0 0,-1-1 0 0 0,1 1-1 0 0,0 0 1 0 0,0 0 0 0 0,0-1 0 0 0,0 1-1 0 0,-1 0 1 0 0,1-1 0 0 0,0 1 0 0 0,-1 0 0 0 0,1-1-1 0 0,0 1 1 0 0,-1 0 0 0 0,1-1 0 0 0,-1 1-1 0 0,1-1 1 0 0,-1 1 0 0 0,0 0 0 0 0,0 0-5 0 0,1-1 1 0 0,-1 1-1 0 0,0 0 1 0 0,1-1-1 0 0,-1 1 1 0 0,1 0-1 0 0,-1 0 1 0 0,1-1-1 0 0,0 1 1 0 0,-1 0-1 0 0,1 0 1 0 0,0 0-1 0 0,-1 0 1 0 0,1-1-1 0 0,0 1 1 0 0,0 1-1 0 0,7 20 31 0 0,-5-18 348 0 0,24-10-228 0 0,-20 5-219 0 0,-1 0 2 0 0,118-25 321 0 0,-117 24-299 0 0,2 1 13 0 0,23-1 29 0 0,-24 1-250 0 0,0 1 78 0 0,22 0 347 0 0,-22 0 110 0 0,-1 0-270 0 0,55-7-142 0 0,-56 6 306 0 0,1 1-248 0 0,18-1 62 0 0,-19 1-88 0 0,37-3-11341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05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0 155 1996 0 0,'0'0'9746'0'0,"3"-4"-9468"0"0,0-1-42 0 0,1 0 1 0 0,0 0-1 0 0,0 1 1 0 0,0-1-1 0 0,6-4 1 0 0,-6 7-237 0 0,1 0-32 0 0,4 1 131 0 0,0-1 0 0 0,0 1 0 0 0,17 1 0 0 0,-21 0 195 0 0,1 1-356 0 0,-1 1 0 0 0,1-1 0 0 0,-1 1 0 0 0,0 0-1 0 0,1 0 1 0 0,-1 1 0 0 0,6 4 0 0 0,-8-6 205 0 0,-1 1-75 0 0,1 0-1 0 0,-1 0 1 0 0,1 0 0 0 0,-1 0-1 0 0,0 0 1 0 0,0 0-1 0 0,0 0 1 0 0,0 1 0 0 0,0-1-1 0 0,-1 1 1 0 0,1-1-1 0 0,-1 1 1 0 0,1 0-1 0 0,0 4 1 0 0,-1-4-56 0 0,2 1 238 0 0,-2 1 232 0 0,2 7-516 0 0,0-1-1 0 0,-1 1 0 0 0,-1 0 0 0 0,0-1 0 0 0,0 1 1 0 0,-1 0-1 0 0,-1 0 0 0 0,0 0 0 0 0,-1-1 1 0 0,-3 14-1 0 0,-34 88 137 0 0,31-93-59 0 0,0-1-1 0 0,-1 1 1 0 0,-18 25-1 0 0,25-42-161 0 0,1-1-18 0 0,0-1 116 0 0,1 0 1 0 0,-1 1 0 0 0,0-1 0 0 0,0 0 0 0 0,0 0-1 0 0,0 0 1 0 0,0 0 0 0 0,0 0 0 0 0,0 0 0 0 0,0 0-1 0 0,-2 1 1 0 0,0 0-40 0 0,0 2-267 0 0,3-10-2240 0 0,0-18 2413 0 0,1 20 127 0 0,1 0 1 0 0,-1-1 0 0 0,1 1 0 0 0,0 0-1 0 0,1-1 1 0 0,-1 1 0 0 0,1 1 0 0 0,-1-1-1 0 0,1 0 1 0 0,0 1 0 0 0,7-7 0 0 0,-9 9 23 0 0,123-148-298 0 0,-99 122 358 0 0,2-7 473 0 0,-1-1-1 0 0,-1 0 1 0 0,23-47-1 0 0,-46 78-233 0 0,0-1 179 0 0,9-14 97 0 0,-8 14-177 0 0,-1 1-452 0 0,5-13 67 0 0,-6 13 501 0 0,0-1-490 0 0,4-13 209 0 0,-4 13 294 0 0,-1 0-494 0 0,-3-23 495 0 0,-2 30-700 0 0,-4 1 202 0 0,0 1 0 0 0,1 0 1 0 0,-1 1-1 0 0,1 0 0 0 0,0 1 1 0 0,0-1-1 0 0,1 2 0 0 0,0-1 1 0 0,0 1-1 0 0,0 0 0 0 0,-6 10 0 0 0,-5 5 94 0 0,1 2 1 0 0,-21 41-1 0 0,28-47-22 0 0,1 1 0 0 0,1 0 1 0 0,1 0-1 0 0,1 1 0 0 0,0 0 1 0 0,-3 29-1 0 0,8-43 2 0 0,2 2-41 0 0,1 23 158 0 0,-2-29-209 0 0,0-1 1 0 0,0 0 0 0 0,0 1-1 0 0,0-1 1 0 0,0 1 0 0 0,1-1-1 0 0,-1 1 1 0 0,0-1 0 0 0,1 0-1 0 0,-1 1 1 0 0,1-1 0 0 0,0 0-1 0 0,-1 1 1 0 0,1-1 0 0 0,0 0-1 0 0,0 0 1 0 0,0 0 0 0 0,0 1-1 0 0,1 0 1 0 0,1 1-22 0 0,-1 1-53 0 0,1 0 0 0 0,0-1 0 0 0,0 1 0 0 0,0-1 0 0 0,0 1 0 0 0,1-1 0 0 0,-1 0 0 0 0,1-1 0 0 0,0 1 0 0 0,-1-1 0 0 0,1 1 0 0 0,7 2 0 0 0,3 0-833 0 0,0 0 0 0 0,21 4 0 0 0,-3-1-1332 0 0,-13-3-1940 0 0,-3-4 3010 0 0,-7 0 189 0 0,-1 0-2174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05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26 220 0 0,'0'0'10474'0'0,"2"-4"-9152"0"0,5-13-256 0 0,-5 13 2670 0 0,-5 9-3560 0 0,-3 8-38 0 0,1 1 1 0 0,1 0 0 0 0,0 0 0 0 0,1 1-1 0 0,0-1 1 0 0,-1 17 0 0 0,4-29-157 0 0,-1 4 41 0 0,2 3 42 0 0,15 88 396 0 0,-14-93-208 0 0,3 0-64 0 0,42 26-1180 0 0,-43-28 206 0 0,2-2-196 0 0,25-1-1505 0 0,3-5-4594 0 0,-9-1 3893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06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71 3588 0 0,'-2'-4'2691'0'0,"-8"-17"5911"0"0,8 18-7114 0 0,-18-27 5824 0 0,14 21-7848 0 0,4 6 610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07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23 214 644 0 0,'0'0'1368'0'0,"2"-5"-406"0"0,3-14-173 0 0,-3 14 2646 0 0,-1 0-3084 0 0,3-16 10 0 0,-2 16 5920 0 0,-4 0-6023 0 0,0 0-192 0 0,-3-14 725 0 0,0 20-761 0 0,-15 2 66 0 0,15-2 936 0 0,11-2-779 0 0,16-3-110 0 0,-16 3-45 0 0,0-1 14 0 0,347-98 99 0 0,-347 99-273 0 0,18-5 155 0 0,-18 3-61 0 0,0 1-145 0 0,1 1-249 0 0,7-2 780 0 0,36-2-9182 0 0,-44 5 6141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07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2440 0 0,'0'0'10951'0'0,"5"2"-11021"0"0,12 7 48 0 0,-12-7 80 0 0,13 10 484 0 0,-15-9-306 0 0,2 1-237 0 0,29 18 153 0 0,1-2 0 0 0,1 0 0 0 0,0-3 1 0 0,51 18-1 0 0,-83-34-89 0 0,23 11-104 0 0,-22-10 276 0 0,0 0-411 0 0,-5-2 169 0 0,20 12 277 0 0,-19-12-269 0 0,0 1-1 0 0,0 0 1 0 0,0 0 0 0 0,0 0-1 0 0,0 0 1 0 0,0 0-1 0 0,-1 0 1 0 0,1 0 0 0 0,0 0-1 0 0,0 0 1 0 0,-1 0-1 0 0,1 1 1 0 0,-1-1 0 0 0,1 0-1 0 0,-1 0 1 0 0,1 1-1 0 0,-1-1 1 0 0,0 0 0 0 0,1 1-1 0 0,-1-1 1 0 0,0 0-1 0 0,0 1 1 0 0,0-1-1 0 0,-1 2 1 0 0,-3 18-108 0 0,3-16 101 0 0,-3-1 82 0 0,-239 248-437 0 0,188-197 272 0 0,52-52 331 0 0,3-3-224 0 0,0 1 0 0 0,0-1 0 0 0,0 1 0 0 0,-1 0 0 0 0,1-1 0 0 0,0 1 0 0 0,0-1 0 0 0,0 1-1 0 0,0-1 1 0 0,-1 1 0 0 0,1-1 0 0 0,0 1 0 0 0,-1-1 0 0 0,1 1 0 0 0,0-1 0 0 0,-1 0 0 0 0,1 1 0 0 0,0-1 0 0 0,-1 0 0 0 0,1 1 0 0 0,-1-1 0 0 0,1 0 0 0 0,-1 1 0 0 0,1-1 0 0 0,-1 0 0 0 0,0 1 0 0 0,0-1-35 0 0,1 0 1 0 0,-1 0-1 0 0,1 1 0 0 0,-1-1 1 0 0,1 0-1 0 0,-1 1 1 0 0,1-1-1 0 0,-1 0 0 0 0,1 1 1 0 0,-1-1-1 0 0,1 1 0 0 0,0-1 1 0 0,-1 1-1 0 0,1-1 0 0 0,0 1 1 0 0,-1-1-1 0 0,1 1 1 0 0,0-1-1 0 0,0 1 0 0 0,-1-1 1 0 0,1 1-1 0 0,0-1 0 0 0,0 1 1 0 0,0 1-1 0 0,-4 1-67 0 0,-12 10 6 0 0,13-10 853 0 0,3-2-774 0 0,0-1-1 0 0,0 1 0 0 0,0-1 0 0 0,0 1 1 0 0,0 0-1 0 0,0-1 0 0 0,1 1 0 0 0,-1-1 1 0 0,0 1-1 0 0,0 0 0 0 0,1-1 0 0 0,-1 1 1 0 0,0-1-1 0 0,1 1 0 0 0,-1-1 0 0 0,1 1 1 0 0,-1-1-1 0 0,0 0 0 0 0,1 1 0 0 0,-1-1 1 0 0,1 0-1 0 0,-1 1 0 0 0,1-1 0 0 0,-1 0 1 0 0,2 1-1 0 0,-2-1 13 0 0,1 0 1 0 0,-1 1-1 0 0,1-1 0 0 0,-1 0 1 0 0,1 1-1 0 0,-1-1 1 0 0,1 0-1 0 0,-1 1 0 0 0,1-1 1 0 0,-1 1-1 0 0,1-1 0 0 0,-1 1 1 0 0,0-1-1 0 0,1 1 0 0 0,-1-1 1 0 0,0 1-1 0 0,1-1 1 0 0,-1 1-1 0 0,0 0 0 0 0,0-1 1 0 0,0 1-1 0 0,0-1 0 0 0,1 1 1 0 0,-1 0-1 0 0,0 0 0 0 0,6-1 97 0 0,20-1 37 0 0,-19 1-129 0 0,1 0-151 0 0,147 7 146 0 0,-99-4 102 0 0,-51-2-135 0 0,2-1 88 0 0,22 3-142 0 0,-22-2 54 0 0,0-1-20 0 0,20 2-28 0 0,-20-1 67 0 0,-1 0-56 0 0,16 3-19 0 0,-16-3 148 0 0,-1-1-162 0 0,17 1 52 0 0,-16 0-43 0 0,1-1-3966 0 0,20 1 939 0 0,-20 0 412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08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63 2504 0 0,'0'0'12962'0'0,"2"7"-12799"0"0,17 49 221 0 0,-17-51-196 0 0,0 0-94 0 0,0-1 0 0 0,0 0 0 0 0,1 0 1 0 0,-1 0-1 0 0,1 0 0 0 0,0-1 0 0 0,0 1 0 0 0,0-1 0 0 0,7 6 1 0 0,-9-8-122 0 0,2 3 176 0 0,3-3 56 0 0,17 4 17 0 0,-17-3-187 0 0,1-2-5 0 0,4 0 10 0 0,0 0 1 0 0,0 0-1 0 0,0-2 0 0 0,0 1 1 0 0,0-2-1 0 0,0 1 1 0 0,0-1-1 0 0,-1-1 0 0 0,1 0 1 0 0,-1 0-1 0 0,0-1 0 0 0,0-1 1 0 0,-1 1-1 0 0,0-2 1 0 0,0 1-1 0 0,0-1 0 0 0,13-13 1 0 0,-19 16 135 0 0,0 0 46 0 0,25-37 990 0 0,-26 37-605 0 0,0 0-251 0 0,5-15-112 0 0,-5 14 370 0 0,-1 1-550 0 0,4-15 42 0 0,-4 15-6 0 0,-4 9-252 0 0,-5 18 119 0 0,0 0 0 0 0,-4 31 1 0 0,0 36 143 0 0,2 125 0 0 0,5-77-33 0 0,0-63 100 0 0,0-19-93 0 0,4-46-63 0 0,-1 0 1 0 0,1 0-1 0 0,-2 0 1 0 0,1 0-1 0 0,-2 0 1 0 0,1 0-1 0 0,-1-1 0 0 0,-1 1 1 0 0,1-1-1 0 0,-2 0 1 0 0,1 0-1 0 0,-8 8 0 0 0,9-13-7 0 0,0-1-1 0 0,-1 1 0 0 0,1-1 1 0 0,-1 0-1 0 0,0 0 0 0 0,0 0 0 0 0,-10 3 1 0 0,10-4 4 0 0,-1 1-18 0 0,1-1 0 0 0,-1 0 0 0 0,0 0 0 0 0,-1 0 1 0 0,1-1-1 0 0,0 0 0 0 0,0 0 0 0 0,-11-1 0 0 0,11 1 3 0 0,-107 4-44 0 0,107-5-228 0 0,0 0-230 0 0,-18 2-242 0 0,18-2-360 0 0,2-2-3313 0 0,-15-3 318 0 0,14 4 235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09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1 1964 0 0,'0'0'17211'0'0,"-6"2"-17074"0"0,-17 6-90 0 0,15-1 141 0 0,1 6 90 0 0,1 1-1 0 0,1 0 1 0 0,0 0 0 0 0,1 0-1 0 0,1 1 1 0 0,0 0 0 0 0,1-1-1 0 0,0 30 1 0 0,3-34-38 0 0,1-1-1 0 0,0 1 1 0 0,0-1-1 0 0,1 0 1 0 0,6 12-1 0 0,-7-16-150 0 0,1 0 0 0 0,-1-1-1 0 0,1 0 1 0 0,1 1-1 0 0,-1-1 1 0 0,1 0 0 0 0,3 3-1 0 0,-1-1-18 0 0,-3-2-102 0 0,2-1-123 0 0,14 10-274 0 0,-14-10-99 0 0,-1-1-192 0 0,12 7-319 0 0,-12-7-252 0 0,35-7-15349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09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40 368 0 0,'0'0'6989'0'0,"-3"-3"-4396"0"0,2 1-2115 0 0,0 0 0 0 0,0 0 0 0 0,0 1 1 0 0,-1-1-1 0 0,1 1 0 0 0,-7-7 8854 0 0,6 5-8604 0 0,1 0-1432 0 0,-6-6 2229 0 0,5 5-5164 0 0,-28 8-12994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5:38.3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51 1004 0 0,'0'0'13173'0'0,"-6"0"-12502"0"0,-18 1 147 0 0,18-1 2719 0 0,11-3-4031 0 0,1-2 183 0 0,1 1-1 0 0,1 0 1 0 0,-1 1-1 0 0,0-1 1 0 0,10-2 0 0 0,40-7-5011 0 0,-19 5-422 0 0,-32 6 3397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5:38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2780 0 0,'0'0'17017'0'0,"4"2"-16743"0"0,14 3-67 0 0,-14-4-173 0 0,2-2-553 0 0,15-3-204 0 0,-16 3-506 0 0,2-1-1052 0 0,1 0 1060 0 0,4-1-458 0 0,5-2-3178 0 0,8-4 482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18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10 113 360 0 0,'0'0'3572'0'0,"-1"-5"-3357"0"0,-4-21 6484 0 0,2-5-4810 0 0,7 29-1795 0 0,13-6-10 0 0,-13 6-12 0 0,1 1-100 0 0,15-5-90 0 0,-15 5 72 0 0,-1 0-137 0 0,16-5 219 0 0,-16 4 46 0 0,2 1-218 0 0,16-2 117 0 0,-16 2-34 0 0,-1 0-151 0 0,128-6 467 0 0,-126 6-149 0 0,-4 0-129 0 0,0 0 0 0 0,0 1 0 0 0,0-1 0 0 0,0 1 0 0 0,0-1 0 0 0,0 1 0 0 0,0 0 0 0 0,0 0 0 0 0,0 0 0 0 0,5 1 0 0 0,-6-1 4 0 0,0 1 0 0 0,1-1 0 0 0,-1 0 0 0 0,1 0 0 0 0,-1 0 0 0 0,0 0-1 0 0,1-1 1 0 0,-1 1 0 0 0,4-2 0 0 0,-4 2 14 0 0,0-1 0 0 0,0 1 0 0 0,0-1 0 0 0,0 1-1 0 0,0 0 1 0 0,0 0 0 0 0,0 0 0 0 0,0 0 0 0 0,0 0 0 0 0,0 0-1 0 0,-1 0 1 0 0,5 2 0 0 0,-2-2 5 0 0,2 0-24 0 0,16 4-85 0 0,-17-3 128 0 0,1-1 15 0 0,-1 1 8 0 0,17 2-104 0 0,-16-3 2043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19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53 864 0 0,'0'0'11867'0'0,"4"-2"-11541"0"0,12-6 6 0 0,-12 6 522 0 0,1 1-692 0 0,16-2 11 0 0,-16 2-92 0 0,0 0-485 0 0,15-4 443 0 0,-15 4 70 0 0,0 0-181 0 0,18-1 254 0 0,-18 1-119 0 0,1 0 95 0 0,181-22-216 0 0,-182 22 1 0 0,24 3-337 0 0,-23-2 517 0 0,-1 0-106 0 0,51 3 84 0 0,-50-3 310 0 0,-1-1-760 0 0,17 0 452 0 0,-16 0 1307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22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34 853 892 0 0,'0'0'5248'0'0,"-5"0"-4781"0"0,-2 0-146 0 0,-3 0-46 0 0,-1 1 6917 0 0,13 3-7032 0 0,9 14-235 0 0,-8-14-1 0 0,0 2 157 0 0,57 95 553 0 0,43 80 352 0 0,-7-18-522 0 0,-82-141-74 0 0,-12-18-530 0 0,-1-3 126 0 0,-1 1 0 0 0,1-1 0 0 0,0 0 0 0 0,-1 1 0 0 0,1-1 0 0 0,0 0 0 0 0,0 0 0 0 0,0 1 0 0 0,0-1 0 0 0,0 0 0 0 0,0 0 0 0 0,2 1 0 0 0,-3-2-1 0 0,3 4 501 0 0,0 0-370 0 0,12 17 1090 0 0,-11-23-1155 0 0,-3 1-28 0 0,0 1-8 0 0,1 0 0 0 0,-1-1 0 0 0,1 1 0 0 0,-1-1 0 0 0,1 0 0 0 0,-1 1 0 0 0,1-1-1 0 0,-1 0 1 0 0,0 0 0 0 0,1 0 0 0 0,-1 0 0 0 0,2-1 0 0 0,-2-4-134 0 0,12-47 275 0 0,9-92-1 0 0,-14 85-197 0 0,131-736-400 0 0,-138 790 416 0 0,0-1 210 0 0,13-52-40 0 0,-13 54-22 0 0,0 0-187 0 0,2-15 36 0 0,-2 16 97 0 0,0-2-158 0 0,5-17 29 0 0,-4 18-10 0 0,-1-1 35 0 0,22-111-583 0 0,-22 111 649 0 0,0 1-81 0 0,2-15 152 0 0,-2 15 352 0 0,0 0-417 0 0,3-16-16 0 0,-4 16-49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25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0 252 556 0 0,'0'0'13533'0'0,"4"-2"-13397"0"0,-2 0-131 0 0,-2 1-9 0 0,1 0 0 0 0,0 0 1 0 0,1 0-1 0 0,-1 1 0 0 0,0-1 1 0 0,0 0-1 0 0,0 0 0 0 0,0 1 1 0 0,1-1-1 0 0,-1 1 0 0 0,0-1 1 0 0,3 0 627 0 0,1 0-515 0 0,77-15 1696 0 0,-77 14-1273 0 0,0 1-473 0 0,16-3 78 0 0,-16 2-83 0 0,0 1-712 0 0,152-26 113 0 0,-151 26 736 0 0,25-4-182 0 0,-25 4 88 0 0,0 0-559 0 0,20-3 341 0 0,-19 2 260 0 0,-1 2-105 0 0,16-2 51 0 0,-17 1-274 0 0,1 1 252 0 0,17-2 106 0 0,-17 1-304 0 0,-1 1 99 0 0,64-5-283 0 0,33-6-117 0 0,-96 11 359 0 0,0-1 290 0 0,66-5 879 0 0,-2-1-1709 0 0,-64 6 381 0 0,0 1 121 0 0,62-5 915 0 0,1 0-1363 0 0,-63 4 784 0 0,1 1-48 0 0,65-5-657 0 0,-35 2 456 0 0,-31 2 92 0 0,2 1-107 0 0,38-4-35 0 0,-14 0 153 0 0,-24 3 334 0 0,0 1-102 0 0,101-9-170 0 0,-104 9-450 0 0,3 0 153 0 0,64-5 285 0 0,-65 5-21 0 0,0-1 172 0 0,189-3-385 0 0,-190 4 145 0 0,1 0-225 0 0,58 0 603 0 0,-59 0-759 0 0,0 0 217 0 0,53 0-292 0 0,-53 1 274 0 0,0-1-2 0 0,17 0 340 0 0,-17 0 280 0 0,2 0-147 0 0,63 2-175 0 0,-65-1-199 0 0,2-1 98 0 0,67 2-721 0 0,-68-2 716 0 0,0 0-266 0 0,61 0 44 0 0,-61 0-153 0 0,-1 0 204 0 0,93 4 428 0 0,-92-4-417 0 0,0 0-58 0 0,64 0 275 0 0,-64 0-116 0 0,-1 0 337 0 0,19 0-209 0 0,-19 0-16 0 0,2 0 54 0 0,97 5-655 0 0,-99-5 630 0 0,0 0 159 0 0,71 1-496 0 0,61-11 330 0 0,-60 8 303 0 0,-71 2-578 0 0,1-1 186 0 0,24-1 291 0 0,-24 2-191 0 0,-1-1-329 0 0,67-3-66 0 0,41-6-117 0 0,-58 3 382 0 0,38-8 410 0 0,-90 14-551 0 0,1 0 313 0 0,94-8 57 0 0,-93 8-389 0 0,0 0 120 0 0,59-3 519 0 0,-61 4-466 0 0,3-1-444 0 0,60-3 170 0 0,-63 4 316 0 0,3-1-355 0 0,62-2 24 0 0,-64 3 556 0 0,1 0-348 0 0,23 0 102 0 0,-23 0-153 0 0,0-1 94 0 0,20 0 0 0 0,-20 0-62 0 0,0 1 211 0 0,22-3 2 0 0,-22 3-164 0 0,0-1 186 0 0,22-2-136 0 0,-21 2-64 0 0,-2 0 208 0 0,20-3-154 0 0,-19 3-198 0 0,-2 0-48 0 0,57-3 268 0 0,-55 3 192 0 0,1 1 18 0 0,97 7-738 0 0,-99-6 787 0 0,0-1-219 0 0,58 3-96 0 0,-58-2 37 0 0,0-1-27 0 0,59 5-52 0 0,-39-1 38 0 0,-20-3 136 0 0,-1 0-12 0 0,49 4-90 0 0,-48-4 32 0 0,0-1 37 0 0,1 2-292 0 0,4 0 247 0 0,1-2-9075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29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57 170 1004 0 0,'0'0'2126'0'0,"-3"2"-1252"0"0,-15 11 7143 0 0,13-14-7418 0 0,-15-2 109 0 0,15 2 877 0 0,4-4-1598 0 0,-2-15 60 0 0,2 14 223 0 0,2 2-282 0 0,18-41-164 0 0,-16 42 244 0 0,1 0-156 0 0,13-6 141 0 0,-13 7-51 0 0,2 1-467 0 0,20 0 501 0 0,-19 1 118 0 0,-2 2-46 0 0,16 6-159 0 0,-16-6 86 0 0,0 1-85 0 0,12 12 140 0 0,-12-11-12 0 0,-2 0-211 0 0,12 12 91 0 0,-12-11 234 0 0,1-1 23 0 0,1 1-187 0 0,1 0-43 0 0,14 32 375 0 0,-14-22-341 0 0,-1 0 0 0 0,0 0 0 0 0,4 30-1 0 0,-9-40 300 0 0,1 1-294 0 0,0 19-346 0 0,-1-18 14 0 0,0-1 117 0 0,-3 17 301 0 0,3-17-15 0 0,-2-2-433 0 0,-7 19-369 0 0,6-27 454 0 0,-9-11 163 0 0,9 12-17 0 0,3-4-163 0 0,-1-20 63 0 0,1 21 91 0 0,0-1 117 0 0,0-1 0 0 0,11-44-115 0 0,0 14 72 0 0,1 1 0 0 0,28-54 0 0 0,-38 87 30 0 0,1-2 163 0 0,8-15-128 0 0,-8 16-37 0 0,0 2 70 0 0,25-31-418 0 0,-25 31 453 0 0,-3 3-158 0 0,1 0 65 0 0,-1 0 0 0 0,0 0 1 0 0,1 0-1 0 0,-1 0 0 0 0,1 0 0 0 0,-1 0 0 0 0,1 0 0 0 0,-1 0 0 0 0,0 0 0 0 0,1-1 0 0 0,-1 1 0 0 0,0 0 0 0 0,1 0 1 0 0,-1 0-1 0 0,1-1 0 0 0,-1 1 0 0 0,0 0 0 0 0,0 0 0 0 0,1-1 0 0 0,-1 1 0 0 0,0 0 0 0 0,1-1 0 0 0,-1 1 0 0 0,0 0 1 0 0,0-1-1 0 0,1 1 0 0 0,-1-1 0 0 0,0 1-10 0 0,1-1 1 0 0,-1 0 0 0 0,1 1-1 0 0,-1-1 1 0 0,1 1-1 0 0,-1-1 1 0 0,1 1-1 0 0,-1-1 1 0 0,1 1 0 0 0,-1-1-1 0 0,1 1 1 0 0,0 0-1 0 0,-1-1 1 0 0,1 1-1 0 0,0 0 1 0 0,-1-1 0 0 0,1 1-1 0 0,0 0 1 0 0,-1 0-1 0 0,1 0 1 0 0,0 0 0 0 0,-1 0-1 0 0,1 0 1 0 0,0 0-1 0 0,0 0 1 0 0,-1 0-1 0 0,1 0 1 0 0,0 0 0 0 0,1 1-1 0 0,9 0 56 0 0,0 0-1 0 0,0 1 1 0 0,12 4 0 0 0,-18-4 37 0 0,-1 1-24 0 0,12 8-106 0 0,-12-8 187 0 0,0 2-150 0 0,1-1 47 0 0,-4-3 1 0 0,1 0 0 0 0,-1 1 0 0 0,1-1 0 0 0,-1 1 1 0 0,0-1-1 0 0,1 1 0 0 0,-1-1 0 0 0,0 1 0 0 0,0 0 0 0 0,0 0 0 0 0,0 0 0 0 0,-1-1 0 0 0,2 4 0 0 0,7 19 276 0 0,-6-18-26 0 0,-1 0-97 0 0,3 13-2 0 0,-1-1-1 0 0,0 1 1 0 0,2 32 0 0 0,-5 16 258 0 0,0-60-40 0 0,0 25-608 0 0,-1-25 182 0 0,1-1-245 0 0,0 1 59 0 0,0 4 218 0 0,0 1-9419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30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64 0 0,'0'0'-24'0'0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31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0 676 0 0,'0'0'7241'0'0,"-3"3"-7102"0"0,-3 2 95 0 0,-15 11 7855 0 0,15-13-10223 0 0,0-2-5089 0 0,7 4 5149 0 0,5 22 554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37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66 161 424 0 0,'0'0'7875'0'0,"1"-5"-7643"0"0,1 0 45 0 0,1-5-350 0 0,-2 1 6481 0 0,-1 8-6399 0 0,0 1 0 0 0,-1-1-1 0 0,1 1 1 0 0,0-1 0 0 0,0 1 0 0 0,-1-1-1 0 0,1 1 1 0 0,0-1 0 0 0,-1 1-1 0 0,1-1 1 0 0,-1 1 0 0 0,1-1-1 0 0,-1 1 1 0 0,1 0 0 0 0,-1-1-1 0 0,1 1 1 0 0,-1 0 0 0 0,1-1-1 0 0,-1 1 1 0 0,0 0 0 0 0,0 0-11 0 0,1-1 0 0 0,-1 1 0 0 0,1 0 1 0 0,0 0-1 0 0,-1 0 0 0 0,1 0 0 0 0,-1-1 1 0 0,1 1-1 0 0,0 0 0 0 0,-1 0 0 0 0,1-1 0 0 0,0 1 1 0 0,-1 0-1 0 0,1-1 0 0 0,0 1 0 0 0,0 0 0 0 0,-1-1 1 0 0,1 1-1 0 0,0 0 0 0 0,0-1 0 0 0,-1 1 0 0 0,1-1 1 0 0,0 1-1 0 0,0-1 0 0 0,0 1 0 0 0,0-1 0 0 0,-6 1-172 0 0,-15 3 131 0 0,16-2 1254 0 0,-1 0-864 0 0,-12 0 397 0 0,30-10 449 0 0,9 2-909 0 0,3 4-248 0 0,229-70-219 0 0,-249 72 167 0 0,5-2-6 0 0,0 0 0 0 0,0 0 0 0 0,18-2 0 0 0,-19 4 0 0 0,-3-1-18 0 0,1 1-252 0 0,48-7-2929 0 0,-48 7 1850 0 0,10 17-6308 0 0,-13-13 5144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38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56 0 0,'0'0'15188'0'0,"4"2"-15092"0"0,-1 0-71 0 0,0 0 1 0 0,0 0-1 0 0,0 0 0 0 0,-1 1 0 0 0,1-1 0 0 0,-1 1 1 0 0,0 0-1 0 0,1-1 0 0 0,-1 1 0 0 0,2 4 0 0 0,-2-3 64 0 0,0 0-105 0 0,6 12 157 0 0,-6-12-126 0 0,0 0 89 0 0,9 9-106 0 0,0 0 1 0 0,18 14-1 0 0,-25-24 92 0 0,0 0-126 0 0,53 36 204 0 0,-53-37-44 0 0,2 1-145 0 0,82 57-168 0 0,-85-57 223 0 0,2 0 18 0 0,61 41 326 0 0,-62-41-379 0 0,-1-1-252 0 0,30 29-9 0 0,-30-27 322 0 0,-2 1-474 0 0,1 17 472 0 0,-2-16 43 0 0,-2-2-94 0 0,-13 19 52 0 0,0-1-1 0 0,-1 0 1 0 0,-26 25 0 0 0,-18 29 243 0 0,32-42-532 0 0,26-30 138 0 0,-2 1 201 0 0,-10 14-45 0 0,10-15-56 0 0,1 1-157 0 0,-10 12 62 0 0,10-13 200 0 0,-1 1 37 0 0,-12 15-65 0 0,13-16-260 0 0,0 1 226 0 0,0 0-1 0 0,0 0 1 0 0,0 0 0 0 0,0 0-1 0 0,-1-1 1 0 0,0 0-1 0 0,-5 5 1 0 0,6-5-84 0 0,2-2-146 0 0,1-1 162 0 0,-1 0-1 0 0,1 1 1 0 0,-1-1 0 0 0,1 0-1 0 0,-1 0 1 0 0,0 1 0 0 0,0-1 0 0 0,1 0-1 0 0,-1 0 1 0 0,0 0 0 0 0,-2 2-1 0 0,2-2-1 0 0,-2 3 12 0 0,-10 13-13 0 0,10-14 867 0 0,10-4-739 0 0,145-42 118 0 0,-100 29-506 0 0,-29 10 350 0 0,-18 2-90 0 0,1 1 82 0 0,17-4-72 0 0,-18 3 99 0 0,1 1-125 0 0,18-4 24 0 0,-19 3 373 0 0,1 1-343 0 0,17-3-160 0 0,-17 2 158 0 0,-1 1 17 0 0,16-4-34 0 0,-16 3-71 0 0,1 2-3508 0 0,16-3 1540 0 0,-16 3-1061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39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1 141 2304 0 0,'0'0'6189'0'0,"2"-5"-5374"0"0,6-15-208 0 0,-6 16 780 0 0,25-7 380 0 0,-25 12-1735 0 0,-1-1 1 0 0,1 0 0 0 0,-1 1 0 0 0,1-1 0 0 0,-1 1 0 0 0,1 0 0 0 0,-1-1 0 0 0,0 1 0 0 0,1 0 0 0 0,-1 0 0 0 0,0 0 0 0 0,3 2 0 0 0,-2-1 43 0 0,3 0 391 0 0,-5 0-438 0 0,1 0 0 0 0,-1-1 0 0 0,1 1 0 0 0,-1-1 0 0 0,1 1 1 0 0,-1 0-1 0 0,1-1 0 0 0,0 1 0 0 0,0-1 0 0 0,0 0 0 0 0,0 1 0 0 0,2 1 0 0 0,-1 0 18 0 0,1 2 85 0 0,-3 2 29 0 0,0 21-120 0 0,0-21 124 0 0,-1 1 7 0 0,-10 93-185 0 0,10-95-3 0 0,1 1 182 0 0,-10 57 67 0 0,9-58 365 0 0,0-1-643 0 0,2 55 297 0 0,3-63-290 0 0,10-10 8 0 0,0 0 1 0 0,-1-1-1 0 0,0-1 1 0 0,-1 0-1 0 0,-1 0 1 0 0,16-31-1 0 0,-25 44 25 0 0,61-112 180 0 0,-27 46-268 0 0,-14 26 195 0 0,-20 38-87 0 0,1 0-93 0 0,6-16 137 0 0,-7 16-10 0 0,0-1-94 0 0,7-12-8 0 0,-7 13 379 0 0,0-1-222 0 0,6-12 80 0 0,-6 13-133 0 0,-3 4-85 0 0,0 0 44 0 0,1 0-1 0 0,-1 0 0 0 0,0 1 1 0 0,0-1-1 0 0,0 0 0 0 0,0 1 0 0 0,0-1 1 0 0,0 0-1 0 0,1 1 0 0 0,-1-1 0 0 0,0 1 1 0 0,0-1-1 0 0,1 1 0 0 0,-1 0 1 0 0,0-1-1 0 0,0 2 0 0 0,-10 7-58 0 0,10-8 50 0 0,-1-1 1 0 0,1 1-1 0 0,0 0 0 0 0,0 0 0 0 0,0 0 1 0 0,0 1-1 0 0,0-1 0 0 0,0 0 0 0 0,0 0 1 0 0,0 0-1 0 0,1 1 0 0 0,-1-1 0 0 0,0 0 1 0 0,1 1-1 0 0,-1 1 0 0 0,-4 8 83 0 0,-11 27-167 0 0,1 2 0 0 0,-14 71 0 0 0,27-103 169 0 0,1 1 0 0 0,0-1-1 0 0,0 1 1 0 0,1-1 0 0 0,0 1 0 0 0,2 9 0 0 0,-1-11-12 0 0,-1 13 23 0 0,4-1-85 0 0,-1-9 3 0 0,-2-2-84 0 0,1-1 1 0 0,1 1 0 0 0,-1-1 0 0 0,1 0 0 0 0,1 0 0 0 0,-1 0 0 0 0,1 0-1 0 0,0-1 1 0 0,1 1 0 0 0,0-1 0 0 0,0 0 0 0 0,0-1 0 0 0,0 1 0 0 0,1-1 0 0 0,0 0-1 0 0,0 0 1 0 0,1-1 0 0 0,-1 0 0 0 0,11 5 0 0 0,33 13-3498 0 0,-45-20 1717 0 0,3-1-986 0 0,21 3 415 0 0,-22-3 295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40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1732 0 0,'0'0'13571'0'0,"-1"5"-13397"0"0,-5 13 68 0 0,5-13-81 0 0,-1 0-55 0 0,-4 13 91 0 0,5-14 228 0 0,-1 3-131 0 0,-11 61 166 0 0,12-61-437 0 0,1-1-89 0 0,1 1-86 0 0,0 0 1 0 0,0 0-1 0 0,1 0 1 0 0,-1 0-1 0 0,2 0 0 0 0,-1-1 1 0 0,1 1-1 0 0,0-1 1 0 0,0 0-1 0 0,1 0 0 0 0,-1 0 1 0 0,2 0-1 0 0,7 9 1 0 0,-8-11-1240 0 0,0-1-888 0 0,14 9-824 0 0,-14-8 518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40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19 408 0 0,'0'0'10883'0'0,"-4"-3"-9826"0"0,-9-10-106 0 0,10 10 860 0 0,0 7-1267 0 0,2-3-496 0 0,-1 0 0 0 0,1 0-1 0 0,0 0 1 0 0,0 0 0 0 0,-1 1-1 0 0,1-1 1 0 0,0 0 0 0 0,0 1 0 0 0,0-1-1 0 0,0 1 1 0 0,0 1 195 0 0,-2 2 9 0 0,-9 14 20 0 0,9-14-156 0 0,0-1-12 0 0,-9 14 10 0 0,9-13-244 0 0,1-1-1531 0 0,0 0 1018 0 0,-1 4 380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45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1 106 1752 0 0,'0'0'10148'0'0,"0"-6"-9626"0"0,0 2-424 0 0,-1 0 182 0 0,1 1 0 0 0,0-1 0 0 0,0 0 0 0 0,1 0 0 0 0,-1 0 0 0 0,1 1 1 0 0,0-1-1 0 0,0 0 0 0 0,0 1 0 0 0,0-1 0 0 0,1 1 0 0 0,-1-1 0 0 0,3-3 1 0 0,11-6-263 0 0,-12 10-127 0 0,2 1 63 0 0,14-8-28 0 0,-15 8 216 0 0,2 0-262 0 0,4 0 98 0 0,0-1 1 0 0,1 2-1 0 0,20-2 1 0 0,-12 10 251 0 0,-16-5-145 0 0,1 0 89 0 0,-3 0-182 0 0,0-1 2 0 0,-1 1 1 0 0,1-1-1 0 0,0 1 1 0 0,0-1-1 0 0,-1 1 0 0 0,1-1 1 0 0,0 0-1 0 0,0 1 1 0 0,1-1-1 0 0,-1 0 1 0 0,2 2-1 0 0,-2-2-26 0 0,2 3-135 0 0,-2 2 114 0 0,3 19-33 0 0,-4-19-74 0 0,0-1 114 0 0,-2 17-139 0 0,1-16-4 0 0,0 0 152 0 0,-3 21 34 0 0,3-20-109 0 0,0-1 218 0 0,-5 19-131 0 0,4-19-2 0 0,1-1-26 0 0,-3 15-32 0 0,2-16 198 0 0,0 2-118 0 0,-15 45-138 0 0,15-46 434 0 0,1 0-413 0 0,-3 17 190 0 0,2-17 155 0 0,23 8-68 0 0,-17-10 71 0 0,1-4-266 0 0,76-19 351 0 0,-76 19-189 0 0,0-1-168 0 0,53-11-29 0 0,-52 12-5 0 0,-1 0 181 0 0,38-4-118 0 0,-26 4-2507 0 0,-5 8-1112 0 0,-12-7 3461 0 0,0 0 1 0 0,0 1-1 0 0,1-1 1 0 0,-1 1 0 0 0,1-1-1 0 0,-1 0 1 0 0,0 1-1 0 0,1-1 1 0 0,-1 0-1 0 0,1 0 1 0 0,-1 1 0 0 0,1-1-1 0 0,-1 0 1 0 0,1 0-1 0 0,-1 0 1 0 0,1 1-1 0 0,-1-1 1 0 0,1 0-1 0 0,-1 0 1 0 0,1 0 0 0 0,-1 0-1 0 0,1 0 1 0 0,-1 0-1 0 0,1 0 1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46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11 2044 0 0,'0'0'12325'0'0,"-5"2"-12266"0"0,-13 5 38 0 0,13-5 535 0 0,1-1-313 0 0,-65 31 2927 0 0,65-30-2206 0 0,10-3-1032 0 0,18-1-73 0 0,-18 2 133 0 0,0-1 29 0 0,188-35-287 0 0,-188 35 65 0 0,0 0 118 0 0,49-5-46 0 0,-49 6 178 0 0,-1-1-174 0 0,18-1 124 0 0,-17 1-6 0 0,-1 0-167 0 0,16-2 111 0 0,-16 3-90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46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40 228 0 0,'0'0'7745'0'0,"-3"-3"-6523"0"0,-3-5-1172 0 0,-18-17 6416 0 0,21 22-3713 0 0,8 5-2605 0 0,14 6-133 0 0,-14-6 150 0 0,2-2-100 0 0,65 6 94 0 0,138-4 316 0 0,-204-1-484 0 0,1-1-16 0 0,20 1-173 0 0,-20-1-13 0 0,-1 0 202 0 0,19 2 479 0 0,43 8-13126 0 0,-63-8 9231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47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13 972 0 0,'0'0'9352'0'0,"-5"-2"-8516"0"0,-12-4 47 0 0,12 5 2183 0 0,0 0-2969 0 0,4 0-12 0 0,0 1-1 0 0,0 0 1 0 0,1-1-1 0 0,-1 1 1 0 0,0 0-1 0 0,0 0 1 0 0,0 0-1 0 0,0 0 1 0 0,1 0-1 0 0,-1 0 1 0 0,0 0-1 0 0,0 0 0 0 0,0 0 1 0 0,0 0-1 0 0,0 0 1 0 0,1 0-1 0 0,-1 1 1 0 0,0-1-1 0 0,0 0 1 0 0,0 1-1 0 0,14 13 487 0 0,-8-11-515 0 0,0 1-106 0 0,84 61 241 0 0,-86-62-127 0 0,2 1-70 0 0,36 27 116 0 0,-37-28-122 0 0,0 1 25 0 0,14 12-119 0 0,-14-12 57 0 0,0-1 133 0 0,13 8-15 0 0,-13-8-108 0 0,0 0-35 0 0,38 31-432 0 0,-40-33 491 0 0,-1 1-1 0 0,1-1 1 0 0,-1 0 0 0 0,0 1 0 0 0,0-1 0 0 0,0 1 0 0 0,0-1 0 0 0,0 1 0 0 0,0 0 0 0 0,0-1 0 0 0,0 1 0 0 0,-1 0 0 0 0,1 0 0 0 0,-1-1 0 0 0,1 1 0 0 0,0 4 0 0 0,5 12-199 0 0,-6-13 154 0 0,-2 16 12 0 0,1-16 92 0 0,-1-1-105 0 0,-5 12-1 0 0,-1-1-1 0 0,-17 27 1 0 0,-24 22 110 0 0,46-59-3 0 0,-1-1-97 0 0,-13 14 97 0 0,13-14-122 0 0,2 0 83 0 0,-6 10-79 0 0,6-10 117 0 0,-2 0-102 0 0,-10 12 118 0 0,10-12-171 0 0,2 0 108 0 0,-23 34-117 0 0,22-34 179 0 0,1 0 8 0 0,-25 41-62 0 0,24-41-77 0 0,0 1 68 0 0,-25 39 521 0 0,26-40-303 0 0,-9 20 612 0 0,16-22-715 0 0,-1-1-48 0 0,0 0 0 0 0,0 0 0 0 0,0-1-1 0 0,0 0 1 0 0,0 1 0 0 0,0-1 0 0 0,0-1 0 0 0,-1 1 0 0 0,1 0 0 0 0,6-2-1 0 0,13-6-33 0 0,1 2 0 0 0,1 0-1 0 0,37-3 1 0 0,-58 9-37 0 0,42-3 82 0 0,-24 1-148 0 0,-16 1 157 0 0,1 1-7 0 0,23-1-159 0 0,-23 0-145 0 0,-1 1 185 0 0,16 1 30 0 0,-16-1 60 0 0,1 1-126 0 0,21-1 48 0 0,-20 0 389 0 0,-2 1-325 0 0,20 1 72 0 0,-19-2-10 0 0,-2 1-98 0 0,19 1 109 0 0,-18-1-161 0 0,-5-1-169 0 0,0 1 189 0 0,1 0 0 0 0,-1-1 0 0 0,1 1 1 0 0,0 0-1 0 0,-1-1 0 0 0,1 0 0 0 0,-1 1 0 0 0,1-1 0 0 0,0 0 1 0 0,-1 0-1 0 0,4 0 0 0 0,-3 0-75 0 0,3 1-652 0 0,2-1-6392 0 0,20-1 3804 0 0,-20 0-361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48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14 145 1972 0 0,'0'0'3854'0'0,"-2"-4"-2507"0"0,-7-11-434 0 0,6 11 3346 0 0,6 0-3633 0 0,2-3-268 0 0,0 0 0 0 0,0 1 0 0 0,12-11 0 0 0,-13 14 123 0 0,1 2-346 0 0,15-4-43 0 0,-15 4 60 0 0,0 3 52 0 0,39 17-42 0 0,-40-17 142 0 0,-1 2-117 0 0,7 12-94 0 0,-8-12-18 0 0,-1 2 109 0 0,5 19-167 0 0,-5-18-30 0 0,-1 1 203 0 0,-3 18-89 0 0,-2-1 1 0 0,0 1 0 0 0,-12 32 0 0 0,-19 29 177 0 0,33-82-121 0 0,0 6 195 0 0,2 1-1838 0 0,20-29-103 0 0,93-118 1114 0 0,-7 9 857 0 0,-93 110 64 0 0,21-35 1 0 0,-22 33-191 0 0,-8 14-67 0 0,-1 1 74 0 0,22-36 1627 0 0,-21 34-1824 0 0,-4 5-67 0 0,1 0-1 0 0,-1 0 1 0 0,1 1 0 0 0,-1-1 0 0 0,0 0-1 0 0,1 0 1 0 0,-1 0 0 0 0,1 0-1 0 0,-1 1 1 0 0,1-1 0 0 0,-1 0 0 0 0,1 0-1 0 0,0 1 1 0 0,-1-1 0 0 0,1 0-1 0 0,-1 1 1 0 0,1-1 0 0 0,0 1 0 0 0,-1-1-1 0 0,1 0 1 0 0,0 1 0 0 0,-1-1-1 0 0,1 1 1 0 0,0-1 0 0 0,-1 1 0 0 0,1 0 1 0 0,0-1 0 0 0,0 1 0 0 0,-1-1 0 0 0,1 1 0 0 0,0-1 0 0 0,-1 1 1 0 0,1-1-1 0 0,0 1 0 0 0,-1-1 0 0 0,1 0 0 0 0,-1 1 0 0 0,1-1 1 0 0,-1 0-1 0 0,1 1 0 0 0,0-1 0 0 0,-1 0 0 0 0,1 0 0 0 0,-1 1 1 0 0,1-1-1 0 0,-1 0 0 0 0,0 0 0 0 0,1 0 0 0 0,-1 0 0 0 0,1 0 1 0 0,-1 0-1 0 0,-2 6 3 0 0,-12 27 105 0 0,1 1 1 0 0,2 1-1 0 0,-13 57 1 0 0,24-85 1 0 0,0 1 1 0 0,1 0-1 0 0,-1 0 1 0 0,1 0-1 0 0,3 14 0 0 0,-3-14-46 0 0,1-3 73 0 0,0 1 1 0 0,0-1-1 0 0,1 1 0 0 0,0-1 1 0 0,0 0-1 0 0,0 0 1 0 0,0 0-1 0 0,4 6 0 0 0,-3-6-113 0 0,-3-4-12 0 0,1 1 1 0 0,0 0 0 0 0,0 0-1 0 0,0 0 1 0 0,0-1 0 0 0,0 1 0 0 0,0 0-1 0 0,0-1 1 0 0,1 1 0 0 0,-1-1-1 0 0,1 0 1 0 0,-1 1 0 0 0,1-1 0 0 0,2 2-1 0 0,13 10 194 0 0,-6-6-357 0 0,0 0 1 0 0,0-1-1 0 0,0 0 1 0 0,1-1 0 0 0,18 6-1 0 0,67 17-4621 0 0,-68-21 2287 0 0,-24-5 1087 0 0,0-1-479 0 0,20 3-2806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49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 1832 0 0,'0'0'3566'0'0,"2"-5"-1892"0"0,6-14 6 0 0,-6 14 3423 0 0,-1 4-4989 0 0,0-1 0 0 0,-1 1 0 0 0,1 0 0 0 0,0-1 0 0 0,0 1 0 0 0,0 0 0 0 0,0-1 0 0 0,0 1 0 0 0,0 0 0 0 0,0 0 0 0 0,0 0 0 0 0,1-1 0 0 0,-1 2 33 0 0,2-4 3728 0 0,-6 9-3717 0 0,-5 15-81 0 0,6-15-86 0 0,1 2 102 0 0,-2 0-40 0 0,2-4-29 0 0,0-1 0 0 0,0 1 0 0 0,1 0 0 0 0,-1-1 0 0 0,1 1 0 0 0,-1 0 0 0 0,1-1 0 0 0,0 1 0 0 0,0 0 0 0 0,1 4 0 0 0,0 9-183 0 0,0 1-1 0 0,2-1 1 0 0,5 21 0 0 0,-6-33-452 0 0,1-1-273 0 0,7 8-53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49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21 4500 0 0,'0'0'3336'0'0,"-3"-3"-508"0"0,2 1-2833 0 0,-7-6 1814 0 0,6 0-6135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49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 1176 0 0,'0'0'19443'0'0,"5"5"-19031"0"0,23 24-45 0 0,-1 0 0 0 0,-2 2 1 0 0,0 1-1 0 0,-3 1 0 0 0,24 45 0 0 0,-14-15-111 0 0,-3 0 1 0 0,27 86-1 0 0,-48-120-127 0 0,-1 1 0 0 0,-2 0 0 0 0,-1 0 0 0 0,-1 0 0 0 0,-2 1 0 0 0,0-1 0 0 0,-3 0 0 0 0,0 1 1 0 0,-2-1-1 0 0,-1 0 0 0 0,-1 0 0 0 0,-2-1 0 0 0,-1 0 0 0 0,-20 43 0 0 0,13-37-28 0 0,-2-1 1 0 0,-1-1-1 0 0,-2-1 1 0 0,-1-1-1 0 0,-29 32 0 0 0,26-36-2021 0 0,-49 42 0 0 0,20-30-3525 0 0,-1-6-3297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50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32 1552 0 0,'0'0'11755'0'0,"-1"-5"-11443"0"0,-4-22 1949 0 0,0 29-1898 0 0,-14 7-403 0 0,14-7 67 0 0,5-1-94 0 0,0 0 78 0 0,0-1 0 0 0,0 1 0 0 0,0 0 0 0 0,0 0 0 0 0,0-1 0 0 0,0 1 0 0 0,-1 0-1 0 0,1 0 1 0 0,0-1 0 0 0,-1 1 0 0 0,1 0 0 0 0,0-1 0 0 0,-1 1 0 0 0,1 0 0 0 0,-1-1 0 0 0,1 1 0 0 0,-2 0 0 0 0,-9 15 109 0 0,-28 63 628 0 0,22-43-538 0 0,2 2 0 0 0,1 0 0 0 0,2 1 0 0 0,1 0 0 0 0,3 0 0 0 0,-7 64 0 0 0,12-44 309 0 0,10 119 1 0 0,-2-144-311 0 0,1 0 0 0 0,1 0 1 0 0,2 0-1 0 0,24 58 0 0 0,-18-60-10 0 0,1-1-1 0 0,1-1 0 0 0,2-1 1 0 0,1 0-1 0 0,1-2 1 0 0,1 0-1 0 0,41 37 0 0 0,-23-30 7 0 0,2-1-1 0 0,0-2 0 0 0,3-2 1 0 0,62 31-1 0 0,52 19 684 0 0,-155-77-530 0 0,-2-1-346 0 0,-1-1 1 0 0,1 0 0 0 0,0 1 0 0 0,-1-1 0 0 0,1 1-1 0 0,-1-1 1 0 0,1 1 0 0 0,-1 0 0 0 0,1 0 0 0 0,-1 0 0 0 0,0 0-1 0 0,3 2 1 0 0,-1-1 1 0 0,2 0-50 0 0,-1 0-941 0 0,11 7-238 0 0,-11-7-442 0 0,30-17-15848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51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65 180 0 0,'0'0'1352'0'0,"-14"5"15361"0"0,16-14-13699 0 0,-1-2-6047 0 0,4 8 3122 0 0,13-7-37 0 0,-14 7-61 0 0,2 0-45 0 0,18-10-9 0 0,-18 10 11 0 0,-5 3 56 0 0,0 0 0 0 0,0 0 0 0 0,0 0 1 0 0,1 0-1 0 0,-1 0 0 0 0,0 0 0 0 0,0 0 0 0 0,0-1 0 0 0,1 1 0 0 0,-1 0 1 0 0,0-1-1 0 0,0 1 0 0 0,0-1 0 0 0,1 0 0 0 0,25-8-5 0 0,-22 9 23 0 0,1-1 0 0 0,-1 0 0 0 0,1 1 0 0 0,-1 0 0 0 0,1 0 0 0 0,-1 1 0 0 0,1 0 0 0 0,-1 0 0 0 0,1 0 0 0 0,-1 0 0 0 0,7 4 0 0 0,-9-4 12 0 0,0 1-1 0 0,0 0 1 0 0,0 0-1 0 0,-1 0 1 0 0,1 1-1 0 0,-1-1 1 0 0,0 1-1 0 0,1-1 1 0 0,-1 1-1 0 0,0 0 1 0 0,-1-1-1 0 0,1 1 1 0 0,0 0-1 0 0,-1 1 1 0 0,0-1-1 0 0,1 0 1 0 0,-1 0-1 0 0,-1 0 1 0 0,1 1-1 0 0,0-1 1 0 0,-1 0-1 0 0,1 1 1 0 0,-1 6-1 0 0,-2 58 341 0 0,2-60-387 0 0,-4 17-27 0 0,-3-4 66 0 0,-9 36 524 0 0,14-52-213 0 0,2 2 66 0 0,-3 20 23 0 0,3-20 1009 0 0,0-1-1034 0 0,0-1-275 0 0,1-4-60 0 0,-1 1 1 0 0,1 0 0 0 0,-1 0-1 0 0,0 0 1 0 0,0-1 0 0 0,0 1-1 0 0,0 0 1 0 0,0 0 0 0 0,0 0-1 0 0,-1 0 1 0 0,1-1 0 0 0,-1 4 0 0 0,6-3 83 0 0,2 1-83 0 0,0-2-1 0 0,1 1 1 0 0,0-1-1 0 0,-1 0 0 0 0,13 0 1 0 0,34-8 0 0 0,-40 5-37 0 0,0 0 0 0 0,26-1 0 0 0,27 2-185 0 0,-60 1 162 0 0,1 0-77 0 0,21 0 90 0 0,-22 0-33 0 0,0 0-18 0 0,13 0 222 0 0,-14 0-5233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6:53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1 186 556 0 0,'10'-9'2663'0'0,"14"-1"11818"0"0,-18 9-13311 0 0,0 1-4033 0 0,-1 0 3220 0 0,-2-1-373 0 0,0 1 47 0 0,-1-1 0 0 0,1 1 0 0 0,0 0 0 0 0,-1 0 0 0 0,1 0 0 0 0,0 0 0 0 0,3 1 0 0 0,2 0-33 0 0,-1-1-107 0 0,-1 0-265 0 0,67 6 393 0 0,-34-6 281 0 0,-32 0-264 0 0,-1-1 18 0 0,18 1 52 0 0,-18-1 133 0 0,1 1-135 0 0,21-3-177 0 0,6 1 127 0 0,0 2-1 0 0,48 4 1 0 0,-79-3-53 0 0,4-1-11 0 0,-1 1-87 0 0,19-1 82 0 0,-19 1 151 0 0,0-1 0 0 0,19 0-54 0 0,-19 0 14 0 0,2-1 2 0 0,143-12-294 0 0,-144 12 318 0 0,-1 0-80 0 0,18-2-224 0 0,-17 3 110 0 0,0-1 133 0 0,69-3-303 0 0,349-37 1035 0 0,-268 24-641 0 0,76-8 102 0 0,-228 25-166 0 0,2-1 6 0 0,23-3-71 0 0,-22 3-153 0 0,-2 1 141 0 0,21-2-81 0 0,-20 2-26 0 0,1 0 14 0 0,69-1 54 0 0,-70 1 103 0 0,1 0 44 0 0,106-5 87 0 0,-106 5-163 0 0,0 0-142 0 0,141-13 174 0 0,-79 8-248 0 0,90-10-72 0 0,-113 11 256 0 0,-16 2-18 0 0,-23 1 147 0 0,-2 1-40 0 0,19-2-8 0 0,-19 2-33 0 0,0 0-37 0 0,55-3-44 0 0,-56 2 21 0 0,3 1-74 0 0,135-5 441 0 0,-137 5 987 0 0,0 0-1023 0 0,20 0-179 0 0,-19 0 204 0 0,22 1-13525 0 0,-24-1 8867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7:01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1526 260 0 0,'0'0'9402'0'0,"2"-4"-8910"0"0,10-31 5360 0 0,-9 24-6417 0 0,-2 5 1495 0 0,-1 0-647 0 0,0-17 47 0 0,0 17 3143 0 0,0 1-3619 0 0,2-11 77 0 0,-2 16 69 0 0,0 0 1 0 0,0 0 0 0 0,0 0 0 0 0,0 0 0 0 0,0 0 0 0 0,0 0 0 0 0,0 0-1 0 0,0 0 1 0 0,0 0 0 0 0,0 0 0 0 0,0 0 0 0 0,0 0 0 0 0,0 0 0 0 0,0 1 0 0 0,0-1-1 0 0,0 0 1 0 0,0 0 0 0 0,0 0 0 0 0,0 0 0 0 0,1 0 0 0 0,-1 0 0 0 0,0 0-1 0 0,0 0 1 0 0,0 0 0 0 0,0 0 0 0 0,0 0 0 0 0,0 0 0 0 0,0 0 0 0 0,0 0-1 0 0,0 0 1 0 0,0 0 0 0 0,0 0 0 0 0,0 0 0 0 0,0 0 0 0 0,0 0 0 0 0,0 0 0 0 0,0 0-1 0 0,1 0 1 0 0,-1 0 0 0 0,0 0 0 0 0,0 0 0 0 0,0 0 0 0 0,0 0 0 0 0,0 0-1 0 0,0 0 1 0 0,0-1 0 0 0,0 1 0 0 0,0 0 0 0 0,0 0 0 0 0,0 0 0 0 0,0 0-1 0 0,0 0 1 0 0,0 0 0 0 0,0 0 0 0 0,8 32 204 0 0,-3-5-172 0 0,12 36 74 0 0,-3-18-111 0 0,20 45-1 0 0,-10-34 165 0 0,-22-51-62 0 0,-2-3-92 0 0,0-1 0 0 0,0 0 0 0 0,0 1 0 0 0,0-1 0 0 0,0 0 0 0 0,1 1 0 0 0,-1-1 0 0 0,0 0 0 0 0,1 0 0 0 0,-1 1 0 0 0,1-1 0 0 0,-1 0 0 0 0,1 0 0 0 0,0 2 0 0 0,10 19 12 0 0,-5-3 161 0 0,-5-14-30 0 0,1 0-45 0 0,5 14 9 0 0,-5-14-73 0 0,0 0-51 0 0,23 46-50 0 0,-22-46 14 0 0,9 12-19 0 0,-10-13 613 0 0,5 16 198 0 0,-5-16-595 0 0,0 1 2309 0 0,-1-6-2443 0 0,1 1 0 0 0,0 0 1 0 0,-1-1-1 0 0,1 0 0 0 0,0 1 0 0 0,-1-1 0 0 0,1 0 0 0 0,-1 1 0 0 0,1-1 0 0 0,-1 0 0 0 0,0 0 0 0 0,3-3 0 0 0,-1 2 18 0 0,2 0 79 0 0,-3-5 29 0 0,8-24-140 0 0,-1 0 0 0 0,-2 0-1 0 0,-1-1 1 0 0,4-59-1 0 0,21-334-1102 0 0,-25 379 985 0 0,8-76-41 0 0,7-29-235 0 0,-20 146 262 0 0,5-29-146 0 0,-5 27 173 0 0,0 2-38 0 0,2-15-12 0 0,-2 15 93 0 0,0-1-100 0 0,22-116-236 0 0,-22 117 354 0 0,0 0-537 0 0,14-47-702 0 0,-14 47 1322 0 0,1 0-129 0 0,4-13-72 0 0,-5 13 132 0 0,1 0 54 0 0,5-16 130 0 0,-5 16-112 0 0,-1 0-129 0 0,4-16-33 0 0,-4 16 120 0 0,0 0-136 0 0,12-48 22 0 0,-13 48 106 0 0,1 0 47 0 0,3-19-25 0 0,-4 18 79 0 0,2 1-41 0 0,19-115-523 0 0,-21 115 560 0 0,2 0-47 0 0,5-46 1180 0 0,-7 45-1059 0 0,36 8-665 0 0,-29-2 484 0 0,0 0-5 0 0,68 3-63 0 0,-24-1 155 0 0,-7-1-19 0 0,72-6 1 0 0,-37-1-63 0 0,3-4 144 0 0,-4 2-136 0 0,-22-1 154 0 0,342-18-110 0 0,-349 22-34 0 0,39-1 138 0 0,-82 5-202 0 0,1 1 90 0 0,67-7-86 0 0,-67 6 89 0 0,0 1-49 0 0,53-6-219 0 0,-54 6 339 0 0,1-1-21 0 0,23-1-148 0 0,-23 1 65 0 0,1 1 50 0 0,67-8-65 0 0,-68 7-9 0 0,1 1 17 0 0,59-6 211 0 0,-61 5-160 0 0,1 1-163 0 0,200-11-85 0 0,94-10 189 0 0,-237 15 113 0 0,152-6-72 0 0,11 1 110 0 0,-156 5-150 0 0,97-2-13 0 0,-99 8-60 0 0,-55 0 116 0 0,164 2-14 0 0,-132-3 36 0 0,0-1-47 0 0,2 1-39 0 0,-2-2 43 0 0,119-7-21 0 0,-17 3 100 0 0,-15 4-76 0 0,-46 2-17 0 0,67-5 78 0 0,-126 7-206 0 0,-2 1 162 0 0,115 2 39 0 0,-5 3-62 0 0,-67-7 77 0 0,65-9-121 0 0,-38 2 11 0 0,-90 7 60 0 0,1 0-117 0 0,66-4 62 0 0,-66 4 21 0 0,0 0-38 0 0,70-4 120 0 0,115-24-76 0 0,-99 21-101 0 0,-87 7 115 0 0,0 0 52 0 0,57-3-63 0 0,-41 0 45 0 0,37 1 0 0 0,-32 2-30 0 0,-20-1 12 0 0,-1 0-98 0 0,20-2 84 0 0,-20 2 14 0 0,1 0 25 0 0,56-6-153 0 0,-57 6 35 0 0,-5 1 62 0 0,0 1 1 0 0,0-1 0 0 0,1 0 0 0 0,-1 0-1 0 0,0 0 1 0 0,0 0 0 0 0,0 0 0 0 0,1 0-1 0 0,-1 0 1 0 0,0 0 0 0 0,0 0 0 0 0,0 0-1 0 0,1-1 1 0 0,0 0 0 0 0,20-3-22 0 0,31-3 256 0 0,-48 6-91 0 0,2 0-76 0 0,56-6 519 0 0,-57 6-274 0 0,0 0-245 0 0,16-2 72 0 0,-16 2 78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7:02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27 144 628 0 0,'0'0'9933'0'0,"-4"-2"-8915"0"0,-11-6-260 0 0,11 6 3354 0 0,1-33-3815 0 0,3 33-304 0 0,1 1 1 0 0,0-1 0 0 0,0 1 0 0 0,0-1-1 0 0,0 1 1 0 0,0 0 0 0 0,0-1-1 0 0,0 1 1 0 0,1 0 0 0 0,-1 0 0 0 0,2-2-1 0 0,-3 3 7 0 0,3-3 109 0 0,2 1-176 0 0,12-5-35 0 0,-12 5 86 0 0,1 1-42 0 0,17 0-58 0 0,-17 0 514 0 0,0 3-475 0 0,18 4-3 0 0,-18-5-98 0 0,-1 2 76 0 0,2 2 105 0 0,0 0-1 0 0,0 0 1 0 0,0 1 0 0 0,8 8-1 0 0,-12-9-54 0 0,-1 2 136 0 0,2 6-56 0 0,-1 1-1 0 0,0 0 1 0 0,-1 0-1 0 0,-1 0 0 0 0,-1 26 1 0 0,-3-10-35 0 0,-1 0-1 0 0,-2 0 1 0 0,-12 38 0 0 0,16-64-95 0 0,1 1 58 0 0,-5 16-1 0 0,4-16-83 0 0,0-1 75 0 0,0-1 66 0 0,-4 15 264 0 0,2-20-421 0 0,1 0 100 0 0,2 1 20 0 0,0 0 0 0 0,0 0 0 0 0,0 0 0 0 0,0 1 0 0 0,0-1 0 0 0,0 0 0 0 0,-1 1 0 0 0,1-1 0 0 0,0 0 1 0 0,-1 1-1 0 0,1 0 0 0 0,-3-1 0 0 0,4-6-57 0 0,-1-19 198 0 0,0 19-205 0 0,2 2 79 0 0,1-17-104 0 0,-1 17 175 0 0,0-1-55 0 0,2-17 100 0 0,-2 17-169 0 0,0 0 178 0 0,4-18-98 0 0,-4 18-122 0 0,1 1 195 0 0,4-18-12 0 0,-5 17-116 0 0,2 0-5 0 0,6-17-38 0 0,-7 17 99 0 0,1 0-4 0 0,28-47-300 0 0,-13 30 175 0 0,-15 20 258 0 0,1-2-79 0 0,10-13-192 0 0,-11 13 61 0 0,1 1 206 0 0,32-31-110 0 0,-33 32-16 0 0,1 0-72 0 0,11-11 22 0 0,-11 10 2 0 0,14-14-81 0 0,-16 18 116 0 0,-1-1 0 0 0,1 0-1 0 0,-1 0 1 0 0,1 0 0 0 0,-1 0 0 0 0,1 0 0 0 0,-1 0-1 0 0,0 0 1 0 0,0 0 0 0 0,1 0 0 0 0,1-3 0 0 0,-3 3-5 0 0,4-2 233 0 0,1 1-296 0 0,18-7-174 0 0,-14 14 367 0 0,0-1 0 0 0,0 2 0 0 0,12 8 0 0 0,-17-10-217 0 0,-2 0-40 0 0,9 11 300 0 0,-8-11-12 0 0,-1 1-186 0 0,9 16 87 0 0,-8-16-102 0 0,-2 1 57 0 0,6 18-3 0 0,-5-18-108 0 0,-1 0 82 0 0,2 20 180 0 0,-2-19-81 0 0,0-1-99 0 0,-2 66 353 0 0,0-65-437 0 0,-1 1 111 0 0,-2 22 144 0 0,3-23-157 0 0,0 0-80 0 0,-12 54 228 0 0,12-55-94 0 0,0 0-105 0 0,-5 16 100 0 0,5-16 168 0 0,-1-1-183 0 0,-2 17-186 0 0,3-16 14 0 0,6 18-10418 0 0,-3-19 7618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7:25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8 604 0 0,'0'0'8395'0'0,"-5"-2"-8110"0"0,1 0-188 0 0,-1 1 0 0 0,0 0 1 0 0,0 0-1 0 0,0 1 1 0 0,0-1-1 0 0,1 1 0 0 0,-1 0 1 0 0,-8 1-1 0 0,6 0 155 0 0,2 1-171 0 0,-15 5 108 0 0,15-5 837 0 0,0-1-644 0 0,3 0-503 0 0,-22 7 1318 0 0,1-2 4051 0 0,227-7-4764 0 0,-105-1-956 0 0,-47-2 410 0 0,8 0 234 0 0,-54 3-252 0 0,1 0-1 0 0,22-3-5 0 0,-22 3 341 0 0,-1 1-287 0 0,39 0-1013 0 0,-33 0-1864 0 0,0 0-3325 0 0,-9 3 3685 0 0,14 9 202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7:26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22 480 0 0,'0'0'2464'0'0,"-3"-4"-525"0"0,-10-14 6178 0 0,18 22-8043 0 0,15 10 79 0 0,-15-10-121 0 0,0 0-45 0 0,156 105 483 0 0,-55-39-230 0 0,-83-52-300 0 0,-19-15-30 0 0,1 1 203 0 0,15 10-163 0 0,-15-11 56 0 0,-1-1 72 0 0,10 8 53 0 0,-11-8 6 0 0,-1 2-110 0 0,1 1-2 0 0,-1 0 0 0 0,0 0 0 0 0,0 0 0 0 0,-1 0 0 0 0,1 1 0 0 0,-1-1 0 0 0,-1 0 0 0 0,1 10 0 0 0,-1-14-12 0 0,0 0-1 0 0,0 1 0 0 0,0-1 0 0 0,0 0 1 0 0,-1 0-1 0 0,1 1 0 0 0,-1-1 0 0 0,1 0 1 0 0,-1 0-1 0 0,1 0 0 0 0,-1 0 0 0 0,1 0 1 0 0,-1 0-1 0 0,0 0 0 0 0,-1 2 0 0 0,-8 11 80 0 0,7-9-32 0 0,-4 6 33 0 0,0-1 0 0 0,0 1-1 0 0,-11 10 1 0 0,-96 99-88 0 0,52-56 297 0 0,59-61-236 0 0,0 1-252 0 0,-11 12 176 0 0,10-12 226 0 0,1 0-216 0 0,-19 39-26 0 0,20-38 150 0 0,4-1-134 0 0,25 30 22 0 0,-24-31-100 0 0,2-1 258 0 0,7 3-208 0 0,-1-1 0 0 0,1 0-1 0 0,0-1 1 0 0,0 0 0 0 0,0-1 0 0 0,21 1 0 0 0,70-4-445 0 0,-97 0 709 0 0,2 1 91 0 0,21 0-406 0 0,-22 0-94 0 0,-1 0 99 0 0,18 0 361 0 0,-18 0-112 0 0,0 0-503 0 0,19 0 248 0 0,-19 0 801 0 0,0 0-1104 0 0,21 0 386 0 0,-21 0 171 0 0,-2 2-630 0 0,14 4 556 0 0,-13-4-333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7:26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24 1700 0 0,'0'0'7333'0'0,"2"-4"-6930"0"0,0 2-160 0 0,-1 1-67 0 0,0 0 1 0 0,-1 0 0 0 0,1 0-1 0 0,0-1 1 0 0,0 1 0 0 0,-1 0 0 0 0,1 0-1 0 0,-1 0 1 0 0,1-1 0 0 0,-1 1-1 0 0,1 0 1 0 0,-1-3 0 0 0,5 8 277 0 0,13 10-184 0 0,-14-11-69 0 0,-1 1 132 0 0,12 14 44 0 0,3 7-191 0 0,2-2 0 0 0,0-1-1 0 0,35 30 1 0 0,-48-48-115 0 0,-1 0 0 0 0,1 0 0 0 0,0-1 1 0 0,0 0-1 0 0,13 4 0 0 0,-12-5-130 0 0,18 5 107 0 0,-20-7-19 0 0,-1 0-38 0 0,3 0 8 0 0,21-4 60 0 0,-21 3 75 0 0,26-9-76 0 0,-28 7-31 0 0,0 0-127 0 0,6-5 79 0 0,-1-2 0 0 0,0 1-1 0 0,0-1 1 0 0,9-12 0 0 0,-4 4 261 0 0,-12 14-3 0 0,-1-1 66 0 0,7-15-31 0 0,-8 16 403 0 0,1 0-379 0 0,8-12-96 0 0,-9 12 330 0 0,-3 4-545 0 0,-1 1-1 0 0,1 0 1 0 0,-1 0-1 0 0,1 0 1 0 0,0 0-1 0 0,-1 0 1 0 0,1 0 0 0 0,0 0-1 0 0,0 0 1 0 0,0 0-1 0 0,-2 3 1 0 0,3-4 4 0 0,-1 1 8 0 0,0 0 0 0 0,0 0 0 0 0,0 0-1 0 0,0 0 1 0 0,0 0 0 0 0,0 0 0 0 0,0 0-1 0 0,0 0 1 0 0,1 0 0 0 0,-1 1 0 0 0,0-1-1 0 0,1 0 1 0 0,-1 1 0 0 0,1-1 0 0 0,-1 0 0 0 0,1 1-1 0 0,0-1 1 0 0,0 2 0 0 0,-1 1-14 0 0,-7 18 62 0 0,1 1 0 0 0,0-1-1 0 0,2 1 1 0 0,1 1 0 0 0,1-1 0 0 0,1 1 0 0 0,1 38 0 0 0,6 11 144 0 0,16 79-1 0 0,-4-30-103 0 0,-14-100 35 0 0,-3 6-96 0 0,-1-12-57 0 0,1-8 43 0 0,0-4 18 0 0,0 0 1 0 0,0 0-1 0 0,0 0 1 0 0,-1 0-1 0 0,0 0 1 0 0,1 0-1 0 0,-3 5 1 0 0,-2 5-7 0 0,1 0 0 0 0,-1 0 1 0 0,-1-1-1 0 0,-1 0 1 0 0,0 0-1 0 0,0-1 1 0 0,-1 0-1 0 0,-1 0 0 0 0,-15 16 1 0 0,10-15 113 0 0,0-1 1 0 0,0-1 0 0 0,-2 0 0 0 0,1-1 0 0 0,-1 0-1 0 0,0-2 1 0 0,-1 0 0 0 0,0 0 0 0 0,0-2-1 0 0,-1 0 1 0 0,0-1 0 0 0,0-1 0 0 0,0-1-1 0 0,0 0 1 0 0,-20 0 0 0 0,11-3-96 0 0,20 0-11 0 0,0 0-252 0 0,-29-2-675 0 0,33 0-1313 0 0,2 1 1569 0 0,-8-7 126 0 0,1 6-4530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7:27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24 1112 0 0,'0'0'2134'0'0,"0"-6"-1316"0"0,1 4-1925 0 0,-6-14 13799 0 0,-2 24-11659 0 0,4-4-877 0 0,-6 112 716 0 0,9-102-747 0 0,1 0 0 0 0,0 0-1 0 0,1 0 1 0 0,0 0-1 0 0,2-1 1 0 0,-1 1 0 0 0,2-1-1 0 0,-1 0 1 0 0,13 21-1 0 0,-15-30-86 0 0,1 0-1 0 0,0 0 1 0 0,0 0-1 0 0,0-1 1 0 0,0 0-1 0 0,1 0 0 0 0,-1 0 1 0 0,9 5-1 0 0,-7-4-72 0 0,-1-1-324 0 0,1-1-10 0 0,17 9-99 0 0,-16-8-401 0 0,-1-1-2991 0 0,15 5 371 0 0,-15-5 392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7:27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72 3260 0 0,'0'0'2805'0'0,"0"-6"-219"0"0,-1-1-2701 0 0,-10-37 8199 0 0,9 39-5882 0 0,-1 3-2690 0 0,-10-6 342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7:32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23 194 940 0 0,'0'0'14495'0'0,"-1"-4"-14493"0"0,-6-13-8 0 0,5 13 1801 0 0,0 0-1716 0 0,-7-13 90 0 0,7 12 191 0 0,3 5-368 0 0,-1-1 1 0 0,1 0 0 0 0,-1 0 0 0 0,0 0 0 0 0,1 0-1 0 0,-1 0 1 0 0,0 1 0 0 0,0-1 0 0 0,0 0-1 0 0,0 0 1 0 0,0 0 0 0 0,0 0 0 0 0,0 0 0 0 0,0 0-1 0 0,0 0 1 0 0,0 0 0 0 0,0 1 0 0 0,-1-2 0 0 0,1 1 1 0 0,0 0 0 0 0,0-1 1 0 0,0 1-1 0 0,-1 0 1 0 0,1 0-1 0 0,0 0 1 0 0,0 0-1 0 0,1 0 1 0 0,-1 0-1 0 0,0 0 1 0 0,0 0-1 0 0,0-1 1 0 0,1 1-1 0 0,-1 0 1 0 0,1 0-1 0 0,-1 0 1 0 0,1 0-1 0 0,-1 0 1 0 0,1 1-1 0 0,-1-1 1 0 0,1 0-1 0 0,1-1 1 0 0,9-15 82 0 0,-8 12-110 0 0,1 1 130 0 0,2-3-157 0 0,-1 1 0 0 0,1-1 0 0 0,1 2 0 0 0,-1-1 0 0 0,1 1 0 0 0,0 0 0 0 0,0 0 0 0 0,1 1 0 0 0,-1 0 0 0 0,1 0 0 0 0,0 0 0 0 0,0 1 0 0 0,0 1 0 0 0,1-1 1 0 0,9 0-1 0 0,-12 2 232 0 0,-1 2-218 0 0,22 6-147 0 0,-24-3 232 0 0,2 1-47 0 0,-1 0 1 0 0,0 1-1 0 0,-1 0 0 0 0,1 0 1 0 0,-1 0-1 0 0,0 0 0 0 0,0 1 0 0 0,2 11 1 0 0,-3-7-28 0 0,0 0 1 0 0,-1 0 0 0 0,-1 0 0 0 0,0 0-1 0 0,-1 0 1 0 0,-2 16 0 0 0,-5 28-74 0 0,2-33 75 0 0,-15 62 18 0 0,20-79-27 0 0,-1 1 4 0 0,-5 18 16 0 0,5-19 282 0 0,1 1-101 0 0,-2 16-90 0 0,2-17 468 0 0,0 1-273 0 0,-1 20 142 0 0,6-24-409 0 0,0 0 24 0 0,1-1 1 0 0,-1 0-1 0 0,0 0 0 0 0,1 0 1 0 0,-1-1-1 0 0,1 1 1 0 0,-1-1-1 0 0,1 0 0 0 0,0 0 1 0 0,-1-1-1 0 0,1 0 1 0 0,-1 1-1 0 0,0-1 0 0 0,9-3 1 0 0,88-26-240 0 0,2 2-240 0 0,-96 25 382 0 0,-2 3 90 0 0,0-1 0 0 0,1 1 1 0 0,-1-1-1 0 0,0-1 0 0 0,0 1 0 0 0,10-5 0 0 0,-9 4-47 0 0,-2 0-39 0 0,0 4-1283 0 0,13 6 231 0 0,-13-7-735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7:33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 0 152 0 0,'0'0'4341'0'0,"-3"3"-3425"0"0,-13 10 3154 0 0,11-11-3670 0 0,-14 4-83 0 0,14-5 1023 0 0,1 0-846 0 0,-45 12 850 0 0,43-12-1005 0 0,2 0-141 0 0,-14 5-63 0 0,14-5 105 0 0,-1 0-316 0 0,-80 22 1218 0 0,79-22-673 0 0,1 1-313 0 0,-18 4 42 0 0,18-5 28 0 0,0 0-100 0 0,-14 4-71 0 0,14-4 841 0 0,12-2-970 0 0,111-15 231 0 0,148-26-26 0 0,-260 41-249 0 0,1 0 146 0 0,22-4-28 0 0,-22 4 2 0 0,-1 0 67 0 0,21-1 399 0 0,17-3 519 0 0,-29 3-5104 0 0,-1 0-3952 0 0,11-2 4555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7:37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366 1 472 0 0,'0'0'6797'0'0,"-7"0"-6204"0"0,-18 1-98 0 0,18 0 1488 0 0,2 1-1372 0 0,-15 5-54 0 0,14-5 13 0 0,2 0-9 0 0,-12 7-155 0 0,12-7 50 0 0,-1 1-122 0 0,-14 10 81 0 0,0 0-1 0 0,1 2 1 0 0,0 0 0 0 0,1 1-1 0 0,-20 24 1 0 0,25-23-234 0 0,0 1 0 0 0,1 0 1 0 0,1 0-1 0 0,1 1 0 0 0,1 1 0 0 0,-7 24 0 0 0,-25 124 643 0 0,31-118-493 0 0,3 0 0 0 0,2 0-1 0 0,2 1 1 0 0,8 85 0 0 0,-3-108-170 0 0,1 0 1 0 0,1 0 0 0 0,2-1-1 0 0,1 0 1 0 0,1 0 0 0 0,1 0-1 0 0,2-1 1 0 0,0-1 0 0 0,30 46-1 0 0,-27-53-102 0 0,1-1-1 0 0,0 0 0 0 0,1-1 0 0 0,1-1 0 0 0,27 19 1 0 0,98 53-5 0 0,-124-77-77 0 0,-15-8-82 0 0,-1 1-51 0 0,13 7 146 0 0,-12-8 58 0 0,0 1-56 0 0,13 9 54 0 0,-13-9 63 0 0,0-1-55 0 0,8 4-1436 0 0,18 0-11343 0 0,-22-6 13048 0 0,-2 0-5155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7:38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1 171 848 0 0,'0'0'17046'0'0,"1"-5"-16884"0"0,4-14-51 0 0,-4 14 128 0 0,4 3-228 0 0,32-13 156 0 0,2 1 0 0 0,-1 2 0 0 0,2 2 1 0 0,48-6-1 0 0,-30 5-112 0 0,205-39-107 0 0,-257 48 48 0 0,59-7-354 0 0,-60 9 152 0 0,1 0-1461 0 0,1 0 1149 0 0,5 0 305 0 0,-1 2-9507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7:38.9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0 2068 0 0,'0'0'10551'0'0,"-6"1"-9904"0"0,-21 1 1894 0 0,27 4-2470 0 0,3 15 156 0 0,-3-15-45 0 0,2-2-140 0 0,10 11 60 0 0,0 1-1 0 0,1-2 1 0 0,1 0 0 0 0,0 0-1 0 0,0-2 1 0 0,23 16 0 0 0,11-2 152 0 0,-37-21-338 0 0,37 16 329 0 0,-38-17-267 0 0,35 12 65 0 0,-37-14-22 0 0,-4-1-43 0 0,1 1-98 0 0,39 16 265 0 0,-40-16-270 0 0,-3-2 98 0 0,0 0 26 0 0,-1 0-1 0 0,1 0 0 0 0,0 0 1 0 0,-1 0-1 0 0,1 1 0 0 0,0-1 1 0 0,-1 0-1 0 0,1 0 0 0 0,0 1 1 0 0,-1-1-1 0 0,1 0 1 0 0,-1 0-1 0 0,1 1 0 0 0,0-1 1 0 0,-1 1-1 0 0,1-1 0 0 0,-1 1 1 0 0,1-1-1 0 0,0 1 0 0 0,-1 0-11 0 0,0-1-1 0 0,1 1 0 0 0,-1-1 1 0 0,1 1-1 0 0,-1-1 1 0 0,1 1-1 0 0,0-1 0 0 0,-1 0 1 0 0,1 1-1 0 0,-1-1 0 0 0,1 0 1 0 0,0 0-1 0 0,-1 1 1 0 0,1-1-1 0 0,0 0 0 0 0,-1 0 1 0 0,1 0-1 0 0,0 0 0 0 0,-1 0 1 0 0,2 0-1 0 0,0 5-112 0 0,-1-1 118 0 0,8 14 230 0 0,-11-13-330 0 0,-10 14 107 0 0,-1 0 0 0 0,-1 0 0 0 0,-31 32 0 0 0,-64 50-206 0 0,38-36 380 0 0,-34 38-275 0 0,101-99 134 0 0,0 0-91 0 0,-11 11 84 0 0,11-11 112 0 0,4-3-189 0 0,0 0 62 0 0,-1 1 1 0 0,1-1 0 0 0,-1 0-1 0 0,1 0 1 0 0,-1 1-1 0 0,1-1 1 0 0,-1 0 0 0 0,0 0-1 0 0,1 0 1 0 0,-1 0-1 0 0,-2 2 1 0 0,2-1 28 0 0,-1 2 90 0 0,4-1 23 0 0,-1-1-143 0 0,0 0-1 0 0,1-1 1 0 0,-1 1 0 0 0,1-1-1 0 0,-1 1 1 0 0,1-1-1 0 0,0 0 1 0 0,-1 1-1 0 0,1-1 1 0 0,0 0 0 0 0,0 0-1 0 0,0 0 1 0 0,0-1-1 0 0,0 1 1 0 0,4 1-1 0 0,1-1 7 0 0,1 0 1 0 0,-1 0-1 0 0,0-1 0 0 0,13 0 0 0 0,9-3 85 0 0,45-10-1 0 0,-66 12-59 0 0,294-55-28 0 0,-296 55-182 0 0,-1 0 84 0 0,16-1 196 0 0,-15 1 1 0 0,0 1 65 0 0,22 0 135 0 0,-21 0-334 0 0,-1 0 221 0 0,17 1-27 0 0,-17-1-169 0 0,0 0-2118 0 0,17-1 199 0 0,-17 1-1776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7:40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39 660 0 0,'0'0'4052'0'0,"3"-4"-3162"0"0,7-14-165 0 0,-8 14 2336 0 0,2 2-2796 0 0,11-6-12 0 0,-11 6 1770 0 0,-2 2-1998 0 0,-1 1-1 0 0,1 0 1 0 0,0-1-1 0 0,-1 1 1 0 0,0 0 0 0 0,1 0-1 0 0,-1 0 1 0 0,1 0-1 0 0,-1 0 1 0 0,0 0-1 0 0,0 0 1 0 0,2 2 0 0 0,-2-2 24 0 0,3 2 531 0 0,5 76 1019 0 0,-6-62-1485 0 0,1-1 0 0 0,1 1 0 0 0,9 19 0 0 0,-10-24 65 0 0,-2-7 88 0 0,0 0-5 0 0,2 3-121 0 0,0-1-1 0 0,1 1 1 0 0,0-1 0 0 0,10 11 0 0 0,-11-14 13 0 0,2-3-111 0 0,18 4-8 0 0,-18-4 21 0 0,1-1-13 0 0,91-11-777 0 0,-93 10 632 0 0,0-1-39 0 0,18-5-49 0 0,-18 5-20 0 0,0 0-532 0 0,15-6 210 0 0,-15 6 46 0 0,-5 1 468 0 0,0 1 0 0 0,0 0 1 0 0,0-1-1 0 0,0 1 0 0 0,1 0 0 0 0,-1-1 1 0 0,0 1-1 0 0,0 0 0 0 0,0-1 1 0 0,0 1-1 0 0,0 0 0 0 0,1 0 1 0 0,-1-1-1 0 0,0 1 0 0 0,0 0 1 0 0,0 0-1 0 0,1-1 0 0 0,-1 1 1 0 0,0 0-1 0 0,0 0 0 0 0,1-1 0 0 0,-1 1 1 0 0,0 0-1 0 0,0 0 0 0 0,1 0 1 0 0,-1 0-1 0 0,0 0 0 0 0,1 0 1 0 0,-1-1-1 0 0,1 1 0 0 0,0 0-7 0 0,0 0-1 0 0,0-1 0 0 0,0 1 1 0 0,0-1-1 0 0,0 1 0 0 0,-1-1 1 0 0,1 0-1 0 0,0 1 1 0 0,0-1-1 0 0,0 0 0 0 0,-1 1 1 0 0,1-1-1 0 0,0 0 0 0 0,-1 0 1 0 0,1 0-1 0 0,0 0 0 0 0,-1 1 1 0 0,1-3-1 0 0,8-17-141 0 0,-6 14-33 0 0,-1 2-55 0 0,5-14 105 0 0,2-10 191 0 0,-8 24-47 0 0,1-2 232 0 0,4-14 164 0 0,-5 15 1050 0 0,0-1-1015 0 0,2-58 2669 0 0,-21 52-2911 0 0,15 10 16 0 0,1 3-148 0 0,1 0 1 0 0,-1 1-1 0 0,1-1 1 0 0,-1 1-1 0 0,1-1 0 0 0,0 1 1 0 0,-1 0-1 0 0,1-1 1 0 0,-1 4-1 0 0,-6 6 110 0 0,0 0 0 0 0,2 1 0 0 0,-1 1 0 0 0,1-1 1 0 0,1 1-1 0 0,0 0 0 0 0,1 0 0 0 0,1 0 0 0 0,-3 15 0 0 0,2-10-177 0 0,0-2 137 0 0,0 10-64 0 0,3 0 115 0 0,0-17-109 0 0,0-5-59 0 0,1-1 1 0 0,-1 1-1 0 0,1 0 0 0 0,0 0 1 0 0,0 0-1 0 0,1-1 1 0 0,-1 1-1 0 0,2 6 1 0 0,5 36 270 0 0,4 20-22 0 0,34 104-1 0 0,-38-143-379 0 0,-2-1 192 0 0,-3-12-27 0 0,-1 0 1 0 0,0-1-1 0 0,-1 1 1 0 0,0 0-1 0 0,-1 0 1 0 0,0-1-1 0 0,-1 1 1 0 0,-1-1 0 0 0,0 1-1 0 0,-1-1 1 0 0,-1 0-1 0 0,-7 17 1 0 0,6-17 74 0 0,-1 0 0 0 0,0-1 0 0 0,0 0 0 0 0,-2 0 0 0 0,1-1 1 0 0,-1 0-1 0 0,-1 0 0 0 0,0-1 0 0 0,0 0 0 0 0,-1-1 0 0 0,0 0 1 0 0,-20 11-1 0 0,10-9 148 0 0,0 0 0 0 0,-1-1 0 0 0,0-2 0 0 0,-1 0 0 0 0,-37 8 1 0 0,38-12-138 0 0,16-2 22 0 0,1-2-91 0 0,-22 1-370 0 0,21-1-1648 0 0,-18-1 1040 0 0,17 1-124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7:47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53 776 0 0,'0'0'7029'0'0,"0"-6"-6659"0"0,0-10-266 0 0,0 3 7142 0 0,0 13-7249 0 0,0-1 0 0 0,0 1 0 0 0,0-1 0 0 0,-1 1 0 0 0,1 0 0 0 0,0-1 0 0 0,0 1 0 0 0,-1-1 0 0 0,1 1 0 0 0,0 0 0 0 0,0-1 0 0 0,-1 1 0 0 0,1-1 0 0 0,-1 1 0 0 0,1 0 0 0 0,0 0 0 0 0,-1-1 0 0 0,1 1-1 0 0,-1 0 1 0 0,1 0 0 0 0,0-1 0 0 0,-1 1 0 0 0,1 0 0 0 0,-1 0 0 0 0,1 0 0 0 0,-2 0 0 0 0,2 0 2 0 0,0-1 1 0 0,-1 1-1 0 0,1 0 0 0 0,-1 0 1 0 0,1 0-1 0 0,-1 0 0 0 0,1 0 1 0 0,-1-1-1 0 0,1 1 1 0 0,-1 0-1 0 0,1 0 0 0 0,0-1 1 0 0,-1 1-1 0 0,1 0 0 0 0,0-1 1 0 0,-1 1-1 0 0,1 0 0 0 0,0-1 1 0 0,-1 1-1 0 0,1-1 0 0 0,0 1 1 0 0,0 0-1 0 0,-1-1 0 0 0,1 1 1 0 0,0-1-1 0 0,0 0 0 0 0,-18 14 189 0 0,15-10-144 0 0,0 1-120 0 0,-9 9 237 0 0,9-9 122 0 0,1 1-409 0 0,-6 16 128 0 0,6-16 196 0 0,0 1 67 0 0,-6 17-336 0 0,7-17-81 0 0,-1-1 82 0 0,-2 17 82 0 0,-1 19 110 0 0,4-34-17 0 0,0-1 7 0 0,0 58 60 0 0,1-58-100 0 0,1 0 171 0 0,2 17-21 0 0,-2-17-113 0 0,1 0-166 0 0,7 16 50 0 0,-7-16 156 0 0,1-1-27 0 0,32 39 297 0 0,-31-40-472 0 0,1-1 106 0 0,14 8-107 0 0,-15-8-32 0 0,0-1 135 0 0,13 6 101 0 0,-13-6-110 0 0,1 0-118 0 0,12 7 199 0 0,-12-7-2 0 0,-1 0-120 0 0,14 5-103 0 0,-14-5 198 0 0,0 0-78 0 0,12 7-209 0 0,-13-7-32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7:47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2644 0 0,'0'0'13890'0'0,"-1"6"-13600"0"0,-2 14-147 0 0,2-15 512 0 0,-2-1-1353 0 0,1 1 791 0 0,0-1 0 0 0,0 1 0 0 0,0 0 0 0 0,0-1 1 0 0,1 1-1 0 0,0 0 0 0 0,0 0 0 0 0,0 5 0 0 0,0-4 428 0 0,0-1-458 0 0,-5 14 150 0 0,4-14 267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7:48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23 24 0 0,'0'0'8690'0'0,"-2"-4"-7570"0"0,2 3-912 0 0,-1 1-1 0 0,1-1 1 0 0,-1 0 0 0 0,1 1-1 0 0,0-1 1 0 0,0 0-1 0 0,-1 0 1 0 0,1 1 0 0 0,0-1-1 0 0,0 0 1 0 0,0 0-1 0 0,0 1 1 0 0,0-1 0 0 0,0 0-1 0 0,0 0 1 0 0,0 0-1 0 0,0 1 1 0 0,0-1 0 0 0,0 0-1 0 0,1 0 1 0 0,-1-1-1 0 0,9 1 2283 0 0,10 12-2983 0 0,43 36 773 0 0,-3 3 1 0 0,75 78 0 0 0,-127-120-325 0 0,14 15 97 0 0,-2 1 0 0 0,0 1 1 0 0,-1 0-1 0 0,14 29 0 0 0,-18-28-60 0 0,-2 1-1 0 0,-2 0 1 0 0,0 0 0 0 0,-2 1-1 0 0,0 0 1 0 0,-2 0-1 0 0,-2 1 1 0 0,2 30 0 0 0,-6-7 46 0 0,-2 0 1 0 0,-2-1-1 0 0,-2 1 1 0 0,-15 54-1 0 0,-70 190 940 0 0,85-278-978 0 0,3-9-51 0 0,0 1 0 0 0,-1 0-1 0 0,0-1 1 0 0,-1 1 0 0 0,0-1 0 0 0,0 0-1 0 0,-12 14 1 0 0,14-19-686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7:49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27 1168 0 0,'0'0'3396'0'0,"-2"5"-2266"0"0,-6 17 7123 0 0,5-18-8033 0 0,-4 8 3722 0 0,10-33-2703 0 0,14 8-1239 0 0,-10 8-4 0 0,1 1 0 0 0,0 0 0 0 0,-1 0 0 0 0,1 1 0 0 0,1 0 0 0 0,-1 0 0 0 0,0 0 0 0 0,1 2 0 0 0,-1-1 0 0 0,1 1 0 0 0,12-1 0 0 0,-16 2-1 0 0,1-1-94 0 0,2 2 164 0 0,22 3-142 0 0,-28-4 62 0 0,-1 0 1 0 0,0 0 0 0 0,1 1-1 0 0,-1-1 1 0 0,0 0-1 0 0,0 0 1 0 0,1 1 0 0 0,-1-1-1 0 0,0 1 1 0 0,0-1 0 0 0,0 1-1 0 0,1-1 1 0 0,-1 1-1 0 0,0 0 1 0 0,0-1 0 0 0,0 1-1 0 0,0 0 1 0 0,0 0-1 0 0,0 0 1 0 0,1 1 0 0 0,0 1-22 0 0,0-2 30 0 0,-1 0-1 0 0,1 0 1 0 0,-1 0 0 0 0,1 0 0 0 0,-1 0 0 0 0,0 1-1 0 0,0-1 1 0 0,0 0 0 0 0,0 1 0 0 0,1-1 0 0 0,-2 0-1 0 0,1 1 1 0 0,1 1 0 0 0,1 2-10 0 0,-2-3 26 0 0,0-1 0 0 0,0 1 0 0 0,0-1 0 0 0,0 1 0 0 0,0-1 0 0 0,0 1 0 0 0,0 0 0 0 0,0 0 0 0 0,-1-1 0 0 0,1 1 0 0 0,-1 0 0 0 0,1 0 0 0 0,-1 0 0 0 0,0 0 0 0 0,0 3 0 0 0,1 1 7 0 0,0 10-49 0 0,-3 20 55 0 0,-3 0 0 0 0,0 0-1 0 0,-3-1 1 0 0,-1 0-1 0 0,-21 56 1 0 0,7-22 537 0 0,21-64-502 0 0,4 0-44 0 0,0 0 16 0 0,4 18 52 0 0,0-24 16 0 0,52-8-81 0 0,126-37-181 0 0,-178 45 181 0 0,0 0-117 0 0,18-3 116 0 0,-17 3-66 0 0,-2 0-78 0 0,18-5 96 0 0,-17 5 156 0 0,0 1-546 0 0,17 1-126 0 0,-17 0-258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7:51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52 900 0 0,'0'0'14283'0'0,"4"-2"-14057"0"0,14-4-311 0 0,-14 5 852 0 0,2 1-1005 0 0,18-1 102 0 0,-18 1 338 0 0,0-1-240 0 0,48-4 245 0 0,-48 4-198 0 0,0 0-111 0 0,89-13 95 0 0,-88 13 137 0 0,-2 0-239 0 0,130-14 210 0 0,-128 15-108 0 0,0 0-83 0 0,59-2 374 0 0,-60 2-414 0 0,1 0 143 0 0,61 2-274 0 0,-61-2 192 0 0,-1 0 98 0 0,18 1-177 0 0,-18-1 20 0 0,-1 0 182 0 0,210 14 23 0 0,-87-4 555 0 0,-75-8-825 0 0,12 0 71 0 0,189 14 53 0 0,-72-12 446 0 0,-121-4-368 0 0,1-1-88 0 0,290 6 232 0 0,-199-4-165 0 0,-89-3-15 0 0,-5-2 17 0 0,73-9 265 0 0,-69 8-117 0 0,-57 5-151 0 0,3-1 62 0 0,63-4 11 0 0,-65 5-79 0 0,-1 0-85 0 0,61 1 51 0 0,-35 1 415 0 0,-26-2-411 0 0,0 0-8 0 0,18 2-73 0 0,-18-2 126 0 0,1 0-156 0 0,90 6 1252 0 0,-92-5-367 0 0,0 1-1446 0 0,15 4 323 0 0,-15-5-533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7:57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1 338 556 0 0,'0'0'3884'0'0,"0"-7"-2458"0"0,0-21-117 0 0,0 20 55 0 0,0 3-209 0 0,1-19-77 0 0,0 18 30 0 0,0 0-211 0 0,2-22-195 0 0,-2 22 12 0 0,0-2-84 0 0,15-130 2472 0 0,-15 132-2853 0 0,-1 0-17 0 0,1-17-18 0 0,-1 17-68 0 0,1 1-320 0 0,1-17 21 0 0,-1 16 30 0 0,-1 14 185 0 0,7 172 168 0 0,8 133-24 0 0,0 85 5 0 0,-10-50-18 0 0,-8-281-123 0 0,4 1-1270 0 0,0-61 423 0 0,-2-2-2122 0 0,-1 0 2092 0 0,0 5-121 0 0,1 1-5700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7:57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0 292 1112 0 0,'16'-77'4055'0'0,"-13"67"-3715"0"0,0 1 0 0 0,1 1 0 0 0,0-1 0 0 0,1 0 0 0 0,0 1-1 0 0,0 0 1 0 0,0 0 0 0 0,1 1 0 0 0,13-13 0 0 0,4-7 432 0 0,-16 17-523 0 0,1 1 1 0 0,0 0-1 0 0,0 1 0 0 0,1 0 0 0 0,0 0 1 0 0,0 1-1 0 0,1 0 0 0 0,0 0 0 0 0,20-9 0 0 0,-25 14 97 0 0,1 3 0 0 0,0-1-141 0 0,1 1 0 0 0,0 0 0 0 0,-1 1 0 0 0,1 0 0 0 0,-1 0 0 0 0,0 0 0 0 0,1 1 0 0 0,6 4-1 0 0,-10-5-101 0 0,0 0 0 0 0,1 1 0 0 0,-1-1 0 0 0,0 1 0 0 0,-1-1 0 0 0,1 1-1 0 0,0 0 1 0 0,-1 0 0 0 0,0 0 0 0 0,1 1 0 0 0,-1-1 0 0 0,-1 0 0 0 0,1 1 0 0 0,0-1-1 0 0,-1 1 1 0 0,0 0 0 0 0,0 0 0 0 0,1 5 0 0 0,2 12-33 0 0,-4-16 47 0 0,0 2 155 0 0,-1 1-220 0 0,1 0-1 0 0,-2 0 0 0 0,1 0 1 0 0,-1-1-1 0 0,0 1 1 0 0,-1 0-1 0 0,0-1 0 0 0,0 0 1 0 0,0 1-1 0 0,-1-1 0 0 0,0-1 1 0 0,-1 1-1 0 0,1 0 1 0 0,-12 10-1 0 0,15-15-199 0 0,0-1 0 0 0,0 1 0 0 0,-1-1 1 0 0,1 1-1 0 0,-1-1 0 0 0,1 0 0 0 0,-1 0 0 0 0,1 1 1 0 0,-4 0-1 0 0,-16-3-1723 0 0,1 0-2775 0 0,16-4 1663 0 0,-13-20-162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7:57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1716 0 0,'0'0'1364'0'0,"6"-2"-331"0"0,19-3-198 0 0,-19 4 69 0 0,0-2-69 0 0,118-69 3801 0 0,-104 53-4181 0 0,-17 16-153 0 0,1-1 34 0 0,9-11 49 0 0,-9 11 379 0 0,-1 0-446 0 0,9-11-64 0 0,-9 11 1014 0 0,-5 0-1293 0 0,0 1-27 0 0,-4-15-361 0 0,-1 20 312 0 0,1-1 79 0 0,4-1 16 0 0,0 0 1 0 0,0 1-1 0 0,0-1 1 0 0,0 0 0 0 0,0 1-1 0 0,0 0 1 0 0,0 0-1 0 0,0-1 1 0 0,0 1-1 0 0,0 0 1 0 0,1 0-1 0 0,-1 1 1 0 0,0-1 0 0 0,1 0-1 0 0,-3 3 1 0 0,-16 13 36 0 0,1 1 0 0 0,1 1-1 0 0,0 1 1 0 0,-17 25 0 0 0,32-40 203 0 0,3-3-189 0 0,0 0 0 0 0,0-1 0 0 0,-1 1 0 0 0,1 0 1 0 0,-1 0-1 0 0,1-1 0 0 0,-1 1 0 0 0,1 0 0 0 0,-1-1 0 0 0,-2 4 1 0 0,1-1 23 0 0,0 2-14 0 0,4-2-56 0 0,-1-1-63 0 0,0 0 1 0 0,0 0-1 0 0,0-1 1 0 0,1 1-1 0 0,0-1 0 0 0,-1 1 1 0 0,1-1-1 0 0,0 1 1 0 0,0-1-1 0 0,0 0 1 0 0,0 0-1 0 0,1 0 0 0 0,-1 0 1 0 0,1 0-1 0 0,-1-1 1 0 0,1 1-1 0 0,4 1 1 0 0,-3 1-531 0 0,8 3-80 0 0,5-4-3376 0 0,7 0 1173 0 0,-18-2-69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7:58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168 100 1988 0 0,'0'0'2838'0'0,"1"-6"-1628"0"0,0-17-67 0 0,0 18 3384 0 0,-1-1-4181 0 0,-6-48 2459 0 0,5 50-2324 0 0,-5 3-624 0 0,-17 1 18 0 0,17-1-20 0 0,2 3 25 0 0,-4 3 165 0 0,-1 0 1 0 0,1 0-1 0 0,0 1 0 0 0,1 0 0 0 0,0 0 0 0 0,0 1 0 0 0,0 0 0 0 0,0 0 1 0 0,1 1-1 0 0,0 0 0 0 0,1 0 0 0 0,0 0 0 0 0,0 1 0 0 0,1-1 0 0 0,0 1 1 0 0,-3 12-1 0 0,-1-1-66 0 0,6-15 158 0 0,1 1 82 0 0,-2 16-50 0 0,2-16 35 0 0,2 0-90 0 0,1 17-10 0 0,-1-17 17 0 0,2-2-400 0 0,-2-3 260 0 0,0 0 16 0 0,0 0-1 0 0,1 0 1 0 0,-1 1-1 0 0,0-1 1 0 0,0 0-1 0 0,0 0 1 0 0,0 1-1 0 0,0-1 1 0 0,-1 1-1 0 0,1-1 1 0 0,0 1-1 0 0,0 2 1 0 0,6-4 113 0 0,18 1 19 0 0,-19-1-25 0 0,-1-2-152 0 0,15-7 55 0 0,-15 7 136 0 0,-1 0-242 0 0,11-6 14 0 0,-11 6 309 0 0,0 0-504 0 0,14-6 175 0 0,-14 6 55 0 0,-1 6-190 0 0,9 13 251 0 0,-9-12-65 0 0,-2 0-62 0 0,5 14 273 0 0,-4-14-58 0 0,1-1-172 0 0,7 13 247 0 0,-7-12-113 0 0,-3-5-82 0 0,1 0 25 0 0,-1 0 0 0 0,1 0 1 0 0,-1 0-1 0 0,1 0 0 0 0,-1 1 1 0 0,1-1-1 0 0,-1 0 0 0 0,1 0 1 0 0,-1 1-1 0 0,1-1 1 0 0,-1 0-1 0 0,0 1 0 0 0,1-1 1 0 0,-1 0-1 0 0,0 1 0 0 0,1-1 1 0 0,-1 1-1 0 0,0-1 0 0 0,0 0 1 0 0,1 1-1 0 0,-1-1 1 0 0,0 1-1 0 0,0-1 0 0 0,0 1 1 0 0,1 0-1 0 0,-1 0 5 0 0,0-1 1 0 0,0 1-1 0 0,0-1 1 0 0,0 0-1 0 0,1 1 1 0 0,-1-1-1 0 0,0 1 0 0 0,0-1 1 0 0,1 1-1 0 0,-1-1 1 0 0,0 0-1 0 0,1 1 0 0 0,-1-1 1 0 0,0 1-1 0 0,1-1 1 0 0,-1 0-1 0 0,1 0 0 0 0,-1 1 1 0 0,0-1-1 0 0,1 0 1 0 0,-1 0-1 0 0,1 1 1 0 0,-1-1-1 0 0,1 0 0 0 0,-1 0 1 0 0,2 0-1 0 0,3 1-133 0 0,16 3 262 0 0,-15-3 30 0 0,-1-3-287 0 0,4-2 110 0 0,-1 0 1 0 0,0 0 0 0 0,0-1-1 0 0,-1 0 1 0 0,1 0-1 0 0,-1-1 1 0 0,0 0-1 0 0,-1 0 1 0 0,1 0 0 0 0,7-11-1 0 0,-11 14-89 0 0,-1-3-18 0 0,9-16 120 0 0,-8 17 101 0 0,-1-1-56 0 0,6-17-121 0 0,-6 17 15 0 0,0 0 133 0 0,4-19-152 0 0,-5 19-23 0 0,0 0 260 0 0,1-20-226 0 0,-1 20 15 0 0,-1 0-79 0 0,0-19 177 0 0,0 19 77 0 0,0 0-137 0 0,0-20-127 0 0,0 19-33 0 0,1 3-526 0 0,6-19 220 0 0,-1 23 472 0 0,17 2 48 0 0,-18-1-42 0 0,1 0-46 0 0,17 3-80 0 0,-17-3 26 0 0,-2 2 99 0 0,11 11 17 0 0,-11-11-141 0 0,-4-2 127 0 0,0 0 1 0 0,0 0-1 0 0,0 0 0 0 0,0-1 0 0 0,0 1 0 0 0,1 0 0 0 0,-1 0 0 0 0,0-1 0 0 0,0 1 0 0 0,1 0 0 0 0,-1 0 0 0 0,0-1 0 0 0,1 1 1 0 0,-1 0-1 0 0,1-1 0 0 0,-1 1 0 0 0,1 0 0 0 0,-1-1 0 0 0,1 2 0 0 0,11 16 125 0 0,-4 0-166 0 0,-7-14 66 0 0,-1 4 140 0 0,3 96-120 0 0,-2-99 6 0 0,-2 2 136 0 0,-3 21-224 0 0,3-21-47 0 0,2-1 344 0 0,0 20-42 0 0,-1-20 90 0 0,2 0-202 0 0,6 14 96 0 0,-6-15-12 0 0,1-1-121 0 0,32 27 229 0 0,-32-29-280 0 0,1 1-14 0 0,34 25 218 0 0,-34-26-229 0 0,14 10-3101 0 0,-15-10 1006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7:59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162 126 300 0 0,'28'-45'7409'0'0,"-26"42"-5807"0"0,-1 1-1463 0 0,-1 1 0 0 0,1-1 1 0 0,-1 0-1 0 0,1 1 0 0 0,-1 0 1 0 0,1-1-1 0 0,0 1 0 0 0,0-1 0 0 0,0 1 1 0 0,0 0-1 0 0,0-1 0 0 0,2-1 1 0 0,-1 1 145 0 0,0-2 1231 0 0,0-1-927 0 0,0 2-354 0 0,5-14 1967 0 0,-7 15-2192 0 0,-1 1 0 0 0,1 0 0 0 0,-1-1 0 0 0,1 1 0 0 0,-1 0 0 0 0,1-1 0 0 0,-1 1 0 0 0,0 0 0 0 0,1 0 0 0 0,-1-1 0 0 0,0 1 0 0 0,-2-2 0 0 0,1 1 5 0 0,0-2-73 0 0,-3 6 74 0 0,-18 15 9 0 0,-38 33 0 0 0,57-46-127 0 0,2-1-27 0 0,-9 12 154 0 0,9-12 80 0 0,0 2-73 0 0,-6 11-105 0 0,7-12-30 0 0,8 14 276 0 0,-5-16-120 0 0,0 2 126 0 0,1 0-62 0 0,11 8-154 0 0,1-2-1 0 0,16 11 1 0 0,-24-15 20 0 0,0-1 1 0 0,-1 2 0 0 0,1-1-1 0 0,-1 1 1 0 0,-1 0 0 0 0,1 0-1 0 0,-1 0 1 0 0,-1 1 0 0 0,1 0-1 0 0,3 10 1 0 0,-6-13-30 0 0,-1 2 164 0 0,-1-2-145 0 0,1 2 39 0 0,-1-1-1 0 0,0 1 1 0 0,0 0-1 0 0,-1 0 1 0 0,1-1-1 0 0,-1 1 1 0 0,-1-1-1 0 0,1 1 1 0 0,-4 8-1 0 0,-1 1 102 0 0,-1 0 0 0 0,0-1-1 0 0,-1 1 1 0 0,-1-2 0 0 0,0 1-1 0 0,-1-1 1 0 0,-1-1-1 0 0,0 1 1 0 0,-19 17 0 0 0,25-28 77 0 0,0 0-172 0 0,2-1 4 0 0,1-1-8 0 0,1 0 0 0 0,-1 1 0 0 0,1-1 0 0 0,-1-1 0 0 0,1 1 0 0 0,-1 0 0 0 0,1 0 0 0 0,-1 0 0 0 0,0-1 0 0 0,1 1 0 0 0,-1-1 0 0 0,-3 1 0 0 0,-18-6-181 0 0,17 3 172 0 0,0 0 110 0 0,2-1-72 0 0,-25-37-747 0 0,27 35 88 0 0,1 0-1407 0 0,1-1 1447 0 0,0-6 46 0 0,-3 2-3351 0 0,6 5 1385 0 0,10-16 448 0 0,-10 15 568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00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64 124 1488 0 0,'41'-36'6435'0'0,"-37"32"-5270"0"0,-4 4-1094 0 0,0-1 1 0 0,0 0-1 0 0,0 1 0 0 0,0-1 0 0 0,0 1 0 0 0,0-1 1 0 0,1 1-1 0 0,-1-1 0 0 0,0 0 0 0 0,0 1 1 0 0,1-1-1 0 0,-1 1 0 0 0,0-1 0 0 0,1 1 0 0 0,-1 0 1 0 0,0-1-1 0 0,1 1 0 0 0,-1-1 0 0 0,1 1 1 0 0,-1 0-1 0 0,1-1 0 0 0,11-13 3219 0 0,12-29-495 0 0,-22 39-1406 0 0,-3 4-1388 0 0,0 0 1 0 0,1 0-1 0 0,-1-1 0 0 0,0 1 1 0 0,0 0-1 0 0,1 0 0 0 0,-1 0 0 0 0,0 0 1 0 0,1 0-1 0 0,-1-1 0 0 0,0 1 1 0 0,1 0-1 0 0,-1-1 0 0 0,1 1 1 0 0,-1-1-1 0 0,1 1 0 0 0,-1 0 1 0 0,0-1-1 0 0,0 0 0 0 0,1 1 4 0 0,-1-1 0 0 0,1 1 0 0 0,-1-1-1 0 0,1 1 1 0 0,-1-1 0 0 0,1 1 0 0 0,-1 0 0 0 0,0-1 0 0 0,1 1-1 0 0,-1 0 1 0 0,0-1 0 0 0,1 1 0 0 0,-1 0 0 0 0,0 0 0 0 0,1 0-1 0 0,-1 0 1 0 0,0 0 0 0 0,1 0 0 0 0,-2 0 0 0 0,0 0-28 0 0,0 0 0 0 0,1 1 0 0 0,-1 0 0 0 0,0-1 0 0 0,0 1 0 0 0,1 0 0 0 0,-1 0 0 0 0,1 0 0 0 0,-1 0 0 0 0,1 0 0 0 0,-1 0 0 0 0,-2 3 0 0 0,2-2-2 0 0,-7 5 47 0 0,0 1-1 0 0,1-1 0 0 0,0 2 1 0 0,-13 15-1 0 0,10-11-19 0 0,8-10 9 0 0,0 1 0 0 0,0 0 0 0 0,1 0 0 0 0,-1 1 0 0 0,1-1 1 0 0,0 1-1 0 0,-3 8 0 0 0,2-4 27 0 0,1-5-20 0 0,1 1-76 0 0,-3 22 2 0 0,4-26 56 0 0,0 1 1 0 0,0-1-1 0 0,0 0 1 0 0,0 1 0 0 0,1-1-1 0 0,-1 0 1 0 0,1 1-1 0 0,-1-1 1 0 0,1 0-1 0 0,-1 0 1 0 0,1 1 0 0 0,0-1-1 0 0,1 2 1 0 0,5 7-111 0 0,-7-9 77 0 0,1 1-1 0 0,0-1 0 0 0,0 0 0 0 0,1 0 0 0 0,-1 0 0 0 0,0 0 1 0 0,0 0-1 0 0,0 0 0 0 0,1-1 0 0 0,-1 1 0 0 0,1 0 1 0 0,2 0-1 0 0,-2 1-57 0 0,3 1-209 0 0,0-2-76 0 0,-1 2 276 0 0,-2-2 61 0 0,-1-1 1 0 0,0 1-1 0 0,1 0 1 0 0,-1-1-1 0 0,1 1 0 0 0,-1-1 1 0 0,1 1-1 0 0,-1-1 1 0 0,1 1-1 0 0,-1-1 1 0 0,1 0-1 0 0,-1 0 1 0 0,1 0-1 0 0,0 0 1 0 0,-1 0-1 0 0,1 0 1 0 0,2-1-1 0 0,18-2-149 0 0,-16 2 130 0 0,-6-1-4 0 0,0 1 49 0 0,1 0 0 0 0,-1 0 0 0 0,1-1 0 0 0,0 1 0 0 0,-1 0 0 0 0,1 0 0 0 0,0-1-1 0 0,0 1 1 0 0,0 0 0 0 0,0 0 0 0 0,2-1 0 0 0,-2 1-1 0 0,1-3-14 0 0,0-2-20 0 0,3-10 26 0 0,6-30-224 0 0,-10 41 248 0 0,1 1 0 0 0,0-1 0 0 0,0 1 1 0 0,0-1-1 0 0,1 1 0 0 0,5-8 0 0 0,-4 7 17 0 0,-2 1-78 0 0,2 0 138 0 0,10-15-85 0 0,-10 14-18 0 0,1 2 180 0 0,16-9-70 0 0,-16 8-46 0 0,0 3 133 0 0,1-1-115 0 0,-1 1 0 0 0,1 0-1 0 0,-1 0 1 0 0,1 0 0 0 0,0 1 0 0 0,-1 0-1 0 0,7 1 1 0 0,-7 0-5 0 0,0 1 16 0 0,2 1 6 0 0,-1 0 0 0 0,0 1-1 0 0,0 0 1 0 0,0 0 0 0 0,0 1 0 0 0,-1 0-1 0 0,0 0 1 0 0,0 0 0 0 0,0 0-1 0 0,6 10 1 0 0,42 88 184 0 0,-51-99-399 0 0,-2-2 150 0 0,0-1 0 0 0,0 0 0 0 0,1 1 0 0 0,-1-1 1 0 0,0 1-1 0 0,1-1 0 0 0,-1 0 0 0 0,1 1 0 0 0,0-1 0 0 0,0 0 1 0 0,-1 0-1 0 0,2 2 0 0 0,0 0 46 0 0,0 2 243 0 0,1-1 9 0 0,10 12-75 0 0,-10-12 394 0 0,-1-4-596 0 0,-1-1-1 0 0,1 1 0 0 0,0 0 0 0 0,0-1 0 0 0,0 0 1 0 0,0 1-1 0 0,0-1 0 0 0,-1 0 0 0 0,1 0 0 0 0,0 0 1 0 0,3-2-1 0 0,-1 0 8 0 0,2 0-12 0 0,0 0 1 0 0,0-1-1 0 0,-1 1 1 0 0,1-1-1 0 0,-1-1 0 0 0,0 1 1 0 0,9-10-1 0 0,-10 9-99 0 0,17-14 62 0 0,0 0-1 0 0,1 2 1 0 0,1 1 0 0 0,1 1-1 0 0,33-17 1 0 0,-26 23 98 0 0,-26 7 173 0 0,2 3 119 0 0,-2 0-367 0 0,2-1 97 0 0,0 1 1 0 0,0 0 0 0 0,0 0 0 0 0,-1 1 0 0 0,1 0 0 0 0,0 0 0 0 0,0 0 0 0 0,-1 1 0 0 0,0 0 0 0 0,1 0-1 0 0,-1 1 1 0 0,10 8 0 0 0,61 58-1084 0 0,-42-43-6284 0 0,-25-21 2867 0 0,17 3-997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01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443 173 636 0 0,'0'0'17164'0'0,"2"-5"-16948"0"0,7-14-98 0 0,-7 14 180 0 0,1 2-192 0 0,11-11 60 0 0,-10 10 114 0 0,-1-1-319 0 0,12-15-74 0 0,-12 15 259 0 0,-2 3-145 0 0,-1 0 1 0 0,0 0-1 0 0,0 0 1 0 0,1 0 0 0 0,-1 1-1 0 0,1-1 1 0 0,-1 0-1 0 0,1 0 1 0 0,0 1-1 0 0,0-1 1 0 0,1-1-1 0 0,0-2-25 0 0,0 0 234 0 0,-1-1 33 0 0,0-18-96 0 0,-1 19-177 0 0,-3 1-32 0 0,-10-12 221 0 0,10 12-86 0 0,-4 5-49 0 0,-14 6-64 0 0,1 0-1 0 0,0 1 0 0 0,0 1 0 0 0,1 0 0 0 0,0 2 0 0 0,1 0 0 0 0,0 1 0 0 0,1 1 0 0 0,-23 22 0 0 0,3 1 98 0 0,2 1 0 0 0,-61 83 0 0 0,82-101-52 0 0,1 0-1 0 0,0 1 1 0 0,2 0 0 0 0,0 1 0 0 0,2 1 0 0 0,0-1-1 0 0,2 1 1 0 0,0 1 0 0 0,-4 24 0 0 0,11-44-1 0 0,-1-1 0 0 0,1 1 0 0 0,0-1 0 0 0,0 1 0 0 0,0-1 0 0 0,1 1 0 0 0,-1-1 0 0 0,1 1 0 0 0,-1-1 1 0 0,1 0-1 0 0,0 1 0 0 0,0-1 0 0 0,0 0 0 0 0,2 4 0 0 0,0 1-5 0 0,-1-3-25 0 0,0 0-1 0 0,1 0 0 0 0,-1-1 0 0 0,1 1 0 0 0,0-1 0 0 0,0 0 0 0 0,0 1 0 0 0,0-1 0 0 0,1-1 0 0 0,-1 1 0 0 0,1 0 0 0 0,0-1 1 0 0,0 0-1 0 0,0 0 0 0 0,0 0 0 0 0,0 0 0 0 0,0 0 0 0 0,0-1 0 0 0,0 0 0 0 0,9 1 0 0 0,2 0-74 0 0,0 0-1 0 0,1-1 1 0 0,0-1-1 0 0,22-2 1 0 0,21-7-206 0 0,-2-3 1 0 0,1-2-1 0 0,72-28 1 0 0,-106 34 385 0 0,-1-1 0 0 0,34-17 0 0 0,-40 15 58 0 0,-12 9-87 0 0,10-13 413 0 0,-40 56-313 0 0,23-36 27 0 0,4-1-169 0 0,6 15 154 0 0,-6-14-106 0 0,-1-5-44 0 0,-1 0 0 0 0,1-1-1 0 0,-1 1 1 0 0,1 1-1 0 0,0-1 1 0 0,-1 0 0 0 0,1 0-1 0 0,0 0 1 0 0,-1 0 0 0 0,1 0-1 0 0,-1 0 1 0 0,1 1-1 0 0,0-1 1 0 0,-1 0 0 0 0,1 1-1 0 0,-1-1 1 0 0,1 0-1 0 0,-1 1 1 0 0,1-1 0 0 0,0 1-1 0 0,0 0-6 0 0,-1-1-1 0 0,1 1 0 0 0,0 0 0 0 0,0-1 1 0 0,0 1-1 0 0,0-1 0 0 0,0 1 1 0 0,0-1-1 0 0,0 0 0 0 0,0 1 0 0 0,0-1 1 0 0,0 0-1 0 0,0 0 0 0 0,0 0 1 0 0,0 0-1 0 0,0 0 0 0 0,0 0 1 0 0,0 0-1 0 0,0 0 0 0 0,1 0 0 0 0,69-6 240 0 0,-57 3-200 0 0,7-3 67 0 0,7-5 79 0 0,-22 7-125 0 0,-1 2 75 0 0,-5 1-133 0 0,0 1-1 0 0,0 0 1 0 0,1-1 0 0 0,-1 1 0 0 0,0-1 0 0 0,0 1 0 0 0,0 0-1 0 0,0-1 1 0 0,1 1 0 0 0,-1 0 0 0 0,0-1 0 0 0,0 1-1 0 0,0 0 1 0 0,1 0 0 0 0,-1-1 0 0 0,0 1 0 0 0,1 0 0 0 0,-1 0-1 0 0,0-1 1 0 0,1 1 0 0 0,-1 0 0 0 0,0 0 0 0 0,1 0-1 0 0,-1-1 1 0 0,0 1 0 0 0,1 0 0 0 0,0 0 0 0 0,-1 0 0 0 0,1 0 1 0 0,-1 0-1 0 0,1 0 0 0 0,-1-1 1 0 0,1 1-1 0 0,-1 0 1 0 0,0 0-1 0 0,1-1 1 0 0,-1 1-1 0 0,1 0 0 0 0,-1 0 1 0 0,0-1-1 0 0,1 1 1 0 0,-1-1-1 0 0,0 1 1 0 0,1 0-1 0 0,-1-1 1 0 0,0 1-1 0 0,1-1 0 0 0,-1 1 1 0 0,0 0-1 0 0,0-1 1 0 0,0 1-1 0 0,1-1 1 0 0,-1 1-1 0 0,0-1 0 0 0,0 1 1 0 0,0-1-1 0 0,0 1 1 0 0,0-1-1 0 0,0 1 1 0 0,0-1-1 0 0,0 1 0 0 0,0-1 1 0 0,0 1-1 0 0,0-1 1 0 0,-1 0-1 0 0,-3-20-33 0 0,4 20 24 0 0,-1 0 0 0 0,1 0 0 0 0,-1 0 0 0 0,1 0 0 0 0,0 0 0 0 0,-1 1 0 0 0,1-1 0 0 0,-1 0 0 0 0,0 0 0 0 0,1 0 0 0 0,-1 1 0 0 0,0-1 0 0 0,0 0 0 0 0,1 0 0 0 0,-1 1 0 0 0,0-1 0 0 0,0 1 1 0 0,0-1-1 0 0,0 1 0 0 0,0-1 0 0 0,0 1 0 0 0,0 0 0 0 0,-1-1 0 0 0,1 1-12 0 0,-54-33-2039 0 0,36 26-1658 0 0,3 4-3728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02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26 932 0 0,'0'0'14074'0'0,"5"-1"-13727"0"0,14-4-137 0 0,-14 3 34 0 0,0 4-127 0 0,-3-2-118 0 0,5 2 89 0 0,0 0-1 0 0,1 0 1 0 0,-1 1 0 0 0,0-1-1 0 0,-1 2 1 0 0,1-1-1 0 0,-1 1 1 0 0,1 0-1 0 0,7 6 1 0 0,-14-10-87 0 0,5 5 16 0 0,-1-1 0 0 0,0 1-1 0 0,0 0 1 0 0,0 0 0 0 0,-1 0 0 0 0,0 1 0 0 0,0-1-1 0 0,0 1 1 0 0,0 0 0 0 0,-1-1 0 0 0,0 1-1 0 0,0 0 1 0 0,1 8 0 0 0,-1 16 15 0 0,-1-23-69 0 0,-2-2 119 0 0,0 18-9 0 0,1-17 387 0 0,-2 0-88 0 0,-2 17-221 0 0,3-17 2060 0 0,2-13-2213 0 0,0 0-22 0 0,-1 5 0 0 0,0-1 0 0 0,1 1 0 0 0,-1-1-1 0 0,1 1 1 0 0,-1-1 0 0 0,1 1 0 0 0,0-1 0 0 0,0 1 0 0 0,0 0 0 0 0,3-5 0 0 0,4-6-219 0 0,0 0 1 0 0,1 0-1 0 0,0 1 1 0 0,1 0-1 0 0,0 1 1 0 0,1 0-1 0 0,17-14 1 0 0,35-18-2829 0 0,6 8-4895 0 0,-43 23 4283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02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 3164 0 0,'0'0'10195'0'0,"3"-3"-9235"0"0,-1 1-800 0 0,1 0-1 0 0,-1 0 1 0 0,0 0 0 0 0,1 0 0 0 0,0 1 0 0 0,-1-1 0 0 0,1 1 0 0 0,0 0 0 0 0,0-1 0 0 0,0 1 0 0 0,-1 0 0 0 0,1 1 0 0 0,6-2 0 0 0,-3 1 187 0 0,-1 2-268 0 0,0 1-1 0 0,1-1 1 0 0,-1 1 0 0 0,0 0 0 0 0,0 1-1 0 0,0-1 1 0 0,-1 1 0 0 0,1 0 0 0 0,0 0 0 0 0,-1 0-1 0 0,0 1 1 0 0,0 0 0 0 0,7 7 0 0 0,0 5-121 0 0,-8-12-4 0 0,-2 2 205 0 0,7 18-36 0 0,-6-18-163 0 0,-2-1 106 0 0,3 17 26 0 0,-3-17-146 0 0,-1 1 164 0 0,-2 20 42 0 0,2-20-175 0 0,-9 13 371 0 0,9-15-304 0 0,-1 1 231 0 0,0-5-248 0 0,1 1 1 0 0,-1 0 0 0 0,1 0 0 0 0,0 0-1 0 0,-1 0 1 0 0,1 0 0 0 0,0 0-1 0 0,-1 0 1 0 0,1 1 0 0 0,0-1-1 0 0,-1 2 1 0 0,2-3-18 0 0,-4 3 894 0 0,4-9-1325 0 0,0-19 160 0 0,0 24 225 0 0,0 0-1 0 0,0 0 0 0 0,0 0 1 0 0,1 0-1 0 0,-1 0 0 0 0,0 0 0 0 0,0 0 1 0 0,1 0-1 0 0,-1 0 0 0 0,0 0 1 0 0,1 0-1 0 0,-1 0 0 0 0,1 0 0 0 0,0 1 1 0 0,-1-1-1 0 0,1 0 0 0 0,0 0 0 0 0,-1 0 1 0 0,1 1-1 0 0,0-1 0 0 0,0 0 1 0 0,0 1-1 0 0,-1-1 0 0 0,3 0 0 0 0,-2 0-77 0 0,34-32-1487 0 0,53-29-8651 0 0,-82 58 9689 0 0,20-12-2297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03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1 163 556 0 0,'0'0'9764'0'0,"5"1"-8762"0"0,15 5-134 0 0,-15-4 1975 0 0,0-3-2436 0 0,16-2-186 0 0,-16 2 151 0 0,0-1-149 0 0,18-6-146 0 0,-18 6 83 0 0,1 0-84 0 0,43-19 177 0 0,-45 19-158 0 0,0-1 66 0 0,41-30-164 0 0,-41 29-4 0 0,0 0 166 0 0,11-12-124 0 0,-11 12-80 0 0,-4 4 44 0 0,0-1 0 0 0,0 1 0 0 0,0-1 0 0 0,0 1 0 0 0,0-1 1 0 0,0 1-1 0 0,0-1 0 0 0,0 1 0 0 0,0 0 0 0 0,1-1 0 0 0,-1 1 0 0 0,0-1 0 0 0,0 1 0 0 0,0 0 1 0 0,1-1-1 0 0,-1 1 0 0 0,0-1 0 0 0,1 1 0 0 0,-1 0 0 0 0,0 0 0 0 0,1-1 0 0 0,-1 1 0 0 0,0 0 0 0 0,1-1 1 0 0,0 1-1 0 0,-1 0 9 0 0,1-1 1 0 0,-1 1-1 0 0,1 0 1 0 0,-1-1-1 0 0,1 1 1 0 0,-1-1-1 0 0,0 1 1 0 0,1-1 0 0 0,-1 1-1 0 0,0-1 1 0 0,1 1-1 0 0,-1-1 1 0 0,0 0-1 0 0,1 1 1 0 0,-1-1-1 0 0,0 1 1 0 0,0-1-1 0 0,0 0 1 0 0,0 1-1 0 0,1-1 1 0 0,-1 1 0 0 0,0-1-1 0 0,0 0 1 0 0,0 1-1 0 0,0-1 1 0 0,-1 0-1 0 0,1 1 1 0 0,0-1-1 0 0,0 1 1 0 0,0-1-1 0 0,-1 0 1 0 0,-2-22 126 0 0,2 18-99 0 0,-21-1-204 0 0,17 4 162 0 0,0 0-60 0 0,-2 3 35 0 0,-19 2 234 0 0,20-2-127 0 0,-1 2-113 0 0,-5 2-98 0 0,0 2 0 0 0,0 0 0 0 0,-20 15 1 0 0,29-19 123 0 0,0 2 117 0 0,-7 12-81 0 0,7-13 183 0 0,3 2-41 0 0,2 25-148 0 0,3-27 153 0 0,-1-1-99 0 0,0 1-129 0 0,1-1 0 0 0,-1 0 1 0 0,1 0-1 0 0,0 0 1 0 0,0-1-1 0 0,0 1 0 0 0,0-1 1 0 0,1 0-1 0 0,-1-1 1 0 0,9 2-1 0 0,67 4-1906 0 0,-54-7 639 0 0,1-2 663 0 0,1-4-1124 0 0,-16 5 897 0 0,-6 0 103 0 0,0 0 0 0 0,0 0 0 0 0,0-1 0 0 0,-1 0 0 0 0,10-3 0 0 0,31-11-1685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04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74 115 1416 0 0,'1'-8'2682'0'0,"11"-58"3246"0"0,-11 60-4620 0 0,0 0-224 0 0,4-17-405 0 0,-4 17 2211 0 0,-3 14-2890 0 0,-39 184 202 0 0,-7 44-49 0 0,47-232-138 0 0,0 0 0 0 0,0 0 0 0 0,1 1 1 0 0,0-1-1 0 0,0 0 0 0 0,0 0 0 0 0,1 1 0 0 0,1 6 0 0 0,-1 0 11 0 0,0-4-37 0 0,-1-1 0 0 0,1 1 0 0 0,1 0 0 0 0,-1-1 0 0 0,1 1 0 0 0,0-1 0 0 0,0 0 0 0 0,1 1 1 0 0,0-1-1 0 0,0 0 0 0 0,1 0 0 0 0,5 7 0 0 0,-2-2-62 0 0,2-3-193 0 0,-3-2 195 0 0,-3-3 34 0 0,-1-1-1 0 0,0 0 0 0 0,1 0 0 0 0,0 0 0 0 0,-1 0 0 0 0,1-1 0 0 0,0 1 1 0 0,0-1-1 0 0,0 1 0 0 0,0-1 0 0 0,3 1 0 0 0,3 2-97 0 0,31 10-573 0 0,-19-9 439 0 0,0-2 0 0 0,0 0 0 0 0,0-2 0 0 0,0 0 0 0 0,0-1 1 0 0,0-1-1 0 0,29-5 0 0 0,-44 5 166 0 0,2 0 74 0 0,22-1 107 0 0,-22 1-38 0 0,-2 0 134 0 0,18-6 50 0 0,-19 5 46 0 0,0 1 20 0 0,14-6 131 0 0,-14 5-153 0 0,-1 0 22 0 0,11-6-194 0 0,-11 6 439 0 0,1-1-342 0 0,31-33 798 0 0,-33 33-600 0 0,0-1-202 0 0,6-10-94 0 0,-6 10 604 0 0,-4-2-671 0 0,0-17-75 0 0,1 17 101 0 0,-11 5-145 0 0,9 1 90 0 0,0 0 0 0 0,0 0-1 0 0,0 0 1 0 0,0 0-1 0 0,0 0 1 0 0,0 1 0 0 0,0-1-1 0 0,0 0 1 0 0,1 1-1 0 0,-1 0 1 0 0,-3 1 0 0 0,-11 8 53 0 0,0 1 0 0 0,-22 20 0 0 0,35-28 74 0 0,-1 2-246 0 0,-10 11-42 0 0,10-12 765 0 0,10 22-768 0 0,-5-21 158 0 0,6-6-94 0 0,21-2-17 0 0,-21 2 52 0 0,-2-1-110 0 0,18-6 68 0 0,-18 5-38 0 0,0 2-60 0 0,0-2 164 0 0,17-3-298 0 0,-20 6 342 0 0,-1 1-1 0 0,0-1 0 0 0,1 0 1 0 0,-1 1-1 0 0,1-1 1 0 0,-1 1-1 0 0,0-1 0 0 0,1 1 1 0 0,-1 0-1 0 0,0-1 1 0 0,0 1-1 0 0,2 1 1 0 0,0 0 9 0 0,2 0 21 0 0,-4 2-38 0 0,6 12 91 0 0,-5-12 8 0 0,1 0-157 0 0,8 11 120 0 0,-9-12 50 0 0,-1-3-110 0 0,0 0 1 0 0,0 0 0 0 0,0 0-1 0 0,0 0 1 0 0,0 0-1 0 0,0 0 1 0 0,0 1 0 0 0,0-1-1 0 0,0 0 1 0 0,0 0 0 0 0,0 1-1 0 0,0-1 1 0 0,0 1 0 0 0,0-1-1 0 0,0 1 1 0 0,0-1 0 0 0,-1 1-1 0 0,2 0 1 0 0,0 0-1 0 0,-1 1 0 0 0,1-1 1 0 0,0 0-1 0 0,0 0 0 0 0,0 0 0 0 0,0 0 1 0 0,0 0-1 0 0,0-1 0 0 0,0 1 0 0 0,0-1 1 0 0,3 1-1 0 0,1 1-64 0 0,-4-1 36 0 0,-1 0-1 0 0,1 0 0 0 0,0-1 1 0 0,0 1-1 0 0,-1-1 0 0 0,1 0 1 0 0,0 1-1 0 0,0-1 0 0 0,0 0 1 0 0,0 0-1 0 0,0 0 0 0 0,0 0 1 0 0,-1 0-1 0 0,1-1 0 0 0,0 1 1 0 0,2-1-1 0 0,31-6-1148 0 0,64-21-1 0 0,-79 20-312 0 0,0-1 1 0 0,31-18-1 0 0,0-3-3037 0 0,-30 16 3062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05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25 3080 0 0,'0'0'2334'0'0,"1"-5"-289"0"0,2-14 174 0 0,-3 34 1549 0 0,-1 22-870 0 0,-1-18-4035 0 0,-33 301 1366 0 0,25-240-755 0 0,6-40-64 0 0,4-33 223 0 0,0-1-60 0 0,-1 21-188 0 0,1-20-60 0 0,-5-11-4774 0 0,-12-9 5305 0 0,12 10 244 0 0,5 2-74 0 0,0 0-1 0 0,0 0 1 0 0,0 0-1 0 0,0 1 1 0 0,0-1-1 0 0,0 0 1 0 0,0 0-1 0 0,0 1 1 0 0,0-1-1 0 0,-1 0 1 0 0,1 0-1 0 0,0 1 1 0 0,-1-1-1 0 0,1 0 1 0 0,0 0-1 0 0,-1 1 1 0 0,1-1-1 0 0,-1 0 1 0 0,-9-19 1433 0 0,6 1-672 0 0,3 14 837 0 0,0-1-954 0 0,0-16 5 0 0,1 16-112 0 0,2 0-380 0 0,6-17 175 0 0,-6 17-189 0 0,2 3 190 0 0,40-26-261 0 0,-39 27-72 0 0,2 0-61 0 0,19-4 143 0 0,-20 5-197 0 0,1 2 147 0 0,1 1 22 0 0,0-1 0 0 0,-1 1 0 0 0,1 0 0 0 0,0 1 0 0 0,-1 0 0 0 0,0 0 0 0 0,12 7 0 0 0,-13-5-28 0 0,-1 0 0 0 0,0 0 0 0 0,0 0-1 0 0,-1 0 1 0 0,0 1 0 0 0,0 0 0 0 0,0 0 0 0 0,0 0 0 0 0,-1 0 0 0 0,4 11 0 0 0,-4-11-190 0 0,4 10-168 0 0,-1 0 0 0 0,0 0 0 0 0,4 20 0 0 0,-10-30-363 0 0,1 7 466 0 0,5 1-7462 0 0,4 6 5540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05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4852 0 0,'0'0'10405'0'0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06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80 24 0 0,'0'0'6988'0'0,"3"-3"-5657"0"0,15-26 5338 0 0,-14 19-6961 0 0,-3 6 2865 0 0,-5-24-2244 0 0,3 23-103 0 0,-5 5-247 0 0,-22 1 6 0 0,24 0 27 0 0,0 0-1 0 0,0 1 0 0 0,0-1 0 0 0,0 1 0 0 0,0 0 1 0 0,1 0-1 0 0,-1 0 0 0 0,0 0 0 0 0,1 0 0 0 0,0 1 1 0 0,-1 0-1 0 0,1 0 0 0 0,-3 4 0 0 0,4-5-41 0 0,-17 13-50 0 0,-32 34 0 0 0,48-46 111 0 0,2-1-24 0 0,1-1 0 0 0,-1 1 0 0 0,0-1 0 0 0,0 1 0 0 0,0-1 0 0 0,0 0 0 0 0,-1 0 0 0 0,1 1 0 0 0,0-1 0 0 0,-3 2 0 0 0,1 0 184 0 0,4 2-596 0 0,4 14 203 0 0,-4-14 151 0 0,4-6-243 0 0,39-16-88 0 0,-40 15 334 0 0,0-2-76 0 0,13-12 87 0 0,-13 12-49 0 0,1 0 107 0 0,22-17-156 0 0,56-34 0 0 0,-80 54 242 0 0,3-2-61 0 0,15-7 62 0 0,-16 8-123 0 0,1 0 113 0 0,17-3 78 0 0,-17 3 190 0 0,0 5-176 0 0,15 5-118 0 0,-16-6 122 0 0,-4 0-168 0 0,0 0 1 0 0,1-1-1 0 0,-1 1 0 0 0,0-1 0 0 0,0 1 0 0 0,1-1 1 0 0,-1 0-1 0 0,0 0 0 0 0,1 1 0 0 0,2 0 0 0 0,1 4 28 0 0,0-1 1 0 0,-1 1-1 0 0,1 0 0 0 0,5 11 0 0 0,-8-14-117 0 0,0 1-56 0 0,1 0 81 0 0,32 34 1124 0 0,-30-35-782 0 0,-3-3-270 0 0,1 1 0 0 0,0-1 1 0 0,-1 0-1 0 0,1-1 0 0 0,0 1 0 0 0,0 0 0 0 0,-1-1 0 0 0,1 0 0 0 0,3-1 1 0 0,2 0 25 0 0,-5 2-49 0 0,1-1 0 0 0,-1 1 0 0 0,0-1 1 0 0,0 0-1 0 0,0 0 0 0 0,1 0 0 0 0,-1-1 0 0 0,0 1 0 0 0,-1-1 0 0 0,1 0 0 0 0,4-3 0 0 0,19-11 178 0 0,112-48 485 0 0,-133 62-568 0 0,14 2-81 0 0,-7 0 10 0 0,0 0 0 0 0,-1 1 0 0 0,1 0 0 0 0,-1 0 0 0 0,18 6 1 0 0,10 4-331 0 0,67 16-2542 0 0,-88-24-673 0 0,-1-1 1 0 0,30 0-1 0 0,8-4-412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10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66 1480 0 0,'0'0'17148'0'0,"4"-2"-17012"0"0,-3 0-175 0 0,8-4 779 0 0,-9 9 870 0 0,-4 16-1200 0 0,2-14-473 0 0,-4 15 75 0 0,4-15 29 0 0,1 0-33 0 0,-5 12-46 0 0,5-13 508 0 0,0 1-288 0 0,-3 17-26 0 0,3-17 2930 0 0,2-11-3083 0 0,0-18 19 0 0,0 18 86 0 0,-1-1-48 0 0,0-18-59 0 0,0 19 42 0 0,1-28-20 0 0,-1 29-8 0 0,-1-1 155 0 0,0-36-813 0 0,1 37 202 0 0,3 32 356 0 0,6 263 349 0 0,-7-162-112 0 0,-1 98 386 0 0,-1-154 853 0 0,0-41-944 0 0,0-24 484 0 0,0-1-862 0 0,0 12 188 0 0,0-12-3363 0 0,0 2-3393 0 0,4-19 1805 0 0,7 0 2982 0 0,-10 9 791 0 0,2-2-2921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11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50 1972 0 0,'0'0'6287'0'0,"-2"3"-5824"0"0,-21 21 6929 0 0,16-17-7943 0 0,4-4 3064 0 0,8-4-2398 0 0,18-3 56 0 0,-18 3 59 0 0,3 1-124 0 0,270 6 241 0 0,8 1-358 0 0,49-5 178 0 0,-144-3 77 0 0,171-9-144 0 0,168-27-257 0 0,-396 33 254 0 0,208-16 288 0 0,-215 6 800 0 0,-122 13-803 0 0,18 0 582 0 0,21-4-3699 0 0,-11 2-626 0 0,-27 3 952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12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77 2132 0 0,'14'-23'10046'0'0,"-13"19"-9199"0"0,5-14-108 0 0,-4 14 4430 0 0,-4 0-4939 0 0,-5-15-117 0 0,5 15 219 0 0,-16 10-332 0 0,14-4-10 0 0,0-1 36 0 0,0 2-71 0 0,-10 14 88 0 0,1-1 1 0 0,0 2-1 0 0,1 0 0 0 0,1 0 0 0 0,-16 36 0 0 0,-17 29 84 0 0,42-82-129 0 0,1 1-1 0 0,0 0 1 0 0,0 0 0 0 0,0 0-1 0 0,0 0 1 0 0,0 0 0 0 0,0 0-1 0 0,0 0 1 0 0,1 0 0 0 0,-1 0-1 0 0,0 3 1 0 0,-4 19-16 0 0,-15 69 374 0 0,19-87-376 0 0,1 0 156 0 0,4 62 122 0 0,-3-62-178 0 0,2 0 79 0 0,5 16-204 0 0,-6-16 161 0 0,1-1-72 0 0,9 14 77 0 0,-10-14-120 0 0,2-1 105 0 0,10 12-94 0 0,-11-12 51 0 0,1-1-38 0 0,9 6 48 0 0,-10-6-100 0 0,1-1 82 0 0,11 7-46 0 0,-11-7 65 0 0,2-1-14 0 0,18 3-61 0 0,-19-3 86 0 0,2-2 2 0 0,17-3-97 0 0,-18 3 41 0 0,1-1-46 0 0,31-12 47 0 0,-27 10-27 0 0,1-7 7 0 0,19-11-52 0 0,-2-1 0 0 0,0-1 0 0 0,-2-2 0 0 0,-1-1 0 0 0,31-41 0 0 0,-46 54 74 0 0,-8 11-72 0 0,0-1 7 0 0,7-13 133 0 0,-7 13-34 0 0,-1 0 107 0 0,5-13 48 0 0,-6 13 85 0 0,1-1-145 0 0,2-16 18 0 0,-3 16 74 0 0,-2-1-145 0 0,-16-46 77 0 0,14 47-192 0 0,1 0 35 0 0,-9-13-14 0 0,8 13-44 0 0,0 1 10 0 0,-32-30-39 0 0,32 31 75 0 0,-1-1 1 0 0,-32-27-176 0 0,31 28 68 0 0,1 1-417 0 0,-1 0-1307 0 0,-12-6 96 0 0,12 6-859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13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75 136 0 0,'0'0'16975'0'0,"5"0"-16676"0"0,18 2-201 0 0,-18-2 401 0 0,2 0-514 0 0,20 3 169 0 0,-20-3-2 0 0,-1 0-12 0 0,132-3 385 0 0,-40 2-560 0 0,-25 4-10 0 0,3-1 238 0 0,38 4-413 0 0,-42-1 236 0 0,8-3 104 0 0,-2-4-215 0 0,47-4 20 0 0,-38-1 24 0 0,-21 4 266 0 0,313-11-219 0 0,-322 12-185 0 0,162-2 239 0 0,-143 1-381 0 0,140-22 1207 0 0,-167 18-684 0 0,-44 6-127 0 0,60-7-72 0 0,-59 7 76 0 0,0 1 78 0 0,15-4-83 0 0,-16 3 564 0 0,1 1-476 0 0,2-1-34 0 0,21-3-2494 0 0,-7 3-8197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14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15 2612 0 0,'0'0'2100'0'0,"-2"-4"-71"0"0,-8-6 5154 0 0,6 25 3689 0 0,1-3-10027 0 0,0 1-3619 0 0,-13 76 3828 0 0,-7 117-1 0 0,24-152-658 0 0,-1 6-121 0 0,0-54-251 0 0,0 0 37 0 0,0 22 46 0 0,0-22-84 0 0,0 0-38 0 0,-2 65 377 0 0,-1 9-195 0 0,-4 25 199 0 0,7-100-133 0 0,-1 1-272 0 0,-2 17 92 0 0,2-18 321 0 0,0 0-1052 0 0,-1 0-125 0 0,0 0 2688 0 0,0 0-3663 0 0,2-1-3683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15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77 2568 0 0,'0'0'6379'0'0,"-5"-1"-4900"0"0,-17-2-225 0 0,17 2 4852 0 0,11-1-5988 0 0,61-14 516 0 0,123-12 1 0 0,-78 14-405 0 0,-65 8-113 0 0,-40 5-9 0 0,-5 2-67 0 0,1-1-1 0 0,-1 0 0 0 0,0 0 0 0 0,0 1 1 0 0,1-2-1 0 0,-1 1 0 0 0,0 0 0 0 0,1 0 1 0 0,-1-1-1 0 0,0 1 0 0 0,3-2 0 0 0,2 0 65 0 0,0 1 934 0 0,-2 2-993 0 0,16 3-290 0 0,-16-4-132 0 0,35 2-16877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16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10 1432 0 0,'8'-9'19876'0'0,"-13"14"-18654"0"0,1-1-4161 0 0,-1 5 3233 0 0,-34 485 4273 0 0,30-441-3804 0 0,6-33-504 0 0,2-15 7 0 0,0 1 19 0 0,-9 56 809 0 0,9-56-1274 0 0,34-16-23331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17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71 2740 0 0,'0'0'1928'0'0,"3"-4"-279"0"0,12-12 6385 0 0,-15 15-8002 0 0,0 0-1 0 0,0 1 0 0 0,0-1 0 0 0,0 0 0 0 0,0 1 1 0 0,0-1-1 0 0,0 1 0 0 0,0-1 0 0 0,0 0 1 0 0,0 1-1 0 0,1-1 0 0 0,-1 1 0 0 0,0-1 0 0 0,0 0 1 0 0,1 1-1 0 0,-1-1 0 0 0,1 1 0 0 0,-1-1 1 0 0,0 1-1 0 0,1-1 0 0 0,5-7 1145 0 0,-2-3 2949 0 0,-2-7-3155 0 0,-8 30 1073 0 0,-16 51-450 0 0,-34 144 139 0 0,47-177-1280 0 0,8-25-299 0 0,-1 1 19 0 0,-3 12 393 0 0,-1 7-1394 0 0,1-8-7598 0 0,-1-18 3485 0 0,-23-5 336 0 0,8-9-1150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18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62 1088 0 0,'0'0'5140'0'0,"2"-4"-4459"0"0,8-18 7822 0 0,-17-2-8240 0 0,6 19-140 0 0,-4 4-571 0 0,-15-3 654 0 0,15 3-131 0 0,-1 2-18 0 0,-16 3-184 0 0,16-3 325 0 0,1 1-302 0 0,-15 5-29 0 0,15-5 310 0 0,1 1-239 0 0,-12 6 23 0 0,11-7 119 0 0,2 1-242 0 0,-13 9 237 0 0,12-9-131 0 0,0 1 158 0 0,-14 9-138 0 0,14-10 127 0 0,-14 15-70 0 0,15-14 85 0 0,-12 10-168 0 0,12-10 14 0 0,0 0 115 0 0,-6 11-158 0 0,7-11 126 0 0,-1 1-129 0 0,-8 14 171 0 0,9-14-91 0 0,0 0-44 0 0,-4 17 14 0 0,5-16 149 0 0,0 0-119 0 0,-2 19-94 0 0,2-19 161 0 0,1 1-132 0 0,0 20 166 0 0,0-21 98 0 0,2 0-67 0 0,5 15-113 0 0,-6-16 127 0 0,2-1-95 0 0,8 11 105 0 0,-9-12-30 0 0,2 1-161 0 0,12 11-39 0 0,-13-12 184 0 0,2 0 48 0 0,45 18-23 0 0,-45-19-32 0 0,1-1-20 0 0,18 4-71 0 0,-18-4-194 0 0,0 0-173 0 0,20 2 363 0 0,-19-2 61 0 0,-1-1-220 0 0,19-2-53 0 0,-19 2 69 0 0,0 0 13 0 0,16 2 95 0 0,-17-2 464 0 0,1-1-438 0 0,17-1-23 0 0,-17 1-121 0 0,-1-1-58 0 0,18-6 17 0 0,-18 6-57 0 0,1 0 401 0 0,16-7 45 0 0,-16 7-261 0 0,-2 0 70 0 0,14-8 185 0 0,-14 7 401 0 0,0 0-692 0 0,33-28 49 0 0,-33 28 112 0 0,-2 0-304 0 0,4-8 344 0 0,0 1 1 0 0,-1-1-1 0 0,0 0 0 0 0,-1-1 0 0 0,0 1 0 0 0,-1-1 0 0 0,0 0 0 0 0,-1 1 0 0 0,0-1 0 0 0,0-17 0 0 0,-8 2-101 0 0,5 22 333 0 0,-3 1-361 0 0,0 0 78 0 0,0 0 0 0 0,0 0 0 0 0,0 1 0 0 0,-1 0 0 0 0,0-1 0 0 0,0 1 0 0 0,0 1 0 0 0,0-1 0 0 0,-11-3-1 0 0,-53-11 210 0 0,32 8-330 0 0,4 4-536 0 0,28 4 352 0 0,-2 0-429 0 0,-19-3-389 0 0,20 3-892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20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1 892 0 0,'0'0'7551'0'0,"3"3"-7162"0"0,0-1-180 0 0,-1 1 0 0 0,0-1 0 0 0,0 1 0 0 0,-1 0 0 0 0,1 0 0 0 0,-1 0 0 0 0,1 0 0 0 0,-1 0 0 0 0,0 0 0 0 0,0 0 0 0 0,0 0 0 0 0,1 7 0 0 0,-2-4 385 0 0,2 2-318 0 0,-1 1-202 0 0,8 28 537 0 0,-3-17-323 0 0,1 0 1 0 0,1-1 0 0 0,0 0-1 0 0,1-1 1 0 0,2 1-1 0 0,0-2 1 0 0,0 0-1 0 0,2 0 1 0 0,16 17-1 0 0,-5-12-127 0 0,2-2 0 0 0,0 0 0 0 0,1-1 0 0 0,1-2 0 0 0,59 27 0 0 0,162 47 223 0 0,-109-43-32 0 0,-35-16-294 0 0,-85-25 225 0 0,-15-5 39 0 0,-1 0-57 0 0,14 5 80 0 0,-14-5 278 0 0,1 0-440 0 0,15 6-61 0 0,-15-6 73 0 0,0-1-3106 0 0,11 6 633 0 0,-11-5-1550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20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1 2352 0 0,'0'0'12933'0'0,"1"5"-12870"0"0,5 14-20 0 0,-4-14 49 0 0,1 1 174 0 0,5 6-288 0 0,0 0 0 0 0,1 0 0 0 0,1-1 0 0 0,-1-1 0 0 0,14 12-1 0 0,68 48-68 0 0,-75-60-19 0 0,-12-7 34 0 0,-4-3 72 0 0,0 1 0 0 0,0-1 0 0 0,0 1 0 0 0,0-1-1 0 0,1 1 1 0 0,-1-1 0 0 0,0 1 0 0 0,0-1 0 0 0,1 1 0 0 0,-1-1-1 0 0,0 0 1 0 0,1 1 0 0 0,-1-1 0 0 0,0 1 0 0 0,1-1-1 0 0,-1 0 1 0 0,0 0 0 0 0,1 1 0 0 0,-1-1 0 0 0,1 0 0 0 0,-1 0-1 0 0,1 1 1 0 0,-1-1 0 0 0,1 0 0 0 0,-1 0 0 0 0,1 0-1 0 0,0 0 9 0 0,-1 1-1 0 0,1-1 0 0 0,-1 0 0 0 0,1 0 1 0 0,-1 0-1 0 0,1 0 0 0 0,-1 1 0 0 0,1-1 1 0 0,-1 0-1 0 0,1 0 0 0 0,-1 1 0 0 0,0-1 1 0 0,1 0-1 0 0,-1 1 0 0 0,0-1 0 0 0,1 1 1 0 0,-1-1-1 0 0,0 0 0 0 0,1 1 0 0 0,-1-1 1 0 0,0 1-1 0 0,0-1 0 0 0,1 1 0 0 0,-1-1 1 0 0,0 1-1 0 0,0 0 0 0 0,1 1 21 0 0,0-1 0 0 0,0 1 0 0 0,0 0 0 0 0,0-1-1 0 0,0 1 1 0 0,0-1 0 0 0,0 1 0 0 0,1-1 0 0 0,-1 0 0 0 0,0 1 0 0 0,3 1-1 0 0,-4-3-7 0 0,4 4 210 0 0,-6 2-457 0 0,-4 9 212 0 0,0 1-1 0 0,-1-2 0 0 0,-19 28 0 0 0,2-11 160 0 0,-2-1-1 0 0,-1-2 1 0 0,-1 0-1 0 0,-1-2 1 0 0,-2-1-1 0 0,-42 26 1 0 0,69-48-117 0 0,-1 0-41 0 0,-13 10-64 0 0,14-10-297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21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8 0 0,'0'0'3250'0'0,"2"-5"-693"0"0,8-18 6797 0 0,-8 27-8762 0 0,1 5-467 0 0,-1 0-1 0 0,0-1 0 0 0,-1 1 0 0 0,0 0 0 0 0,0 0 1 0 0,-1 1-1 0 0,0-1 0 0 0,-1 0 0 0 0,0 0 0 0 0,0 0 1 0 0,-4 12-1 0 0,1 3 156 0 0,-1 42 0 0 0,4 56-254 0 0,2-116-426 0 0,0 0-321 0 0,1 7 702 0 0,13 28-7209 0 0,-12-37 4275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21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10 215 1340 0 0,'0'0'2473'0'0,"-2"-6"-518"0"0,-4-17-398 0 0,5 17 3654 0 0,2 2-4678 0 0,7-13 93 0 0,-6 13 328 0 0,2 7-617 0 0,9 10-12 0 0,0 1 0 0 0,-1 0 1 0 0,-1 1-1 0 0,0 0 0 0 0,-1 1 0 0 0,11 21 0 0 0,29 43 481 0 0,85 94 3245 0 0,-132-170-2484 0 0,1-6-1418 0 0,-1 0-106 0 0,-2 1-29 0 0,0 0 1 0 0,0 0 0 0 0,0 0 0 0 0,0 1 0 0 0,0-1 0 0 0,1 0-1 0 0,-1 1 1 0 0,0-1 0 0 0,1 1 0 0 0,-1-1 0 0 0,0 1-1 0 0,3-1 1 0 0,-3-6 73 0 0,1-114-74 0 0,-3 68-503 0 0,9-75 0 0 0,-4 102-453 0 0,1 1 0 0 0,15-44 1 0 0,-15 55-368 0 0,1 1 0 0 0,0 0 0 0 0,12-17 0 0 0,-9 18-3601 0 0,1 4 3511 0 0,-5 5 190 0 0,0-1-2978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22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23 292 0 0,'23'-8'2455'0'0,"-19"6"2770"0"0,1 0-3860 0 0,13-7-184 0 0,-13 7 4296 0 0,-9 5-5162 0 0,-14 13-197 0 0,1 1 0 0 0,0 1 0 0 0,2 0 0 0 0,0 1 0 0 0,1 1 0 0 0,-18 32 0 0 0,-7 22 885 0 0,37-69-524 0 0,3 1-65 0 0,0 16-160 0 0,-1-17 373 0 0,7-3-401 0 0,19 5-122 0 0,-14-6-46 0 0,14-10 25 0 0,0 0 0 0 0,-1-1 1 0 0,0-2-1 0 0,40-24 0 0 0,-60 32-52 0 0,1 0-1 0 0,-1 0 1 0 0,0-1-1 0 0,0 1 0 0 0,0-1 1 0 0,-1 0-1 0 0,5-6 1 0 0,-5 5-15 0 0,-1 2 100 0 0,-2-1-88 0 0,2-17 35 0 0,-2 17 44 0 0,-4-1-63 0 0,2 2-100 0 0,0 0 21 0 0,-1 0 0 0 0,1 0 0 0 0,-1 1-1 0 0,0-1 1 0 0,0 0 0 0 0,0 1 0 0 0,-1 0 0 0 0,1-1 0 0 0,-1 1 0 0 0,0 0 0 0 0,0 0 0 0 0,0 1 0 0 0,-6-5 0 0 0,-38-21-2608 0 0,42 26 562 0 0,-1 0-1959 0 0,-19-4 85 0 0,18 4-686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23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456 68 760 0 0,'0'0'12043'0'0,"-2"-3"-11433"0"0,-1 1 262 0 0,1-1 1 0 0,-1 1-1 0 0,0 0 1 0 0,1 0 0 0 0,-1 0-1 0 0,0 0 1 0 0,-5-2-1 0 0,-2 0-1589 0 0,5 2 838 0 0,2-1-58 0 0,-2-3-121 0 0,1 0 0 0 0,-1 1 1 0 0,-1 0-1 0 0,-8-7 0 0 0,10 10 135 0 0,-3 2-185 0 0,-5 0 88 0 0,-1 1 0 0 0,1 1 0 0 0,0 0 0 0 0,1 0-1 0 0,-1 1 1 0 0,0 1 0 0 0,1 0 0 0 0,0 1 0 0 0,-14 7 0 0 0,2 3 56 0 0,2 1 0 0 0,0 1 0 0 0,1 1 0 0 0,1 1 0 0 0,0 0-1 0 0,2 2 1 0 0,0 0 0 0 0,2 1 0 0 0,0 0 0 0 0,-18 37 0 0 0,32-57-36 0 0,-1 0 0 0 0,1 1 0 0 0,0-1 0 0 0,0 1 0 0 0,0-1 0 0 0,0 1 0 0 0,0-1 1 0 0,0 1-1 0 0,1 0 0 0 0,-1-1 0 0 0,1 6 0 0 0,-2 10-148 0 0,4 22-69 0 0,-1-37 168 0 0,-1 0 0 0 0,1-1 0 0 0,0 1 0 0 0,0 0 0 0 0,0-1 0 0 0,0 1 0 0 0,0-1 0 0 0,0 1-1 0 0,1-1 1 0 0,-1 0 0 0 0,1 1 0 0 0,0-1 0 0 0,0 0 0 0 0,0 0 0 0 0,0 0 0 0 0,3 2 0 0 0,4 1-164 0 0,0 0 0 0 0,1-1 0 0 0,-1 0 0 0 0,1-1 0 0 0,0 1 0 0 0,0-2 0 0 0,0 0 0 0 0,0 0 0 0 0,13 0 0 0 0,-7-1-27 0 0,0-1 0 0 0,0-1 0 0 0,0-1 0 0 0,0 0-1 0 0,0-1 1 0 0,20-6 0 0 0,-17 2 73 0 0,0-1 0 0 0,0 0 0 0 0,-1-2-1 0 0,-1 0 1 0 0,21-15 0 0 0,-12 6 148 0 0,3-5 287 0 0,-19 15-182 0 0,2-5 374 0 0,3-1-215 0 0,-12 11 42 0 0,-3 3-264 0 0,1 1-1 0 0,-1-1 1 0 0,0 1 0 0 0,0-1 0 0 0,0 0 0 0 0,0 1 0 0 0,0-1 0 0 0,1 1 0 0 0,-1-1 0 0 0,0 1-1 0 0,1-1 1 0 0,-1 1 0 0 0,0-1 0 0 0,1 1 0 0 0,-1-1 0 0 0,0 1 0 0 0,1-1 0 0 0,-1 1 0 0 0,1 0-1 0 0,-1-1 1 0 0,1 1 0 0 0,-1 0 0 0 0,1-1 0 0 0,-1 1 0 0 0,2-1 0 0 0,-2 1-5 0 0,1 0 0 0 0,0 0 0 0 0,-1-1 0 0 0,1 1 0 0 0,-1 0 0 0 0,1-1 0 0 0,-1 1 0 0 0,1 0 1 0 0,-1-1-1 0 0,0 1 0 0 0,1-1 0 0 0,-1 1 0 0 0,1-1 0 0 0,-1 1 0 0 0,0-1 0 0 0,1 1 0 0 0,-1-1 0 0 0,0 1 0 0 0,0-1 1 0 0,1 1-1 0 0,-1-1 0 0 0,0 1 0 0 0,0-1 0 0 0,0 0 0 0 0,0 0 0 0 0,1-1 1 0 0,0 1 1 0 0,0-1-1 0 0,0 1 0 0 0,0-1 1 0 0,0 1-1 0 0,0-1 0 0 0,0 1 0 0 0,1 0 1 0 0,-1 0-1 0 0,3-2 0 0 0,-1-1 1333 0 0,-4 12-1334 0 0,0 0-1 0 0,-1-1 1 0 0,-1 1 0 0 0,1 0 0 0 0,-7 11 0 0 0,7-13-63 0 0,-1 0 101 0 0,2 0-36 0 0,-5 17 188 0 0,4-18-192 0 0,2 2 1 0 0,0-7-9 0 0,-2 5-4 0 0,1-1 0 0 0,0 1 0 0 0,1-1 0 0 0,-1 1 0 0 0,1-1 0 0 0,0 1 0 0 0,0-1 0 0 0,0 1 0 0 0,1-1 0 0 0,-1 1 0 0 0,1-1 0 0 0,0 1 1 0 0,0-1-1 0 0,3 5 0 0 0,-2-5 6 0 0,0-1 9 0 0,0 0-1 0 0,0 0 1 0 0,0 0-1 0 0,0 0 1 0 0,1 0 0 0 0,0 0-1 0 0,-1-1 1 0 0,1 1 0 0 0,0-1-1 0 0,0 0 1 0 0,0 0 0 0 0,1 0-1 0 0,5 3 1 0 0,1-2 59 0 0,0-1 1 0 0,0 0-1 0 0,0 0 1 0 0,0-1-1 0 0,1 0 1 0 0,-1-1-1 0 0,0 0 0 0 0,1-1 1 0 0,-1 0-1 0 0,18-4 1 0 0,-17 3-131 0 0,-1-1 0 0 0,1 0 0 0 0,14-6 0 0 0,-20 7-142 0 0,-1 0 62 0 0,15-9 72 0 0,-14 8 156 0 0,-5 3-90 0 0,0 0 1 0 0,0-1 0 0 0,0 1 0 0 0,0 0-1 0 0,0-1 1 0 0,1 1 0 0 0,-1 0-1 0 0,0-1 1 0 0,0 1 0 0 0,0 0-1 0 0,0 0 1 0 0,0-1 0 0 0,1 1 0 0 0,-1 0-1 0 0,0-1 1 0 0,0 1 0 0 0,0 0-1 0 0,1 0 1 0 0,-1-1 0 0 0,0 1-1 0 0,0 0 1 0 0,1 0 0 0 0,-1 0-1 0 0,0-1 1 0 0,1 1 0 0 0,-1 0 0 0 0,0 0-1 0 0,1 0 1 0 0,-1 0 0 0 0,0 0-1 0 0,1 0 1 0 0,0-1-16 0 0,0 1 0 0 0,0 0 0 0 0,0-1 0 0 0,-1 1 0 0 0,1-1 0 0 0,0 1 0 0 0,0-1 0 0 0,-1 1 0 0 0,1-1 0 0 0,0 1 0 0 0,-1-1-1 0 0,1 0 1 0 0,0 1 0 0 0,-1-1 0 0 0,1 0 0 0 0,-1 0 0 0 0,1 1 0 0 0,-1-1 0 0 0,0 0 0 0 0,1 0 0 0 0,-1-1 0 0 0,1-2 13 0 0,-1 3-27 0 0,0-1 1 0 0,1 1-1 0 0,-1-1 1 0 0,0 1-1 0 0,1-1 1 0 0,-1 1-1 0 0,1-1 1 0 0,0 1-1 0 0,-1-1 1 0 0,1 1-1 0 0,0 0 1 0 0,1-3-1 0 0,-4-1-85 0 0,1 0 57 0 0,1 4 40 0 0,0-1 0 0 0,-1 0 0 0 0,1 0 0 0 0,0 1 0 0 0,-1-1 0 0 0,0 0 0 0 0,1 1 0 0 0,-1-1 0 0 0,0 1 0 0 0,0-1 0 0 0,0 1 0 0 0,-1-3 0 0 0,-5-1-78 0 0,1 0-1 0 0,-1 0 1 0 0,0 1 0 0 0,0 0 0 0 0,0 0 0 0 0,0 0 0 0 0,-1 1-1 0 0,1 0 1 0 0,-1 1 0 0 0,-12-3 0 0 0,-2 0-720 0 0,16 4-550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24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1332 0 0,'0'0'10413'0'0,"7"0"-10047"0"0,19 3 139 0 0,-20-3 141 0 0,0 2-477 0 0,0-1-29 0 0,1 1 0 0 0,-1 0 0 0 0,0 1 0 0 0,1 0 0 0 0,-1 0 0 0 0,0 0 0 0 0,-1 1 0 0 0,1-1 0 0 0,-1 2-1 0 0,1-1 1 0 0,-1 0 0 0 0,0 1 0 0 0,-1 0 0 0 0,1 0 0 0 0,-1 0 0 0 0,0 1 0 0 0,-1 0 0 0 0,1-1 0 0 0,-1 1 0 0 0,0 0 0 0 0,3 8 0 0 0,-2-2 19 0 0,-1 0 0 0 0,0 0 0 0 0,-1 1 0 0 0,0-1 0 0 0,1 25 0 0 0,-4-14-239 0 0,1-17 27 0 0,-2 1 144 0 0,-2 20-71 0 0,3-20 180 0 0,-1-2-18 0 0,-4 11-149 0 0,6-34-74 0 0,1 9 18 0 0,1 1-1 0 0,0 0 1 0 0,0 0-1 0 0,1 1 0 0 0,0-1 1 0 0,0 0-1 0 0,1 1 1 0 0,0 0-1 0 0,0 0 0 0 0,11-13 1 0 0,-4 4 16 0 0,-10 14-37 0 0,12-18-274 0 0,2-1 0 0 0,19-21 0 0 0,-7 17-3052 0 0,5 2-3759 0 0,-11 11 4504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24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0 123 1472 0 0,'0'0'2205'0'0,"3"-4"-325"0"0,28-34 3425 0 0,-27 34-4107 0 0,1 1-824 0 0,13-7-12 0 0,-13 7 385 0 0,1 2-563 0 0,0 2-68 0 0,-4-1-41 0 0,0 0 1 0 0,0 1-1 0 0,0-1 0 0 0,0 0 1 0 0,0 0-1 0 0,0 0 1 0 0,0-1-1 0 0,0 1 1 0 0,-1 0-1 0 0,1-1 1 0 0,4-1-1 0 0,-1 5 306 0 0,18 9-108 0 0,-18-9 61 0 0,-1 2 74 0 0,2 4-263 0 0,0 0 0 0 0,0 1-1 0 0,-1-1 1 0 0,-1 1 0 0 0,1 0 0 0 0,-2 0-1 0 0,4 13 1 0 0,0 34 104 0 0,-6-51-245 0 0,-2 1 151 0 0,-1 21-75 0 0,2-22-40 0 0,-2 0-2 0 0,-3 15 132 0 0,4-16-55 0 0,0 0-75 0 0,-5 13-130 0 0,5-14 357 0 0,-1-3-260 0 0,1-1 0 0 0,-1 1 1 0 0,1 0-1 0 0,0 0 1 0 0,-1 0-1 0 0,1 0 1 0 0,0 0-1 0 0,0 0 0 0 0,0 0 1 0 0,0 0-1 0 0,-2 2 1 0 0,3-3-5 0 0,-3 3 182 0 0,1-8-228 0 0,-4-13 101 0 0,5 13-50 0 0,2-2-28 0 0,22-63-165 0 0,-15 49-257 0 0,2 1 1 0 0,1 0-1 0 0,1 0 1 0 0,0 1-1 0 0,1 1 0 0 0,1 0 1 0 0,1 1-1 0 0,27-25 1 0 0,-25 23-3094 0 0,-17 17 3150 0 0,1 1 1 0 0,0-1 0 0 0,0 1 0 0 0,0-1-1 0 0,1 1 1 0 0,-1-1 0 0 0,0 1 0 0 0,1 0-1 0 0,-1 0 1 0 0,0-1 0 0 0,3 0 0 0 0,13-11-2533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25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0 174 784 0 0,'0'0'11778'0'0,"6"1"-11390"0"0,15 3-5 0 0,-16-2-16 0 0,0-5-152 0 0,20-9 116 0 0,-1-2 0 0 0,43-31-1 0 0,-64 42-248 0 0,1-1 54 0 0,13-13-133 0 0,-13 13 115 0 0,-1 0 31 0 0,7-12-126 0 0,-8 12 226 0 0,-1-1-198 0 0,3-16 110 0 0,-3 16-32 0 0,-3 1-181 0 0,-9-16 153 0 0,5 22-68 0 0,-20 6 198 0 0,19-6-76 0 0,2 2 74 0 0,-6 7-20 0 0,1 0-1 0 0,-1 0 1 0 0,-11 18 0 0 0,20-24-9 0 0,1 1-56 0 0,0 1-53 0 0,0 0-1 0 0,0 0 0 0 0,1-1 0 0 0,1 1 0 0 0,1 13 1 0 0,-1-15-113 0 0,-1-5 24 0 0,1 0-1 0 0,-1 1 1 0 0,1-1 0 0 0,-1 0 0 0 0,1 0 0 0 0,-1 1-1 0 0,0-1 1 0 0,1 0 0 0 0,-1 1 0 0 0,0-1 0 0 0,1 0-1 0 0,-1 1 1 0 0,0-1 0 0 0,0 1 0 0 0,1-1 0 0 0,-1 1 0 0 0,0-1-1 0 0,0 0 1 0 0,1 1 0 0 0,-1-1 0 0 0,0 1 0 0 0,0-1-1 0 0,0 1 1 0 0,0-1 0 0 0,0 1 0 0 0,0-1 0 0 0,0 2 0 0 0,0-2-8 0 0,0 1 0 0 0,0 0 0 0 0,0-1 0 0 0,0 1 0 0 0,0 0 0 0 0,1-1 0 0 0,-1 1 0 0 0,0 0 0 0 0,0-1 0 0 0,1 1 0 0 0,-1 0 0 0 0,0-1 0 0 0,1 1 0 0 0,-1 0 0 0 0,1-1 0 0 0,-1 1 0 0 0,1-1 0 0 0,-1 1 0 0 0,1-1 0 0 0,-1 1 0 0 0,1-1 0 0 0,-1 0 0 0 0,1 1 0 0 0,-1-1 1 0 0,1 1-1 0 0,0-1 0 0 0,-1 0 0 0 0,1 0 0 0 0,1 1 0 0 0,19 7-310 0 0,44 13-8669 0 0,-58-20 6205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26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43 1932 0 0,'-1'-7'2068'0'0,"1"-2"-1301"0"0,-1-4 8 0 0,1-1 6510 0 0,0 14-7272 0 0,0 1-1 0 0,0-1 0 0 0,0 0 1 0 0,0 1-1 0 0,0-1 0 0 0,0 0 1 0 0,0 0-1 0 0,0 1 1 0 0,0-1-1 0 0,0 0 0 0 0,0 1 1 0 0,0-1-1 0 0,-1 0 1 0 0,1 0-1 0 0,0 1 0 0 0,0-1 1 0 0,0 0-1 0 0,0 0 0 0 0,0 1 1 0 0,-1-1-1 0 0,1 0 1 0 0,0 0-1 0 0,0 0 0 0 0,0 1 1 0 0,-1-1-1 0 0,1 0 1 0 0,0 0-1 0 0,0 0 0 0 0,-1 0 1 0 0,1 1-1 0 0,0-1 1 0 0,0 0-1 0 0,-1 0 0 0 0,1 0 1 0 0,-1 0-2 0 0,0 1 1 0 0,0-1-1 0 0,0 1 0 0 0,1-1 1 0 0,-1 1-1 0 0,0-1 1 0 0,1 1-1 0 0,-1-1 1 0 0,0 1-1 0 0,1 0 0 0 0,-1-1 1 0 0,1 1-1 0 0,-1 0 1 0 0,1-1-1 0 0,-1 1 1 0 0,1 0-1 0 0,0 0 0 0 0,-1 0 1 0 0,1-1-1 0 0,0 1 1 0 0,-1 0-1 0 0,1 0 1 0 0,0 0-1 0 0,0 0 0 0 0,0 0 1 0 0,0 1-1 0 0,-17 81 483 0 0,-8 116 0 0 0,24-174-467 0 0,0 0 0 0 0,1 0 0 0 0,2 0 0 0 0,0 0 0 0 0,2 0 1 0 0,1-1-1 0 0,0 1 0 0 0,2-1 0 0 0,16 37 0 0 0,-7-36-598 0 0,-11-19 435 0 0,-4-4 92 0 0,-1-1 1 0 0,1 0-1 0 0,0 0 0 0 0,0 1 0 0 0,0-1 0 0 0,0 0 0 0 0,0 0 0 0 0,0 0 0 0 0,0 0 0 0 0,0 0 1 0 0,1 0-1 0 0,-1 0 0 0 0,0 0 0 0 0,0-1 0 0 0,1 1 0 0 0,-1 0 0 0 0,3 0 0 0 0,9 4-396 0 0,6 3 246 0 0,-15-7 10 0 0,3 1 16 0 0,22 2-1 0 0,-22-2-69 0 0,0-4 18 0 0,49-14-256 0 0,-51 15 521 0 0,-3 1-37 0 0,-1-1 0 0 0,1 1 0 0 0,0 0 0 0 0,0-1 0 0 0,0 1 0 0 0,0-1 0 0 0,0 0 0 0 0,0 1 0 0 0,0-1 0 0 0,-1 0 0 0 0,3-1 0 0 0,1-1 6 0 0,1 1 16 0 0,0-1 5 0 0,16-8 6 0 0,-16 9 26 0 0,-6 0-43 0 0,1 1 0 0 0,0 0 1 0 0,0-1-1 0 0,0 1 1 0 0,1 0-1 0 0,-1 0 0 0 0,0 0 1 0 0,0 0-1 0 0,0 0 0 0 0,1 0 1 0 0,-1 0-1 0 0,2 0 1 0 0,1-2 46 0 0,0 0 237 0 0,0-1-63 0 0,10-9 105 0 0,-10 9 90 0 0,-1 0-222 0 0,11-12-124 0 0,-10 12-12 0 0,-1 1 28 0 0,26-34 638 0 0,-26 33 28 0 0,-3 3-731 0 0,1 0-1 0 0,-1-1 0 0 0,0 1 0 0 0,1 0 0 0 0,-1-1 0 0 0,1 1 1 0 0,-1 0-1 0 0,1 0 0 0 0,0 0 0 0 0,0-1 0 0 0,-1 1 0 0 0,3-1 1 0 0,-1-1 36 0 0,0-1 1028 0 0,-2-1-997 0 0,3-18 102 0 0,-3 18 204 0 0,0 4-419 0 0,-1 1-1 0 0,1-1 1 0 0,-1 1-1 0 0,1-1 1 0 0,-1 1-1 0 0,1 0 1 0 0,-1-1 0 0 0,1 1-1 0 0,-1 0 1 0 0,0 0-1 0 0,1-1 1 0 0,-1 1-1 0 0,1 0 1 0 0,-1 0-1 0 0,0 0 1 0 0,1 0-1 0 0,-1 0 1 0 0,0 0-1 0 0,1 0 1 0 0,-1 0-1 0 0,0 0 1 0 0,0 0-7 0 0,0 0 1 0 0,1 0-1 0 0,-1 0 1 0 0,0 0-1 0 0,1 0 1 0 0,-1 0-1 0 0,1 0 0 0 0,-1 0 1 0 0,0 0-1 0 0,1 0 1 0 0,-1-1-1 0 0,1 1 1 0 0,-1 0-1 0 0,1 0 1 0 0,-1-1-1 0 0,1 1 0 0 0,-1 0 1 0 0,1-1-1 0 0,-1 1 1 0 0,1-1-1 0 0,-1 0 1 0 0,-4 4 61 0 0,-6 2 15 0 0,2 1 0 0 0,-1 0 0 0 0,0 0 1 0 0,1 1-1 0 0,1 0 0 0 0,-1 1 0 0 0,1 0 0 0 0,0 1 1 0 0,1-1-1 0 0,0 1 0 0 0,-10 18 0 0 0,14-23 17 0 0,3-3-83 0 0,0 0 0 0 0,0-1 1 0 0,0 1-1 0 0,0 0 0 0 0,0 0 1 0 0,-1-1-1 0 0,1 1 0 0 0,0 0 1 0 0,0 0-1 0 0,-1-1 0 0 0,1 1 1 0 0,0 0-1 0 0,-1-1 0 0 0,1 1 1 0 0,-1-1-1 0 0,1 1 0 0 0,-1 0 0 0 0,1-1 1 0 0,-1 1-1 0 0,0 0 25 0 0,0-1 0 0 0,1 1 1 0 0,-1 0-1 0 0,1-1 0 0 0,-1 1 0 0 0,1 0 0 0 0,-1 0 0 0 0,1-1 1 0 0,0 1-1 0 0,-1 0 0 0 0,1 0 0 0 0,0-1 0 0 0,-1 1 0 0 0,1 0 0 0 0,0 0 1 0 0,0 0-1 0 0,0 0 0 0 0,0 0 0 0 0,0-1 0 0 0,0 1 0 0 0,0 0 1 0 0,0 0-1 0 0,0 0 0 0 0,0 0 0 0 0,1-1 0 0 0,-1 1 0 0 0,1 1 0 0 0,5 25-42 0 0,0-27-64 0 0,8-1-20 0 0,-1-1 0 0 0,1 0 0 0 0,-1 0 0 0 0,0-2 1 0 0,0 1-1 0 0,20-10 0 0 0,-28 11 185 0 0,-1 0 45 0 0,12-5-50 0 0,-11 5 623 0 0,-1 5-486 0 0,14 6-10 0 0,-14-6-88 0 0,-3 3-127 0 0,0-2 3 0 0,1 6-5 0 0,0-1 1 0 0,1 1-1 0 0,0-1 0 0 0,7 16 0 0 0,-8-21-49 0 0,0-1 0 0 0,1 1-1 0 0,-1-1 1 0 0,1 1 0 0 0,0-1 0 0 0,0 0-1 0 0,0 0 1 0 0,0 0 0 0 0,1 0 0 0 0,-1-1 0 0 0,1 1-1 0 0,-1-1 1 0 0,1 0 0 0 0,0 0 0 0 0,7 2-1 0 0,-3 0-201 0 0,-6-2 95 0 0,1-1 0 0 0,0 0 0 0 0,0 1 0 0 0,0-1 0 0 0,0 0 0 0 0,0-1 1 0 0,0 1-1 0 0,0 0 0 0 0,0-1 0 0 0,0 0 0 0 0,5 0 0 0 0,2 2-393 0 0,-5-1 130 0 0,-1 0 1 0 0,1 0-1 0 0,0-1 0 0 0,-1 0 1 0 0,1 0-1 0 0,0 0 0 0 0,-1 0 1 0 0,6-2-1 0 0,71-10-5847 0 0,-51 6 3321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26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30 4564 0 0,'0'0'2685'0'0,"1"-5"-754"0"0,0 0-1414 0 0,2-15 4440 0 0,-4 26-4625 0 0,-6 54 497 0 0,3 1 1 0 0,4 101-1 0 0,2-92-581 0 0,5 214 821 0 0,-7-278-1006 0 0,-1 0-83 0 0,-2 22-309 0 0,3-27 326 0 0,0-1-1 0 0,0 0 1 0 0,0 1 0 0 0,0-1 0 0 0,0 1-1 0 0,0-1 1 0 0,-1 1 0 0 0,1-1-1 0 0,0 1 1 0 0,0-1 0 0 0,0 1 0 0 0,-1-1-1 0 0,1 0 1 0 0,0 1 0 0 0,-1-1-1 0 0,1 0 1 0 0,0 1 0 0 0,-1-1 0 0 0,1 0-1 0 0,-1 1 1 0 0,1-1 0 0 0,0 0-1 0 0,-1 0 1 0 0,1 1 0 0 0,-1-1 0 0 0,0 0-1 0 0,1 0-12 0 0,-1 0 1 0 0,1 1-1 0 0,0-1 0 0 0,-1 0 1 0 0,1 0-1 0 0,-1 0 0 0 0,1 1 0 0 0,-1-1 1 0 0,1 0-1 0 0,0 1 0 0 0,-1-1 0 0 0,1 0 1 0 0,0 1-1 0 0,-1-1 0 0 0,1 1 0 0 0,0-1 1 0 0,0 0-1 0 0,-1 1 0 0 0,1-1 0 0 0,0 1 1 0 0,0-1-1 0 0,0 1 0 0 0,0-1 0 0 0,0 1 1 0 0,-1 0-1 0 0,-3-3 49 0 0,-14-8 11 0 0,14 7-176 0 0,0 0-1 0 0,-13-10 108 0 0,13 10 151 0 0,0 0 16 0 0,-28-30 439 0 0,29 30-376 0 0,0-1-182 0 0,-6-13-5 0 0,7 13 85 0 0,3-1-105 0 0,2-15-22 0 0,-2 14 132 0 0,2 3 4 0 0,7-7-143 0 0,1 0 0 0 0,0 1 0 0 0,1 0 0 0 0,0 0 0 0 0,0 2 0 0 0,24-12 0 0 0,-29 15-26 0 0,-2 2 28 0 0,2 0-56 0 0,21-3 57 0 0,-21 4 103 0 0,0 1-108 0 0,49 6 99 0 0,-52-4-92 0 0,3 1 133 0 0,10 9 39 0 0,1 1 1 0 0,15 16-1 0 0,-30-26-194 0 0,1 2 44 0 0,12 15 5 0 0,-12-16-17 0 0,-1 0-47 0 0,9 12-212 0 0,-9-12-418 0 0,-1 0-453 0 0,1 1 507 0 0,2 2 55 0 0,2 6-8475 0 0,6 8 5615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26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 3408 0 0,'0'0'3293'0'0,"6"-31"1995"0"0,4-1-3392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28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169 237 1740 0 0,'1'-6'2394'0'0,"3"-15"-433"0"0,-3 16 1016 0 0,1 0-1740 0 0,4-13-261 0 0,-4 14 1014 0 0,0-1-1604 0 0,7-15 77 0 0,-7 15 262 0 0,0 1-463 0 0,4-14 134 0 0,-4 13 872 0 0,-1 0-883 0 0,5-22 483 0 0,-8 23-930 0 0,-5-13 91 0 0,5 12-16 0 0,-3 4 81 0 0,-20-4 256 0 0,19 7-410 0 0,-4 1 86 0 0,0 0-1 0 0,0 1 1 0 0,1 0 0 0 0,0 1 0 0 0,0 0 0 0 0,0 0-1 0 0,0 1 1 0 0,1 0 0 0 0,0 0 0 0 0,-10 11 0 0 0,-28 39 238 0 0,44-52-172 0 0,0 1 130 0 0,-5 13-108 0 0,5-13 125 0 0,4 0-288 0 0,4 16 25 0 0,-5-15-13 0 0,31-7-60 0 0,-25 1-43 0 0,-3-3-174 0 0,14-9 343 0 0,-13 9-158 0 0,11-11 135 0 0,45-42 5 0 0,49-39 1078 0 0,-66 63-207 0 0,-40 29-682 0 0,1 0-109 0 0,16-9 46 0 0,-16 9-36 0 0,0 2-115 0 0,18-3 131 0 0,-18 3 179 0 0,-1 4-132 0 0,13 5 27 0 0,-13-6-59 0 0,-3 0-107 0 0,0 0-1 0 0,0-1 0 0 0,0 1 1 0 0,0-1-1 0 0,0 1 1 0 0,1-1-1 0 0,-1 0 0 0 0,1 0 1 0 0,-1 1-1 0 0,3 0 0 0 0,-1 1 50 0 0,0 3-21 0 0,9 16 19 0 0,-9-17 39 0 0,0 1-67 0 0,8 16-7 0 0,-9-17 90 0 0,-2-4-119 0 0,0 0-1 0 0,1 0 0 0 0,-1-1 0 0 0,0 1 0 0 0,0 0 0 0 0,0 0 1 0 0,0-1-1 0 0,1 1 0 0 0,-1 0 0 0 0,0-1 0 0 0,1 1 1 0 0,-1 0-1 0 0,0-1 0 0 0,1 1 0 0 0,-1 0 0 0 0,1-1 0 0 0,-1 1 1 0 0,1-1-1 0 0,-1 1 0 0 0,1 0 0 0 0,12 16 378 0 0,-4 1-212 0 0,-6-14 536 0 0,-1-4-681 0 0,0 1 1 0 0,-1-1-1 0 0,1 1 1 0 0,0 0-1 0 0,0-1 1 0 0,-1 1-1 0 0,1 0 1 0 0,0 0-1 0 0,-1 0 1 0 0,1 0-1 0 0,1 2 1 0 0,1-1 170 0 0,0-4-157 0 0,38-26 2 0 0,-37 24 12 0 0,-1 1-4 0 0,12-11-57 0 0,-12 10 8 0 0,1 1-65 0 0,14-11 43 0 0,-14 11-50 0 0,-1 1-37 0 0,14-8 78 0 0,-14 7 194 0 0,2 5-28 0 0,14 4 54 0 0,-1 1 1 0 0,0 1-1 0 0,21 12 1 0 0,19 9-266 0 0,-28-18-2859 0 0,45 12 0 0 0,-48-16-2586 0 0,-14-5 645 0 0,30-2-1347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34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12 649 152 0 0,'0'0'1348'0'0,"3"-3"30"0"0,13-10 13664 0 0,-19 9-14936 0 0,0 0-64 0 0,1 0-1 0 0,-1-1 1 0 0,1 1-1 0 0,0-1 0 0 0,0 0 1 0 0,1 0-1 0 0,-1 0 1 0 0,0-5-1 0 0,1 4-144 0 0,0 1 108 0 0,-4-18-42 0 0,3 17-41 0 0,3 0 161 0 0,0-13-98 0 0,1 0 1 0 0,1 0-1 0 0,0 1 1 0 0,2-1-1 0 0,0 1 0 0 0,1 0 1 0 0,1 0-1 0 0,0 1 1 0 0,17-28-1 0 0,1 10 59 0 0,2 0 0 0 0,1 1 1 0 0,1 2-1 0 0,2 1 0 0 0,52-39 0 0 0,-79 66-169 0 0,1 1 76 0 0,63-47-93 0 0,-65 47 136 0 0,1 1-213 0 0,0-2-136 0 0,2-1 478 0 0,-1 2-4143 0 0,2-1-3736 0 0,13-7 5345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34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22 668 0 0,'0'0'11749'0'0,"-3"-4"-11055"0"0,-10-14 4401 0 0,19 20-5274 0 0,7 2 220 0 0,0 2 1 0 0,-1 0-1 0 0,1 0 0 0 0,21 16 1 0 0,4 6-301 0 0,37 35 0 0 0,-73-59 213 0 0,1-1 0 0 0,0 1 0 0 0,-1-1 0 0 0,1 1 0 0 0,-1 0 1 0 0,0 0-1 0 0,-1 0 0 0 0,1 0 0 0 0,-1 0 0 0 0,1 1 0 0 0,-1-1 1 0 0,0 0-1 0 0,-1 1 0 0 0,1-1 0 0 0,-1 6 0 0 0,-1 5 34 0 0,0-1-1 0 0,-2 1 1 0 0,0-1 0 0 0,0 0-1 0 0,-1 0 1 0 0,-1 0-1 0 0,0-1 1 0 0,-12 22 0 0 0,-66 99 109 0 0,62-104-55 0 0,18-26-192 0 0,1 0 5 0 0,-6 12-116 0 0,6-12-437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34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95 744 0 0,'0'0'11466'0'0,"2"-4"-10955"0"0,5-12 45 0 0,-5 12 1186 0 0,3 2-1514 0 0,16-5 80 0 0,-15 6-146 0 0,1 0 50 0 0,234-48 232 0 0,-171 39-7850 0 0,-65 10 4630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35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56 2236 0 0,'0'0'2173'0'0,"-2"-5"-198"0"0,-8-16 5720 0 0,9 16-6961 0 0,-4-15-124 0 0,3 16 1975 0 0,1 10-2391 0 0,-6 25 576 0 0,-3 56 1 0 0,2-16-239 0 0,-3 132 405 0 0,8-122-685 0 0,3-44 7 0 0,0-31-246 0 0,0 2 56 0 0,0 22 47 0 0,0-22-65 0 0,0-2 51 0 0,0 29-54 0 0,0-17-4158 0 0,0-1-6751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36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76 848 0 0,'0'0'3830'0'0,"-3"-3"-3033"0"0,-12-12 3969 0 0,10 15-4687 0 0,-17 3-69 0 0,16-2 1298 0 0,1-2-898 0 0,-17-2-120 0 0,17 3 3573 0 0,9-2-3753 0 0,14-5-72 0 0,-14 5 107 0 0,1 1-163 0 0,15-5 80 0 0,-15 5-48 0 0,3 0 28 0 0,22-5 46 0 0,-23 5-172 0 0,0-1 113 0 0,21-3 41 0 0,-20 4-101 0 0,-3 0 274 0 0,17-1-125 0 0,-16 1-49 0 0,-1-1-240 0 0,15-4 148 0 0,-15 5-101 0 0,0 0 120 0 0,7-1-389 0 0,18-3 248 0 0,-13 3-4612 0 0,-9 6 500 0 0,0 4 3340 0 0,-5-5-1960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36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50 1348 0 0,'-2'-3'2621'0'0,"-11"-16"8407"0"0,12 15-10398 0 0,-3-15-275 0 0,2 15 1331 0 0,3 11-1528 0 0,17 112 934 0 0,-3-19-459 0 0,3 6-400 0 0,-17-101-68 0 0,1 2 14 0 0,3 9 1158 0 0,0-1 0 0 0,15 31 0 0 0,-17-43-202 0 0,2-6-845 0 0,2-1-210 0 0,0 0 0 0 0,0 0 0 0 0,0-1 0 0 0,-1-1 0 0 0,0 1 0 0 0,0-1 0 0 0,-1 0 0 0 0,9-12 0 0 0,132-215-1584 0 0,-93 144-4258 0 0,-44 76 1825 0 0,-3 6 2191 0 0,-1 4 387 0 0,-2 0-2577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37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86 1324 0 0,'0'0'4008'0'0,"3"3"-2395"0"0,24 17 8024 0 0,-18-16-10308 0 0,-4-2 1289 0 0,1-4-335 0 0,10-2-131 0 0,0 0-1 0 0,0-2 1 0 0,0 0 0 0 0,-1-1-1 0 0,0 0 1 0 0,0-1 0 0 0,-1-1-1 0 0,20-16 1 0 0,-30 22 85 0 0,0 0 151 0 0,13-11-172 0 0,-13 11 734 0 0,-8 0-804 0 0,-11-6-109 0 0,14 9-34 0 0,1 0-1 0 0,0-1 1 0 0,0 1-1 0 0,0 0 1 0 0,0 0-1 0 0,-1 0 1 0 0,1 0-1 0 0,0 0 1 0 0,0 0-1 0 0,-1 0 1 0 0,1-1-1 0 0,0 1 1 0 0,0 0-1 0 0,0 0 1 0 0,-1 0-1 0 0,1 0 1 0 0,0 0-1 0 0,0 0 1 0 0,-1 0-1 0 0,1 0 1 0 0,0 0-1 0 0,0 0 1 0 0,0 0 0 0 0,-1 0-1 0 0,1 0 1 0 0,0 0-1 0 0,0 1 1 0 0,0-1-1 0 0,-1 0 1 0 0,1 0-1 0 0,0 0 1 0 0,0 0-1 0 0,0 0 1 0 0,-1 0-1 0 0,1 1 1 0 0,0-1-1 0 0,0 0 1 0 0,0 0-1 0 0,-7 4 57 0 0,0 0-1 0 0,1 1 0 0 0,-1 0 1 0 0,1 0-1 0 0,1 0 1 0 0,-1 1-1 0 0,1 0 1 0 0,0 0-1 0 0,0 0 0 0 0,1 1 1 0 0,-1-1-1 0 0,-3 9 1 0 0,6-11 198 0 0,2 3-53 0 0,-2 19 115 0 0,3-24-307 0 0,-1 1 0 0 0,0-1 0 0 0,1 1 0 0 0,0-1 1 0 0,0 1-1 0 0,-1-1 0 0 0,2 1 0 0 0,-1-1 0 0 0,0 0 0 0 0,0 0 0 0 0,1 1 0 0 0,-1-1 0 0 0,1 0 0 0 0,-1 0 0 0 0,1 0 0 0 0,0-1 0 0 0,0 1 0 0 0,3 2 0 0 0,-2-2-52 0 0,-1 1-39 0 0,1-1 1 0 0,-1 0-1 0 0,0-1 0 0 0,1 1 0 0 0,-1 0 1 0 0,1-1-1 0 0,0 1 0 0 0,0-1 0 0 0,-1 0 1 0 0,6 2-1 0 0,4 1-188 0 0,32 12-1792 0 0,20-2-6228 0 0,-51-11 6283 0 0,-8-2-3063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39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1124 37 1872 0 0,'-3'-3'1846'0'0,"-1"0"-745"0"0,0 1 1 0 0,-1-1-1 0 0,1 1 1 0 0,-1 0-1 0 0,1 0 1 0 0,-1 0-1 0 0,1 1 1 0 0,-9-2-1 0 0,-39-5 1671 0 0,39 7-2702 0 0,7 0 467 0 0,0 0-408 0 0,-63-1 137 0 0,31 3-209 0 0,0 1 0 0 0,0 3 0 0 0,1 1-1 0 0,-1 1 1 0 0,1 3 0 0 0,1 0 0 0 0,-39 18 0 0 0,27-6-52 0 0,0 2 0 0 0,1 2 0 0 0,2 3 0 0 0,-62 49 1 0 0,-96 108 197 0 0,200-183-191 0 0,-31 35-53 0 0,32-35 91 0 0,0-2-1 0 0,0 0 0 0 0,1 1 0 0 0,-1-1 0 0 0,1 0 0 0 0,0 1 0 0 0,0-1 0 0 0,-1 1 0 0 0,1-1 0 0 0,-2 4 0 0 0,0-2 343 0 0,1 0-331 0 0,-10 11 175 0 0,9-11 229 0 0,3-2-426 0 0,0-1 1 0 0,0 1 0 0 0,0-1 0 0 0,-1 1-1 0 0,1-1 1 0 0,0 0 0 0 0,0 1-1 0 0,0-1 1 0 0,-1 1 0 0 0,1-1-1 0 0,0 1 1 0 0,-1-1 0 0 0,1 0-1 0 0,0 1 1 0 0,-1-1 0 0 0,1 1-1 0 0,0-1 1 0 0,-1 0 0 0 0,1 0 0 0 0,-1 1-1 0 0,1-1 1 0 0,0 0 0 0 0,-1 0-1 0 0,1 1 1 0 0,-1-1 0 0 0,0 0-1 0 0,-6 5-3241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39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2320 0 0,'0'0'12798'0'0,"1"5"-12597"0"0,3 4-169 0 0,-1 0 78 0 0,0 1-1 0 0,0-1 1 0 0,2 20-1 0 0,-3-18 13 0 0,-1 0-1 0 0,2-1 0 0 0,5 19 0 0 0,-7-28-116 0 0,0 4 190 0 0,1 4-162 0 0,-1 1 1 0 0,1-1-1 0 0,1 0 0 0 0,4 10 1 0 0,-4-9 68 0 0,21 44-96 0 0,-22-49 209 0 0,1-1-73 0 0,23 43 128 0 0,-23-42-54 0 0,-3-5-203 0 0,0 1 1 0 0,1-1 0 0 0,-1 1-1 0 0,0-1 1 0 0,0 1-1 0 0,0 0 1 0 0,0-1 0 0 0,1 1-1 0 0,-1-1 1 0 0,0 1 0 0 0,0-1-1 0 0,1 1 1 0 0,-1-1-1 0 0,0 1 1 0 0,1-1 0 0 0,-1 1-1 0 0,1-1 1 0 0,-1 1 0 0 0,1-1-1 0 0,-1 0 1 0 0,1 1 0 0 0,-1-1-1 0 0,1 0 1 0 0,-1 1-1 0 0,1-1 1 0 0,0 0-13 0 0,0 1 1 0 0,-1-1-1 0 0,1 0 1 0 0,-1 0-1 0 0,1 1 1 0 0,-1-1-1 0 0,1 0 1 0 0,-1 1-1 0 0,0-1 1 0 0,1 1-1 0 0,-1-1 0 0 0,1 1 1 0 0,-1-1-1 0 0,0 1 1 0 0,1-1-1 0 0,-1 1 1 0 0,0-1-1 0 0,0 1 1 0 0,1-1-1 0 0,-1 1 0 0 0,0-1 1 0 0,0 1-1 0 0,0 0 1 0 0,0-1-1 0 0,0 2 1 0 0,1-2-5 0 0,-1 1-1 0 0,0-1 1 0 0,0 0 0 0 0,0 1 0 0 0,1-1 0 0 0,-1 1 0 0 0,0-1 0 0 0,0 0-1 0 0,1 1 1 0 0,-1-1 0 0 0,0 0 0 0 0,1 1 0 0 0,-1-1 0 0 0,0 0 0 0 0,1 1-1 0 0,-1-1 1 0 0,1 0 0 0 0,-1 0 0 0 0,0 1 0 0 0,1-1 0 0 0,-1 0 0 0 0,1 0-1 0 0,-1 0 1 0 0,1 0 0 0 0,-1 0 0 0 0,1 0 0 0 0,0 1 16 0 0,-1-1-1 0 0,1 0 1 0 0,-1 0 0 0 0,1 0 0 0 0,-1 0-1 0 0,0 0 1 0 0,1 0 0 0 0,-1 1 0 0 0,1-1 0 0 0,-1 0-1 0 0,1 0 1 0 0,-1 0 0 0 0,0 1 0 0 0,1-1-1 0 0,-1 0 1 0 0,0 1 0 0 0,1-1 0 0 0,-1 0 0 0 0,0 1-1 0 0,1-1 1 0 0,-1 1 0 0 0,0-1 0 0 0,0 0-1 0 0,0 1 1 0 0,1-1 0 0 0,-1 1 0 0 0,5 1-55 0 0,46 11 450 0 0,-46-13-400 0 0,2 0-143 0 0,54-9 537 0 0,-55 7-457 0 0,-2 1 117 0 0,40-15 23 0 0,-39 14 20 0 0,-1 1-59 0 0,8-4 79 0 0,-1 0 0 0 0,1 0 0 0 0,-1-1 0 0 0,19-15 0 0 0,78-69-2007 0 0,-73 58-1717 0 0,-5 1-3559 0 0,-27 27 3472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41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35 130 2312 0 0,'0'0'12163'0'0,"2"-4"-11647"0"0,4-14-144 0 0,-5 14 1452 0 0,1-1-1721 0 0,4-13 164 0 0,-5 13 626 0 0,1 1-733 0 0,3-14-148 0 0,-3 14 5034 0 0,-8 4-5062 0 0,-17 2-10 0 0,17-2 36 0 0,1 2-5 0 0,5-2-6 0 0,-2 1 1 0 0,0-1 0 0 0,1 0-1 0 0,-1 1 1 0 0,0 0-1 0 0,1-1 1 0 0,-1 1-1 0 0,1 0 1 0 0,-1 0 0 0 0,1 0-1 0 0,-1-1 1 0 0,1 2-1 0 0,-2 0 604 0 0,21-13-594 0 0,-5 5-57 0 0,1 0 1 0 0,-1 1-1 0 0,1 0 0 0 0,28-5 1 0 0,-19 5-110 0 0,-18 4 37 0 0,1-1 57 0 0,2 0-81 0 0,2-1-348 0 0,1 1 1 0 0,0-1-1 0 0,15 0 0 0 0,-27 9 443 0 0,-5 16 41 0 0,4-16-180 0 0,1-5-349 0 0,-1-1 473 0 0,1 1 0 0 0,-1-1 0 0 0,1 1 0 0 0,-1 0-1 0 0,1 0 1 0 0,0 0 0 0 0,-1 0 0 0 0,1 0 0 0 0,0 0-1 0 0,0 0 1 0 0,-2 2 0 0 0,2-2-48 0 0,-3 2-440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41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24 3368 0 0,'-2'-4'2804'0'0,"2"-8"8029"0"0,16 37-8789 0 0,16 36-2573 0 0,9 22 1549 0 0,74 114 1 0 0,-111-191-721 0 0,1 0 0 0 0,0 0 0 0 0,0-1 0 0 0,11 10 0 0 0,-12-11-84 0 0,0-1 295 0 0,0 0-26 0 0,-3-2-313 0 0,0 0-59 0 0,0 1 0 0 0,0-1 0 0 0,1 0 0 0 0,-1 0 1 0 0,1 1-1 0 0,-1-1 0 0 0,0 0 0 0 0,1 0 0 0 0,0-1 0 0 0,-1 1 0 0 0,1 0 0 0 0,2 1 0 0 0,29-6 424 0 0,-27 4-375 0 0,-2-4-19 0 0,4-2-75 0 0,0-1 1 0 0,-1 0-1 0 0,0 0 0 0 0,0-1 1 0 0,-1 1-1 0 0,0-2 0 0 0,-1 1 1 0 0,1-1-1 0 0,6-16 0 0 0,2-10-304 0 0,13-50 0 0 0,-17 52-1256 0 0,15-38-1 0 0,-15 42-477 0 0,-6 4-633 0 0,1 3 94 0 0,-4 17-1553 0 0,1 0 179 0 0,10-21-645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8:42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1 133 1740 0 0,'0'0'10794'0'0,"4"2"-10121"0"0,14 5-42 0 0,-14-5 20 0 0,1-4-311 0 0,14-6-23 0 0,-14 6-138 0 0,-1-1-130 0 0,14-9 8 0 0,-14 9 161 0 0,1 0-30 0 0,36-29 250 0 0,-38 29-531 0 0,0-1 4 0 0,23-36 512 0 0,-24 36-279 0 0,-4-1-266 0 0,0 1 132 0 0,-4-14-237 0 0,-1 19 135 0 0,4 0 92 0 0,-1 0 21 0 0,-1 1-1 0 0,0-1 0 0 0,0 1 1 0 0,1 0-1 0 0,-1 1 0 0 0,1-1 1 0 0,0 1-1 0 0,0-1 0 0 0,0 1 1 0 0,-6 6-1 0 0,3-2-1 0 0,0 0 1 0 0,0 0-1 0 0,1 1 1 0 0,0 0-1 0 0,1 0 1 0 0,0 0-1 0 0,0 1 1 0 0,1-1-1 0 0,0 1 1 0 0,0 0-1 0 0,-4 17 1 0 0,7-22-3 0 0,1 4 97 0 0,-2 21 144 0 0,2-28-237 0 0,0 1-1 0 0,0-1 0 0 0,-1 0 1 0 0,1 1-1 0 0,0-1 1 0 0,1 0-1 0 0,-1 1 0 0 0,0-1 1 0 0,0 0-1 0 0,0 0 0 0 0,1 1 1 0 0,-1-1-1 0 0,1 0 1 0 0,-1 1-1 0 0,1-1 0 0 0,-1 0 1 0 0,1 0-1 0 0,0 0 1 0 0,0 0-1 0 0,0 1 0 0 0,7 9 349 0 0,-6-8-489 0 0,1 0-1 0 0,-1 1 1 0 0,1-1 0 0 0,0 0-1 0 0,0 0 1 0 0,0 0-1 0 0,0-1 1 0 0,0 1 0 0 0,1-1-1 0 0,-1 0 1 0 0,1 0 0 0 0,6 3-1 0 0,2-1-2311 0 0,1 0-1 0 0,-1-1 0 0 0,17 2 0 0 0,2 0-716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22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651 67 1840 0 0,'0'0'10761'0'0,"-2"-5"-10255"0"0,-5-12-200 0 0,6 12 1018 0 0,-1 4-1286 0 0,0 0 0 0 0,1 1 0 0 0,-1-1 0 0 0,1 0 0 0 0,-1-1 0 0 0,1 1 0 0 0,0 0 0 0 0,-1 0 0 0 0,1 0 0 0 0,0-1 0 0 0,-1-1 0 0 0,-2 0 376 0 0,-2 1-178 0 0,-16-5-48 0 0,17 5-164 0 0,0 1 63 0 0,-49-7 322 0 0,48 7-342 0 0,-1 1-261 0 0,-21 1 214 0 0,0 2 0 0 0,0 0 0 0 0,0 2-1 0 0,1 1 1 0 0,-1 1 0 0 0,2 2 0 0 0,-1 0-1 0 0,-29 16 1 0 0,26-8-126 0 0,0 0 1 0 0,2 2-1 0 0,0 2 0 0 0,1 0 0 0 0,-43 44 0 0 0,67-62 44 0 0,-1 2-21 0 0,-10 12 24 0 0,11-13 108 0 0,4 3 12 0 0,1 18-128 0 0,-2-19 25 0 0,1-6 51 0 0,0 0 0 0 0,0 0 0 0 0,0 0 0 0 0,-1 0 0 0 0,1 0 0 0 0,0 1 0 0 0,0-1 0 0 0,-1 0 0 0 0,1 0 0 0 0,0 0-1 0 0,0 1 1 0 0,-1-1 0 0 0,1 0 0 0 0,0 1 0 0 0,-1-1 0 0 0,1 1 0 0 0,0-1 0 0 0,-1 1 0 0 0,2 0 0 0 0,17 10 253 0 0,83 11-51 0 0,-59-14-331 0 0,45 14-1 0 0,-13 0 72 0 0,-36-11-183 0 0,62 26 0 0 0,-87-31 234 0 0,-2 1-1 0 0,1 0 1 0 0,-1 1 0 0 0,0 0-1 0 0,0 1 1 0 0,-1 0-1 0 0,0 1 1 0 0,14 18 0 0 0,-21-24-3 0 0,-1-1-16 0 0,1 1 0 0 0,-1 0 1 0 0,0 0-1 0 0,0 0 0 0 0,0 1 0 0 0,-1-1 1 0 0,1 1-1 0 0,-1-1 0 0 0,0 1 0 0 0,-1 0 1 0 0,1 0-1 0 0,0 7 0 0 0,0 4 90 0 0,-2 0-1 0 0,0 0 1 0 0,0 0-1 0 0,-2 1 1 0 0,0-2-1 0 0,-1 1 1 0 0,0 0 0 0 0,-2 0-1 0 0,0-1 1 0 0,0 0-1 0 0,-1 0 1 0 0,-1-1-1 0 0,-1 1 1 0 0,0-1-1 0 0,-11 14 1 0 0,8-14 13 0 0,0 0 0 0 0,0-1 0 0 0,-1-1 0 0 0,-1 0 0 0 0,0 0 0 0 0,0-1 0 0 0,-1-1 0 0 0,-1 0 0 0 0,1-1 0 0 0,-2-1-1 0 0,1 0 1 0 0,-1-1 0 0 0,0-1 0 0 0,-23 6 0 0 0,18-8 70 0 0,-37 1 0 0 0,32-7-34 0 0,1-1 1 0 0,-1-2 0 0 0,1 0-1 0 0,0-1 1 0 0,0-2 0 0 0,-39-16-1 0 0,60 22-688 0 0,-2 1-1691 0 0,-18-3 637 0 0,18 3-675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22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28 158 2260 0 0,'-1'-5'1814'0'0,"-4"-15"-403"0"0,4 15-298 0 0,0 0-157 0 0,-4-17-29 0 0,3 17 496 0 0,2-1-818 0 0,-6-54 2997 0 0,5 54-2756 0 0,1 1-770 0 0,-5-14 957 0 0,5 45-812 0 0,4 53-380 0 0,15 83 108 0 0,51 201-1 0 0,-49-258-234 0 0,-19-99 298 0 0,-1 1 17 0 0,6 20 95 0 0,-5-20 121 0 0,0-2-186 0 0,5 17-236 0 0,-5-16-331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23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48 231 668 0 0,'0'0'6234'0'0,"-5"-1"-4603"0"0,-18-1-183 0 0,18 2 988 0 0,2-4-1764 0 0,-6-12-140 0 0,7 12-466 0 0,3-2-7 0 0,3-4-33 0 0,0 0 0 0 0,0 0 0 0 0,1 0 0 0 0,0 0 0 0 0,1 1 0 0 0,0 0 0 0 0,0 0 1 0 0,1 1-1 0 0,0 0 0 0 0,1 0 0 0 0,12-10 0 0 0,-10 10-812 0 0,0 0 1 0 0,0 1 0 0 0,1 1-1 0 0,-1 0 1 0 0,1 0-1 0 0,16-5 1 0 0,4 0-1849 0 0,0-5 135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23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2 125 2556 0 0,'0'0'1638'0'0,"0"-6"-285"0"0,-1-23 1470 0 0,4 26-1976 0 0,3-1-291 0 0,1 0 0 0 0,-1 0 0 0 0,0 0 0 0 0,14-4-1 0 0,-15 6-470 0 0,3 3-81 0 0,22 1-27 0 0,-28-2 33 0 0,0 0 0 0 0,0 1 1 0 0,1-1-1 0 0,-1 0 0 0 0,0 1 1 0 0,0-1-1 0 0,0 1 0 0 0,-1 0 1 0 0,1-1-1 0 0,0 1 0 0 0,0 0 1 0 0,0 0-1 0 0,0 0 0 0 0,-1 1 1 0 0,1-1-1 0 0,1 2 0 0 0,4 2 47 0 0,4 2-55 0 0,-1 1-1 0 0,1 0 0 0 0,-1 0 1 0 0,-1 1-1 0 0,0 0 0 0 0,0 1 0 0 0,-1 0 1 0 0,0 0-1 0 0,-1 1 0 0 0,0 0 1 0 0,-1 0-1 0 0,9 21 0 0 0,-12-25 59 0 0,-1-1-1 0 0,0 0 1 0 0,0 1-1 0 0,-1 0 1 0 0,0-1-1 0 0,1 9 1 0 0,-1-2 52 0 0,0-8 228 0 0,2 21 490 0 0,-2-21-108 0 0,-3 0-463 0 0,-3 14 87 0 0,3-15-352 0 0,1-9 48 0 0,-5-14 100 0 0,4 15 14 0 0,0-4-22 0 0,-1 0-94 0 0,2 6-40 0 0,0-1 0 0 0,0 1 1 0 0,1-1-1 0 0,-1 0 0 0 0,0 0 1 0 0,1 1-1 0 0,0-1 0 0 0,-1 0 0 0 0,1 0 1 0 0,0 0-1 0 0,1-3 0 0 0,1-20 45 0 0,2 1 0 0 0,1 0 0 0 0,1 0 0 0 0,1 1 0 0 0,1-1 0 0 0,1 2 0 0 0,1-1 0 0 0,21-34 0 0 0,-30 56-152 0 0,1 0-1 0 0,-1 1 0 0 0,1-1 0 0 0,0 0 1 0 0,0 1-1 0 0,0-1 0 0 0,0 1 0 0 0,0-1 1 0 0,0 1-1 0 0,0 0 0 0 0,1 0 0 0 0,-1 0 1 0 0,0 0-1 0 0,1 0 0 0 0,-1 1 0 0 0,1-1 0 0 0,-1 1 1 0 0,1 0-1 0 0,-1-1 0 0 0,5 1 0 0 0,-4 0 73 0 0,7 2-1030 0 0,6 7-923 0 0,0 2 0 0 0,0 0 1 0 0,15 14-1 0 0,-28-22 477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24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259 73 120 0 0,'0'0'5772'0'0,"0"-6"-5036"0"0,0-17-120 0 0,0 17 2355 0 0,-2 2-2562 0 0,-7-13-187 0 0,6 13 1260 0 0,-1 2-1325 0 0,-15-6 28 0 0,14 6 1005 0 0,-1 2-804 0 0,-16 2 37 0 0,16-1-107 0 0,1 0-238 0 0,-5 2-91 0 0,-1 0 1 0 0,1 0-1 0 0,0 1 0 0 0,0 1 0 0 0,0 0 0 0 0,0 0 0 0 0,1 1 0 0 0,-10 8 0 0 0,17-13-5 0 0,0 0-1 0 0,1 1 0 0 0,-1-1 1 0 0,1 1-1 0 0,-1-1 1 0 0,1 1-1 0 0,0 0 0 0 0,-1-1 1 0 0,1 1-1 0 0,0 0 0 0 0,0 0 1 0 0,0 0-1 0 0,0 2 1 0 0,-2 3 5 0 0,-6 10-18 0 0,0 2 0 0 0,2-1 0 0 0,0 1 0 0 0,1 0 0 0 0,1 1 0 0 0,-3 25 0 0 0,7-41 60 0 0,-3 15 188 0 0,3 10-436 0 0,2-20 154 0 0,0 1 110 0 0,0 0 0 0 0,0 0-1 0 0,1 0 1 0 0,1-1 0 0 0,-1 1 0 0 0,2 0 0 0 0,-1-1 0 0 0,1 0 0 0 0,1 0 0 0 0,-1 0 0 0 0,2 0 0 0 0,-1-1 0 0 0,1 0 0 0 0,10 11 0 0 0,-15-18-50 0 0,0 0 1 0 0,0 0 0 0 0,0 0 0 0 0,0 0-1 0 0,0 0 1 0 0,0 0 0 0 0,0 0 0 0 0,0 0-1 0 0,1 0 1 0 0,-1 0 0 0 0,0 0 0 0 0,1-1-1 0 0,-1 1 1 0 0,0-1 0 0 0,4 1 0 0 0,-1 1-52 0 0,1 0-168 0 0,1 0 10 0 0,18 4 67 0 0,-17-5 188 0 0,0-1 267 0 0,21 0 98 0 0,-27 0-387 0 0,1 0 0 0 0,-1 1 0 0 0,0-1 0 0 0,0 0-1 0 0,1-1 1 0 0,-1 1 0 0 0,0 0 0 0 0,0 0 0 0 0,1 0 0 0 0,-1-1 0 0 0,0 1 0 0 0,0-1 0 0 0,0 1 0 0 0,1-1 0 0 0,-1 1 0 0 0,0-1 0 0 0,0 0 0 0 0,0 1 0 0 0,1-2 0 0 0,1-1 31 0 0,1 1 175 0 0,-2 1-177 0 0,-1 0 1 0 0,0-1-1 0 0,1 1 1 0 0,-1 0-1 0 0,1 0 1 0 0,0 0-1 0 0,-1 0 1 0 0,1 0-1 0 0,0 0 1 0 0,3-1-1 0 0,-1-1 86 0 0,-2-2 28 0 0,8-15 84 0 0,-8 15-20 0 0,-1-2-64 0 0,-1 6-157 0 0,1-9 50 0 0,0-1-1 0 0,-1 0 0 0 0,0 0 1 0 0,-1 0-1 0 0,0 0 1 0 0,-1 1-1 0 0,0-1 1 0 0,-1 0-1 0 0,0 1 1 0 0,-8-19-1 0 0,-17-14-178 0 0,25 38-153 0 0,-2 3 39 0 0,-12-5-242 0 0,12 5-221 0 0,1 4-170 0 0,-33 26-5567 0 0,34-24 3745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25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0 146 2560 0 0,'0'0'9034'0'0,"1"-5"-8931"0"0,1-17 24 0 0,-1 16 65 0 0,2 9-250 0 0,7 6 96 0 0,-1 1 0 0 0,0 1 0 0 0,-1 0 0 0 0,0 0 0 0 0,-1 0 0 0 0,0 1 0 0 0,8 18-1 0 0,-7-14-172 0 0,12 40 223 0 0,-18-51 55 0 0,0 1 44 0 0,10 52 1082 0 0,-10-52 112 0 0,-6-10-1376 0 0,-12-12-103 0 0,13 12 18 0 0,2-2 138 0 0,-6-53-397 0 0,7 53 387 0 0,-1 0 0 0 0,2 0 0 0 0,-1 1 0 0 0,0-1 0 0 0,1 0 0 0 0,0 1 0 0 0,1-1 0 0 0,2-8 0 0 0,-2 8-3 0 0,3-11 32 0 0,0 0 1 0 0,1 0-1 0 0,1 1 0 0 0,0-1 1 0 0,2 1-1 0 0,0 1 1 0 0,0 0-1 0 0,2 0 0 0 0,-1 1 1 0 0,20-19-1 0 0,-27 30-167 0 0,21-12 84 0 0,-19 13 32 0 0,1 2-114 0 0,-1 1 99 0 0,-2-1 7 0 0,1 0 0 0 0,0 1-1 0 0,0-1 1 0 0,0 1 0 0 0,0 0-1 0 0,0 0 1 0 0,0 0 0 0 0,-1 1-1 0 0,1 0 1 0 0,-1-1 0 0 0,1 1-1 0 0,5 5 1 0 0,13 14-61 0 0,-2 1 1 0 0,0 1-1 0 0,20 33 0 0 0,-16-24-627 0 0,-23-30 633 0 0,1 0 0 0 0,-1 0 0 0 0,1 0 0 0 0,-1 0 0 0 0,1 0 0 0 0,0-1 0 0 0,0 1 0 0 0,0-1 1 0 0,0 1-1 0 0,0-1 0 0 0,0 0 0 0 0,0 0 0 0 0,3 1 0 0 0,1 2-111 0 0,-2-2 11 0 0,-1 1 0 0 0,1 0 0 0 0,0-1 0 0 0,0 0 0 0 0,0 0 0 0 0,0 0 0 0 0,5 1 0 0 0,0 0-149 0 0,0 1-353 0 0,0 0 1 0 0,1 0-1 0 0,0-1 1 0 0,12 2-1 0 0,2 1-1775 0 0,-9-4 108 0 0,32-2 384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26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303 195 1152 0 0,'0'0'1800'0'0,"3"-4"-436"0"0,17-43 4004 0 0,-18 42-2533 0 0,-1-1-2321 0 0,0-4-125 0 0,-1 0 0 0 0,-1 0-1 0 0,0 0 1 0 0,0 0 0 0 0,0 0-1 0 0,-6-15 1 0 0,5 21-152 0 0,-1 1-63 0 0,-30-27 198 0 0,29 27-252 0 0,-2 2-188 0 0,-15-5 85 0 0,16 5 4 0 0,-1 1-21 0 0,-16 1 288 0 0,16-1-163 0 0,1 1-186 0 0,-7 2 6 0 0,1 1-1 0 0,-1 0 1 0 0,1 1 0 0 0,-1 0-1 0 0,2 1 1 0 0,-1 0 0 0 0,-16 12-1 0 0,20-12 20 0 0,0 0 0 0 0,1 0 0 0 0,-1 1-1 0 0,1-1 1 0 0,1 2 0 0 0,-1-1 0 0 0,1 1 0 0 0,1-1 0 0 0,-1 1-1 0 0,1 0 1 0 0,-4 13 0 0 0,-1 6-162 0 0,8-23 47 0 0,1 2-34 0 0,1 17-58 0 0,-1-17 123 0 0,2-1-122 0 0,5 17 133 0 0,-5-17-7 0 0,2-1-3 0 0,2 2 152 0 0,1-1-1 0 0,0 0 1 0 0,0 0-1 0 0,8 3 0 0 0,-11-6-24 0 0,3 0-144 0 0,-2 0 103 0 0,-3-1 23 0 0,-1 0 0 0 0,1 0 0 0 0,0 0 0 0 0,0 0-1 0 0,0-1 1 0 0,-1 1 0 0 0,1-1 0 0 0,0 1 0 0 0,0-1 0 0 0,0 0 0 0 0,0 0 0 0 0,0 0-1 0 0,0 0 1 0 0,0 0 0 0 0,0 0 0 0 0,3-1 0 0 0,19-3-154 0 0,-18 3 53 0 0,1-1 219 0 0,4-2 93 0 0,-1 0 1 0 0,1-1 0 0 0,-1-1 0 0 0,15-10-1 0 0,-22 13 87 0 0,1-2-42 0 0,11-14 113 0 0,-11 14-129 0 0,-4 4-219 0 0,0 0 1 0 0,0 0 0 0 0,0 0 0 0 0,0 1 0 0 0,1-1 0 0 0,-1 0 0 0 0,0 0 0 0 0,0 0 0 0 0,1 0 0 0 0,-1 0 0 0 0,0 0 0 0 0,1 0 0 0 0,-1 1 0 0 0,1-1 0 0 0,-1 0 0 0 0,2-1 0 0 0,8-16 832 0 0,-3 1-559 0 0,-5 13 165 0 0,1-3-402 0 0,0 1 0 0 0,-1-1 0 0 0,1 0 0 0 0,-1 0 0 0 0,0 0 0 0 0,1-11 0 0 0,6 65 298 0 0,-7-39-326 0 0,158 1185 3736 0 0,-149-1025-2475 0 0,-14 258-1 0 0,0-395-728 0 0,-8 37 0 0 0,9-58-484 0 0,-1 5 167 0 0,3-13-217 0 0,0 0 0 0 0,0 0 0 0 0,-1 0 0 0 0,1 0 0 0 0,-1 0 0 0 0,1 0 0 0 0,-1-1-1 0 0,0 1 1 0 0,0 0 0 0 0,0 0 0 0 0,0-1 0 0 0,-1 3 0 0 0,-5 7 152 0 0,5-8-135 0 0,0 0 0 0 0,-1 0 0 0 0,1 0-1 0 0,0-1 1 0 0,-1 1 0 0 0,0-1 0 0 0,1 1 0 0 0,-1-1-1 0 0,0 0 1 0 0,0 0 0 0 0,0 0 0 0 0,-1 0 0 0 0,1-1-1 0 0,0 1 1 0 0,-1-1 0 0 0,1 0 0 0 0,-1 0 0 0 0,-4 1-1 0 0,2-2-22 0 0,0 0 0 0 0,0 0 0 0 0,0 0 0 0 0,0-1-1 0 0,0 1 1 0 0,0-2 0 0 0,0 1 0 0 0,0-1 0 0 0,0 1-1 0 0,1-2 1 0 0,-9-3 0 0 0,-5-4 8 0 0,0-1 0 0 0,1-1 0 0 0,1-1 0 0 0,0 0 0 0 0,1-1 0 0 0,0-1 0 0 0,1-1 0 0 0,1 0 0 0 0,0-1 0 0 0,1 0 1 0 0,1-1-1 0 0,-17-33 0 0 0,14 19-74 0 0,1 0 0 0 0,1 0 1 0 0,2-2-1 0 0,2 1 0 0 0,1-1 1 0 0,1 0-1 0 0,-2-40 0 0 0,8 40-390 0 0,1 1 0 0 0,1-1 0 0 0,2 1 0 0 0,1 0 0 0 0,2 0 0 0 0,1 0 0 0 0,17-46 0 0 0,36-66-4816 0 0,15 3-5026 0 0,-47 90 5155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27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62 376 0 0,'0'0'3973'0'0,"-2"-4"-3136"0"0,-4-15-123 0 0,5 15 3483 0 0,0-1-4056 0 0,-4-14-23 0 0,4 15 4606 0 0,-3 2-5503 0 0,-7-3 902 0 0,7 8 113 0 0,12 29-389 0 0,4 11 187 0 0,12 73 0 0 0,-9 2-1940 0 0,-8-49-5495 0 0,-6-64 5561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44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81 1628 0 0,'0'-7'2703'0'0,"0"-1"-2956"0"0,0-51 9116 0 0,0 52-5640 0 0,-2 15-2531 0 0,-18 137 1164 0 0,6 12-1237 0 0,-2 71-1108 0 0,10-147-1363 0 0,2-52 711 0 0,3-18 567 0 0,2 9-2653 0 0,-1-11 2250 0 0,2 17-3945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46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24 618 848 0 0,'0'0'2502'0'0,"-4"-2"-444"0"0,-15-9 7639 0 0,25 13-9311 0 0,-1 1-250 0 0,-3-2-85 0 0,-1 0 0 0 0,1 0 0 0 0,0 0 0 0 0,-1 0 0 0 0,1 0 0 0 0,0-1 0 0 0,0 1 0 0 0,0-1 0 0 0,0 1 0 0 0,-1-1 0 0 0,1 0 0 0 0,0 1 0 0 0,0-1 0 0 0,0 0 0 0 0,4-1 0 0 0,39-1 105 0 0,0-3 1 0 0,0-2 0 0 0,-1-1-1 0 0,50-17 1 0 0,-33 5-708 0 0,-1-3-1 0 0,80-42 1 0 0,-128 59 237 0 0,0 0-1 0 0,-1-1 1 0 0,0 0 0 0 0,0-1 0 0 0,-1-1-1 0 0,0 0 1 0 0,0 0 0 0 0,-1-1-1 0 0,0 0 1 0 0,-1 0 0 0 0,12-20-1 0 0,-19 29 277 0 0,0-1-1 0 0,0 1 1 0 0,0-1-1 0 0,-1 0 1 0 0,1 1-1 0 0,0-1 1 0 0,-1 0-1 0 0,1 0 0 0 0,-1 1 1 0 0,0-1-1 0 0,1 0 1 0 0,-1 0-1 0 0,0 0 1 0 0,0 1-1 0 0,0-4 1 0 0,-1-1-74 0 0,2 0 31 0 0,-1 1 0 0 0,0-1-1 0 0,0 1 1 0 0,-1-1-1 0 0,0 1 1 0 0,0-1 0 0 0,0 1-1 0 0,-1-1 1 0 0,1 1-1 0 0,-4-7 1 0 0,3 7 108 0 0,-9-21 524 0 0,-1 1-1 0 0,-2 0 0 0 0,0 0 1 0 0,-25-31-1 0 0,24 35 9 0 0,12 16-19 0 0,1 1 0 0 0,-7-15-304 0 0,7 15-139 0 0,0 0 25 0 0,1 3-34 0 0,0 0-24 0 0,-1 0 0 0 0,1 0-1 0 0,0 0 1 0 0,0 0 0 0 0,0-1 0 0 0,0 1-1 0 0,0 0 1 0 0,1 0 0 0 0,-1-1 0 0 0,0 1-1 0 0,1 0 1 0 0,-2-3 0 0 0,2 4-53 0 0,0 1 1 0 0,0-1-1 0 0,0 0 0 0 0,0 1 1 0 0,0-1-1 0 0,0 0 0 0 0,0 1 1 0 0,0-1-1 0 0,0 0 0 0 0,0 1 1 0 0,0-1-1 0 0,0 0 0 0 0,-1 0 1 0 0,1 1-1 0 0,0-1 1 0 0,0 0-1 0 0,0 1 0 0 0,-1-1 1 0 0,1 0-1 0 0,0 0 0 0 0,0 1 1 0 0,-1-1-1 0 0,1 0 0 0 0,0 0 1 0 0,0 0-1 0 0,-1 1 1 0 0,1-1-1 0 0,0 0 0 0 0,-1 0 1 0 0,1 0-1 0 0,0 0 0 0 0,-1 0 1 0 0,1 0-1 0 0,-1 0 0 0 0,0 1 4 0 0,1-1-1 0 0,-1 0 0 0 0,0 0 1 0 0,1 1-1 0 0,-1-1 0 0 0,0 0 1 0 0,1 1-1 0 0,-1-1 0 0 0,0 1 1 0 0,1-1-1 0 0,-1 1 0 0 0,1-1 1 0 0,-1 1-1 0 0,1-1 0 0 0,-1 1 1 0 0,1-1-1 0 0,0 1 0 0 0,-1 0 1 0 0,1-1-1 0 0,-1 1 1 0 0,1 0-1 0 0,0-1 0 0 0,0 1 1 0 0,-1 0-1 0 0,1-1 0 0 0,0 1 1 0 0,0 0-1 0 0,0 0 0 0 0,0-1 1 0 0,0 2-1 0 0,-80 460 1950 0 0,26-172 75 0 0,53-283-1056 0 0,2-1-627 0 0,3 24 428 0 0,0-33-716 0 0,7-4-87 0 0,0-1 0 0 0,-1 0 0 0 0,0-1 0 0 0,-1 0 0 0 0,10-11 0 0 0,-7 7-127 0 0,0 0-1 0 0,17-12 1 0 0,-25 22 5 0 0,0 2 39 0 0,-1 0 93 0 0,-1 0 0 0 0,1 0 0 0 0,0 1 0 0 0,-1-1 0 0 0,1 1 0 0 0,0 0 0 0 0,0 0-1 0 0,0 0 1 0 0,-1 0 0 0 0,1 1 0 0 0,0-1 0 0 0,0 1 0 0 0,-1-1 0 0 0,5 2 0 0 0,-2 0 25 0 0,-1 3 18 0 0,63 79 40 0 0,-63-80-160 0 0,0 0-1 0 0,0-1 1 0 0,1 1 0 0 0,-1-1 0 0 0,1-1 0 0 0,0 1 0 0 0,0 0 0 0 0,0-1-1 0 0,0 0 1 0 0,9 2 0 0 0,53 11-1258 0 0,-38-13 590 0 0,-1-1 0 0 0,1-1 1 0 0,0-2-1 0 0,0-1 0 0 0,-1-1 0 0 0,33-9 0 0 0,-16 1-244 0 0,-2-2-1 0 0,0-2 0 0 0,41-21 1 0 0,-82 36 984 0 0,1 0 1 0 0,-1 0-1 0 0,0 0 1 0 0,1-1 0 0 0,-1 1-1 0 0,0 0 1 0 0,0-1-1 0 0,0 0 1 0 0,0 1-1 0 0,2-3 1 0 0,12-13 136 0 0,13-12 1676 0 0,31-41 0 0 0,-34 33-874 0 0,-24 34-767 0 0,1-1 30 0 0,8-12 109 0 0,-9 13 53 0 0,0-2-296 0 0,4-11 22 0 0,-5 12 781 0 0,-3 0-744 0 0,-6-14 33 0 0,6 14-30 0 0,-29 1-75 0 0,25 3 28 0 0,1 1-20 0 0,-5 1 106 0 0,0 1-1 0 0,0 0 0 0 0,0 1 1 0 0,1 0-1 0 0,0 1 1 0 0,-14 8-1 0 0,13-5-74 0 0,0 0 0 0 0,0 0 1 0 0,1 1-1 0 0,0 0 0 0 0,-13 18 0 0 0,8-8-109 0 0,1 1 152 0 0,12-16-107 0 0,-1 0 136 0 0,0 1-60 0 0,0-1-37 0 0,-5 16 505 0 0,11-18-592 0 0,12 6-169 0 0,-12-5 153 0 0,2-5-94 0 0,42-17-218 0 0,-44 18 378 0 0,1-2-112 0 0,-5 3 97 0 0,8-4 37 0 0,0 1-1 0 0,0 0 0 0 0,0 0 0 0 0,0 1 0 0 0,12-2 0 0 0,-14 5 7 0 0,0 1 0 0 0,0 0 0 0 0,-1 0 0 0 0,1 1 0 0 0,-1-1 0 0 0,8 7 0 0 0,-7-6-26 0 0,9 9 274 0 0,3 0-155 0 0,-8-7-336 0 0,-1-1 0 0 0,1 0 0 0 0,1-1 0 0 0,-1 0 0 0 0,0-1 0 0 0,1 0 0 0 0,-1 0 0 0 0,1-1 0 0 0,0-1 0 0 0,-1 1 0 0 0,1-2 0 0 0,0 0 0 0 0,-1 0 0 0 0,1-1 0 0 0,-1 0 0 0 0,13-5 0 0 0,5-3-769 0 0,52-26-8703 0 0,-75 32 6752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46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0 144 2268 0 0,'4'-17'1018'0'0,"7"-23"3245"0"0,-4 21-2696 0 0,15-48 9758 0 0,-24 115-10191 0 0,-5 215 871 0 0,8-171-1617 0 0,-1-47-1274 0 0,2 0 0 0 0,11 63 1 0 0,-12-102-46 0 0,-1-4 798 0 0,0-1 0 0 0,1 1 0 0 0,-1 0 0 0 0,0 0 0 0 0,1-1-1 0 0,0 1 1 0 0,-1 0 0 0 0,1-1 0 0 0,0 1 0 0 0,0 0 0 0 0,0-1 0 0 0,1 2 0 0 0,0 1-227 0 0,1 2-1110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46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83 2368 0 0,'0'0'14430'0'0,"12"-26"-13086"0"0,15 13-628 0 0,8-2-944 0 0,6-2-2233 0 0,5 6-5619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56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41 351 1528 0 0,'0'0'1470'0'0,"-2"-4"-264"0"0,-1-4 222 0 0,-10-15 8169 0 0,9 15-10430 0 0,1 4 3969 0 0,3 3-3713 0 0,-1-1 579 0 0,1 1 0 0 0,-1 0 1 0 0,0-1-1 0 0,1 1 0 0 0,-1 0 0 0 0,0-1 0 0 0,0 1 1 0 0,0 0-1 0 0,0 0 0 0 0,0 0 0 0 0,-2-2 1 0 0,2 2-5 0 0,-2-3 204 0 0,3-1-525 0 0,0-18 556 0 0,0 17-281 0 0,1 2 14 0 0,16-43 84 0 0,-15 43 144 0 0,-2 2-478 0 0,0 1 277 0 0,1 0-1 0 0,-1 0 1 0 0,1-1 0 0 0,0 1 0 0 0,-1 0 0 0 0,1 0 0 0 0,0 0 0 0 0,0 0-1 0 0,0 0 1 0 0,-1 0 0 0 0,3-2 0 0 0,-2 2-26 0 0,2-2 25 0 0,0 0-41 0 0,3 1 45 0 0,0-1 1 0 0,0 1-1 0 0,0 0 0 0 0,0 1 0 0 0,0-1 0 0 0,7 0 1 0 0,-7 2 140 0 0,2 1-450 0 0,7 3 390 0 0,0 1 0 0 0,0 0 0 0 0,0 1 0 0 0,-1 0 0 0 0,0 2-1 0 0,14 8 1 0 0,-3 1-170 0 0,-2 1 1 0 0,1 0-1 0 0,-2 2 0 0 0,34 39 0 0 0,-47-47 35 0 0,0 0 0 0 0,-1 0-1 0 0,0 1 1 0 0,-1 1 0 0 0,0-1-1 0 0,6 22 1 0 0,-7-10 172 0 0,-6-19-84 0 0,1-1 4 0 0,0 2-157 0 0,2 21-31 0 0,-3-21 180 0 0,0-1-50 0 0,-3 18-72 0 0,2-19-58 0 0,1 2 72 0 0,-1 18 126 0 0,1-19-49 0 0,-2 1-76 0 0,-19 49 255 0 0,19-52-190 0 0,-1 1-12 0 0,-30 39 184 0 0,30-40-48 0 0,2-3-125 0 0,0 0 0 0 0,1 1 0 0 0,-1-1 1 0 0,0 0-1 0 0,1 1 0 0 0,-1-1 0 0 0,0 0 1 0 0,0 0-1 0 0,0 0 0 0 0,0 0 0 0 0,0 0 0 0 0,-2 1 1 0 0,3-2-11 0 0,-3 4-163 0 0,0-1 119 0 0,-1-1 127 0 0,0 1-1 0 0,0-1 0 0 0,-1 0 1 0 0,1 0-1 0 0,0 0 0 0 0,-1-1 1 0 0,0 0-1 0 0,-6 2 0 0 0,5-2 58 0 0,2-4-60 0 0,-13-7 176 0 0,13 8-86 0 0,4 0-141 0 0,-1 0 0 0 0,1 0 0 0 0,0 1 0 0 0,-1-1 0 0 0,1 0 0 0 0,-1 1 0 0 0,0-1 0 0 0,0 0 0 0 0,1 1 0 0 0,-1-1 0 0 0,-2-1 0 0 0,1-1 49 0 0,0 1-1 0 0,0-1 1 0 0,0 0 0 0 0,0 0-1 0 0,1 1 1 0 0,-1-1-1 0 0,0-6 1 0 0,-3-14 82 0 0,4 18-82 0 0,1 0-167 0 0,3-17 75 0 0,0 1-1 0 0,1-1 1 0 0,1 1 0 0 0,1 0-1 0 0,9-21 1 0 0,55-107-216 0 0,-31 81 503 0 0,81-111 0 0 0,-117 176-205 0 0,0 0-252 0 0,10-14 68 0 0,-10 14 288 0 0,1 0 28 0 0,9-13-116 0 0,-10 13-133 0 0,11-11 106 0 0,-11 12-85 0 0,1 0 58 0 0,10-7-14 0 0,-11 7 409 0 0,2 2-2542 0 0,16-5 846 0 0,-16 4-576 0 0,16 16-6928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58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21 413 932 0 0,'0'0'16913'0'0,"3"-4"-17013"0"0,40-47 108 0 0,-6 8 266 0 0,-20 23-492 0 0,25-38-1 0 0,-36 49 188 0 0,-3 5 47 0 0,-3 2-15 0 0,1 0 0 0 0,-1 1 0 0 0,1-1 0 0 0,-1 0 1 0 0,1 1-1 0 0,0-1 0 0 0,0 1 0 0 0,0-1 0 0 0,0 1 0 0 0,0-1 0 0 0,0 1 0 0 0,3-2 0 0 0,-2 1-8 0 0,1-3-73 0 0,-1 0 38 0 0,6-12 179 0 0,-6 12-2 0 0,-1-1-82 0 0,4-20 29 0 0,-4 20 61 0 0,-1 0-33 0 0,-3-9-182 0 0,-1 1 0 0 0,0-1 0 0 0,-8-18 0 0 0,10 29-127 0 0,-1 1 65 0 0,-7-10 29 0 0,7 10 16 0 0,-1 0 276 0 0,-2-1-165 0 0,-1 1 1 0 0,1 0-1 0 0,-1 0 0 0 0,-13-3 0 0 0,15 5-181 0 0,0 2 159 0 0,-16 6 7 0 0,16-5-130 0 0,0 2 38 0 0,-1 2 132 0 0,0 1-1 0 0,0 0 1 0 0,1 1 0 0 0,0-1-1 0 0,0 1 1 0 0,1 0 0 0 0,-1 0-1 0 0,-3 14 1 0 0,-9 37-715 0 0,12-39 601 0 0,3 2 142 0 0,2-14-88 0 0,-2 52 107 0 0,1-54-89 0 0,2 2-129 0 0,9 57 283 0 0,-8-60-115 0 0,1 0 114 0 0,1-1-310 0 0,0 1 0 0 0,0-1-1 0 0,1 0 1 0 0,-1-1 0 0 0,1 1-1 0 0,0-1 1 0 0,0 0 0 0 0,0 0-1 0 0,0 0 1 0 0,1-1 0 0 0,-1 1-1 0 0,1-1 1 0 0,-1-1 0 0 0,7 2-1 0 0,3-1-454 0 0,102 13-8673 0 0,-90-8 7554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0:00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437 61 1536 0 0,'0'0'8020'0'0,"-2"-4"-6773"0"0,-29-31 3157 0 0,27 32-3273 0 0,0 1-745 0 0,-2-1-338 0 0,1 0 0 0 0,-1 1 0 0 0,0 0 0 0 0,0 0-1 0 0,0 1 1 0 0,0 0 0 0 0,0 0 0 0 0,0 0 0 0 0,0 0 0 0 0,-8 1 0 0 0,-6 2-60 0 0,-37 6 1 0 0,52-7-159 0 0,-13 5 60 0 0,14-4 41 0 0,-1-1 23 0 0,0 1 347 0 0,-2 0-210 0 0,-32 19-14 0 0,35-19 11 0 0,2-2-112 0 0,1 1 0 0 0,-1-1 0 0 0,0 1 0 0 0,0 0 0 0 0,1 0 0 0 0,-1-1 0 0 0,1 1 0 0 0,-1 0 0 0 0,1 0 1 0 0,-1 0-1 0 0,1 0 0 0 0,-2 2 0 0 0,1-1 26 0 0,1-1 1 0 0,-1 0 0 0 0,1 1-1 0 0,-1-1 1 0 0,0 0 0 0 0,0 0-1 0 0,0 0 1 0 0,0 0 0 0 0,0 0-1 0 0,0-1 1 0 0,0 1 0 0 0,-2 0 0 0 0,3-1 32 0 0,-1 1 1 0 0,1-1-1 0 0,-1 1 1 0 0,1 0-1 0 0,0-1 1 0 0,0 1-1 0 0,-1 0 1 0 0,1 0-1 0 0,0 0 1 0 0,0 0-1 0 0,0 0 1 0 0,-2 2 0 0 0,2-2 3 0 0,-3 2-186 0 0,0-1-395 0 0,-33 23 1093 0 0,34-22-197 0 0,1-2-669 0 0,1 0 301 0 0,0 0 0 0 0,-1 0 0 0 0,1 0 1 0 0,0 1-1 0 0,-1-1 0 0 0,1 1 0 0 0,0-1 0 0 0,-2 4 1 0 0,1-2 399 0 0,-1 1-414 0 0,-5 14-372 0 0,6-14 305 0 0,1 1-122 0 0,-3 10 31 0 0,1 1 0 0 0,1-1 0 0 0,-1 27-1 0 0,3-36 98 0 0,1 0-19 0 0,3 15 60 0 0,-3-16 94 0 0,1 1 155 0 0,34 71-407 0 0,-34-73 148 0 0,3-2-105 0 0,-4-1 157 0 0,3 1 33 0 0,0 1 1 0 0,0-1-1 0 0,1 0 1 0 0,-1-1-1 0 0,0 1 1 0 0,1-1-1 0 0,-1 1 0 0 0,1-1 1 0 0,-1-1-1 0 0,1 1 1 0 0,0-1-1 0 0,-1 0 1 0 0,9 0-1 0 0,18-3-305 0 0,-24 2-16 0 0,0 0 60 0 0,18-5 39 0 0,-18 5 3 0 0,-2-1 139 0 0,16-4 50 0 0,-15 5 135 0 0,0-1-123 0 0,18-4-23 0 0,-17 5-37 0 0,-2-2-65 0 0,16-8 432 0 0,-19 10-310 0 0,-1 1-1 0 0,0-1 1 0 0,0 0-1 0 0,1 0 1 0 0,-1 1-1 0 0,0-1 1 0 0,0 0-1 0 0,0 0 1 0 0,0 0-1 0 0,0 0 1 0 0,0 0-1 0 0,0 0 1 0 0,-1 0-1 0 0,1 0 1 0 0,0-1-1 0 0,-1 1 1 0 0,1 0-1 0 0,0-2 1 0 0,1-1 13 0 0,1 0 122 0 0,-1-1-38 0 0,31-84 756 0 0,-31 84-778 0 0,-3 3-70 0 0,1 1 0 0 0,0-1 0 0 0,0 0 0 0 0,0 1 0 0 0,0-1 0 0 0,0 0-1 0 0,0 1 1 0 0,0-1 0 0 0,1 0 0 0 0,-1 1 0 0 0,0-1 0 0 0,2-2 0 0 0,-1 2 15 0 0,-1-4-23 0 0,0 0-22 0 0,-3-56 1244 0 0,3 56-413 0 0,-1 0-626 0 0,0-16-143 0 0,1 17 119 0 0,-4 8-179 0 0,4-1 7 0 0,-2-1 0 0 0,1 1-1 0 0,0-1 1 0 0,0 0 0 0 0,0 1 0 0 0,-1-1 0 0 0,1 0 0 0 0,0 0 0 0 0,-1 0 0 0 0,-2 2-1 0 0,3 5-85 0 0,-4 45 116 0 0,2 0 0 0 0,2 1-1 0 0,8 73 1 0 0,54 358 102 0 0,-46-354 36 0 0,8 119 870 0 0,-13-120-717 0 0,-9-124-66 0 0,-1 3 77 0 0,0 24-4 0 0,0-25-52 0 0,0-2-26 0 0,1 0-150 0 0,0-4-49 0 0,-1-1 0 0 0,1 1-1 0 0,-1 0 1 0 0,0 0-1 0 0,0 0 1 0 0,0 0 0 0 0,0 0-1 0 0,0-1 1 0 0,0 1-1 0 0,0 0 1 0 0,-1 0-1 0 0,1 0 1 0 0,-1-1 0 0 0,1 1-1 0 0,-2 2 1 0 0,-6 20 229 0 0,6-18-109 0 0,-1-2-62 0 0,-9 12 3 0 0,9-12 18 0 0,-1-3-30 0 0,-15 7 5 0 0,14-6 75 0 0,-1-3-34 0 0,-1 3-83 0 0,5-2-33 0 0,0 0 1 0 0,0 1 0 0 0,0-1 0 0 0,0 0-1 0 0,-1 0 1 0 0,1 0 0 0 0,0 0 0 0 0,0-1 0 0 0,0 1-1 0 0,0 0 1 0 0,0-1 0 0 0,0 0 0 0 0,0 1-1 0 0,-4-3 1 0 0,-7-2 7 0 0,-1-1 0 0 0,1-1-1 0 0,1 0 1 0 0,-1 0 0 0 0,1-1 0 0 0,1-1-1 0 0,0 0 1 0 0,0-1 0 0 0,0 0-1 0 0,1 0 1 0 0,1-1 0 0 0,0 0 0 0 0,-8-14-1 0 0,6 5-104 0 0,1-1-1 0 0,1 1 0 0 0,1-2 1 0 0,1 1-1 0 0,1-1 0 0 0,1 0 0 0 0,1 0 1 0 0,1-1-1 0 0,1 1 0 0 0,0-1 1 0 0,5-43-1 0 0,-1 38-640 0 0,2 1-1 0 0,1-1 1 0 0,1 1-1 0 0,1 0 1 0 0,1 0-1 0 0,2 1 1 0 0,1 0-1 0 0,0 1 1 0 0,21-31 0 0 0,13 0-7619 0 0,-23 28 3458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0:00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0 170 252 0 0,'0'0'15762'0'0,"2"-4"-15535"0"0,4-15 66 0 0,-4 15-164 0 0,3 3 37 0 0,25-2-137 0 0,-25 5 145 0 0,5 2-103 0 0,-1 0 0 0 0,0 1 1 0 0,1 0-1 0 0,-1 1 1 0 0,-1 0-1 0 0,1 0 1 0 0,-1 1-1 0 0,0 0 0 0 0,-1 0 1 0 0,0 1-1 0 0,0 0 1 0 0,9 14-1 0 0,-7-10-17 0 0,8 16 13 0 0,0-1 1 0 0,-2 2 0 0 0,14 37-1 0 0,-11 3 100 0 0,-17-63-147 0 0,1 0 137 0 0,4 18 13 0 0,-5-18 146 0 0,1 0 36 0 0,-1-3-403 0 0,2 12 592 0 0,-13-23-96 0 0,9 6-434 0 0,0 1-1 0 0,0 0 0 0 0,0 0 0 0 0,1-1 1 0 0,-1 1-1 0 0,0 0 0 0 0,1-1 1 0 0,-1 1-1 0 0,1-1 0 0 0,-1 1 1 0 0,1 0-1 0 0,0-1 0 0 0,-1 1 0 0 0,1-1 1 0 0,0 1-1 0 0,0-1 0 0 0,0-1 1 0 0,0-1 16 0 0,-2-11-50 0 0,1 0 1 0 0,0 0 0 0 0,1 0-1 0 0,3-28 1 0 0,-1 9-106 0 0,0 14 91 0 0,1 0 1 0 0,0 0-1 0 0,2 0 0 0 0,0 1 1 0 0,1-1-1 0 0,1 1 0 0 0,13-24 0 0 0,28-38-2115 0 0,6 10-5384 0 0,-45 64 4222 0 0,21-10-336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0:01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0 222 2416 0 0,'0'0'7584'0'0,"3"4"-5902"0"0,6 10-371 0 0,-6-10 1955 0 0,3-4-3053 0 0,0-2-171 0 0,1 1 0 0 0,0-1 0 0 0,-1 0 0 0 0,1 0 0 0 0,-1 0 0 0 0,0-1 0 0 0,1 0 0 0 0,-1-1 0 0 0,-1 1 0 0 0,1-1 0 0 0,0 0 0 0 0,-1-1 0 0 0,6-5 0 0 0,-2 1 66 0 0,0-1 1 0 0,0 0-1 0 0,-1-1 1 0 0,-1 1 0 0 0,0-2-1 0 0,11-21 1 0 0,-16 29-99 0 0,0-2 76 0 0,-2 4-77 0 0,2-2-9 0 0,0 0 0 0 0,0 0 0 0 0,-1 0 0 0 0,1-1 0 0 0,-1 1 0 0 0,0 0 0 0 0,-1-1 0 0 0,1 1 0 0 0,-1-1 0 0 0,0 1 0 0 0,0-1-1 0 0,0 1 1 0 0,-1-8 0 0 0,-6-5 24 0 0,5 13 160 0 0,0 4-189 0 0,1 0-1 0 0,-1 1 0 0 0,0-1 1 0 0,1 1-1 0 0,-1-1 0 0 0,0 1 0 0 0,1 0 1 0 0,-1 0-1 0 0,1 0 0 0 0,-1 0 1 0 0,1 0-1 0 0,-3 2 0 0 0,1-1-16 0 0,2-1 23 0 0,0-1 0 0 0,0 1 1 0 0,0 0-1 0 0,0 0 1 0 0,0-1-1 0 0,0 1 0 0 0,0 0 1 0 0,0 0-1 0 0,0 0 0 0 0,0 0 1 0 0,0 0-1 0 0,1 0 1 0 0,-1 0-1 0 0,0 1 0 0 0,1-1 1 0 0,-1 0-1 0 0,1 0 1 0 0,-1 0-1 0 0,1 1 0 0 0,-1 1 1 0 0,0 0 21 0 0,-5 9-32 0 0,1 1-1 0 0,0 0 1 0 0,1 0 0 0 0,-4 17 0 0 0,6-20 79 0 0,-5 12-72 0 0,3-2 0 0 0,3-5 100 0 0,0 9-30 0 0,1-19-180 0 0,1 3 104 0 0,-1-3-7 0 0,0 1-50 0 0,0-1 0 0 0,1 0 0 0 0,0 1 1 0 0,0-1-1 0 0,0 0 0 0 0,0 0 0 0 0,1 0 1 0 0,0 0-1 0 0,0 0 0 0 0,5 8 0 0 0,2-3-264 0 0,37 38-8959 0 0,-32-35 7753 0 0,-8-7-1311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0:02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111 122 2172 0 0,'12'-38'5555'0'0,"12"-41"1441"0"0,-22 74-4645 0 0,-28 11-2039 0 0,17-1-150 0 0,7-2-179 0 0,-16 22 105 0 0,1 1-1 0 0,2 0 1 0 0,-15 32 0 0 0,15-30-408 0 0,12-23 414 0 0,1 0-62 0 0,-7 15-193 0 0,6-15 166 0 0,4 0-257 0 0,5 24 348 0 0,0-28-155 0 0,55 11-122 0 0,-52-10 188 0 0,-1 0-1 0 0,1 1 1 0 0,0 0 0 0 0,-1 0 0 0 0,1 1 0 0 0,-1 0 0 0 0,0 0 0 0 0,0 1 0 0 0,-1 0 0 0 0,1 0 0 0 0,-1 1 0 0 0,0 0 0 0 0,-1 0 0 0 0,1 0 0 0 0,-1 1 0 0 0,-1 0 0 0 0,8 11 0 0 0,-11-14-27 0 0,0 0 0 0 0,0 1 0 0 0,0-1 0 0 0,-1 1 0 0 0,0-1 0 0 0,0 1 0 0 0,0 0 0 0 0,0-1 0 0 0,0 1 0 0 0,-1 0 0 0 0,0 4 0 0 0,0-4-30 0 0,0 3 38 0 0,0 1 1 0 0,0-1-1 0 0,0 1 1 0 0,-1-1-1 0 0,-1 0 1 0 0,-2 11-1 0 0,2-12 6 0 0,-1 12-169 0 0,3-16 158 0 0,-1-1 1 0 0,1 1 0 0 0,-1-1 0 0 0,0 1-1 0 0,0-1 1 0 0,0 0 0 0 0,0 1 0 0 0,0-1-1 0 0,0 0 1 0 0,-3 4 0 0 0,0 0-65 0 0,-30 45 114 0 0,31-47-8 0 0,1-3-31 0 0,1-1-1 0 0,-1 1 1 0 0,1-1 0 0 0,0 1 0 0 0,-1 0 0 0 0,1 0 0 0 0,0-1-1 0 0,-1 1 1 0 0,1 0 0 0 0,0 0 0 0 0,0 0 0 0 0,-2 3 0 0 0,2-3-6 0 0,-3 1 27 0 0,-1-4 52 0 0,-13-6-52 0 0,14 6-27 0 0,5-6-130 0 0,-2 1 91 0 0,1 4 45 0 0,0 1 0 0 0,0 0 0 0 0,0-1 1 0 0,0 1-1 0 0,0 0 0 0 0,0-1 0 0 0,1 1 0 0 0,-1-1 0 0 0,1 1 1 0 0,0 0-1 0 0,0 0 0 0 0,0 0 0 0 0,0-1 0 0 0,1-1 0 0 0,36-65-859 0 0,84-116-1 0 0,-102 157 891 0 0,-11 16 7 0 0,3-8 11 0 0,-2-1 351 0 0,37-94 1320 0 0,-46 110-1206 0 0,2-26-257 0 0,-2 24 164 0 0,-4 7-433 0 0,1 1 1 0 0,0-1 0 0 0,0 0-1 0 0,0 1 1 0 0,-1-1-1 0 0,1 1 1 0 0,0 0 0 0 0,0-1-1 0 0,0 1 1 0 0,-3 2 0 0 0,-1 0-31 0 0,-3 4-32 0 0,-66 118-129 0 0,73-120 155 0 0,0 0 192 0 0,-1 0-99 0 0,2-3-20 0 0,0-1-1 0 0,0 1 0 0 0,1 0 1 0 0,-1-1-1 0 0,0 1 0 0 0,1 0 0 0 0,-1 0 1 0 0,1 0-1 0 0,-1-1 0 0 0,1 1 1 0 0,0 3-1 0 0,5 17-79 0 0,-3-17 84 0 0,0 1 44 0 0,4-6-239 0 0,20 4 220 0 0,-19-3 51 0 0,-1-2-8 0 0,91-4-313 0 0,-91 5 168 0 0,2 0-24 0 0,1 1 88 0 0,-2-1-10 0 0,1 0 0 0 0,0 1 0 0 0,-1 0-1 0 0,1 0 1 0 0,0 1 0 0 0,-1 0-1 0 0,0 0 1 0 0,1 1 0 0 0,-1 0 0 0 0,0 0-1 0 0,0 1 1 0 0,-1 0 0 0 0,1 0 0 0 0,11 10-1 0 0,-12-7 93 0 0,0 0-1 0 0,-1 0 1 0 0,1 0-1 0 0,-2 1 1 0 0,1 0-1 0 0,-1 0 1 0 0,0 0-1 0 0,-1 1 0 0 0,0-1 1 0 0,3 11-1 0 0,-5-14 215 0 0,-2 3-100 0 0,1 0-189 0 0,0 0-1 0 0,-1 1 1 0 0,0-1-1 0 0,0 0 0 0 0,-1 1 1 0 0,0-1-1 0 0,-1 0 0 0 0,0 0 1 0 0,0-1-1 0 0,-1 1 0 0 0,1 0 1 0 0,-2-1-1 0 0,1 0 1 0 0,-1 0-1 0 0,0-1 0 0 0,-1 1 1 0 0,1-1-1 0 0,-1 0 0 0 0,-9 7 1 0 0,-20 10-2299 0 0,31-20 813 0 0,-1-1 0 0 0,0 1 0 0 0,1-1 0 0 0,-1 1 0 0 0,0-1 0 0 0,-8 1 0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0:02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88 480 0 0,'0'0'3658'0'0,"0"-6"-2389"0"0,2-24 10913 0 0,-8 30-12095 0 0,-16 1-321 0 0,21-1 233 0 0,0 1 1 0 0,0-1-1 0 0,0 0 1 0 0,0 0-1 0 0,0 1 1 0 0,0-1 0 0 0,0 1-1 0 0,1-1 1 0 0,-1 1-1 0 0,0-1 1 0 0,0 1-1 0 0,0 0 1 0 0,1-1 0 0 0,-1 1-1 0 0,0 0 1 0 0,0 0-1 0 0,1-1 1 0 0,-1 1-1 0 0,1 0 1 0 0,-1 0 0 0 0,1 0-1 0 0,-1 0 1 0 0,1 0-1 0 0,-1 1 1 0 0,-33 53-37 0 0,18-26 202 0 0,8-4-321 0 0,-35 97 145 0 0,42-117-59 0 0,1 2 51 0 0,0 21-25 0 0,0-21 363 0 0,2-2-318 0 0,2 0 0 0 0,-1 0 1 0 0,0 0-1 0 0,1-1 1 0 0,0 0-1 0 0,8 8 1 0 0,-9-9 75 0 0,2-3-164 0 0,15 4 13 0 0,-15-3-24 0 0,1-4-105 0 0,42-27 480 0 0,-19 3-23 0 0,-1-1 1 0 0,25-35-1 0 0,28-28 1023 0 0,-76 86-1219 0 0,6-5 39 0 0,0 0 0 0 0,24-17 0 0 0,-31 24-121 0 0,1 0 0 0 0,0 1 0 0 0,0 0 0 0 0,0 0 0 0 0,0 1 0 0 0,0-1 0 0 0,0 1 0 0 0,0 0 0 0 0,0 0 0 0 0,1 1 0 0 0,8 0 0 0 0,-12 0 17 0 0,-1 0 1 0 0,1 0-1 0 0,-1 0 0 0 0,1 0 0 0 0,-1 0 0 0 0,0 1 0 0 0,1-1 1 0 0,-1 1-1 0 0,1-1 0 0 0,-1 1 0 0 0,0-1 0 0 0,1 1 1 0 0,-1 0-1 0 0,0 0 0 0 0,0 0 0 0 0,0-1 0 0 0,0 1 1 0 0,0 0-1 0 0,0 0 0 0 0,1 2 0 0 0,2 1-21 0 0,4 3 12 0 0,0 1-1 0 0,-1 0 0 0 0,0 0 0 0 0,-1 1 1 0 0,1 0-1 0 0,-2 0 0 0 0,1 0 0 0 0,-1 1 1 0 0,-1 0-1 0 0,0 0 0 0 0,0 0 0 0 0,-1 0 1 0 0,0 1-1 0 0,1 13 0 0 0,8 30 34 0 0,-11-37 96 0 0,-1-2-39 0 0,0 54 1187 0 0,0-62-178 0 0,-2-3-609 0 0,-3 15 42 0 0,3-14 706 0 0,-1-10-859 0 0,-9-14-132 0 0,9 15 15 0 0,3-4-80 0 0,-1-1-124 0 0,1 5-18 0 0,-1 0 0 0 0,1 0 0 0 0,0 0 0 0 0,0 0 0 0 0,1 1 0 0 0,-1-1 0 0 0,1 0-1 0 0,1-4 1 0 0,2-13-18 0 0,1 0 1 0 0,1 1-1 0 0,0-1 0 0 0,17-33 0 0 0,-9 32-1004 0 0,0 0-1 0 0,1 1 1 0 0,2 1-1 0 0,30-31 1 0 0,-33 38-1191 0 0,1 1 0 0 0,0 0 0 0 0,1 1 1 0 0,18-9-1 0 0,5 3-3660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28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237 129 2568 0 0,'0'0'14610'0'0,"3"-3"-14384"0"0,-2 2-179 0 0,0 0-26 0 0,0 0-1 0 0,0 0 0 0 0,0 0 1 0 0,0 1-1 0 0,0-1 0 0 0,0 0 1 0 0,0 0-1 0 0,0 0 0 0 0,1 1 1 0 0,-1-1-1 0 0,0 1 0 0 0,3-1 1 0 0,-4-6-135 0 0,-7-47 169 0 0,5 49-213 0 0,2 4 64 0 0,0-1 79 0 0,0 0 1 0 0,-1 1 0 0 0,1-1-1 0 0,-1 1 1 0 0,1 0 0 0 0,-1-1-1 0 0,1 1 1 0 0,-1-1-1 0 0,0 1 1 0 0,0 0 0 0 0,-1-2-1 0 0,0 0-16 0 0,0-2 88 0 0,-1 1-53 0 0,1 3-29 0 0,1 0 1 0 0,-1 0 0 0 0,1 0 0 0 0,0 0-1 0 0,-1-1 1 0 0,1 1 0 0 0,0 0 0 0 0,0-1-1 0 0,0 1 1 0 0,-1-4 0 0 0,-5 6-104 0 0,-20 2 163 0 0,25-3-34 0 0,1 1 0 0 0,-1-1 0 0 0,1 0 0 0 0,0 1 0 0 0,-1-1 0 0 0,1 0 0 0 0,-1 1 0 0 0,1 0 0 0 0,0-1 0 0 0,0 1 0 0 0,-1 0 0 0 0,1 0 0 0 0,0 0 0 0 0,0 0 0 0 0,0-1 0 0 0,0 2 0 0 0,0-1 0 0 0,0 0 0 0 0,0 0 0 0 0,-1 2 0 0 0,-1 1-5 0 0,-11 11-19 0 0,1 0-1 0 0,1 1 1 0 0,0 0 0 0 0,1 1-1 0 0,1 0 1 0 0,1 1 0 0 0,0 0 0 0 0,1 0-1 0 0,-6 24 1 0 0,4-5-24 0 0,1 0-1 0 0,1 1 1 0 0,-3 62-1 0 0,8-73-555 0 0,2-23 516 0 0,1 0 0 0 0,0 0 0 0 0,0 0 0 0 0,0 0 1 0 0,1 0-1 0 0,-1-1 0 0 0,1 1 0 0 0,2 7 0 0 0,-2-3-93 0 0,0-1 11 0 0,0 0 1 0 0,1 0 0 0 0,0 0-1 0 0,0 0 1 0 0,0 0-1 0 0,1 0 1 0 0,0-1-1 0 0,0 1 1 0 0,1-1 0 0 0,0 0-1 0 0,0 0 1 0 0,0 0-1 0 0,1 0 1 0 0,7 7-1 0 0,-5-7-119 0 0,-4-3 129 0 0,1 0-1 0 0,0 0 1 0 0,-1 0 0 0 0,1-1-1 0 0,0 1 1 0 0,0-1 0 0 0,0 0-1 0 0,1 0 1 0 0,-1 0 0 0 0,1-1 0 0 0,-1 1-1 0 0,5 0 1 0 0,27 5-891 0 0,-18-7-295 0 0,-11-1 953 0 0,8-1-656 0 0,1-1 0 0 0,19-7 0 0 0,-8 0 362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29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94 2224 0 0,'5'-5'1247'0'0,"8"-9"654"0"0,-2 0 1 0 0,18-28-1 0 0,-27 38-700 0 0,0 1 113 0 0,5-9 851 0 0,-16 26-1642 0 0,8-14-578 0 0,0 2 56 0 0,0-1 1 0 0,0 1-1 0 0,0-1 1 0 0,0 1-1 0 0,1 0 1 0 0,-1-1-1 0 0,0 1 1 0 0,1 0 0 0 0,-1 0-1 0 0,1 0 1 0 0,0-1-1 0 0,-1 1 1 0 0,1 0-1 0 0,0 0 1 0 0,0 0-1 0 0,0 3 1 0 0,1 0 2 0 0,-3 3 14 0 0,1 17 78 0 0,3-6-239 0 0,7 37 118 0 0,-8-52 10 0 0,0-1-1 0 0,0 0 0 0 0,1-1 0 0 0,-1 1 0 0 0,1 0 1 0 0,0 0-1 0 0,0-1 0 0 0,0 1 0 0 0,0-1 0 0 0,0 1 1 0 0,1-1-1 0 0,-1 0 0 0 0,3 2 0 0 0,0 0 41 0 0,-2-1 90 0 0,-1-3-101 0 0,-1 0 0 0 0,0 0-1 0 0,0 0 1 0 0,1 1 0 0 0,-1-1 0 0 0,0 0 0 0 0,0 0 0 0 0,0 1-1 0 0,0-1 1 0 0,0 1 0 0 0,1-1 0 0 0,-1 1 0 0 0,2 1 0 0 0,-2-2-2 0 0,0 1 0 0 0,0 0 0 0 0,0-1 0 0 0,0 1 0 0 0,0-1 1 0 0,0 1-1 0 0,0-1 0 0 0,1 0 0 0 0,-1 1 0 0 0,0-1 0 0 0,0 0 1 0 0,1 0-1 0 0,-1 0 0 0 0,0 0 0 0 0,0 0 0 0 0,1 0 0 0 0,-1 0 1 0 0,0-1-1 0 0,0 1 0 0 0,0 0 0 0 0,2-1 0 0 0,10-2-1 0 0,-1 0-1 0 0,1-1 0 0 0,-1 0 1 0 0,0-1-1 0 0,0-1 1 0 0,16-9-1 0 0,-25 12-83 0 0,1-1 121 0 0,11-11 146 0 0,-11 11 235 0 0,-4-2-523 0 0,1-18 162 0 0,0 17-185 0 0,-2 7 114 0 0,1 0-1 0 0,-1 0 1 0 0,0 0 0 0 0,1 0 0 0 0,-1 0 0 0 0,1 0-1 0 0,-1 0 1 0 0,1 0 0 0 0,-1-1 0 0 0,1 1 0 0 0,-1 0 0 0 0,1 0-1 0 0,-1 0 1 0 0,1-1 0 0 0,0 1 0 0 0,-1 0 0 0 0,1-1 0 0 0,-1 1-1 0 0,1-1 1 0 0,0 1 0 0 0,-1 0 0 0 0,1-1 0 0 0,0 1-1 0 0,-1-1 1 0 0,1 0 0 0 0,-1 0 4 0 0,0 0 1 0 0,1 0-1 0 0,-1 0 1 0 0,0 0-1 0 0,0 0 0 0 0,0 0 1 0 0,0 0-1 0 0,0 1 0 0 0,0-1 1 0 0,0 0-1 0 0,0 1 1 0 0,0-1-1 0 0,0 0 0 0 0,-1 1 1 0 0,-1-1-1 0 0,-17-7-62 0 0,15 7-620 0 0,-2 2-1957 0 0,-1 1 1720 0 0,-19 4-3903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29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85 1520 0 0,'0'0'2812'0'0,"0"-6"-1670"0"0,3-15 81 0 0,-3 16 2703 0 0,2-1-3002 0 0,22-37 1364 0 0,-21 40-2415 0 0,2 5 2 0 0,2 2 148 0 0,0 0-1 0 0,0 1 1 0 0,-1 0-1 0 0,0 0 0 0 0,1 0 1 0 0,-2 0-1 0 0,1 1 1 0 0,8 12-1 0 0,62 93-470 0 0,-66-96 540 0 0,-9-13-91 0 0,0 0-1 0 0,0-1 1 0 0,0 1 0 0 0,0 0 0 0 0,0-1 0 0 0,0 1 0 0 0,-1 0-1 0 0,1 0 1 0 0,-1 0 0 0 0,1 3 0 0 0,2 7-132 0 0,1 9-37 0 0,-2-16 107 0 0,-2 1 26 0 0,3 20-59 0 0,-3-20-12 0 0,1-1 75 0 0,4 15 46 0 0,-4-15 1029 0 0,-3-10-1014 0 0,0-1-16 0 0,1 1 0 0 0,-1-1 0 0 0,1 0 0 0 0,0 0 0 0 0,1 1 1 0 0,-1-1-1 0 0,1-6 0 0 0,2-2 89 0 0,1 0 0 0 0,0 0 0 0 0,1 0 0 0 0,7-16 0 0 0,-2 4-9 0 0,-5 17-371 0 0,0-1 0 0 0,1 1 0 0 0,0-1 0 0 0,0 1 0 0 0,1 1 0 0 0,1-1 0 0 0,13-14 0 0 0,-7 11-3717 0 0,-1 5 2887 0 0,-5 4 185 0 0,-2-1-2034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30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 1332 0 0,'0'0'1996'0'0,"0"-7"-360"0"0,3-25 869 0 0,-2 30-2361 0 0,-1 1 1 0 0,1 0-1 0 0,-1-1 1 0 0,1 1-1 0 0,0 0 1 0 0,-1 0 0 0 0,1-1-1 0 0,0 1 1 0 0,0 0-1 0 0,0 0 1 0 0,0 0-1 0 0,1-1 1 0 0,0 0 130 0 0,0-1 889 0 0,2 0-137 0 0,11-10-509 0 0,-11 10-342 0 0,0 1 34 0 0,12-6 411 0 0,-12 6 284 0 0,3 1-734 0 0,21-2-383 0 0,-21 3 90 0 0,-2 3 216 0 0,1 1-73 0 0,0 0-1 0 0,0 0 0 0 0,0 1 1 0 0,-1 0-1 0 0,0 0 0 0 0,0 0 0 0 0,0 1 1 0 0,-1 0-1 0 0,1-1 0 0 0,-1 2 1 0 0,-1-1-1 0 0,6 11 0 0 0,1 18-199 0 0,0 25-76 0 0,-9-54 166 0 0,-1 0 11 0 0,0 20 120 0 0,0-20 498 0 0,-1 0-467 0 0,-2 16 83 0 0,2-16 1236 0 0,-3-9-1123 0 0,2 0-228 0 0,0 1 0 0 0,0 0-1 0 0,0-1 1 0 0,0 0 0 0 0,1 0 0 0 0,-1 1-1 0 0,0-1 1 0 0,1 0 0 0 0,0 0 0 0 0,0 0-1 0 0,0 0 1 0 0,0-1 0 0 0,1 1-1 0 0,-1 0 1 0 0,1 0 0 0 0,0 0 0 0 0,-1-1-1 0 0,2 1 1 0 0,-1-4 0 0 0,4-54-178 0 0,-1 46-403 0 0,1 0 1 0 0,0 1-1 0 0,0 0 1 0 0,10-19 0 0 0,-12 29-1854 0 0,2 2-815 0 0,13-6 525 0 0,-13 6 104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30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0 189 1400 0 0,'0'0'11316'0'0,"5"-1"-11061"0"0,15-6-51 0 0,-15 5-16 0 0,-1-1-74 0 0,32-33 358 0 0,-32 32-370 0 0,0-1-32 0 0,10-12-57 0 0,-10 13-58 0 0,-1-1 84 0 0,13-14 164 0 0,-12 14 75 0 0,-1 1 7 0 0,10-12-52 0 0,-10 12 231 0 0,-1 0-500 0 0,7-15 72 0 0,-7 15 103 0 0,-3 2-156 0 0,0 1 6 0 0,0 0 1 0 0,0-1 0 0 0,0 1 0 0 0,0 0 0 0 0,1-1-1 0 0,-1 1 1 0 0,0-1 0 0 0,1 1 0 0 0,-1-1 0 0 0,0-2 0 0 0,0 0-16 0 0,-1-1-84 0 0,-4 5-42 0 0,3 0 186 0 0,-1 0-19 0 0,1 0-1 0 0,0 0 0 0 0,0 1 0 0 0,0-1 1 0 0,-1 1-1 0 0,1-1 0 0 0,0 1 0 0 0,0 0 1 0 0,0 0-1 0 0,0 1 0 0 0,0-1 0 0 0,1 0 0 0 0,-1 1 1 0 0,0 0-1 0 0,1 0 0 0 0,-5 4 0 0 0,-2 3 76 0 0,1 0 0 0 0,0 1 0 0 0,0 0 0 0 0,1 0 0 0 0,1 1-1 0 0,-10 19 1 0 0,15-25 140 0 0,-1 3 9 0 0,2-6-217 0 0,0 1 0 0 0,-1-1 0 0 0,1 1 0 0 0,0-1 0 0 0,0 1-1 0 0,0-1 1 0 0,1 1 0 0 0,-1-1 0 0 0,2 4 0 0 0,-2-4-17 0 0,1-1 1 0 0,-1 1-1 0 0,1-1 0 0 0,0 0 0 0 0,0 1 0 0 0,0-1 1 0 0,0 0-1 0 0,0 0 0 0 0,0 0 0 0 0,0 0 0 0 0,0 0 1 0 0,0 0-1 0 0,1 0 0 0 0,-1 0 0 0 0,2 1 0 0 0,4 3-64 0 0,9 6-865 0 0,34 21-7365 0 0,-48-31 8033 0 0,21 12-3777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31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56 2484 0 0,'-2'-5'2312'0'0,"-3"-14"-69"0"0,4 15 448 0 0,-1-1-1720 0 0,-8-13-44 0 0,8 13 1478 0 0,-2 11-2160 0 0,-11 15-10 0 0,9-7 13 0 0,-31 408 1598 0 0,35-371-1679 0 0,3 1 0 0 0,2-1-1 0 0,17 97 1 0 0,-18-138-215 0 0,1-1 0 0 0,0 1-1 0 0,0-1 1 0 0,1 0 0 0 0,0 0-1 0 0,1-1 1 0 0,0 1 0 0 0,0-1-1 0 0,1 0 1 0 0,0 0 0 0 0,0-1 0 0 0,1 0-1 0 0,0 0 1 0 0,0 0 0 0 0,0-1-1 0 0,1 0 1 0 0,16 9 0 0 0,-3-5-152 0 0,0 0 1 0 0,0-2-1 0 0,1 0 1 0 0,0-2 0 0 0,1 0-1 0 0,28 3 1 0 0,-44-8 272 0 0,1-1-60 0 0,21 1-198 0 0,-21-1 286 0 0,-2-1-6 0 0,20-3-176 0 0,-19 3 43 0 0,-1-1 231 0 0,3-1-8 0 0,1 0-176 0 0,-1-1 0 0 0,1 0-1 0 0,0-1 1 0 0,-1 1-1 0 0,0-2 1 0 0,0 1 0 0 0,0-1-1 0 0,13-14 1 0 0,-10 8 151 0 0,-1-2-1 0 0,15-22 1 0 0,-22 27 100 0 0,0-1 1 0 0,0 1-1 0 0,-1-1 1 0 0,0 1-1 0 0,-1-1 0 0 0,0 0 1 0 0,0 0-1 0 0,-1 0 0 0 0,-1-16 1 0 0,0 20 109 0 0,-2 2-124 0 0,-1-1-164 0 0,1 1-1 0 0,-2 0 1 0 0,1 0 0 0 0,0 0 0 0 0,-1 0 0 0 0,1 0 0 0 0,-6-3-1 0 0,4 4-167 0 0,0 4 115 0 0,1-1 37 0 0,0 1-56 0 0,1-1 1 0 0,-1 1-1 0 0,1-1 1 0 0,-1 1-1 0 0,1 0 1 0 0,0 1-1 0 0,-1-1 1 0 0,1 1-1 0 0,0-1 1 0 0,0 1-1 0 0,0 0 1 0 0,0 0-1 0 0,-5 5 1 0 0,-1 3-1 0 0,0 0 0 0 0,0 1-1 0 0,1 0 1 0 0,1 1 0 0 0,-1-1 0 0 0,2 2 0 0 0,0-1 0 0 0,0 1 0 0 0,2-1 0 0 0,-1 2-1 0 0,1-1 1 0 0,1 0 0 0 0,1 1 0 0 0,-2 15 0 0 0,4-23 59 0 0,2-3 74 0 0,6 13-158 0 0,-6-13-205 0 0,7-4-109 0 0,0 0 206 0 0,-1-1 0 0 0,0 0 0 0 0,1 0 0 0 0,-1-1 0 0 0,0 0 0 0 0,0-1 0 0 0,0 0 0 0 0,-1 0 0 0 0,0 0 0 0 0,14-12 0 0 0,-17 14 7 0 0,1-2-7 0 0,13-9 108 0 0,-13 10-102 0 0,-1 1-146 0 0,-1-1 288 0 0,-2 3 5 0 0,0-1 1 0 0,1 0 0 0 0,-1 0 0 0 0,0 0-1 0 0,0 0 1 0 0,1 1 0 0 0,-1-1 0 0 0,0 1 0 0 0,1-1-1 0 0,-1 1 1 0 0,1-1 0 0 0,1 1 0 0 0,-1 0-33 0 0,0 0 0 0 0,0 1 0 0 0,-1-1 0 0 0,1 1 0 0 0,0-1 0 0 0,0 1 0 0 0,-1 0 0 0 0,1 0 0 0 0,-1-1 0 0 0,1 1 0 0 0,-1 0 0 0 0,3 2 0 0 0,-1 0-16 0 0,3-1-36 0 0,-3 3-46 0 0,4 2 15 0 0,1 1-1 0 0,-1-1 1 0 0,1-1-1 0 0,0 1 1 0 0,1-1-1 0 0,-1-1 1 0 0,1 0-1 0 0,0 0 1 0 0,1 0-1 0 0,-1-1 0 0 0,1-1 1 0 0,0 0-1 0 0,18 4 1 0 0,-16-4-689 0 0,-1-1-1 0 0,1 0 1 0 0,0 0-1 0 0,-1-2 1 0 0,1 1 0 0 0,0-1-1 0 0,17-3 1 0 0,-9 1-1781 0 0,13 0 110 0 0,-25 1 277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32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2248 0 0,'0'0'4994'0'0,"0"-5"-2921"0"0,0-25 6002 0 0,0 39-7588 0 0,21 513 1307 0 0,-14-428-2072 0 0,26 118 0 0 0,-32-209 64 0 0,0 0 0 0 0,0 1 0 0 0,1-1-1 0 0,-1 0 1 0 0,0 1 0 0 0,1-1 0 0 0,0 0 0 0 0,0 0 0 0 0,0 0-1 0 0,0-1 1 0 0,0 1 0 0 0,1 0 0 0 0,-1-1 0 0 0,7 5 0 0 0,-6-5 90 0 0,0 1-214 0 0,3-20-2146 0 0,-4 14 2358 0 0,-1-2-193 0 0,-3 1 223 0 0,-17-38 964 0 0,17 37-376 0 0,-2-7 56 0 0,-6-4 798 0 0,-4-40-243 0 0,14 50-890 0 0,1 2-86 0 0,3-4-128 0 0,1 0 0 0 0,0 1 0 0 0,0 0-1 0 0,0 0 1 0 0,0 0 0 0 0,1 1 0 0 0,1 0 0 0 0,11-10 0 0 0,-10 11 35 0 0,-1 0 0 0 0,1 0 0 0 0,0 0 0 0 0,1 1-1 0 0,-1 1 1 0 0,1-1 0 0 0,-1 1 0 0 0,1 1 0 0 0,0-1 0 0 0,0 2 0 0 0,0-1 0 0 0,1 1 0 0 0,-1 0 0 0 0,13 2 0 0 0,-17 0-6 0 0,1 0 1 0 0,-1 0-1 0 0,0 1 1 0 0,0 0 0 0 0,-1 0-1 0 0,1 0 1 0 0,0 1-1 0 0,-1-1 1 0 0,1 1-1 0 0,6 6 1 0 0,-7-6 0 0 0,2 2 57 0 0,-1-1 1 0 0,0 1-1 0 0,0 0 1 0 0,0 1-1 0 0,-1-1 1 0 0,0 1-1 0 0,0 0 1 0 0,0 0-1 0 0,2 6 0 0 0,-3-6-99 0 0,1 0 39 0 0,10 20 102 0 0,-6-2-97 0 0,31 86-1456 0 0,-37-105 499 0 0,5 18-2665 0 0,-6-19 197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32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75 3304 0 0,'0'0'5745'0'0,"-4"-33"1652"0"0,8 1-7081 0 0,24 22-10549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33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247 120 40 0 0,'0'0'7991'0'0,"0"-5"-6780"0"0,2-87 6668 0 0,-2 91-7873 0 0,-1 0 1 0 0,1 1 0 0 0,0-1-1 0 0,0 1 1 0 0,0-1-1 0 0,0 1 1 0 0,-1-1-1 0 0,1 1 1 0 0,0-1-1 0 0,0 1 1 0 0,-1-1-1 0 0,1 1 1 0 0,0 0-1 0 0,-1-1 1 0 0,1 1-1 0 0,-1-1 1 0 0,1 1 0 0 0,0 0-1 0 0,-1-1 1 0 0,1 1-1 0 0,-1 0 1 0 0,1 0-1 0 0,-1-1 1 0 0,1 1-1 0 0,-1 0 1 0 0,0 0-1 0 0,0-1 2 0 0,1 1 0 0 0,-1 0 0 0 0,1 0 0 0 0,-1 0 0 0 0,1-1 0 0 0,-1 1 0 0 0,1 0-1 0 0,-1 0 1 0 0,1-1 0 0 0,-1 1 0 0 0,1 0 0 0 0,0-1 0 0 0,-1 1 0 0 0,1-1 0 0 0,0 1 0 0 0,-1-1-1 0 0,1 1 1 0 0,0 0 0 0 0,-1-1 0 0 0,1 1 0 0 0,0-1 0 0 0,0 1 0 0 0,0-1 0 0 0,-1 0-1 0 0,1 1 1 0 0,0-1 0 0 0,-7 1 10 0 0,-21 3 3 0 0,21-2-10 0 0,2 2-131 0 0,-4 3 110 0 0,1 0-25 0 0,-1 0 0 0 0,1 1-1 0 0,0 0 1 0 0,0 0 0 0 0,1 1 0 0 0,0 0-1 0 0,1 1 1 0 0,-9 13 0 0 0,-73 125 250 0 0,86-143-22 0 0,1 0-88 0 0,-4 15-162 0 0,4-14-42 0 0,3-1 27 0 0,5 15-108 0 0,-5-15-2 0 0,22-9-60 0 0,-20 4 239 0 0,1-2-109 0 0,10-5-5 0 0,-1-1-1 0 0,0-1 1 0 0,24-21-1 0 0,-35 28 295 0 0,0-1 14 0 0,52-67-111 0 0,-43 58-113 0 0,-10 10 89 0 0,1-1 187 0 0,28-33 200 0 0,-28 34-255 0 0,2 0-197 0 0,-5 2 9 0 0,1 0-1 0 0,1-1-1 0 0,-1 1 1 0 0,0 0-1 0 0,0 0 1 0 0,1-1 0 0 0,-1 1-1 0 0,1 0 1 0 0,-1 0-1 0 0,1 0 1 0 0,-1 1-1 0 0,1-1 1 0 0,2-1 97 0 0,1 2-72 0 0,19 0 175 0 0,-18 0-60 0 0,-1 4 21 0 0,3 3-139 0 0,-1 0 0 0 0,0 0 0 0 0,0 1-1 0 0,-1 0 1 0 0,0 0 0 0 0,-1 1 0 0 0,9 16-1 0 0,22 56 353 0 0,-34-77-280 0 0,-2-2-90 0 0,0 0-1 0 0,1-1 1 0 0,-1 1 0 0 0,1 0-1 0 0,-1 0 1 0 0,1-1-1 0 0,0 1 1 0 0,0 0-1 0 0,-1-1 1 0 0,1 1 0 0 0,0 0-1 0 0,2 1 1 0 0,0 1 15 0 0,0 2 170 0 0,0-3 88 0 0,13 14 149 0 0,-10-19-503 0 0,12-11 75 0 0,-1 0-1 0 0,0 0 1 0 0,0-2 0 0 0,-2 0-1 0 0,0-1 1 0 0,14-19-1 0 0,18-18 97 0 0,-35 41 166 0 0,0 0 1 0 0,0 1 0 0 0,1 1-1 0 0,0-1 1 0 0,23-11-1 0 0,-32 20 90 0 0,2 1 62 0 0,1 1-261 0 0,1 0-1 0 0,-1 0 1 0 0,1 1 0 0 0,-1 0 0 0 0,1 0 0 0 0,-1 1 0 0 0,0 0 0 0 0,0 1 0 0 0,0-1 0 0 0,0 1-1 0 0,6 4 1 0 0,87 51-2602 0 0,-67-38-1577 0 0,10 7-4746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38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52 302 692 0 0,'0'0'15090'0'0,"-3"-3"-14633"0"0,-13-11 1474 0 0,16 13-1922 0 0,0 1 0 0 0,0-1 0 0 0,1 1 0 0 0,-1-1 0 0 0,0 1 0 0 0,0 0 0 0 0,0-1 0 0 0,1 1 0 0 0,-1-1 0 0 0,0 1 0 0 0,1 0 0 0 0,-1-1 0 0 0,0 1 0 0 0,1 0 0 0 0,-1-1 0 0 0,0 1 0 0 0,1 0 0 0 0,-1 0 0 0 0,1-1 0 0 0,-1 1-1 0 0,1 0 1 0 0,-1 0 0 0 0,1 0 0 0 0,-1-1 0 0 0,0 1 0 0 0,2 0 0 0 0,-2 0-9 0 0,1 0 0 0 0,-1 0-1 0 0,1 0 1 0 0,-1 0-1 0 0,0 0 1 0 0,1-1-1 0 0,-1 1 1 0 0,1 0-1 0 0,-1 0 1 0 0,1 0-1 0 0,-1-1 1 0 0,0 1-1 0 0,1 0 1 0 0,-1-1-1 0 0,1 1 1 0 0,-1 0-1 0 0,0-1 1 0 0,0 1-1 0 0,1 0 1 0 0,-1-1 0 0 0,0 1-1 0 0,0-1 1 0 0,1 1-1 0 0,-1-1 1 0 0,0 1-1 0 0,0-1 1 0 0,4-3-20 0 0,7-8 89 0 0,-1 0 1 0 0,0-1 0 0 0,-1 0 0 0 0,0 0 0 0 0,-2-1 0 0 0,1 0-1 0 0,-1-1 1 0 0,-1 0 0 0 0,7-27 0 0 0,0-17-436 0 0,-11 52 289 0 0,-2 2-202 0 0,5-24-186 0 0,-10 30 424 0 0,-17 7-216 0 0,22-8 254 0 0,-1 0 0 0 0,1 0 0 0 0,0 0 0 0 0,-1 0 0 0 0,1 1 0 0 0,-1-1 0 0 0,1 0-1 0 0,-1 0 1 0 0,1 1 0 0 0,0-1 0 0 0,-1 0 0 0 0,1 0 0 0 0,0 1 0 0 0,-1-1 0 0 0,1 0 0 0 0,0 1 0 0 0,-1-1 0 0 0,1 1 0 0 0,0-1 0 0 0,0 0 0 0 0,-1 1 0 0 0,1-1 0 0 0,0 1 0 0 0,-40 73 110 0 0,-32 89 0 0 0,68-154-110 0 0,-3 16-110 0 0,4-3 83 0 0,-1 37-227 0 0,4-53 81 0 0,1 0-209 0 0,17 50-200 0 0,-16-52 548 0 0,3 1-32 0 0,11 13-127 0 0,-12-13 68 0 0,0-3-105 0 0,13 8 36 0 0,-13-8 145 0 0,2-2-206 0 0,-3 1 216 0 0,1-1 29 0 0,-1 0 0 0 0,1 1 0 0 0,-1-1 0 0 0,0 0 0 0 0,1-1 0 0 0,-1 1 0 0 0,1 0 0 0 0,-1-1 0 0 0,0 0 0 0 0,1 0 0 0 0,-1 0 0 0 0,0 0 0 0 0,0-1 0 0 0,0 1 0 0 0,5-4 0 0 0,8-11-8 0 0,-1-1 0 0 0,-1 0 0 0 0,0-1 0 0 0,18-32 1 0 0,-20 30 85 0 0,35-52 302 0 0,16-12 209 0 0,-60 80-708 0 0,1 1 43 0 0,10-10 180 0 0,-10 10 36 0 0,8 0-173 0 0,-12 2 73 0 0,1 1 0 0 0,0 0 0 0 0,0-1 0 0 0,0 1 0 0 0,0 0 0 0 0,0-1 0 0 0,-1 1 0 0 0,1 0 0 0 0,0 0 0 0 0,0 0 0 0 0,0 0 0 0 0,0 0 0 0 0,0 0 0 0 0,0 0 0 0 0,0 0 1 0 0,0 0-1 0 0,0 1 0 0 0,-1-1 0 0 0,1 0 0 0 0,0 0 0 0 0,0 1 0 0 0,0-1 0 0 0,1 1 0 0 0,2 1 36 0 0,0 1 1 0 0,0-1 0 0 0,0 1-1 0 0,0-1 1 0 0,0 1 0 0 0,-1 0-1 0 0,0 1 1 0 0,1-1 0 0 0,2 4-1 0 0,19 42-440 0 0,-23-45 325 0 0,-1 3-12 0 0,27 114 461 0 0,-27-116 17 0 0,27-14-272 0 0,-23 7-59 0 0,-5 2-78 0 0,1-1 1 0 0,-1 0 0 0 0,0 0 0 0 0,0 0-1 0 0,0 1 1 0 0,1-1 0 0 0,-1 0 0 0 0,0 0 0 0 0,1 1-1 0 0,-1-1 1 0 0,0 0 0 0 0,1 1 0 0 0,-1-1-1 0 0,1 0 1 0 0,-1 1 0 0 0,1-1 0 0 0,-1 1 0 0 0,1-1-1 0 0,0 0 1 0 0,11-13-139 0 0,12-21-35 0 0,2 0 1 0 0,30-31 0 0 0,-53 63 41 0 0,2 0 74 0 0,13-9 123 0 0,-13 9 28 0 0,2 4-246 0 0,0 0 176 0 0,-5-1-11 0 0,0 1 1 0 0,1-1 0 0 0,-1 1 0 0 0,0-1 0 0 0,1 0-1 0 0,-1 0 1 0 0,0 0 0 0 0,1-1 0 0 0,4 0 0 0 0,-3 5 18 0 0,2 1-49 0 0,-1 0-1 0 0,0 1 1 0 0,0 0-1 0 0,-1-1 1 0 0,1 2 0 0 0,-1-1-1 0 0,0 0 1 0 0,-1 1 0 0 0,0 0-1 0 0,4 9 1 0 0,7 41-479 0 0,-12-51-22 0 0,-2 0-207 0 0,0 18-363 0 0,0-18-687 0 0,-1 1-4242 0 0,-4 24 3138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38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41 105 2164 0 0,'0'0'3301'0'0,"-16"-43"1231"0"0,3 13-744 0 0,1-2-2920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39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415 667 2408 0 0,'1'-5'1232'0'0,"3"-15"-20"0"0,-4 15 2371 0 0,1 0-3165 0 0,-4-49 3548 0 0,2 49-2536 0 0,1 5-1425 0 0,0-1 1 0 0,0 0-1 0 0,0 1 1 0 0,0-1-1 0 0,-1 1 1 0 0,1-1-1 0 0,0 1 1 0 0,0 0 0 0 0,-1-1-1 0 0,1 1 1 0 0,0-1-1 0 0,0 1 1 0 0,-1-1-1 0 0,1 1 1 0 0,0 0-1 0 0,-1-1 1 0 0,1 1-1 0 0,-1-1 1 0 0,1 1 0 0 0,0 0-1 0 0,-1 0 1 0 0,1-1-1 0 0,-1 1 1 0 0,1 0-1 0 0,-1 0 1 0 0,1-1-1 0 0,-1 1 1 0 0,0 0-9 0 0,0 0 0 0 0,1 0 0 0 0,-1-1-1 0 0,1 1 1 0 0,-1 0 0 0 0,1-1 0 0 0,-1 1 0 0 0,1 0 0 0 0,-1-1 0 0 0,1 1 0 0 0,-1 0 0 0 0,1-1 0 0 0,-1 1-1 0 0,1-1 1 0 0,0 1 0 0 0,-1-1 0 0 0,1 1 0 0 0,0-1 0 0 0,-1 1 0 0 0,1-1 0 0 0,0 0 0 0 0,0 1-1 0 0,-1-2 1 0 0,-2 0 164 0 0,-43-20 86 0 0,40 20-97 0 0,-1 2-24 0 0,-20-1 67 0 0,20 0-170 0 0,0 2-18 0 0,-8 2 75 0 0,0 0 0 0 0,0 0-1 0 0,1 2 1 0 0,0 0 0 0 0,0 0 0 0 0,0 2-1 0 0,0 0 1 0 0,1 0 0 0 0,0 1 0 0 0,1 1 0 0 0,0 0-1 0 0,0 0 1 0 0,1 1 0 0 0,0 1 0 0 0,1 0-1 0 0,-11 14 1 0 0,13-15 7 0 0,0 1 0 0 0,1 0 0 0 0,0 0 1 0 0,1 1-1 0 0,0 0 0 0 0,1 0 0 0 0,-7 20 0 0 0,11-27-127 0 0,-2 28-17 0 0,3-27 177 0 0,2-1-130 0 0,0-2 0 0 0,0 0 1 0 0,0 0 0 0 0,0 0 0 0 0,0 0 0 0 0,1 0 0 0 0,-1-1 0 0 0,1 1 0 0 0,0-1-1 0 0,-1 0 1 0 0,1 0 0 0 0,0 0 0 0 0,1 0 0 0 0,-1 0 0 0 0,0 0 0 0 0,0-1 0 0 0,1 0-1 0 0,-1 0 1 0 0,5 1 0 0 0,-2-1-93 0 0,0 0 0 0 0,1 0-1 0 0,-1-1 1 0 0,1 0 0 0 0,-1-1 0 0 0,1 1-1 0 0,-1-1 1 0 0,0-1 0 0 0,1 1 0 0 0,9-5-1 0 0,2 0 43 0 0,-1-2 0 0 0,0 0 0 0 0,0-1 0 0 0,-1-1 0 0 0,0-1 0 0 0,-1 0 0 0 0,0-1 0 0 0,0 0 0 0 0,-2-1-1 0 0,1-1 1 0 0,-2 0 0 0 0,0-1 0 0 0,11-17 0 0 0,-11 11-3 0 0,0-1 0 0 0,-1 0 1 0 0,-1 0-1 0 0,-1-1 0 0 0,-1-1 0 0 0,-1 1 0 0 0,-1-1 1 0 0,-1-1-1 0 0,3-39 0 0 0,-4 6 366 0 0,-2 0 1 0 0,-3 1-1 0 0,-16-115 0 0 0,10 142 63 0 0,5 25-138 0 0,0 0-33 0 0,-8-14-67 0 0,8 14 142 0 0,-3 9-410 0 0,-15 11 1 0 0,12-4 75 0 0,-6 32 184 0 0,2 0 0 0 0,2 0 0 0 0,1 1 0 0 0,-3 55 0 0 0,10-63-105 0 0,2 0 0 0 0,0-1 0 0 0,3 1 1 0 0,1 0-1 0 0,1-1 0 0 0,11 35 1 0 0,-13-58 22 0 0,1-1 1 0 0,0 0 0 0 0,1 0 0 0 0,0 0 0 0 0,1 0 0 0 0,0-1 0 0 0,11 14 0 0 0,-12-18 0 0 0,1-1 1 0 0,-1 0-1 0 0,1 0 1 0 0,-1 0-1 0 0,2 0 1 0 0,-1-1-1 0 0,0 0 1 0 0,1-1-1 0 0,-1 1 1 0 0,1-1-1 0 0,0-1 1 0 0,0 1-1 0 0,1-1 1 0 0,11 2-1 0 0,-10-2 3 0 0,-6 0-19 0 0,1-1-1 0 0,-1-1 1 0 0,1 1 0 0 0,0 0-1 0 0,0-1 1 0 0,-1 0-1 0 0,1 0 1 0 0,5 0-1 0 0,0 0 21 0 0,27-3-23 0 0,-7-2 16 0 0,-1-2 1 0 0,0-2-1 0 0,0 0 0 0 0,44-22 0 0 0,-61 25 67 0 0,-9 5-103 0 0,0 0 0 0 0,0 0 0 0 0,0 0 0 0 0,0 0 0 0 0,-1 0 0 0 0,1 0 0 0 0,0-1 0 0 0,-1 1 0 0 0,1 0 0 0 0,-1-1 0 0 0,2-2 0 0 0,7-7-49 0 0,33-36-31 0 0,-36 40 23 0 0,-1-1-1 0 0,0 0 1 0 0,9-16-1 0 0,-8 12 67 0 0,-4 8 215 0 0,0-1 45 0 0,8-14-58 0 0,-8 14 88 0 0,0 1-310 0 0,6-14-78 0 0,-7 13 1278 0 0,0 6-1167 0 0,-1 0 0 0 0,1 0-1 0 0,-1 0 1 0 0,0 0 0 0 0,1 0-1 0 0,-1 0 1 0 0,0 1 0 0 0,0-1 0 0 0,0 0-1 0 0,0 0 1 0 0,0 1 0 0 0,1 2-1 0 0,-1-2 17 0 0,3 2 56 0 0,-3 1-13 0 0,3 15 79 0 0,-3-15-52 0 0,0 1-43 0 0,3 17-77 0 0,-2-17-298 0 0,-1-1-216 0 0,3 14-47 0 0,-3-14 89 0 0,1 0-1561 0 0,4 16-117 0 0,-4-16-1712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39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59 3080 0 0,'0'0'3289'0'0,"-13"-33"5467"0"0,-1 7-6599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40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281 68 120 0 0,'0'0'4205'0'0,"-3"3"-2713"0"0,-7 8 2249 0 0,8-20 2282 0 0,0-18-6043 0 0,-2 0-130 0 0,0 24 123 0 0,1 1 20 0 0,2 1 5 0 0,0 1 0 0 0,0-1 0 0 0,-1 0 0 0 0,1 0 0 0 0,0 1 0 0 0,0-1 0 0 0,0 0 0 0 0,0 0 0 0 0,0 0 0 0 0,0 0 0 0 0,0 0 0 0 0,-1-2 38 0 0,-2 5 64 0 0,-8 6 7 0 0,1 0-1 0 0,0 1 1 0 0,0 0-1 0 0,0 1 1 0 0,1 0-1 0 0,1 0 1 0 0,0 1 0 0 0,-11 16-1 0 0,-57 104 64 0 0,69-116-361 0 0,1 0-1 0 0,0 0 0 0 0,1 1 1 0 0,0 0-1 0 0,1 0 0 0 0,1 0 1 0 0,1 1-1 0 0,-2 24 0 0 0,4-39 73 0 0,1 0-1 0 0,0 0 1 0 0,0-1-1 0 0,0 1 0 0 0,0 0 1 0 0,0-1-1 0 0,1 1 1 0 0,-1 0-1 0 0,0-1 0 0 0,1 1 1 0 0,-1 0-1 0 0,1-1 0 0 0,0 1 1 0 0,0 1-1 0 0,2 2-272 0 0,-2 0-1335 0 0,3-1-1138 0 0,13 13 393 0 0,-13-13 257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42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186 994 1160 0 0,'3'-6'1736'0'0,"21"-44"2308"0"0,-22 46-2900 0 0,0-1-575 0 0,6-16-26 0 0,-6 16 877 0 0,-2 4-1389 0 0,0 1 1 0 0,0-1 0 0 0,-1 1-1 0 0,1-1 1 0 0,0 1 0 0 0,0-1-1 0 0,0 1 1 0 0,0-1 0 0 0,0 1-1 0 0,0-1 1 0 0,0 0 0 0 0,0 1-1 0 0,0-1 1 0 0,0 1 0 0 0,0-1-1 0 0,0 1 1 0 0,0-1 0 0 0,0 1-1 0 0,0-1 1 0 0,1 1 0 0 0,-1-1-1 0 0,0 0 1 0 0,1 0 0 0 0,3-21 2069 0 0,-5 14-1794 0 0,0 0 0 0 0,0 0 0 0 0,-1 0 0 0 0,-5-12 1 0 0,5 15 320 0 0,-2 2-508 0 0,-13-9-10 0 0,13 9 32 0 0,-1 2 126 0 0,-18-2 3 0 0,18 2-42 0 0,-1 4-28 0 0,-3 0-127 0 0,1 2 0 0 0,0-1 0 0 0,0 1 0 0 0,0 1 0 0 0,0 0 0 0 0,1 0 0 0 0,0 0 0 0 0,-12 14 0 0 0,7-2 17 0 0,0 1-1 0 0,1 0 1 0 0,1 1-1 0 0,-10 25 0 0 0,19-40-80 0 0,0 0 108 0 0,-3 16 26 0 0,3-16-19 0 0,7-6-364 0 0,26 0 213 0 0,-28-3-105 0 0,15-11 114 0 0,-14 12-87 0 0,-1 0-186 0 0,37-28-94 0 0,-37 29 359 0 0,22 13 190 0 0,-21-8-136 0 0,-4-1-47 0 0,-1-1 1 0 0,1 1-1 0 0,0 0 0 0 0,0-1 1 0 0,1 1-1 0 0,-1-1 0 0 0,0 1 1 0 0,0-1-1 0 0,1 0 1 0 0,-1 1-1 0 0,3 1 0 0 0,-4-3 11 0 0,3 4 56 0 0,2 0-137 0 0,12 13 25 0 0,-12-12 132 0 0,0-2-82 0 0,13 9 109 0 0,-13-9 92 0 0,2-3-116 0 0,10 1-114 0 0,0-1 0 0 0,0-1 0 0 0,1-1 0 0 0,-1 0-1 0 0,0-1 1 0 0,-1-1 0 0 0,1-1 0 0 0,-1 0 0 0 0,1-1-1 0 0,-1-1 1 0 0,-1 0 0 0 0,0-1 0 0 0,27-19 0 0 0,-26 16-44 0 0,0-1 0 0 0,-1-1 0 0 0,0 0 0 0 0,-1 0 1 0 0,-1-2-1 0 0,0 0 0 0 0,-1 0 0 0 0,-1-1 0 0 0,0-1 1 0 0,-1 0-1 0 0,-1 0 0 0 0,11-28 0 0 0,-3-11-95 0 0,17-109-1 0 0,-9-61-430 0 0,-14 121 621 0 0,-5 39 152 0 0,0 0 168 0 0,-6 60-79 0 0,1-2-38 0 0,0-21-164 0 0,-1 22 236 0 0,-3 10-221 0 0,-2 3-20 0 0,1-1 0 0 0,0 0 0 0 0,0 1 0 0 0,0 0-1 0 0,1 0 1 0 0,0 0 0 0 0,0 1 0 0 0,1-1-1 0 0,-3 11 1 0 0,-16 74 387 0 0,14-50-293 0 0,-34 193-27 0 0,36-176 62 0 0,4 98-1 0 0,2-134-111 0 0,1-1 0 0 0,2 0 0 0 0,0 0-1 0 0,1 0 1 0 0,1 0 0 0 0,1 0 0 0 0,15 31 0 0 0,-7-28-120 0 0,1-5 175 0 0,23 24-205 0 0,-29-36-16 0 0,-1-1 0 0 0,1 1 1 0 0,0-2-1 0 0,0 1 0 0 0,0-2 0 0 0,1 1 0 0 0,0-1 1 0 0,20 4-1 0 0,-27-6 45 0 0,5-2 7 0 0,-1-1 0 0 0,1 0 0 0 0,-1 0 1 0 0,0 0-1 0 0,1-1 0 0 0,-1 0 0 0 0,0-1 1 0 0,0 0-1 0 0,0 0 0 0 0,-1-1 0 0 0,1 0 1 0 0,10-7-1 0 0,99-89 272 0 0,-101 83-152 0 0,-2 0 1 0 0,0-1-1 0 0,14-25 1 0 0,-26 39 4 0 0,1 0-29 0 0,6-15 206 0 0,-7 14-11 0 0,0 1-2 0 0,0 0-157 0 0,3-13 316 0 0,-8 14-506 0 0,1 2 128 0 0,1-1 0 0 0,-1 1 0 0 0,1 0 0 0 0,-1 0 1 0 0,1 0-1 0 0,-1 0 0 0 0,0 0 0 0 0,1 0 0 0 0,-5-1 1 0 0,-3 5 25 0 0,-1 2 1 0 0,1-1-1 0 0,-15 11 1 0 0,23-15-41 0 0,-4 4-31 0 0,1 0 0 0 0,-1 1 0 0 0,1-1 0 0 0,0 1 0 0 0,0 0 1 0 0,0 0-1 0 0,1 1 0 0 0,-1-1 0 0 0,-2 8 0 0 0,0-1-18 0 0,1-4 23 0 0,0 0 13 0 0,0 0-1 0 0,1 0 0 0 0,0 1 1 0 0,1 0-1 0 0,-4 12 0 0 0,4-7 194 0 0,0 0-1 0 0,0 0 1 0 0,2 1-1 0 0,-1-1 0 0 0,2 1 1 0 0,0-1-1 0 0,3 19 1 0 0,-2-30-150 0 0,0 0 1 0 0,0-1-1 0 0,0 1 1 0 0,1-1-1 0 0,-1 1 0 0 0,1-1 1 0 0,-1 0-1 0 0,1 0 1 0 0,0 0-1 0 0,0 0 1 0 0,0 0-1 0 0,0 0 0 0 0,1 0 1 0 0,-1-1-1 0 0,3 3 1 0 0,-1-2 23 0 0,-1 0-39 0 0,1 0 1 0 0,-1-1-1 0 0,0 1 1 0 0,1-1-1 0 0,-1 0 1 0 0,1 0-1 0 0,-1 0 1 0 0,1 0-1 0 0,0-1 1 0 0,-1 0-1 0 0,1 1 1 0 0,4-2-1 0 0,42-4-287 0 0,-49 4 262 0 0,5 0-35 0 0,4 0 52 0 0,1-1 1 0 0,-1-1 0 0 0,-1 0 0 0 0,1 0-1 0 0,16-8 1 0 0,18-12-240 0 0,44-36 263 0 0,-84 56 156 0 0,0-1 79 0 0,11-9-128 0 0,-11 10 312 0 0,-5 5-597 0 0,1 0 136 0 0,-1-1-1 0 0,0 1 1 0 0,0 0-1 0 0,0-1 1 0 0,0 1-1 0 0,0-1 1 0 0,0 1-1 0 0,0-1 1 0 0,-1 0-1 0 0,1 1 0 0 0,-2 0 1 0 0,2-1 8 0 0,-3 4 121 0 0,4 2-140 0 0,0-3 10 0 0,-1 0 35 0 0,1 1 1 0 0,0-1-1 0 0,0 1 0 0 0,0-1 0 0 0,1 0 0 0 0,-1 1 0 0 0,1-1 0 0 0,0 0 0 0 0,0 1 0 0 0,1-1 0 0 0,-1 0 0 0 0,4 5 0 0 0,23 39 273 0 0,7-2-122 0 0,-34-45-199 0 0,10 15 112 0 0,-1 0-1 0 0,0 1 0 0 0,9 24 0 0 0,-17-35 21 0 0,0 0 1 0 0,0 0-1 0 0,-1 0 1 0 0,1 0-1 0 0,-1 1 1 0 0,-1-1-1 0 0,1 0 1 0 0,-1 1-1 0 0,-1-1 0 0 0,1 0 1 0 0,-1 1-1 0 0,0-1 1 0 0,0 0-1 0 0,-5 12 1 0 0,1-5 23 0 0,-1 0-1 0 0,-1 0 1 0 0,-1-1 0 0 0,1 0 0 0 0,-2-1 0 0 0,0 0 0 0 0,0 0-1 0 0,-1-1 1 0 0,0 0 0 0 0,-1 0 0 0 0,-17 11 0 0 0,16-13-399 0 0,0-1 0 0 0,0 0-1 0 0,0-1 1 0 0,-1 0 0 0 0,0-1 0 0 0,-24 6 0 0 0,29-9-333 0 0,1-1-1 0 0,-1 1 0 0 0,1-2 1 0 0,-1 1-1 0 0,-10-1 1 0 0,15-1 93 0 0,-1 1 0 0 0,1-1 0 0 0,0 0 0 0 0,-1 0 0 0 0,1 0 0 0 0,0 0 0 0 0,-6-4 0 0 0,-12-11-6656 0 0,-10-16 2219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42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20 185 1072 0 0,'0'0'9025'0'0,"-20"-15"-6053"0"0,45-13-2444 0 0,-5 10-72 0 0,-1 2-148 0 0,2-3-136 0 0,4 0-292 0 0,-2-1-408 0 0,-2 1-576 0 0,4 3-2672 0 0,-1 1 1180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49:44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267 171 900 0 0,'0'0'7572'0'0,"0"-6"-7315"0"0,11-45 2339 0 0,-9 47-704 0 0,-3-2-1752 0 0,0-18-140 0 0,0 18 1456 0 0,1 1-1336 0 0,-5-19 45 0 0,1 22-6 0 0,-12-6 3 0 0,12 6 1943 0 0,0-31-2155 0 0,-1 34 138 0 0,-44 14 69 0 0,44-13-176 0 0,4-1 15 0 0,0-1 0 0 0,0 0 0 0 0,-1 1 0 0 0,1 0 1 0 0,0-1-1 0 0,0 1 0 0 0,0 0 0 0 0,0-1 0 0 0,-1 1 1 0 0,1 0-1 0 0,0 0 0 0 0,-1 2 0 0 0,1-2-2 0 0,-3 1 262 0 0,0 1-98 0 0,-14 7-194 0 0,13-8 128 0 0,2 1-65 0 0,-7 8-85 0 0,1-1-1 0 0,1 1 1 0 0,0 0 0 0 0,-13 23 0 0 0,11-11 175 0 0,0 1 1 0 0,1 0 0 0 0,-5 27 0 0 0,-13 36 257 0 0,21-57-301 0 0,6-23-62 0 0,-1-1 28 0 0,1 2-23 0 0,0 60 484 0 0,0-62-367 0 0,2-1 70 0 0,4 14 52 0 0,-5-14-13 0 0,3-1 2 0 0,1 0-226 0 0,0 0 0 0 0,0-1 0 0 0,0 1 0 0 0,0-1 0 0 0,0 0 0 0 0,1 0 0 0 0,-1 0 0 0 0,1-1 0 0 0,0 0 0 0 0,0 0 0 0 0,0-1 0 0 0,8 2 0 0 0,46 1-1812 0 0,-38-2-67 0 0,-4-1-396 0 0,-5-1-898 0 0,12 0-639 0 0,-19 0-592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0:04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587 139 2152 0 0,'0'0'2005'0'0,"-4"-4"-231"0"0,-14-14 5376 0 0,14 16-6288 0 0,-51-39 4140 0 0,52 38-5113 0 0,0-2-354 0 0,-6-14 366 0 0,7 14-88 0 0,1 5 40 0 0,1 0 152 0 0,-1 0 1 0 0,1 0-1 0 0,-1-1 1 0 0,1 1-1 0 0,-1 0 1 0 0,1 0-1 0 0,-1 0 1 0 0,1-1-1 0 0,-1 1 1 0 0,1 0-1 0 0,-1 0 1 0 0,1-1 0 0 0,-1 1-1 0 0,1 0 1 0 0,-1-1-1 0 0,1 1 1 0 0,0 0-1 0 0,-1-1 1 0 0,1 1-1 0 0,0-1 1 0 0,-1 0-1 0 0,-14-12-48 0 0,0 5 104 0 0,11 6 16 0 0,-2 0-61 0 0,-17-5-6 0 0,17 5 17 0 0,-1 2-40 0 0,-11 1-16 0 0,1 0 1 0 0,0 1 0 0 0,0 1 0 0 0,-1 0 0 0 0,2 2 0 0 0,-1 0-1 0 0,0 1 1 0 0,1 0 0 0 0,0 1 0 0 0,1 1 0 0 0,0 1-1 0 0,0 0 1 0 0,-23 19 0 0 0,23-14-13 0 0,1 1 1 0 0,0 0-1 0 0,1 1 0 0 0,1 0 0 0 0,1 1 1 0 0,0 1-1 0 0,1 0 0 0 0,0 0 0 0 0,2 1 1 0 0,0 0-1 0 0,-8 35 0 0 0,10-4-257 0 0,6-48 274 0 0,-1 1 1 0 0,1-1 0 0 0,0 1 0 0 0,-1-1-1 0 0,1 1 1 0 0,1-1 0 0 0,-1 0 0 0 0,0 1-1 0 0,0-1 1 0 0,1 1 0 0 0,0-1 0 0 0,-1 1 0 0 0,2 1-1 0 0,1 3 18 0 0,2 6-66 0 0,-2-8-118 0 0,-1-2 50 0 0,0 0 0 0 0,0 0 0 0 0,0 0 0 0 0,0 0 0 0 0,1-1 0 0 0,-1 1 0 0 0,1-1 0 0 0,-1 1 0 0 0,1-1 0 0 0,0 0 0 0 0,0 0-1 0 0,0 0 1 0 0,0-1 0 0 0,0 1 0 0 0,7 2 0 0 0,18 2-1970 0 0,0-1-1 0 0,0-1 0 0 0,33 0 1 0 0,-24-4-195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0:04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181 133 900 0 0,'0'0'2349'0'0,"3"-5"-466"0"0,6-17-239 0 0,-7 17 1323 0 0,0-1-1909 0 0,4-17-75 0 0,-5 17 1528 0 0,-1 0-2126 0 0,-1 0-99 0 0,-1 0 0 0 0,1 0 0 0 0,-1-1 0 0 0,0 1 0 0 0,-5-11 0 0 0,4 13 28 0 0,-1 3-126 0 0,-14-4 11 0 0,14 4-248 0 0,-1 2-86 0 0,-4 3 173 0 0,1 0 0 0 0,0 0 0 0 0,0 1 0 0 0,1 0 0 0 0,-1 0 0 0 0,1 1 0 0 0,0 0 0 0 0,1 0 0 0 0,-1 1 0 0 0,1 0 0 0 0,0 0 1 0 0,-8 15-1 0 0,-3 0 117 0 0,15-21-155 0 0,1 1 0 0 0,0-1 1 0 0,-1 1-1 0 0,1-1 0 0 0,0 1 0 0 0,0 0 0 0 0,0 0 1 0 0,0 0-1 0 0,0 0 0 0 0,0 0 0 0 0,0 2 0 0 0,-6 19-161 0 0,-3-1 172 0 0,8-17 31 0 0,1 1-35 0 0,-1 18-111 0 0,2-17 183 0 0,1-6-75 0 0,0 1 0 0 0,-1 0 0 0 0,1 0-1 0 0,0-1 1 0 0,-1 1 0 0 0,1 0 0 0 0,0 0 0 0 0,-1 0 0 0 0,0 0 0 0 0,1 2 0 0 0,0 1 194 0 0,29-1-363 0 0,-25-3 129 0 0,2-3 83 0 0,17-6-177 0 0,-1-1-1 0 0,0 0 0 0 0,22-14 1 0 0,-41 21 9 0 0,1-2-86 0 0,14-9 27 0 0,-14 10 365 0 0,-3 0 1 0 0,0 2-168 0 0,-1 0 0 0 0,0 0 1 0 0,0 0-1 0 0,0-1 0 0 0,1 1 0 0 0,-1 0 0 0 0,0 0 1 0 0,0 0-1 0 0,-1-1 0 0 0,1 1 0 0 0,1-2 1 0 0,2 5-259 0 0,14 4 206 0 0,-14-4 164 0 0,2 25-34 0 0,-5-22-82 0 0,1-1 84 0 0,0-1-42 0 0,0 1 0 0 0,0-1 0 0 0,0 0 0 0 0,1 0 0 0 0,-1 0 0 0 0,1-1 0 0 0,0 1 0 0 0,-1-1 0 0 0,7 5 0 0 0,-5-5-138 0 0,1-5 208 0 0,14-8-138 0 0,-15 9-162 0 0,0-3 19 0 0,43-55 252 0 0,-45 56-189 0 0,1 0 157 0 0,-1 2-33 0 0,-1 1-13 0 0,0 0-1 0 0,0 0 0 0 0,0 0 0 0 0,1-1 0 0 0,-1 1 0 0 0,-1 0 0 0 0,1-1 0 0 0,0 1 0 0 0,0-1 0 0 0,0 1 0 0 0,-1-1 0 0 0,2-2 77 0 0,1 0-14 0 0,-1 2-82 0 0,0 0-1 0 0,0-1 0 0 0,0 1 0 0 0,0 0 1 0 0,1 0-1 0 0,-1 1 0 0 0,1-1 0 0 0,-1 0 1 0 0,1 1-1 0 0,0-1 0 0 0,-1 1 1 0 0,1 0-1 0 0,0 0 0 0 0,0 0 0 0 0,0 0 1 0 0,5 0-1 0 0,-3 5 9 0 0,-4-4-6 0 0,10 8-36 0 0,0 0 0 0 0,-1 1 1 0 0,0 0-1 0 0,0 0 0 0 0,-1 1 0 0 0,12 17 1 0 0,38 48 954 0 0,-55-72-858 0 0,14-17-101 0 0,-15 12 0 0 0,1-3 120 0 0,7-12-84 0 0,1 2 0 0 0,0-1 0 0 0,1 2 0 0 0,1 0-1 0 0,19-15 1 0 0,-29 26-89 0 0,11-1 325 0 0,-13 3-207 0 0,-1 1 1 0 0,0-1-1 0 0,0 1 0 0 0,1 0 0 0 0,-1-1 0 0 0,0 1 1 0 0,1 0-1 0 0,-1 0 0 0 0,0 0 0 0 0,1 0 1 0 0,-1 0-1 0 0,0 0 0 0 0,1 0 0 0 0,-1 0 0 0 0,0 0 1 0 0,1 1-1 0 0,-1-1 0 0 0,0 0 0 0 0,1 1 1 0 0,0 0-1 0 0,7 1 34 0 0,-6-2-14 0 0,0 1 0 0 0,0 0 0 0 0,1 0 0 0 0,-1 0 1 0 0,0 0-1 0 0,0 0 0 0 0,0 1 0 0 0,6 3 0 0 0,25 14 207 0 0,115 57-960 0 0,-69-46-3016 0 0,-61-24 1136 0 0,1-1 0 0 0,22 2 0 0 0,-5-4-1824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0:06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113 424 728 0 0,'0'0'11036'0'0,"-6"0"-9855"0"0,-2-1-819 0 0,-3 1-39 0 0,-1-1 3921 0 0,15-3-4188 0 0,10-9 19 0 0,1 1 0 0 0,26-19 0 0 0,-3 4 73 0 0,0-1-1 0 0,-2-2 1 0 0,31-35-1 0 0,-63 61-146 0 0,0 0-226 0 0,8-13 133 0 0,-9 12 16 0 0,-2-1-435 0 0,-1-18 454 0 0,0 17-5 0 0,0 6-99 0 0,-1 0 158 0 0,1 0 1 0 0,0 1 0 0 0,-1-1-1 0 0,1 0 1 0 0,-1 0-1 0 0,0 1 1 0 0,1-1-1 0 0,-1 1 1 0 0,0 0 0 0 0,1-1-1 0 0,-4 1 1 0 0,1-1-6 0 0,-1-1-20 0 0,-2 3-19 0 0,-8 1 20 0 0,-1 1 0 0 0,0 1 0 0 0,1 0 0 0 0,0 1 0 0 0,0 1 0 0 0,0 0 0 0 0,1 1 0 0 0,0 0 0 0 0,0 1 0 0 0,0 1 0 0 0,1 0 0 0 0,1 1 0 0 0,-13 13 0 0 0,17-16 11 0 0,1 0 6 0 0,0-1-1 0 0,0 1 0 0 0,1 0 0 0 0,0 1 1 0 0,0-1-1 0 0,1 1 0 0 0,0 1 0 0 0,0-1 0 0 0,1 1 1 0 0,0-1-1 0 0,1 1 0 0 0,-5 19 0 0 0,7-26 16 0 0,0 0 1 0 0,1 0-1 0 0,-1 0 0 0 0,1 1 1 0 0,-1-1-1 0 0,1 0 0 0 0,0 0 0 0 0,0 1 1 0 0,0-1-1 0 0,0 0 0 0 0,0 0 1 0 0,1 4-1 0 0,0 1 26 0 0,-1-1-41 0 0,3 0-41 0 0,-1-2 64 0 0,0 1 0 0 0,0-1 0 0 0,0 1 1 0 0,1-1-1 0 0,0 0 0 0 0,0 0 0 0 0,0-1 0 0 0,0 1 0 0 0,1 0 1 0 0,-1-1-1 0 0,1 0 0 0 0,0 0 0 0 0,0 0 0 0 0,0 0 1 0 0,0-1-1 0 0,9 4 0 0 0,41 8-268 0 0,-26-10 257 0 0,-5-6 311 0 0,-5 2-330 0 0,0 0 1 0 0,0-2-1 0 0,-1 0 0 0 0,24-7 1 0 0,16-16 319 0 0,-36 12-291 0 0,0-2 0 0 0,-1 0 0 0 0,-1-1 0 0 0,0-2 0 0 0,-1 0 0 0 0,-1 0 0 0 0,24-35 0 0 0,-4 7-172 0 0,109-115-138 0 0,-104 121 29 0 0,-38 36 419 0 0,-1 1 64 0 0,11-13-73 0 0,-16 12-45 0 0,-10-14-57 0 0,-15 23 55 0 0,22-4-253 0 0,-12 16 36 0 0,13-14 272 0 0,2 2-289 0 0,-6 16 69 0 0,6-16 356 0 0,2 1-128 0 0,0 17-57 0 0,0-18-110 0 0,0-4 9 0 0,1-1 0 0 0,-1 0 0 0 0,0 0 0 0 0,1 1 0 0 0,-1-1 0 0 0,1 0 0 0 0,-1 1 0 0 0,0-1 0 0 0,1 1 0 0 0,-1-1 0 0 0,0 0 0 0 0,1 1 0 0 0,-1-1 0 0 0,0 1 0 0 0,0-1 0 0 0,1 1 0 0 0,-1-1 0 0 0,0 1 1 0 0,0-1-1 0 0,0 1 0 0 0,0-1 0 0 0,1 1 0 0 0,-1 0 0 0 0,8 17 18 0 0,4-7-87 0 0,0 0 0 0 0,1-1-1 0 0,0 0 1 0 0,0 0-1 0 0,20 8 1 0 0,-21-10 23 0 0,-6-4 7 0 0,-1 0 1 0 0,1 1 0 0 0,-1 0-1 0 0,0 0 1 0 0,0 1-1 0 0,-1-1 1 0 0,1 1-1 0 0,-1 0 1 0 0,-1 0-1 0 0,1 1 1 0 0,-1-1 0 0 0,0 1-1 0 0,3 12 1 0 0,-4-15 57 0 0,-1-2-29 0 0,-1-1 0 0 0,1 1 0 0 0,0 0 0 0 0,-1 0 0 0 0,1 0 0 0 0,-1 0 0 0 0,0-1 0 0 0,0 1 0 0 0,1 0 0 0 0,-1 0 0 0 0,-1 0 0 0 0,1 3 0 0 0,-1 0 7 0 0,2 1 91 0 0,-2 2-166 0 0,1 2 148 0 0,0 0-41 0 0,0 1-1 0 0,-1-1 0 0 0,0 1 1 0 0,-1-1-1 0 0,0 0 0 0 0,0 0 1 0 0,-1 0-1 0 0,-1 0 1 0 0,0 0-1 0 0,-9 17 0 0 0,9-21 18 0 0,1 1 0 0 0,-1-1 0 0 0,-1 0 0 0 0,1 0 0 0 0,-1 0 0 0 0,0-1 0 0 0,0 1 0 0 0,-1-1 0 0 0,1 0 0 0 0,-1-1 0 0 0,-1 0 0 0 0,1 0 0 0 0,0 0 0 0 0,-1 0 0 0 0,0-1 0 0 0,0 0 0 0 0,0-1 0 0 0,-10 3 0 0 0,14-4-734 0 0,-9 3 1517 0 0,7-3-4327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0:07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0 924 0 0,'0'0'13557'0'0,"3"4"-13298"0"0,1 2-141 0 0,-1 0 0 0 0,0 0 0 0 0,0 0 0 0 0,-1 1 0 0 0,0-1-1 0 0,0 1 1 0 0,0 0 0 0 0,1 9 0 0 0,6 69 23 0 0,-6-46 351 0 0,24 133-548 0 0,-26-170 48 0 0,0 1 1 0 0,-1 0 0 0 0,1 0 0 0 0,-1-1 0 0 0,1 1 0 0 0,-1 0 0 0 0,0 0 0 0 0,0 0 0 0 0,0 4 0 0 0,0 24 576 0 0,3-6-373 0 0,-2-18-240 0 0,0-1 100 0 0,0 22-83 0 0,-1-21 295 0 0,-1-2-427 0 0,-6 15-27 0 0,5-15 200 0 0,-37-5-368 0 0,34-3 317 0 0,2 1 45 0 0,2 1 3 0 0,-1 0 0 0 0,1 0 0 0 0,0 0 1 0 0,-1 0-1 0 0,1 0 0 0 0,-1 0 0 0 0,1 0 0 0 0,-1 1 1 0 0,1-1-1 0 0,-1 1 0 0 0,0-1 0 0 0,-2 0 89 0 0,0-1 187 0 0,-11-9-32 0 0,11 8-100 0 0,1 0-263 0 0,2 2 85 0 0,0 0 12 0 0,0 0 0 0 0,0 0 0 0 0,0 0 0 0 0,0 0-1 0 0,0 0 1 0 0,0 0 0 0 0,0 0 0 0 0,0 0 0 0 0,0-1 0 0 0,1 1 0 0 0,-1 0-1 0 0,0-3 1 0 0,1 3 3 0 0,0 0 0 0 0,1-1 0 0 0,-1 1 0 0 0,1-1 0 0 0,-1 1 0 0 0,1 0 0 0 0,-1 0 0 0 0,1-1 0 0 0,0 1 0 0 0,0 0 0 0 0,0 0 0 0 0,1-2 0 0 0,0 0-2 0 0,1-1 72 0 0,1 0 112 0 0,3-1-173 0 0,-1 0 1 0 0,1 0 0 0 0,0 1 0 0 0,0 0 0 0 0,1 0 0 0 0,-1 0 0 0 0,1 1 0 0 0,-1 0 0 0 0,1 1-1 0 0,0 0 1 0 0,9-1 0 0 0,-17 3 8 0 0,9-2 34 0 0,1 2 0 0 0,-1-1 0 0 0,0 1 0 0 0,1 1 0 0 0,-1-1 0 0 0,1 2 0 0 0,-1-1 0 0 0,0 1 0 0 0,0 1 0 0 0,10 3 0 0 0,-14-3-26 0 0,1 0 25 0 0,0 0-1 0 0,0 1 1 0 0,0 0-1 0 0,0 0 1 0 0,0 0-1 0 0,-1 1 1 0 0,0-1-1 0 0,0 2 1 0 0,0-1-1 0 0,-1 0 1 0 0,0 1-1 0 0,0 0 1 0 0,0 0-1 0 0,4 9 1 0 0,17 88-465 0 0,-11-58-1486 0 0,-9-30 899 0 0,-3-10-1035 0 0,0-1-1366 0 0,7 12 342 0 0,-7-11-203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0:07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69 3956 0 0,'0'0'5857'0'0,"-11"-27"107"0"0,1-1-5327 0 0,33 15-13623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0:08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2 262 612 0 0,'0'0'6120'0'0,"-1"-6"-3880"0"0,0-24 3274 0 0,2 24-4905 0 0,2-26 657 0 0,-3 32-1252 0 0,0-1 0 0 0,0 1 0 0 0,0-1 0 0 0,0 1-1 0 0,0-1 1 0 0,0 1 0 0 0,1-1 0 0 0,-1 1 0 0 0,0-1 0 0 0,0 1 0 0 0,0 0 0 0 0,1-1 0 0 0,-1 1 0 0 0,0-1 0 0 0,1 1 0 0 0,-1 0-1 0 0,0-1 1 0 0,1 1 0 0 0,-1 0 0 0 0,0-1 0 0 0,1 1 0 0 0,-1 0 0 0 0,1-1 0 0 0,0 1 0 0 0,-1 0 0 0 0,1-1 0 0 0,-1 1 0 0 0,1 0 1 0 0,-1 0-1 0 0,0-1 0 0 0,1 1 0 0 0,-1 0 1 0 0,0-1-1 0 0,1 1 0 0 0,-1 0 0 0 0,0-1 1 0 0,1 1-1 0 0,-1-1 0 0 0,0 1 0 0 0,0 0 1 0 0,1-1-1 0 0,-1 1 0 0 0,0-1 0 0 0,0 1 1 0 0,0-1-1 0 0,0 1 0 0 0,1-1 0 0 0,-1 1 1 0 0,0-2-1 0 0,6 3 58 0 0,17 2 48 0 0,-17-2-188 0 0,-2 3 37 0 0,2 3 37 0 0,-1 0 0 0 0,-1 0 0 0 0,1 0 0 0 0,-1 0 0 0 0,0 1 0 0 0,-1 0 0 0 0,1 0 0 0 0,-2 0 0 0 0,3 9 0 0 0,4 37-301 0 0,-9-49 226 0 0,1 2 109 0 0,0 22-135 0 0,-1-22 152 0 0,0 0-125 0 0,-1 19 8 0 0,0-20 149 0 0,0-11-1244 0 0,-6-15 1239 0 0,5 15 197 0 0,3-1-99 0 0,2-22-228 0 0,-2 21 158 0 0,1 0 185 0 0,6-19-305 0 0,-6 19-108 0 0,1 0 19 0 0,6-16 218 0 0,1 1 1 0 0,19-31 0 0 0,-27 49-8 0 0,2 0-191 0 0,12-11 2 0 0,-13 11 29 0 0,2 2 144 0 0,0 0-67 0 0,0 1 1 0 0,0-1-1 0 0,0 1 0 0 0,1 0 0 0 0,-1 0 0 0 0,1 0 0 0 0,7 1 1 0 0,-7 0 260 0 0,-2 3-106 0 0,-1-2-145 0 0,0 1-45 0 0,0-1 0 0 0,-1 1 1 0 0,1 0-1 0 0,0 0 1 0 0,-1 0-1 0 0,1 0 1 0 0,-1 0-1 0 0,1 0 0 0 0,-1 1 1 0 0,0-1-1 0 0,0 1 1 0 0,0-1-1 0 0,0 1 1 0 0,1 4-1 0 0,1-1 34 0 0,-1 1 1 0 0,-1 0-1 0 0,1 0 0 0 0,-1 0 1 0 0,0 0-1 0 0,-1 1 1 0 0,0-1-1 0 0,1 13 0 0 0,-3-12-63 0 0,2-2 4 0 0,-2 2-155 0 0,-7 60-166 0 0,8-63 194 0 0,-1 1 218 0 0,0 18-264 0 0,51-122 581 0 0,-25 51-355 0 0,-12 20 259 0 0,1 1 1 0 0,1 0-1 0 0,32-39 1 0 0,11-16 699 0 0,-55 78-1066 0 0,-3 3 87 0 0,1-1 0 0 0,-1 1 0 0 0,1 0 0 0 0,0 0 0 0 0,-1 0 0 0 0,1 0 0 0 0,-1 0 0 0 0,1-1 0 0 0,-1 1 0 0 0,1 0 0 0 0,-1 0 0 0 0,1-1 0 0 0,-1 1 0 0 0,1 0 0 0 0,-1-1 0 0 0,0 1 0 0 0,1-1 0 0 0,-1 1 0 0 0,1-1 0 0 0,-1 1 0 0 0,0-1 0 0 0,1 0 0 0 0,-1 1 17 0 0,0-1 0 0 0,1 1 0 0 0,-1-1 0 0 0,1 1 0 0 0,-1-1 0 0 0,0 1 0 0 0,1 0 0 0 0,-1-1 0 0 0,1 1 0 0 0,-1-1 0 0 0,1 1-1 0 0,-1 0 1 0 0,1-1 0 0 0,0 1 0 0 0,-1 0 0 0 0,1 0 0 0 0,-1-1 0 0 0,1 1 0 0 0,0 0 0 0 0,-1 0 0 0 0,1 0 0 0 0,-1 0 0 0 0,1 0 0 0 0,0 0-1 0 0,-1 0 1 0 0,1 0 0 0 0,0 0 0 0 0,-1 0 0 0 0,1 0 0 0 0,-1 0 0 0 0,1 0 0 0 0,1 1 0 0 0,3 1 52 0 0,-1 0 1 0 0,1 1-1 0 0,0-1 1 0 0,-1 1-1 0 0,1 0 0 0 0,-1 1 1 0 0,0-1-1 0 0,0 1 1 0 0,0-1-1 0 0,-1 1 1 0 0,1 0-1 0 0,-1 1 1 0 0,3 4-1 0 0,32 60 540 0 0,-27-48-1198 0 0,1 1 0 0 0,1-1 0 0 0,21 26-1 0 0,-29-43-149 0 0,0 0-1 0 0,0 0 1 0 0,1-1-1 0 0,-1 1 1 0 0,1-1-1 0 0,-1 0 0 0 0,1-1 1 0 0,0 0-1 0 0,8 2 1 0 0,-9-2-38 0 0,9 3-2867 0 0,21 3-510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0:09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438 870 96 0 0,'0'0'2182'0'0,"3"-4"-552"0"0,12-13-404 0 0,-12 12-218 0 0,-3 5-948 0 0,0-1 0 0 0,0 0 0 0 0,1 1 0 0 0,-1-1 0 0 0,0 1 0 0 0,0-1 0 0 0,0 0 0 0 0,0 1 0 0 0,1-1 0 0 0,-1 0 0 0 0,0 1 0 0 0,1-1 0 0 0,-1 1 0 0 0,0-1 0 0 0,1 1 0 0 0,-1-1 0 0 0,1 1 0 0 0,-1-1 0 0 0,2 0 0 0 0,9-14 3985 0 0,-8 8-3179 0 0,0-1 0 0 0,-1-1 0 0 0,0 1 0 0 0,1-8 0 0 0,-2 10-208 0 0,-3 1-478 0 0,-3-14-65 0 0,3 15 195 0 0,-10-14 146 0 0,10 15-160 0 0,0 0-273 0 0,0 0 1 0 0,-1 0-1 0 0,1 0 0 0 0,0 1 0 0 0,-1-1 0 0 0,0 1 0 0 0,1-1 0 0 0,-1 1 0 0 0,0 0 0 0 0,0 0 1 0 0,-5-1-1 0 0,5 0-166 0 0,-3 2 117 0 0,-17-1 128 0 0,17 1-58 0 0,-1 3 29 0 0,0-2-43 0 0,4 1-25 0 0,0-1 1 0 0,0 0-1 0 0,0 1 1 0 0,0 0-1 0 0,0 0 1 0 0,0 0-1 0 0,0 0 1 0 0,-5 3-1 0 0,-17 8 92 0 0,1 2 0 0 0,0 0 1 0 0,1 2-1 0 0,0 1 0 0 0,2 0 0 0 0,-27 28 1 0 0,7-2 278 0 0,-67 95 0 0 0,104-133-162 0 0,0 5 8 0 0,1 2 601 0 0,17-20-783 0 0,0-1 1 0 0,22-20 0 0 0,-33 26-82 0 0,1 0 50 0 0,-2 0 10 0 0,2 0-114 0 0,0-1 1 0 0,0 1-1 0 0,0-1 1 0 0,0 1-1 0 0,0 1 0 0 0,1-1 1 0 0,6-3-1 0 0,-6 10 29 0 0,11 12 137 0 0,-12-12-84 0 0,0 2 79 0 0,4 7-7 0 0,0 0 0 0 0,2 0 0 0 0,-1-1 0 0 0,2 0 1 0 0,20 19-1 0 0,-27-28-48 0 0,0-1-1 0 0,0 0 1 0 0,0 0 0 0 0,0 0-1 0 0,1 0 1 0 0,-1-1 0 0 0,1 0-1 0 0,-1 0 1 0 0,1 0 0 0 0,-1 0-1 0 0,1-1 1 0 0,6 1 0 0 0,-7-1 33 0 0,5 0-10 0 0,-1 0 1 0 0,0 0 0 0 0,0-1 0 0 0,0 0 0 0 0,1 0 0 0 0,-1-1 0 0 0,0 0 0 0 0,13-6 0 0 0,-3 0-17 0 0,0 0 1 0 0,19-14-1 0 0,-15 8-273 0 0,-1-1 0 0 0,-1-2 0 0 0,-1 0 0 0 0,0-1 1 0 0,-2 0-1 0 0,0-2 0 0 0,-1 0 0 0 0,0-1 0 0 0,-2-1 0 0 0,-1 0 0 0 0,-1 0 0 0 0,19-48 1 0 0,-4-11-412 0 0,-3-2 1 0 0,20-131 0 0 0,-30 137 550 0 0,-8 44 26 0 0,16-93-110 0 0,-14 60 288 0 0,-7 61-91 0 0,-1-1-76 0 0,0-19 0 0 0,0 19 60 0 0,0 6-80 0 0,-1 0 103 0 0,1 0 0 0 0,-1 0 0 0 0,1-1 0 0 0,-1 1 0 0 0,1 0 1 0 0,-1 0-1 0 0,1-1 0 0 0,-1 1 0 0 0,1 0 0 0 0,-1 0 1 0 0,1-1-1 0 0,0 1 0 0 0,-1 0 0 0 0,1-1 0 0 0,0 1 1 0 0,-1-1-1 0 0,1 1 0 0 0,0-1 0 0 0,0 1 0 0 0,-1 0 0 0 0,1-1 1 0 0,0 1-1 0 0,0-1 0 0 0,0 1 0 0 0,-1-2 0 0 0,1 2 4 0 0,0-1-1 0 0,0 1 0 0 0,0-1 1 0 0,0 1-1 0 0,-1-1 1 0 0,1 1-1 0 0,0-1 0 0 0,0 1 1 0 0,-1 0-1 0 0,1-1 0 0 0,0 1 1 0 0,-1-1-1 0 0,1 1 1 0 0,0 0-1 0 0,-1-1 0 0 0,1 1 1 0 0,0 0-1 0 0,-1-1 0 0 0,1 1 1 0 0,-1 0-1 0 0,1-1 1 0 0,-1 1-1 0 0,1 0 0 0 0,-1 0 1 0 0,1 0-1 0 0,-1-1 0 0 0,-3 6 254 0 0,-9 13-119 0 0,1 1 1 0 0,1 0 0 0 0,0 1-1 0 0,2 0 1 0 0,0 1 0 0 0,1 0-1 0 0,-9 43 1 0 0,5-4 242 0 0,-8 107 0 0 0,18-126-364 0 0,1 0 1 0 0,8 68 0 0 0,-4-87 47 0 0,1 1 0 0 0,1-1 0 0 0,1 0-1 0 0,1-1 1 0 0,1 1 0 0 0,16 29 0 0 0,-19-42-41 0 0,0-1-1 0 0,1 0 1 0 0,0 0-1 0 0,0 0 1 0 0,1-1 0 0 0,0 0-1 0 0,1 0 1 0 0,-1-1-1 0 0,15 9 1 0 0,0-2-116 0 0,-1-2 0 0 0,32 11 1 0 0,-42-17 7 0 0,7 0 9 0 0,-1 0 0 0 0,1 0-1 0 0,27 2 1 0 0,-39-7 193 0 0,1 0-28 0 0,1 0-93 0 0,1-1 0 0 0,-1 0 0 0 0,1 0 1 0 0,-1-1-1 0 0,0 0 0 0 0,0 0 0 0 0,0-1 0 0 0,0 0 0 0 0,14-8 0 0 0,-7 0-13 0 0,1-2-1 0 0,-2 0 1 0 0,1-1 0 0 0,-2 0-1 0 0,0-1 1 0 0,11-18-1 0 0,-21 29-55 0 0,0 0 121 0 0,9-14 113 0 0,-9 14-59 0 0,-2-1-242 0 0,1 1 110 0 0,4-14-200 0 0,-13 18 154 0 0,-19 4 102 0 0,25-4-15 0 0,-1 0-1 0 0,1 0 1 0 0,0 0-1 0 0,0 1 1 0 0,-1-1-1 0 0,1 0 0 0 0,0 1 1 0 0,0-1-1 0 0,-1 1 1 0 0,1-1-1 0 0,0 1 1 0 0,0 0-1 0 0,0-1 0 0 0,0 1 1 0 0,0 0-1 0 0,0 0 1 0 0,0 0-1 0 0,0 0 1 0 0,0 0-1 0 0,-1 2 0 0 0,0-1 16 0 0,-4 4-2 0 0,-1 0 0 0 0,1 1 0 0 0,1-1 0 0 0,-1 1 0 0 0,1 0 0 0 0,1 1 0 0 0,-5 7 0 0 0,0 0 33 0 0,-4 12-238 0 0,6-2 374 0 0,-8 31 323 0 0,15-51-342 0 0,0 1-75 0 0,2 19 17 0 0,-2-24-108 0 0,1 0-1 0 0,-1 0 0 0 0,0 0 1 0 0,0 0-1 0 0,0 0 1 0 0,1 0-1 0 0,-1 0 0 0 0,0 0 1 0 0,1-1-1 0 0,-1 1 1 0 0,1 0-1 0 0,-1 0 0 0 0,1 0 1 0 0,-1 0-1 0 0,1 0 1 0 0,0-1-1 0 0,0 1 0 0 0,-1 0 1 0 0,1-1-1 0 0,0 1 1 0 0,0 0-1 0 0,0-1 0 0 0,1 2 1 0 0,0-2 30 0 0,1 3-43 0 0,0-1 0 0 0,0-1 0 0 0,0 1 1 0 0,1 0-1 0 0,-1-1 0 0 0,0 1 1 0 0,1-1-1 0 0,0 0 0 0 0,-1-1 1 0 0,1 1-1 0 0,0 0 0 0 0,-1-1 1 0 0,1 0-1 0 0,4 0 0 0 0,-5 0 17 0 0,12 1-653 0 0,0 0-1 0 0,24-3 1 0 0,-30 2 249 0 0,52-4-4896 0 0,-53 3 4244 0 0,6 1-349 0 0,7 1-2333 0 0,10 1 813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0:10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89 2524 0 0,'0'0'10449'0'0,"-24"11"-4916"0"0,51-30-4821 0 0,12 0-988 0 0,-10 5-448 0 0,2 5-1012 0 0,2-3-3005 0 0,6-4 1241 0 0,-7 6-1313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0:13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7 619 1904 0 0,'0'0'15632'0'0,"-1"-5"-15162"0"0,-5-21 398 0 0,9 21-620 0 0,107-181 169 0 0,7-13-267 0 0,-56 63 40 0 0,-49 107-328 0 0,-11 26 114 0 0,1 0-1 0 0,-1 1 1 0 0,0-1 0 0 0,0 0-1 0 0,0 0 1 0 0,0 0 0 0 0,-1 0-1 0 0,1 0 1 0 0,-1-4 0 0 0,-5 9-121 0 0,-4 3 93 0 0,0 0 1 0 0,0 0-1 0 0,0 1 1 0 0,1 0-1 0 0,0 1 0 0 0,1 0 1 0 0,-1 0-1 0 0,1 1 1 0 0,0-1-1 0 0,1 2 0 0 0,-7 11 1 0 0,10-17-25 0 0,1 1 65 0 0,-9 14-144 0 0,8-14-21 0 0,3-3-12 0 0,0 0 193 0 0,-1 0 1 0 0,1 0-1 0 0,0 0 0 0 0,0 0 1 0 0,0 0-1 0 0,0 0 1 0 0,0 0-1 0 0,0 0 0 0 0,0 0 1 0 0,0 0-1 0 0,1 0 1 0 0,-1 1-1 0 0,0-1 0 0 0,1 1 1 0 0,0-1-1 0 0,-1 0 0 0 0,0 0-1 0 0,1 0 1 0 0,-1 0 0 0 0,0 0 0 0 0,0 0 0 0 0,0 0 0 0 0,0 0 0 0 0,0 0 0 0 0,0 0 0 0 0,0 0-1 0 0,0 0 1 0 0,0 0 0 0 0,0 0 0 0 0,-1 2 0 0 0,16 12 78 0 0,-12-12-8 0 0,1 0 8 0 0,56 32-155 0 0,-42-27-40 0 0,0 2 0 0 0,-1 0 0 0 0,-1 1 1 0 0,29 24-1 0 0,-44-33 87 0 0,5 3 7 0 0,0 1 1 0 0,-1-1 0 0 0,1 1-1 0 0,-1 1 1 0 0,-1-1 0 0 0,1 1-1 0 0,-1 0 1 0 0,0 0 0 0 0,5 13-1 0 0,-4 2 74 0 0,-4-17-112 0 0,-1 3 6 0 0,0 2 74 0 0,-1 0 0 0 0,0 0-1 0 0,-1-1 1 0 0,0 1 0 0 0,-1 0-1 0 0,1-1 1 0 0,-2 0 0 0 0,1 1-1 0 0,-1-1 1 0 0,-1-1 0 0 0,-9 15-1 0 0,-4-1 11 0 0,-1 0 0 0 0,-1-1 0 0 0,-41 32 0 0 0,-72 41-280 0 0,129-92-141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0:14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31 580 0 0,'0'0'5213'0'0,"-1"-5"-3059"0"0,-2-16-307 0 0,2 16 3798 0 0,0 13-5569 0 0,0 2-54 0 0,1 30 93 0 0,47 515 1423 0 0,-46-525-1626 0 0,2 2 87 0 0,2-6 144 0 0,-4-20-75 0 0,0 1 33 0 0,7 53 291 0 0,-7-54-277 0 0,-2-11-503 0 0,-10-46 325 0 0,11 46 38 0 0,1-1 11 0 0,7-16 4 0 0,1 1 0 0 0,1 0 0 0 0,1 1 0 0 0,1 0 0 0 0,0 0 0 0 0,1 2 0 0 0,2-1 0 0 0,17-17 0 0 0,-28 32-11 0 0,1 0 0 0 0,0 1 0 0 0,0-1-1 0 0,0 1 1 0 0,1 0 0 0 0,-1 0 0 0 0,1 1 0 0 0,5-2-1 0 0,-1 0 1 0 0,-5 2-27 0 0,1 1-6 0 0,28-3-36 0 0,-28 6 168 0 0,-1 0 0 0 0,1 0 0 0 0,0 0 0 0 0,-1 1 0 0 0,0 0-1 0 0,0 0 1 0 0,1 0 0 0 0,6 7 0 0 0,-5-3-63 0 0,-1-1-1 0 0,0 1 1 0 0,0 1 0 0 0,-1-1 0 0 0,0 1-1 0 0,0 0 1 0 0,-1 0 0 0 0,5 12 0 0 0,-4-11 28 0 0,-1-1-72 0 0,5 17-104 0 0,-5-4 220 0 0,8 38 123 0 0,-11-54-218 0 0,-1 1-106 0 0,3 12 102 0 0,-4-39-84 0 0,1 12 57 0 0,1 0 1 0 0,0 0-1 0 0,0 0 0 0 0,1 0 0 0 0,0 0 0 0 0,1 0 1 0 0,0 0-1 0 0,0 1 0 0 0,10-16 0 0 0,-11 18-7 0 0,3-5 39 0 0,1 1 0 0 0,0 0 0 0 0,0 0 0 0 0,1 1 0 0 0,10-11 0 0 0,1 5-208 0 0,1 1 1 0 0,1 0-1 0 0,0 2 1 0 0,1 0-1 0 0,0 1 1 0 0,35-12-1 0 0,-9 8-1514 0 0,1 1 0 0 0,56-9-1 0 0,-98 22 2282 0 0,-1 0 50 0 0,1 0-272 0 0,5-1-64 0 0,-1 1 4240 0 0,-11 6-4454 0 0,-2 8 14 0 0,-2-1 0 0 0,1 1 1 0 0,-2-1-1 0 0,0 0 1 0 0,0-1-1 0 0,-13 17 1 0 0,7-8-53 0 0,-17 35 0 0 0,21-30-104 0 0,1 1 0 0 0,1 0 0 0 0,-3 33 0 0 0,8-53 287 0 0,2-6-201 0 0,-1 1 0 0 0,1 0 1 0 0,-1-1-1 0 0,1 1 1 0 0,-1 0-1 0 0,1-1 1 0 0,-1 1-1 0 0,1 0 1 0 0,-1 0-1 0 0,0-1 0 0 0,1 1 1 0 0,-1 0-1 0 0,0 0 1 0 0,0 0-1 0 0,1-1 1 0 0,-1 1-1 0 0,0 0 0 0 0,0 0 1 0 0,0 0-1 0 0,0 0 1 0 0,0-1-1 0 0,-1 3 1 0 0,1-2 9 0 0,0 0 1 0 0,0 0-1 0 0,0 0 1 0 0,0 0-1 0 0,0 0 0 0 0,0 0 1 0 0,0 0-1 0 0,1 0 1 0 0,-1 0-1 0 0,0 0 1 0 0,1 0-1 0 0,-1-1 1 0 0,0 1-1 0 0,1 0 1 0 0,-1 0-1 0 0,1 0 0 0 0,-1 0 1 0 0,1 0-1 0 0,0 0 1 0 0,-1-1-1 0 0,1 1 1 0 0,0 0-1 0 0,-1-1 1 0 0,1 1-1 0 0,2 1 1 0 0,0 0 9 0 0,1 1 1 0 0,0-1 0 0 0,0 1-1 0 0,0-1 1 0 0,0 0 0 0 0,0-1 0 0 0,0 1-1 0 0,1-1 1 0 0,-1 0 0 0 0,0 0-1 0 0,1 0 1 0 0,-1 0 0 0 0,1-1-1 0 0,-1 0 1 0 0,8 0 0 0 0,0-1 22 0 0,-1-1-1 0 0,1 0 1 0 0,-1-1 0 0 0,0 0-1 0 0,18-9 1 0 0,-20 9-16 0 0,0 0 0 0 0,0-1-1 0 0,-1-1 1 0 0,1 1 0 0 0,-1-1 0 0 0,-1-1-1 0 0,1 0 1 0 0,-1 0 0 0 0,0 0 0 0 0,11-13 0 0 0,-15 16 21 0 0,-4-4-18 0 0,-1-19-80 0 0,1 19 116 0 0,-5 4-98 0 0,-19-4-237 0 0,-49-9-1 0 0,68 15 63 0 0,-2 1-113 0 0,-24 0-702 0 0,24 0-566 0 0,1 1-762 0 0,1-1 1390 0 0,-9 0-331 0 0,2 4-2382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0:15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2164 0 0,'0'0'2796'0'0,"3"4"-1715"0"0,53 64 3394 0 0,-47-51-3829 0 0,0 1-1 0 0,-1-1 0 0 0,0 1 0 0 0,-2 0 1 0 0,7 30-1 0 0,-12-43-98 0 0,0 0-87 0 0,2 16-238 0 0,-2-15 999 0 0,1-7-1220 0 0,-1 1 1 0 0,1-1 0 0 0,0 0 0 0 0,-1 1-1 0 0,1-1 1 0 0,-1 0 0 0 0,0 0 0 0 0,1 0-1 0 0,-1 0 1 0 0,0 0 0 0 0,1 0 0 0 0,1-3-1 0 0,-2 3 31 0 0,0 0-16 0 0,0 1 0 0 0,0 0 0 0 0,0-1 1 0 0,-1 1-1 0 0,1-1 0 0 0,0 0 0 0 0,0 1 0 0 0,-1-1 0 0 0,1 1 0 0 0,0-1 0 0 0,-1 0 0 0 0,1 0 0 0 0,0 1 1 0 0,-1-1-1 0 0,1 0 0 0 0,-1 0 0 0 0,0 0 0 0 0,1 0 0 0 0,-1 0 0 0 0,0 1 0 0 0,1-3 0 0 0,8-18-19 0 0,104-124-150 0 0,-95 130 296 0 0,-14 12-102 0 0,0 0 29 0 0,-2 3-91 0 0,-1 0 1 0 0,1 0 0 0 0,-1 0 0 0 0,0-1-1 0 0,1 1 1 0 0,-1-1 0 0 0,1 1 0 0 0,-1-1-1 0 0,0 1 1 0 0,0-1 0 0 0,1 0-1 0 0,1-1 1 0 0,-1 0-17 0 0,3 0 160 0 0,1 3-17 0 0,17 3-142 0 0,-17-3 180 0 0,0 2-49 0 0,39 25-65 0 0,-25-15-821 0 0,-1-2 1 0 0,24 11-1 0 0,-40-21 638 0 0,-1 0-1 0 0,0 1 0 0 0,1-2 1 0 0,-1 1-1 0 0,1 0 0 0 0,-1 0 0 0 0,1-1 1 0 0,-1 1-1 0 0,5-1 0 0 0,17 2-1602 0 0,48 3-4952 0 0,-64-5 5004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0:15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225 246 104 0 0,'29'-6'1747'0'0,"-23"5"-482"0"0,-1-1-223 0 0,11-5-9 0 0,-11 5-30 0 0,-2-1-80 0 0,8-6 3 0 0,0-1-1 0 0,-1-1 1 0 0,-1 0-1 0 0,0 0 1 0 0,0-1-1 0 0,-1 0 1 0 0,-1 0-1 0 0,0-1 1 0 0,7-17-1 0 0,-12 26-639 0 0,0-2-94 0 0,10-50-14 0 0,-11 50-166 0 0,-16-12-160 0 0,11 15 285 0 0,-1 4-140 0 0,-19 5-73 0 0,18-5-29 0 0,1 2 166 0 0,4-3-61 0 0,-11 7 2 0 0,-1 0 1 0 0,1 0 0 0 0,0 1 0 0 0,1 1 0 0 0,0 0-1 0 0,0 1 1 0 0,1 0 0 0 0,0 0 0 0 0,-14 22 0 0 0,-6 14-138 0 0,27-42 62 0 0,1 1 163 0 0,2-4-69 0 0,-1 1-5 0 0,1 0-1 0 0,0-1 1 0 0,-1 1 0 0 0,0 0 0 0 0,1 0-1 0 0,-1-1 1 0 0,0 1 0 0 0,0 0 0 0 0,0-1-1 0 0,0 1 1 0 0,0-1 0 0 0,-2 2 0 0 0,5 2-101 0 0,7 14 182 0 0,-7-14-68 0 0,0-5-38 0 0,-1-1 16 0 0,1 1 0 0 0,0-1 0 0 0,-1 1 0 0 0,1 0 0 0 0,0-1 0 0 0,0 1 0 0 0,-1 0 0 0 0,1 0 0 0 0,0 0-1 0 0,0 1 1 0 0,1-1 0 0 0,2 1 4 0 0,1-2 35 0 0,16-6 175 0 0,-17 6 82 0 0,0 0-285 0 0,20-3 36 0 0,-22 10 4 0 0,6 18 267 0 0,-1 0-1 0 0,0 1 1 0 0,4 30-1 0 0,9 88 739 0 0,-12-78-710 0 0,5 33 13 0 0,62 552 1911 0 0,-72-562-1621 0 0,-3 1 0 0 0,-5 0 0 0 0,-3-1 0 0 0,-26 121-1 0 0,25-179-257 0 0,-2-1 0 0 0,-1 0-1 0 0,-27 50 1 0 0,36-75-331 0 0,0 0 1 0 0,0 1-1 0 0,0-1 1 0 0,-1-1-1 0 0,0 1 1 0 0,0 0-1 0 0,0-1 1 0 0,0 1 0 0 0,0-1-1 0 0,-1 0 1 0 0,0 0-1 0 0,1 0 1 0 0,-1 0-1 0 0,0-1 1 0 0,0 0-1 0 0,-1 0 1 0 0,1 0-1 0 0,-8 3 1 0 0,6-5-45 0 0,0 0 0 0 0,1 0 1 0 0,-1 0-1 0 0,0 0 0 0 0,1-1 0 0 0,-1 0 1 0 0,1 0-1 0 0,-1-1 0 0 0,1 1 0 0 0,0-1 0 0 0,-1 0 1 0 0,1-1-1 0 0,-5-3 0 0 0,1 1 3 0 0,0-2-1 0 0,0 1 1 0 0,1-1 0 0 0,0-1-1 0 0,0 1 1 0 0,-9-14 0 0 0,4 3 8 0 0,1 0 1 0 0,0-1-1 0 0,2 0 1 0 0,0-1-1 0 0,1 0 1 0 0,-9-32-1 0 0,11 25-71 0 0,2-1 1 0 0,0 1-1 0 0,2-1 0 0 0,1 0 0 0 0,1 0 0 0 0,1 0 1 0 0,2 0-1 0 0,1 1 0 0 0,1-1 0 0 0,8-27 0 0 0,-1 15-506 0 0,2 1-1 0 0,2 1 1 0 0,2 0-1 0 0,1 0 1 0 0,2 2 0 0 0,25-36-1 0 0,5 4-1630 0 0,33-32-5922 0 0,-31 38 2235 0 0,-15 15-495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0:16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1 276 2336 0 0,'3'-29'3717'0'0,"1"-1"-1"0"0,14-48 1 0 0,12-15-373 0 0,-9 51-2825 0 0,-19 39 377 0 0,0 8-636 0 0,3 12-82 0 0,0 0 0 0 0,-1 1 1 0 0,-1 0-1 0 0,1 23 0 0 0,0 83 167 0 0,-3-57-163 0 0,1 3 60 0 0,4 0 0 0 0,2-1 0 0 0,20 83 0 0 0,-27-150-208 0 0,-1 0 1 0 0,1 0 0 0 0,-1 0-1 0 0,1 0 1 0 0,0 0 0 0 0,-1 0-1 0 0,1 0 1 0 0,0 0 0 0 0,0-1-1 0 0,1 1 1 0 0,-1 0 0 0 0,2 2-1 0 0,1 1 32 0 0,-2-3-26 0 0,0 1 0 0 0,1-1 1 0 0,-1 0-1 0 0,0 1 0 0 0,1-1 0 0 0,0 0 1 0 0,-1 0-1 0 0,1-1 0 0 0,0 1 1 0 0,0-1-1 0 0,0 1 0 0 0,0-1 1 0 0,6 2-1 0 0,-4-1 34 0 0,0-1 18 0 0,1-1-66 0 0,5 0-60 0 0,0-2-1 0 0,0 1 1 0 0,-1-2 0 0 0,1 1 0 0 0,-1-1 0 0 0,1-1 0 0 0,-1 0-1 0 0,12-7 1 0 0,-18 9-73 0 0,0-1 67 0 0,14-9 39 0 0,-14 8-99 0 0,-3 3 106 0 0,0-1 0 0 0,0 1 0 0 0,0-1 0 0 0,1 1 0 0 0,-1-1 0 0 0,0 1 1 0 0,1 0-1 0 0,-1-1 0 0 0,1 1 0 0 0,1-1 0 0 0,1-2 49 0 0,-1 1-113 0 0,49-44 44 0 0,-49 45-22 0 0,-2 4 1 0 0,1-1 40 0 0,-1 1-1 0 0,0-1 1 0 0,1 1-1 0 0,-1-1 1 0 0,1 1 0 0 0,-1-1-1 0 0,1 0 1 0 0,3 2-1 0 0,-2 0-22 0 0,-1-2 23 0 0,-1 0-1 0 0,1 0 1 0 0,-1 0-1 0 0,1 0 1 0 0,-1 1-1 0 0,0-1 0 0 0,0 0 1 0 0,0 0-1 0 0,1 1 1 0 0,-1-1-1 0 0,0 2 1 0 0,2 1 29 0 0,1 0 67 0 0,1 0-122 0 0,6 4 95 0 0,0-1 0 0 0,1-1 0 0 0,-1 0 0 0 0,24 8 0 0 0,-29-13-35 0 0,0-1-52 0 0,50-8 88 0 0,-51 6-55 0 0,0 0-79 0 0,43-18 172 0 0,-44 19-143 0 0,21 10-145 0 0,-20-7 195 0 0,0 215 522 0 0,0-77-73 0 0,-16 165 0 0 0,7-262-403 0 0,-31 226 690 0 0,25-214-392 0 0,-3 0-1 0 0,-35 95 1 0 0,41-133-305 0 0,0-1-1 0 0,-2-1 0 0 0,0 1 0 0 0,-1-1 1 0 0,0 0-1 0 0,-1-1 0 0 0,0-1 0 0 0,-2 0 1 0 0,1 0-1 0 0,-1-1 0 0 0,-1-1 1 0 0,-29 19-1 0 0,32-23-483 0 0,-1-2 1 0 0,1 0-1 0 0,-1 0 1 0 0,0-1-1 0 0,0 0 1 0 0,-1-1-1 0 0,1 0 1 0 0,-15 0-1 0 0,16-2-876 0 0,-1-1 0 0 0,1 0 0 0 0,-1-1 0 0 0,0 0 1 0 0,1-1-1 0 0,0 0 0 0 0,-1-1 0 0 0,1-1 0 0 0,-17-7 0 0 0,-8-5-4729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0:17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63 472 0 0,'0'-6'2585'0'0,"0"-18"-331"0"0,0 18 3267 0 0,0 0-4329 0 0,2-14 3119 0 0,0 35-2705 0 0,1 59-1467 0 0,-2-47 710 0 0,24 347 1381 0 0,-12-213-2320 0 0,-12-148-1507 0 0,2-1 3479 0 0,-2-7-4267 0 0,-1 6-9463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0:18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1 546 556 0 0,'0'0'15134'0'0,"2"5"-14643"0"0,6 17-103 0 0,-6-17-196 0 0,5-4 67 0 0,10-1-215 0 0,0 0 1 0 0,-1-2-1 0 0,1 1 1 0 0,-1-2-1 0 0,1 0 1 0 0,-1-1-1 0 0,31-12 1 0 0,0-4-235 0 0,63-36 1 0 0,-97 49 17 0 0,-1-2 0 0 0,1 1 0 0 0,-2-1 0 0 0,1-1 0 0 0,-1 0 0 0 0,-1-1 0 0 0,1 0 0 0 0,-2-1 0 0 0,0 0 0 0 0,0 0 0 0 0,-1-1 0 0 0,-1 0 0 0 0,0 0 0 0 0,5-16 0 0 0,-11 28 150 0 0,0-1 0 0 0,0 0 1 0 0,-1 0-1 0 0,1 0 0 0 0,-1 0 0 0 0,1 0 1 0 0,-1 1-1 0 0,0-1 0 0 0,0 0 1 0 0,0 0-1 0 0,0 0 0 0 0,0 0 1 0 0,0-2-1 0 0,-1-2-12 0 0,2 0-30 0 0,-1-1 117 0 0,-12-90 167 0 0,11 91-163 0 0,1 5-58 0 0,0 0 1 0 0,0-1 0 0 0,0 1 0 0 0,0 0 0 0 0,0-1-1 0 0,-1 1 1 0 0,1 0 0 0 0,0-1 0 0 0,-1 1 0 0 0,1 0-1 0 0,-1 0 1 0 0,1-1 0 0 0,-1 1 0 0 0,0 0 0 0 0,0-1-1 0 0,-11-20-79 0 0,5 3 160 0 0,6 15 97 0 0,-2-1 144 0 0,-19-39 144 0 0,20 40-320 0 0,0 0-168 0 0,0 1 15 0 0,1 2 14 0 0,0 0 0 0 0,0 0 0 0 0,1 0 0 0 0,-1 0-1 0 0,0-1 1 0 0,0 1 0 0 0,1 0 0 0 0,-1 0 0 0 0,1-1 0 0 0,-1 1-1 0 0,1 0 1 0 0,-1-3 0 0 0,-3 6 261 0 0,-12 7-120 0 0,11-2 140 0 0,-16 94 247 0 0,5 0 0 0 0,-5 117 0 0 0,0 100 109 0 0,21-312-595 0 0,0 0 180 0 0,-1 18 14 0 0,0-18 254 0 0,1 0-292 0 0,0 18 0 0 0,0-18 91 0 0,2 0-229 0 0,2 16-106 0 0,-3-17 104 0 0,1-4-307 0 0,0 0 241 0 0,-1 0 0 0 0,1 0 0 0 0,-1 0 0 0 0,0 1 0 0 0,1-1 0 0 0,-1 0 0 0 0,0 1 0 0 0,0-1 0 0 0,2 3 0 0 0,0-1 53 0 0,3-5-71 0 0,18-4-69 0 0,-18 5 133 0 0,-2-3-12 0 0,93-89-144 0 0,-94 90-70 0 0,-2 3 179 0 0,-1 0 0 0 0,1 0-1 0 0,-1 0 1 0 0,1-1 0 0 0,-1 1-1 0 0,1 0 1 0 0,-1 0 0 0 0,0 0-1 0 0,1-1 1 0 0,-1 1 0 0 0,1 0-1 0 0,-1-1 1 0 0,0 1 0 0 0,1 0-1 0 0,-1-1 1 0 0,0 1-1 0 0,1-1 1 0 0,-1 1 0 0 0,0-1-1 0 0,0 1 1 0 0,1 0 0 0 0,-1-1-1 0 0,0 1 1 0 0,0-1 0 0 0,0 1-1 0 0,1-2 1 0 0,-1 2-10 0 0,0-1 1 0 0,0 1-1 0 0,0-1 1 0 0,0 1-1 0 0,0-1 1 0 0,1 1-1 0 0,-1-1 1 0 0,0 1-1 0 0,0-1 1 0 0,1 1-1 0 0,-1 0 1 0 0,0-1-1 0 0,1 1 1 0 0,-1-1-1 0 0,0 1 1 0 0,1 0-1 0 0,-1-1 0 0 0,0 1 1 0 0,1 0-1 0 0,-1 0 1 0 0,1-1-1 0 0,-1 1 1 0 0,1 0-1 0 0,-1 0 1 0 0,1 0-1 0 0,0-1 1 0 0,0 1 3 0 0,-1 0 0 0 0,1 0 0 0 0,0 0 0 0 0,-1 0 0 0 0,1-1 0 0 0,0 1 0 0 0,-1 0 0 0 0,1-1 0 0 0,-1 1 1 0 0,1 0-1 0 0,0-1 0 0 0,-1 1 0 0 0,1 0 0 0 0,-1-1 0 0 0,1 1 0 0 0,-1-1 0 0 0,0 1 0 0 0,1-1 0 0 0,0 0 0 0 0,-1 0 10 0 0,0 1 0 0 0,1-1-1 0 0,-1 1 1 0 0,0 0-1 0 0,0-1 1 0 0,1 1-1 0 0,-1 0 1 0 0,1-1 0 0 0,-1 1-1 0 0,0 0 1 0 0,1-1-1 0 0,-1 1 1 0 0,1 0 0 0 0,-1 0-1 0 0,1-1 1 0 0,-1 1-1 0 0,0 0 1 0 0,1 0-1 0 0,-1 0 1 0 0,1 0 0 0 0,-1-1-1 0 0,1 1 1 0 0,-1 0-1 0 0,1 0 1 0 0,-1 0 0 0 0,2 0-1 0 0,20 12 221 0 0,-18-10-160 0 0,-1 3-126 0 0,59 80 263 0 0,-60-82-104 0 0,2 2-137 0 0,13 12-25 0 0,-13-12 181 0 0,-3-5-110 0 0,-1 0 0 0 0,1 0 0 0 0,0 0-1 0 0,-1 0 1 0 0,1 0 0 0 0,-1 0-1 0 0,1 0 1 0 0,-1 0 0 0 0,1 0-1 0 0,-1 0 1 0 0,1 1 0 0 0,0-1-1 0 0,-1 0 1 0 0,1 0 0 0 0,-1 1-1 0 0,1-1 1 0 0,-1 0 0 0 0,0 1-1 0 0,1-1 1 0 0,-1 0 0 0 0,1 1-1 0 0,-1-1 1 0 0,0 1 0 0 0,1 0-1 0 0,0 0 8 0 0,0 0-1 0 0,0 0 0 0 0,0 0 0 0 0,0-1 1 0 0,0 1-1 0 0,0 0 0 0 0,0 0 0 0 0,0-1 1 0 0,0 1-1 0 0,0-1 0 0 0,0 1 0 0 0,0-1 1 0 0,0 1-1 0 0,0-1 0 0 0,1 1 0 0 0,-1-1 1 0 0,2 0-1 0 0,20 5 55 0 0,-18-4 90 0 0,-3-2-149 0 0,-1 1 0 0 0,0-1 0 0 0,0 1 0 0 0,0-1 0 0 0,1 1 0 0 0,-1-1 0 0 0,0 1 0 0 0,0 0 0 0 0,1-1 0 0 0,-1 1 0 0 0,0 0 0 0 0,1 0 0 0 0,1 0 0 0 0,23-3-158 0 0,-5-3 41 0 0,-1-1 1 0 0,0-1-1 0 0,0-1 0 0 0,-1-1 1 0 0,0-1-1 0 0,-1 0 0 0 0,20-17 1 0 0,-31 22 87 0 0,-5 5 18 0 0,0 0 0 0 0,0 0 0 0 0,-1 0-1 0 0,1-1 1 0 0,-1 1 0 0 0,0-1 0 0 0,1 1 0 0 0,-1-1 0 0 0,0 1 0 0 0,0-1 0 0 0,0 0 0 0 0,2-2 0 0 0,3-8-29 0 0,5-9-62 0 0,-2 1 0 0 0,0-2 0 0 0,6-25 0 0 0,-13 42 252 0 0,-2-2-29 0 0,4-20 17 0 0,-3 20-2 0 0,-1 2 44 0 0,3-16-76 0 0,-2 16-145 0 0,-2-1 33 0 0,-3-18 145 0 0,3 18-170 0 0,0 2 69 0 0,-5-13 92 0 0,4 13 9 0 0,-4 3-351 0 0,-16-4 123 0 0,21 4 82 0 0,0 1-1 0 0,0 0 1 0 0,0 0-1 0 0,-1-1 1 0 0,1 1-1 0 0,0 0 1 0 0,0 0-1 0 0,0 0 1 0 0,0 0-1 0 0,-1 1 1 0 0,1-1-1 0 0,0 0 0 0 0,0 0 1 0 0,0 1-1 0 0,0-1 1 0 0,0 1-1 0 0,0-1 1 0 0,0 1-1 0 0,0-1 1 0 0,0 1-1 0 0,-1 0 1 0 0,-1 1-14 0 0,-1-1 46 0 0,-1 3-24 0 0,-6 3 171 0 0,1 0-1 0 0,1 1 1 0 0,-18 18 0 0 0,24-23-55 0 0,0 1 1 0 0,1 0-1 0 0,-1 0 0 0 0,0 0 0 0 0,1 0 1 0 0,0 0-1 0 0,0 0 0 0 0,0 1 0 0 0,1-1 0 0 0,-1 1 1 0 0,1-1-1 0 0,0 1 0 0 0,0 0 0 0 0,0 7 1 0 0,2-6-12 0 0,-1 1 0 0 0,1-1 0 0 0,0 1 0 0 0,0-1 0 0 0,1 0 0 0 0,0 1 0 0 0,0-1 0 0 0,0 0 0 0 0,1 0 0 0 0,0 0 0 0 0,0-1 0 0 0,1 1 0 0 0,-1-1 0 0 0,1 0 0 0 0,0 1 0 0 0,1-2 0 0 0,5 6 0 0 0,2 1-58 0 0,1-1 1 0 0,0 0 0 0 0,1-1-1 0 0,0 0 1 0 0,1-1-1 0 0,0-1 1 0 0,16 6-1 0 0,118 33-3358 0 0,-59-20-2368 0 0,-34-7-2024 0 0,-51-17 3483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1:42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433 725 900 0 0,'0'0'5360'0'0,"1"-5"-4603"0"0,8-31 5785 0 0,-6 25-6801 0 0,-2 6 2098 0 0,-2 0-1733 0 0,-9-47 1380 0 0,8 47-1241 0 0,-1 2-379 0 0,-27-25 156 0 0,26 26-119 0 0,-1 0 141 0 0,-15-4-69 0 0,15 5 299 0 0,-1 0-57 0 0,-19 0-61 0 0,18 1-329 0 0,2 0-16 0 0,-18 1 372 0 0,18 0 10 0 0,-1-1-271 0 0,-19 4-128 0 0,19-3 367 0 0,0 0 0 0 0,-82 17-340 0 0,82-17-129 0 0,0 1 500 0 0,-19 3 18 0 0,19-4-169 0 0,1 1-128 0 0,-14 5-160 0 0,15-6 220 0 0,0 2-56 0 0,-13 5 303 0 0,13-6-89 0 0,0 1-19 0 0,-2 3-160 0 0,1-1 0 0 0,-1 1 0 0 0,1 0 0 0 0,0 1 0 0 0,0-1 0 0 0,1 1 1 0 0,-1 0-1 0 0,2 0 0 0 0,-1 1 0 0 0,1-1 0 0 0,0 1 0 0 0,0-1 0 0 0,1 1 0 0 0,0 0 0 0 0,-1 16 0 0 0,2-19 101 0 0,2 2-221 0 0,1 20 402 0 0,-1-20-13 0 0,0-1-354 0 0,0-2 18 0 0,0 0 70 0 0,0 1 0 0 0,1 0 0 0 0,-1-1 0 0 0,1 0 0 0 0,-1 1 0 0 0,2-1 0 0 0,-1 0 0 0 0,0 0 0 0 0,1 0 0 0 0,-1 0 0 0 0,1 0 0 0 0,0 0 1 0 0,1-1-1 0 0,-1 0 0 0 0,1 1 0 0 0,3 2 0 0 0,-1-2 75 0 0,-4-3 0 0 0,0 1 0 0 0,0-1 0 0 0,0 0 0 0 0,0 0 0 0 0,1 0 0 0 0,-1 0 0 0 0,0 0 0 0 0,1 0-1 0 0,-1 0 1 0 0,1-1 0 0 0,2 1 0 0 0,21 5-215 0 0,-19-5 326 0 0,-6-1-154 0 0,1-1-1 0 0,0 1 1 0 0,0-1-1 0 0,-1 1 1 0 0,1 0-1 0 0,0 0 1 0 0,0 0-1 0 0,-1 0 1 0 0,1 0-1 0 0,0 0 1 0 0,0 0-1 0 0,2 1 1 0 0,0 0-31 0 0,2-1 30 0 0,2-1 178 0 0,-2 0-221 0 0,1 1 54 0 0,-1-1-1 0 0,1 0 1 0 0,-1 0 0 0 0,0-1 0 0 0,1 0 0 0 0,-1 0 0 0 0,0 0-1 0 0,0-1 1 0 0,7-4 0 0 0,46-36 116 0 0,-50 35-171 0 0,0-1 1 0 0,-1 0-1 0 0,0 0 0 0 0,0 0 1 0 0,12-21-1 0 0,-15 22-61 0 0,12-24-583 0 0,-1-1 0 0 0,-1 0 0 0 0,15-53 1 0 0,-13 10 210 0 0,-16 75 479 0 0,0-1 0 0 0,-1 0 0 0 0,1 0 1 0 0,-1 0-1 0 0,1 0 0 0 0,-1 0 0 0 0,0 0 1 0 0,0 0-1 0 0,1 0 0 0 0,-2 0 0 0 0,1 0 1 0 0,0-2-1 0 0,1-26-120 0 0,5-19-149 0 0,-1-1 0 0 0,-3-71 0 0 0,0 95 304 0 0,-3 1 5 0 0,-3 4-83 0 0,3 16 71 0 0,1-2-5 0 0,-5-52-206 0 0,5 54 190 0 0,-2 0-262 0 0,-3-15 324 0 0,3 15-42 0 0,-2 8 111 0 0,-1 2-83 0 0,0 1 0 0 0,0-1 0 0 0,1 1 0 0 0,0 0-1 0 0,0 1 1 0 0,0-1 0 0 0,1 0 0 0 0,-1 1 0 0 0,2 0-1 0 0,-1 0 1 0 0,1 0 0 0 0,0 0 0 0 0,0 0 0 0 0,0 10-1 0 0,-4 23 101 0 0,-1 53 0 0 0,7-80-162 0 0,1 65 396 0 0,4 1-1 0 0,25 137 1 0 0,-30-214-342 0 0,7 27 367 0 0,0-8 19 0 0,-4-12-361 0 0,1 0-1 0 0,0-1 0 0 0,0 1 0 0 0,0-1 1 0 0,1 0-1 0 0,0 0 0 0 0,1-1 0 0 0,0 0 1 0 0,0 0-1 0 0,0 0 0 0 0,1 0 1 0 0,0-1-1 0 0,0 0 0 0 0,1-1 0 0 0,0 0 1 0 0,0 0-1 0 0,0 0 0 0 0,16 5 0 0 0,-19-8 85 0 0,1-2-211 0 0,58 2 595 0 0,-58-2-533 0 0,1-2-105 0 0,10-4 28 0 0,-1-1 0 0 0,1 0 0 0 0,-1-1 0 0 0,-1 0 0 0 0,1-2 0 0 0,-2 0 0 0 0,1 0 0 0 0,-1-1 0 0 0,-1-1 0 0 0,16-17 0 0 0,-13 9 86 0 0,-12 15 44 0 0,-4 3-46 0 0,1 1 0 0 0,-1-1 0 0 0,1 1 0 0 0,0 0 0 0 0,-1-1 1 0 0,1 1-1 0 0,0 0 0 0 0,0-1 0 0 0,0 1 0 0 0,0 0 0 0 0,0 0 0 0 0,2-2 1 0 0,-2 2-7 0 0,2-3 221 0 0,-1-1-270 0 0,6-14 22 0 0,-5 14 4 0 0,-3 0-37 0 0,4-17 58 0 0,-4 16-102 0 0,-1 1-32 0 0,-2 1 117 0 0,-3-16-120 0 0,1 19 9 0 0,-16-4-8 0 0,16 3 433 0 0,-1 4-282 0 0,-18 5 177 0 0,18-6-40 0 0,1 2 16 0 0,-52 24 628 0 0,51-24-759 0 0,3-1 34 0 0,0 1 1 0 0,0-1-1 0 0,0 1 0 0 0,0 0 1 0 0,1-1-1 0 0,-1 1 0 0 0,1 0 0 0 0,0 1 1 0 0,-1-1-1 0 0,2 0 0 0 0,-4 7 1 0 0,3-6-68 0 0,2 2-94 0 0,1-1 163 0 0,-1-1-66 0 0,0 0 0 0 0,1 1 1 0 0,-1-1-1 0 0,1 0 0 0 0,0 0 0 0 0,1 0 0 0 0,-1 1 0 0 0,1-1 0 0 0,-1 0 0 0 0,1-1 0 0 0,0 1 0 0 0,6 7 1 0 0,39 38-70 0 0,-34-37-16 0 0,6 1-33 0 0,0-4-49 0 0,8 2-77 0 0,0 0 0 0 0,42 8 0 0 0,-62-18 110 0 0,1-1 0 0 0,-1-1-1 0 0,1 1 1 0 0,-1-1 0 0 0,1-1 0 0 0,-1 0-1 0 0,9-2 1 0 0,-9 1-83 0 0,1 0 0 0 0,-1 0 0 0 0,1-1-1 0 0,-1 0 1 0 0,0 0 0 0 0,0-1 0 0 0,-1 1 0 0 0,0-2 0 0 0,8-7-1 0 0,0-1-205 0 0,-1-2-1 0 0,15-22 1 0 0,-11 10-57 0 0,0-1 0 0 0,-2-2 0 0 0,-1 1 0 0 0,-2-1 0 0 0,-1-1 1 0 0,13-61-1 0 0,-11 18 159 0 0,7-141 0 0 0,-20 136 981 0 0,0 9 86 0 0,0 65-557 0 0,0 1-88 0 0,-2-14 481 0 0,1 29 1292 0 0,-2 44 53 0 0,-11 439 768 0 0,-32 660-2302 0 0,38-884-694 0 0,8-261-35 0 0,0-3-96 0 0,3 12-1430 0 0,0-14 197 0 0,2-26-1135 0 0,1-44-1124 0 0,-5 25 2539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1:42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1 148 760 0 0,'2'-7'1250'0'0,"-2"6"-1242"0"0,3-11 581 0 0,1-1 0 0 0,0 1 0 0 0,0 0 0 0 0,2 1 0 0 0,-1-1 0 0 0,1 1 0 0 0,15-20 0 0 0,-17 27-224 0 0,0 1-24 0 0,1 0-184 0 0,0 1 0 0 0,0-1 1 0 0,0 1-1 0 0,1 0 0 0 0,-1 0 0 0 0,1 1 0 0 0,8-2 0 0 0,-7 2 1 0 0,-6 2-138 0 0,0 1-1 0 0,1-2 0 0 0,-1 1 1 0 0,1 0-1 0 0,-1 0 0 0 0,1 0 0 0 0,-1-1 1 0 0,1 1-1 0 0,-1-1 0 0 0,1 1 1 0 0,0-1-1 0 0,1 1 0 0 0,2 0 15 0 0,0 1 66 0 0,0 1 33 0 0,17 10 52 0 0,-17-9 67 0 0,-1-1 81 0 0,13 13 157 0 0,-13-13 151 0 0,-1 1 89 0 0,1 2-51 0 0,-1 1 0 0 0,0 0 1 0 0,0 0-1 0 0,3 11 0 0 0,-5-13 767 0 0,-5-3-1396 0 0,-13 8 25 0 0,13-8 64 0 0,-1-5-181 0 0,-54-52-110 0 0,56 51-246 0 0,1 0-159 0 0,-8-11-99 0 0,7 11 16 0 0,9 6-3102 0 0,-1 0 3531 0 0,0 0 0 0 0,-1 0 0 0 0,1 1 0 0 0,0-1 0 0 0,-1 1 0 0 0,1 0 0 0 0,7 7-1 0 0,21 13-381 0 0,-24-18 613 0 0,1-1 1 0 0,1 0-1 0 0,-1-1 1 0 0,1 0-1 0 0,-1 0 1 0 0,1-1-1 0 0,0 0 1 0 0,0-1-1 0 0,-1 0 0 0 0,1-1 1 0 0,0-1-1 0 0,20-2 1 0 0,-5-1-617 0 0,50-17 0 0 0,-4-3-3835 0 0,-47 14 3423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1:43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94 752 0 0,'0'0'1836'0'0,"2"-5"-469"0"0,7-13-269 0 0,-7 14 683 0 0,-1-1-1121 0 0,2-17-25 0 0,-2 17 1428 0 0,-2-1-1747 0 0,-3-22 728 0 0,-2 31-994 0 0,-18 8-54 0 0,23-11 2 0 0,0 1 1 0 0,0-1 0 0 0,0 1 0 0 0,0 0-1 0 0,0-1 1 0 0,0 1 0 0 0,0 0 0 0 0,1-1-1 0 0,-1 1 1 0 0,0 0 0 0 0,0 0 0 0 0,1 0-1 0 0,-1 0 1 0 0,1 0 0 0 0,-1 0 0 0 0,0 0-1 0 0,1 0 1 0 0,0 0 0 0 0,-1 0 0 0 0,1 0 0 0 0,0 0-1 0 0,-1 0 1 0 0,1 2 0 0 0,0-1 3 0 0,-7 11 64 0 0,1 5-20 0 0,3-5-24 0 0,-7 39-156 0 0,11-44 73 0 0,-1-2-187 0 0,0 2 18 0 0,4 24-64 0 0,-3-29 186 0 0,0 1 0 0 0,0-1 1 0 0,0 1-1 0 0,1-1 0 0 0,-1 0 0 0 0,1 0 0 0 0,0 1 1 0 0,0-1-1 0 0,0 0 0 0 0,0 0 0 0 0,0-1 1 0 0,1 1-1 0 0,-1 0 0 0 0,1-1 0 0 0,3 3 0 0 0,-3-2 155 0 0,1 1-575 0 0,1-1 138 0 0,15 7 196 0 0,-15-7 58 0 0,1-2-102 0 0,15 2 205 0 0,-16-2 411 0 0,1-3-199 0 0,14-5-65 0 0,-14 5-19 0 0,-2 0-53 0 0,14-9-105 0 0,-14 8 55 0 0,0 1 45 0 0,11-7 55 0 0,-11 6 77 0 0,0 1 71 0 0,11-6 19 0 0,-11 5 51 0 0,1 2 92 0 0,-1 1-216 0 0,0-1 0 0 0,-1 0 0 0 0,1 1 0 0 0,-1 0 0 0 0,1 0 0 0 0,0 0 0 0 0,-1 0 0 0 0,1 1 0 0 0,0 0 0 0 0,-1-1 0 0 0,1 1 0 0 0,-1 0 0 0 0,1 1 0 0 0,-1-1 0 0 0,0 1 0 0 0,1-1 1 0 0,-1 1-1 0 0,0 0 0 0 0,0 0 0 0 0,0 0 0 0 0,4 5 0 0 0,4 6 45 0 0,-1 0 0 0 0,0 1 0 0 0,-1 0 0 0 0,-1 1 0 0 0,0 0 0 0 0,7 21 0 0 0,-13-31 328 0 0,-2-4-558 0 0,0 1 0 0 0,1 0 0 0 0,-1-1 1 0 0,1 1-1 0 0,-1-1 0 0 0,1 1 0 0 0,0-1 0 0 0,-1 1 0 0 0,1-1 1 0 0,0 0-1 0 0,0 1 0 0 0,2 1 0 0 0,-1 0-20 0 0,1 2-85 0 0,2-6-138 0 0,17-2 228 0 0,-21 2 30 0 0,0 1 0 0 0,0 0 0 0 0,0 0 1 0 0,0-1-1 0 0,0 1 0 0 0,0 0 0 0 0,0-1 1 0 0,0 1-1 0 0,0-1 0 0 0,0 1 0 0 0,0-1 0 0 0,0 1 1 0 0,-1-1-1 0 0,1 0 0 0 0,0 0 0 0 0,0 1 0 0 0,-1-1 1 0 0,1 0-1 0 0,-1 0 0 0 0,1 0 0 0 0,-1 1 1 0 0,1-1-1 0 0,0-2 0 0 0,0 2 33 0 0,75-86 87 0 0,-36 47-316 0 0,-36 36 216 0 0,0 3-238 0 0,1-1 171 0 0,14-4 87 0 0,-16 7-47 0 0,-1-1 1 0 0,0 1-1 0 0,1 0 0 0 0,-1 0 0 0 0,0 0 1 0 0,1 0-1 0 0,-1 0 0 0 0,0 0 0 0 0,0 1 0 0 0,0-1 1 0 0,0 1-1 0 0,0-1 0 0 0,-1 1 0 0 0,1 0 1 0 0,2 2-1 0 0,22 31 52 0 0,7 23-941 0 0,-14-23-1501 0 0,3 0-4284 0 0,-18-31 3866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1:44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4 244 0 0,'0'0'7304'0'0,"6"-1"-6650"0"0,22-1 1 0 0,-21 1 802 0 0,-2 3-689 0 0,41 22 2108 0 0,-42-20-2227 0 0,-3-3-593 0 0,1 0 0 0 0,-1 0 0 0 0,1 0 0 0 0,-1 1 0 0 0,1-1 1 0 0,-1 0-1 0 0,0 1 0 0 0,0 0 0 0 0,0-1 0 0 0,0 1 0 0 0,0-1 1 0 0,1 4-1 0 0,0-1 102 0 0,-1-3-109 0 0,0 0-1 0 0,0 1 0 0 0,0-1 0 0 0,0 0 1 0 0,-1 0-1 0 0,1 1 0 0 0,0-1 0 0 0,-1 1 0 0 0,1-1 1 0 0,-1 1-1 0 0,1-1 0 0 0,-1 1 0 0 0,0-1 1 0 0,0 1-1 0 0,0-1 0 0 0,0 1 0 0 0,0-1 0 0 0,0 3 1 0 0,0 2 289 0 0,1 13-307 0 0,0-17-11 0 0,-1 1 0 0 0,0 0-1 0 0,0 0 1 0 0,0 0-1 0 0,0 0 1 0 0,-1 0 0 0 0,1 0-1 0 0,-1 0 1 0 0,0-1-1 0 0,-2 6 1 0 0,2 1-5 0 0,0-6 13 0 0,1 0 1 0 0,-1 1-1 0 0,0-1 1 0 0,0 0-1 0 0,0 1 1 0 0,-1-1-1 0 0,1 0 1 0 0,-4 5-1 0 0,-3 8 47 0 0,3-3-46 0 0,-1 0 0 0 0,-1-1 0 0 0,-1 0 1 0 0,1 0-1 0 0,-2 0 0 0 0,0-1 0 0 0,-16 16 0 0 0,-14 1-601 0 0,35-26-193 0 0,-2 0-485 0 0,-18 4-829 0 0,18-5-1279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1:45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101 228 712 0 0,'3'-3'1793'0'0,"10"-12"4057"0"0,-10 12-5485 0 0,35-25 1214 0 0,-34 26-1150 0 0,0-1-333 0 0,51-48 1418 0 0,-52 48-687 0 0,-1-1-726 0 0,6-13 164 0 0,-6 13-35 0 0,-3-2-430 0 0,-1-15 265 0 0,1 16 41 0 0,-1 1-46 0 0,-6-13-120 0 0,6 13 78 0 0,-1 1-343 0 0,-9-10 291 0 0,9 9 84 0 0,0 1-146 0 0,-10-8 114 0 0,10 8-66 0 0,-3 3 80 0 0,-18-1-115 0 0,18 1 107 0 0,1 2-103 0 0,-15 8 57 0 0,15-8 50 0 0,1 1-200 0 0,-11 10 216 0 0,11-10 53 0 0,0 0-84 0 0,-12 7 121 0 0,12-7 192 0 0,3-1-333 0 0,0 0 4 0 0,0-1 0 0 0,0 1 0 0 0,0 0 0 0 0,0-1 0 0 0,-1 1 0 0 0,1-1 0 0 0,0 0 0 0 0,-1 1 0 0 0,1-1 0 0 0,-3 1 0 0 0,1 2 88 0 0,0 0 96 0 0,-10 14-52 0 0,10-14 21 0 0,1 0-128 0 0,-25 69 1333 0 0,26-67-1028 0 0,0 0-230 0 0,2 59 479 0 0,0-58-498 0 0,1-1 0 0 0,-1 1 0 0 0,2 0 0 0 0,-1-1 0 0 0,5 10 0 0 0,-4-9-17 0 0,-1-3-55 0 0,1 2 88 0 0,12 16-90 0 0,-12-17 80 0 0,0-1 12 0 0,7 12-90 0 0,-7-12 24 0 0,0 0-150 0 0,35 27-1495 0 0,-35-28-155 0 0,1 0-1741 0 0,11 10 208 0 0,-11-10-338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1:46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328 526 1668 0 0,'0'0'4163'0'0,"3"-4"-2615"0"0,-2 2-980 0 0,0 0 0 0 0,0-1-1 0 0,0 1 1 0 0,0 0 0 0 0,-1 0-1 0 0,1-1 1 0 0,-1 1 0 0 0,1 0-1 0 0,-1-1 1 0 0,0 1-1 0 0,0 0 1 0 0,0-4 0 0 0,-1-5-1245 0 0,-1 6 1100 0 0,-1 3-444 0 0,-13-6 188 0 0,12 6 528 0 0,-2 1-590 0 0,-18-2 115 0 0,17 2-264 0 0,1 1 261 0 0,-20 1 90 0 0,19 0-111 0 0,1 1-261 0 0,-11 3 117 0 0,1 1-1 0 0,1 1 1 0 0,-1 1 0 0 0,-14 9-1 0 0,16-7-71 0 0,1 1 0 0 0,0 0 0 0 0,1 1 0 0 0,0 0 0 0 0,1 1 0 0 0,0 1 0 0 0,1-1 0 0 0,1 2 0 0 0,-10 18-1 0 0,17-28 264 0 0,-4 18-14 0 0,4-18-232 0 0,1 1-39 0 0,2 0 137 0 0,3 16 79 0 0,-2-16 137 0 0,1-3-384 0 0,12 12-50 0 0,-12-11 107 0 0,3-3 132 0 0,17 4-35 0 0,-17-4-203 0 0,-1-2 97 0 0,3-1-7 0 0,0-1 0 0 0,0 0 0 0 0,0 0 0 0 0,-1 0 0 0 0,1-1 0 0 0,-1 0 0 0 0,0-1 1 0 0,0 1-1 0 0,0-1 0 0 0,6-6 0 0 0,-3-2-74 0 0,0 1 0 0 0,-1-1-1 0 0,-1-1 1 0 0,0 0 0 0 0,0 0 0 0 0,-2 0 0 0 0,8-22 0 0 0,-2-4-435 0 0,12-72 0 0 0,4-38 605 0 0,-26 140-83 0 0,-1 5-7 0 0,0 1 0 0 0,0-1-1 0 0,0 1 1 0 0,-1-1 0 0 0,0 1 0 0 0,0-10-1 0 0,-3-93 261 0 0,2 101-134 0 0,0-1-141 0 0,-19-91 413 0 0,15 101-382 0 0,-15 10 173 0 0,13-5-128 0 0,-10 40 144 0 0,3 0 1 0 0,-10 63-1 0 0,19-82-158 0 0,2 0-1 0 0,1 0 1 0 0,1 0-1 0 0,1 1 1 0 0,7 43-1 0 0,-6-61-13 0 0,2-1 0 0 0,-1 0-1 0 0,1 1 1 0 0,1-1-1 0 0,0-1 1 0 0,1 1 0 0 0,0 0-1 0 0,0-1 1 0 0,1 0-1 0 0,1-1 1 0 0,-1 1 0 0 0,1-1-1 0 0,1 0 1 0 0,0-1-1 0 0,0 0 1 0 0,1 0 0 0 0,0-1-1 0 0,15 10 1 0 0,-9-9-188 0 0,0 0 1 0 0,0-2-1 0 0,1 0 1 0 0,0 0-1 0 0,0-2 0 0 0,1 0 1 0 0,23 3-1 0 0,-33-6 108 0 0,-2 0-174 0 0,2 0 224 0 0,22 1 80 0 0,-22-1 14 0 0,-1-2-224 0 0,20-2 136 0 0,-19 2-149 0 0,-2-1 69 0 0,3-1 132 0 0,-1 0-1 0 0,0 0 1 0 0,0 0 0 0 0,0-1-1 0 0,0 0 1 0 0,-1 0-1 0 0,1-1 1 0 0,-1 0 0 0 0,0 0-1 0 0,-1 0 1 0 0,1-1 0 0 0,-1 0-1 0 0,0 0 1 0 0,0 0-1 0 0,-1-1 1 0 0,0 1 0 0 0,4-10-1 0 0,14-30-172 0 0,-20 41 140 0 0,0-1 28 0 0,7-17-61 0 0,-7 17 189 0 0,0 0-257 0 0,8-16 80 0 0,-8 17 206 0 0,0-1-35 0 0,2-15-104 0 0,-3 16 392 0 0,-2 0-418 0 0,-3-14-226 0 0,2 14 310 0 0,-12 8-247 0 0,13-3 156 0 0,0 0 0 0 0,0 0 0 0 0,0 0-1 0 0,0 0 1 0 0,0 0 0 0 0,-1 0 0 0 0,1 1 0 0 0,0-1-1 0 0,0 0 1 0 0,0 1 0 0 0,0-1 0 0 0,0 1-1 0 0,0-1 1 0 0,0 1 0 0 0,0-1 0 0 0,1 1 0 0 0,-1 0-1 0 0,0 0 1 0 0,0-1 0 0 0,0 1 0 0 0,0 1-1 0 0,-19 16-112 0 0,16-13 304 0 0,0-1-1 0 0,-29 34-430 0 0,31-35 425 0 0,-1 2 28 0 0,-3 9-245 0 0,1-1 0 0 0,0 2 1 0 0,-4 14-1 0 0,9-24 285 0 0,2 0-368 0 0,-2-1 87 0 0,0-3 19 0 0,0 0-1 0 0,0 1 0 0 0,1-1 1 0 0,-1 1-1 0 0,0-1 0 0 0,1 0 0 0 0,-1 1 1 0 0,1-1-1 0 0,-1 0 0 0 0,1 0 1 0 0,0 1-1 0 0,-1-1 0 0 0,1 0 1 0 0,0 0-1 0 0,0 0 0 0 0,0 0 1 0 0,0 0-1 0 0,0 0 0 0 0,0 0 1 0 0,1 1-1 0 0,16 12-210 0 0,-13-11 108 0 0,0 1-97 0 0,24 15-2039 0 0,35 17-1 0 0,-28-16-1228 0 0,-32-18 1344 0 0,1 0 466 0 0,23 7 788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1:47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1 527 1652 0 0,'0'0'9776'0'0,"3"4"-9358"0"0,8 9-143 0 0,-8-10 282 0 0,-3 4-342 0 0,2 61 1276 0 0,-2-62 45 0 0,0 0-1101 0 0,-2 23 642 0 0,6-32-1050 0 0,90-93-169 0 0,-91 93 111 0 0,-2 3 28 0 0,-1 0 1 0 0,1 0-1 0 0,-1 0 1 0 0,1 0-1 0 0,0 0 1 0 0,-1 0 0 0 0,1 0-1 0 0,-1 0 1 0 0,1 0-1 0 0,-1 0 1 0 0,1-1-1 0 0,-1 1 1 0 0,1 0 0 0 0,-1 0-1 0 0,1-1 1 0 0,-1 1-1 0 0,1 0 1 0 0,-1-1-1 0 0,1 1 1 0 0,-1-1-1 0 0,1 1 1 0 0,-1 0 0 0 0,0-1-1 0 0,1 0 1 0 0,0 0-2 0 0,-1 0 0 0 0,1 1 0 0 0,-1-1 0 0 0,1 1 0 0 0,-1-1 0 0 0,1 0 0 0 0,0 1 0 0 0,-1-1 0 0 0,1 1 0 0 0,0 0 0 0 0,-1-1 0 0 0,1 1 0 0 0,0-1 0 0 0,0 1 0 0 0,-1 0 0 0 0,1 0 0 0 0,0 0 0 0 0,0-1 0 0 0,0 1 0 0 0,-1 0 0 0 0,1 0 0 0 0,0 0 0 0 0,0 0 0 0 0,0 0 0 0 0,-1 0 1 0 0,1 0-1 0 0,1 1 0 0 0,8 1 10 0 0,0 1 1 0 0,-1 0-1 0 0,0 1 1 0 0,1 0 0 0 0,-2 0-1 0 0,1 1 1 0 0,0 0-1 0 0,-1 1 1 0 0,0 0 0 0 0,13 11-1 0 0,36 25 112 0 0,-52-39-84 0 0,0 1 22 0 0,1-1-1 0 0,-1 0 1 0 0,0 0 0 0 0,1 0-1 0 0,0-1 1 0 0,-1 0 0 0 0,1 0 0 0 0,0 0-1 0 0,9 1 1 0 0,-7-1 25 0 0,-6-2-58 0 0,1 1-1 0 0,0 0 1 0 0,-1-1-1 0 0,1 0 1 0 0,0 1-1 0 0,-1-1 1 0 0,1 0 0 0 0,0-1-1 0 0,5 0 1 0 0,8-1-35 0 0,-1 0 0 0 0,1-2 0 0 0,-1 0 0 0 0,0 0 1 0 0,0-2-1 0 0,0 0 0 0 0,-1 0 0 0 0,0-1 0 0 0,0-1 0 0 0,-1-1 1 0 0,0 0-1 0 0,14-12 0 0 0,-13 8 12 0 0,0 0-1 0 0,-1-2 1 0 0,0 0 0 0 0,-1 0-1 0 0,-1-1 1 0 0,0 0-1 0 0,-2-1 1 0 0,1 0 0 0 0,12-36-1 0 0,-10 11-272 0 0,-2-1 0 0 0,-1 0-1 0 0,-3 0 1 0 0,-1-1 0 0 0,-2-58-1 0 0,-2 65 158 0 0,-1 31-62 0 0,0-1 132 0 0,0-22 85 0 0,0 22 1111 0 0,-1 13-989 0 0,-2-1-84 0 0,2-3-54 0 0,0-1 0 0 0,0 1-1 0 0,1-1 1 0 0,-1 1 0 0 0,0 0-1 0 0,1-1 1 0 0,-1 1-1 0 0,1 0 1 0 0,0 0 0 0 0,-1-1-1 0 0,1 1 1 0 0,0 0 0 0 0,0 0-1 0 0,0-1 1 0 0,0 1 0 0 0,1 0-1 0 0,-1 0 1 0 0,1 3 0 0 0,4 26 12 0 0,49 410-532 0 0,-54-373-2288 0 0,0-61 2232 0 0,1 5-80 0 0,-3 6-6227 0 0,-1 12 3659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1:47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 1740 0 0,'0'0'9553'0'0,"14"-23"-7385"0"0,28 17-4148 0 0,7-2-3792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1:49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88 80 0 0,'0'0'3977'0'0,"-4"-3"-2669"0"0,2 2-622 0 0,-8-8-889 0 0,2 7 6472 0 0,8-5-5752 0 0,1-18 142 0 0,-1 19 1629 0 0,0 0-1988 0 0,-1-17-270 0 0,1 18 897 0 0,0 13-609 0 0,7 95-74 0 0,20 244 247 0 0,-25-306 61 0 0,-1-35 25 0 0,0 1 3 0 0,2 20-9 0 0,-2-21 584 0 0,2-3-852 0 0,-2-2-259 0 0,1 0 0 0 0,-1 0 0 0 0,0 0-1 0 0,0 0 1 0 0,0 1 0 0 0,0-1 0 0 0,0 0 0 0 0,0 0-1 0 0,0 1 1 0 0,0-1 0 0 0,0 2 0 0 0,3-7 62 0 0,30-50 172 0 0,-19 16-168 0 0,18-65 1 0 0,-7 19-123 0 0,-11 32-256 0 0,11-24-4934 0 0,-25 72 3661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1:51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171 168 2044 0 0,'0'0'3485'0'0,"2"-4"-2675"0"0,8-14-112 0 0,-8 13 2020 0 0,0 1-2237 0 0,6-14-17 0 0,-6 14 3473 0 0,-3-1-3575 0 0,0 1-206 0 0,0 3-86 0 0,1-1 0 0 0,-1 1 0 0 0,1-1 1 0 0,-1 1-1 0 0,1-1 0 0 0,0 1 0 0 0,0-1 0 0 0,-1 1 0 0 0,1-1 0 0 0,0 0 1 0 0,0 1-1 0 0,1-3 0 0 0,-8 5-126 0 0,-20 1-11 0 0,20-1 318 0 0,3 1-151 0 0,-8 6-92 0 0,1 0 0 0 0,0 1 0 0 0,1 0 1 0 0,-1 1-1 0 0,2 0 0 0 0,-1 1 0 0 0,2 0 1 0 0,-1 0-1 0 0,1 0 0 0 0,1 1 0 0 0,-11 25 1 0 0,5-10 27 0 0,11-23 179 0 0,1 1-120 0 0,-4 14 92 0 0,4-15 537 0 0,3 1-599 0 0,0 0-100 0 0,10 14-37 0 0,-6-19 94 0 0,2 0-87 0 0,0-1 1 0 0,0 0-1 0 0,0-1 0 0 0,-1 0 1 0 0,1 0-1 0 0,0-1 0 0 0,-1 1 1 0 0,1-2-1 0 0,10-5 0 0 0,4-8 11 0 0,36-35-1 0 0,-55 49 9 0 0,0-1-45 0 0,8-10-67 0 0,-8 11 257 0 0,0-1-475 0 0,8-11 412 0 0,-9 12 285 0 0,-3 7-545 0 0,-5 15 250 0 0,4-14 30 0 0,2 0-483 0 0,-2 53 284 0 0,3-51 125 0 0,1-2 144 0 0,6 15-214 0 0,-6-15 37 0 0,1-1 204 0 0,32 22-32 0 0,-31-24-60 0 0,2-1-233 0 0,17 3 41 0 0,-17-3 336 0 0,1-2-235 0 0,-1 1-35 0 0,-1 0 9 0 0,1 0-1 0 0,-1-1 0 0 0,1 0 1 0 0,-1 0-1 0 0,0 0 0 0 0,1 0 1 0 0,-1-1-1 0 0,0 0 0 0 0,0 0 0 0 0,7-4 1 0 0,-6 1-21 0 0,0 1 0 0 0,0-1 1 0 0,0 0-1 0 0,0-1 1 0 0,-1 1-1 0 0,0-1 0 0 0,7-11 1 0 0,-3 2 50 0 0,-1 0 0 0 0,-1-1 0 0 0,6-20 1 0 0,3-16 107 0 0,-15 47-296 0 0,0-2 29 0 0,3-19 200 0 0,-2 19 24 0 0,-1 1-257 0 0,2-19 31 0 0,-2 19 80 0 0,-2 1-134 0 0,-4-16 197 0 0,4 16 244 0 0,0 5-273 0 0,1 0 3 0 0,-1 0 1 0 0,1 0 0 0 0,-1 0 0 0 0,1 0 0 0 0,0 0 0 0 0,-1-1 0 0 0,1 1 0 0 0,-1 0 0 0 0,1 0 0 0 0,0 0 0 0 0,-1 0-1 0 0,1 0 1 0 0,0-1 0 0 0,-1 1 0 0 0,1 0 0 0 0,-1 0 0 0 0,1-1 0 0 0,0 1 0 0 0,0 0 0 0 0,-1 0 0 0 0,1-1-1 0 0,0 1 1 0 0,-1 0 0 0 0,1-1 0 0 0,0 1 0 0 0,0 0 0 0 0,0-1 0 0 0,-1 0 0 0 0,1 1 0 0 0,-1-1 0 0 0,1 0 1 0 0,0 1-1 0 0,-1-1 0 0 0,1 0 0 0 0,-1 1 1 0 0,1-1-1 0 0,-1 1 0 0 0,0-1 0 0 0,1 1 0 0 0,-1-1 1 0 0,0 1-1 0 0,1-1 0 0 0,-1 1 0 0 0,0 0 1 0 0,1-1-1 0 0,-1 1 0 0 0,0 0 0 0 0,0-1 1 0 0,1 1-1 0 0,-1 0 0 0 0,0 0 0 0 0,0 0 1 0 0,0 0-1 0 0,1 0 0 0 0,-2 0 0 0 0,-15-3 65 0 0,37 0 3 0 0,-18 2-68 0 0,4 1 115 0 0,-5-1-105 0 0,1 0-1 0 0,-1 1 0 0 0,0-1 1 0 0,1 1-1 0 0,-1-1 1 0 0,0 1-1 0 0,1-1 0 0 0,-1 1 1 0 0,0 0-1 0 0,1 0 1 0 0,-1 0-1 0 0,3 0 0 0 0,19-1-291 0 0,38 0 310 0 0,-55 1-162 0 0,-1 3 266 0 0,-1-1-114 0 0,0 1 0 0 0,0 0 0 0 0,-1 0 0 0 0,1 0 1 0 0,-1 1-1 0 0,1-1 0 0 0,-1 1 0 0 0,5 7 0 0 0,-6-6-165 0 0,-1 1 87 0 0,-2 21 117 0 0,0 0 1 0 0,-1 0 0 0 0,-2-1 0 0 0,-7 28 0 0 0,10-49 18 0 0,0 1 29 0 0,3 55-448 0 0,-1-54 516 0 0,-1-7-164 0 0,1 0 0 0 0,-1 0 0 0 0,1 0 0 0 0,-1 0 0 0 0,1 0 0 0 0,-1 0 0 0 0,1 1 1 0 0,-1-1-1 0 0,0 0 0 0 0,1 0 0 0 0,-1 1 0 0 0,1-1 0 0 0,-1 0 0 0 0,0 0 0 0 0,1 1 0 0 0,-1-1 0 0 0,0 0 0 0 0,1 1 0 0 0,-1-1 0 0 0,0 1 0 0 0,0-1 1 0 0,1 0-1 0 0,-1 1 0 0 0,0 0 0 0 0,1 0 8 0 0,-1 0 0 0 0,1 0 0 0 0,-1 0 0 0 0,1-1 0 0 0,-1 1 0 0 0,1 0 0 0 0,-1 0 0 0 0,1-1 0 0 0,0 1 0 0 0,-1 0 0 0 0,1-1 0 0 0,0 1 0 0 0,0 0 0 0 0,0-1 0 0 0,-1 1 0 0 0,1-1 0 0 0,0 0 0 0 0,1 1 0 0 0,25 8 3 0 0,0-2 0 0 0,1-1 0 0 0,-1-1 0 0 0,1-2 0 0 0,37 1 0 0 0,-48-3-43 0 0,-4-1 29 0 0,3-2 87 0 0,-12 1-109 0 0,8 0 8 0 0,0-1-1 0 0,0 0 1 0 0,19-6-1 0 0,-26 6 5 0 0,1-1 0 0 0,-1 1 0 0 0,0-1 0 0 0,-1 0-1 0 0,1 0 1 0 0,0-1 0 0 0,-1 1 0 0 0,0-1 0 0 0,0 0-1 0 0,0 0 1 0 0,6-8 0 0 0,45-78-30 0 0,-53 86 63 0 0,5-14 343 0 0,-5 14-288 0 0,0 0 235 0 0,0-1-370 0 0,0 2 121 0 0,-1 2 26 0 0,0 0 1 0 0,0-1 0 0 0,0 1 0 0 0,-1 0 0 0 0,1-1-1 0 0,0 1 1 0 0,-1 0 0 0 0,1-1 0 0 0,-1 1-1 0 0,0-1 1 0 0,1 1 0 0 0,-1-3 0 0 0,0 5-80 0 0,0-1-1 0 0,0 1 1 0 0,0-1 0 0 0,0 1 0 0 0,0-1-1 0 0,0 1 1 0 0,0-1 0 0 0,1 1 0 0 0,-1-1-1 0 0,0 1 1 0 0,0-1 0 0 0,0 1 0 0 0,1-1-1 0 0,-1 1 1 0 0,0-1 0 0 0,0 1 0 0 0,1-1-1 0 0,-1 1 1 0 0,0-1 0 0 0,1 0 0 0 0,-1 1 0 0 0,0-1-1 0 0,1 0 1 0 0,-1 1 0 0 0,1-1 0 0 0,0 1-1 0 0,0-1-8 0 0,0 1-1 0 0,-1-1 0 0 0,1 1 0 0 0,0-1 1 0 0,-1 1-1 0 0,1 0 0 0 0,-1-1 0 0 0,1 1 0 0 0,-1 0 1 0 0,1-1-1 0 0,-1 1 0 0 0,1 0 0 0 0,-1 0 1 0 0,0-1-1 0 0,1 1 0 0 0,-1 0 0 0 0,0 0 1 0 0,0 0-1 0 0,0-1 0 0 0,1 1 0 0 0,-1 0 1 0 0,0 0-1 0 0,0 0 0 0 0,0 0 0 0 0,0 0 1 0 0,-1 1-1 0 0,1 21 190 0 0,0-17-83 0 0,1-1-185 0 0,4 17-11 0 0,-4-16 43 0 0,1 0-279 0 0,3 11-109 0 0,9 14-7621 0 0,-12-27 4471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1:51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55 856 0 0,'-13'-32'8673'0'0,"-8"10"-5753"0"0,4 43-7932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1:53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232 594 712 0 0,'0'0'10176'0'0,"1"-4"-9338"0"0,5-13 66 0 0,-4 13 3304 0 0,-3-1-3790 0 0,-3-16-170 0 0,3 16 186 0 0,-3 3-362 0 0,-14-4-179 0 0,14 4 214 0 0,-1 3-205 0 0,-15 2 80 0 0,15-2 220 0 0,-1 1-283 0 0,-12 5 79 0 0,1 1-1 0 0,0 1 1 0 0,1 0-1 0 0,-1 1 1 0 0,2 1-1 0 0,-28 24 1 0 0,40-32-14 0 0,2-2 12 0 0,1 1 1 0 0,-1 0-1 0 0,0-1 1 0 0,0 1 0 0 0,1-1-1 0 0,-1 1 1 0 0,0-1 0 0 0,0 1-1 0 0,-1-1 1 0 0,1 0-1 0 0,0 0 1 0 0,-2 2 0 0 0,2-2 1 0 0,-2 4 66 0 0,1 0-109 0 0,0-1 87 0 0,-3 16 461 0 0,5-19-506 0 0,1 0 0 0 0,-1 1 1 0 0,1-1-1 0 0,-1 0 1 0 0,1 1-1 0 0,-1-1 0 0 0,1 0 1 0 0,0 0-1 0 0,0 1 1 0 0,0-1-1 0 0,-1 0 0 0 0,3 2 1 0 0,-1-1 16 0 0,0 2 146 0 0,3-3-279 0 0,86 6 103 0 0,-86-7 157 0 0,1-1-339 0 0,17-2 54 0 0,-17 3 107 0 0,0 1-138 0 0,20 2 207 0 0,-20-2 172 0 0,-1 1-319 0 0,18 4 58 0 0,-18-5 353 0 0,2 0-398 0 0,20 2 33 0 0,-20-3 202 0 0,-1 0 8 0 0,2 0-147 0 0,0-1-1 0 0,0 0 1 0 0,0 0 0 0 0,0-1 0 0 0,-1 0-1 0 0,1 0 1 0 0,0-1 0 0 0,-1 1 0 0 0,1-2-1 0 0,-1 1 1 0 0,0-1 0 0 0,0 0-1 0 0,-1-1 1 0 0,1 0 0 0 0,-1 0 0 0 0,0 0-1 0 0,0-1 1 0 0,5-6 0 0 0,-5 6-5 0 0,16-22-78 0 0,-2-6-190 0 0,-2 0-1 0 0,-1-2 1 0 0,-2 0-1 0 0,20-71 0 0 0,24-155-615 0 0,-43 184 1544 0 0,-15 71-551 0 0,0 1-140 0 0,4-15 109 0 0,-4 16 356 0 0,-1 11-263 0 0,9 579 1322 0 0,-5-522-1260 0 0,-3-36 55 0 0,-1-21-56 0 0,1 1 36 0 0,14 51 1073 0 0,-13-53-854 0 0,4-6-463 0 0,19-4 59 0 0,-19 3-79 0 0,-2-1 84 0 0,11-11-102 0 0,-11 11-51 0 0,1-1 114 0 0,12-12 8 0 0,-12 12-123 0 0,-1-1-8 0 0,14-11 160 0 0,-14 12-84 0 0,0 0-221 0 0,11-11 169 0 0,-11 11 128 0 0,1 1-77 0 0,12-10-38 0 0,-12 10 113 0 0,-1 0-124 0 0,13-7 97 0 0,-13 8-84 0 0,0-1 64 0 0,14-6-8 0 0,-14 7-83 0 0,1 0 20 0 0,4 1-45 0 0,0-1 0 0 0,0 1 0 0 0,-1 1 0 0 0,11 0 1 0 0,-12 0 90 0 0,-6 0 8 0 0,-1 0-1 0 0,1 1 1 0 0,-1-1 0 0 0,1 0 0 0 0,-1 0 0 0 0,1 0 0 0 0,-1 1 0 0 0,1-1 0 0 0,-1 0 0 0 0,0 1 0 0 0,1-1 0 0 0,-1 1 0 0 0,1-1 0 0 0,-1 0 0 0 0,0 1 0 0 0,1-1 0 0 0,-1 1 0 0 0,0-1 0 0 0,1 1 0 0 0,-1-1 0 0 0,0 1 0 0 0,0-1-1 0 0,0 1 1 0 0,1-1 0 0 0,-1 2 0 0 0,0-2 0 0 0,0 1 1 0 0,0-1-1 0 0,0 1 0 0 0,0-1 0 0 0,1 1 0 0 0,-1-1 1 0 0,0 1-1 0 0,0-1 0 0 0,1 0 0 0 0,-1 1 0 0 0,0-1 1 0 0,0 1-1 0 0,1-1 0 0 0,-1 0 0 0 0,0 1 0 0 0,1-1 1 0 0,-1 1-1 0 0,1-1 0 0 0,-1 0 0 0 0,1 0 0 0 0,-1 1 0 0 0,0-1 1 0 0,1 0-1 0 0,-1 0 0 0 0,1 0 0 0 0,-1 1 0 0 0,2-1 1 0 0,-3 7-70 0 0,-1 3 76 0 0,0 1 0 0 0,0-1-1 0 0,-8 19 1 0 0,7-24 85 0 0,0-1 37 0 0,-31 30-65 0 0,31-31-19 0 0,-2-3-63 0 0,-25-4 100 0 0,30-1-160 0 0,-4-20 79 0 0,4 24-20 0 0,1 0 0 0 0,-1-1-1 0 0,1 1 1 0 0,0 0 0 0 0,0-1-1 0 0,-1 1 1 0 0,1 0 0 0 0,0 0-1 0 0,0 0 1 0 0,0 0 0 0 0,1 0-1 0 0,-1 0 1 0 0,0 0 0 0 0,0 0-1 0 0,0 0 1 0 0,3-1 0 0 0,14-7 33 0 0,-14 7-103 0 0,2 1 171 0 0,51 0-112 0 0,-51 2 78 0 0,0-2-56 0 0,19 1 81 0 0,-18 0-104 0 0,-2-1 16 0 0,-4 1 23 0 0,10-2-22 0 0,0 0 0 0 0,-1 0 1 0 0,1-1-1 0 0,-1-1 0 0 0,1 0 0 0 0,12-6 1 0 0,-9 0-140 0 0,-1 0 1 0 0,0-1-1 0 0,0 0 1 0 0,-1-1 0 0 0,-1 0-1 0 0,0-1 1 0 0,0 0 0 0 0,-2 0-1 0 0,13-23 1 0 0,-8 7-143 0 0,-1 0 0 0 0,-1-2-1 0 0,-1 1 1 0 0,9-47 0 0 0,-17 66 255 0 0,5-32 46 0 0,2-69 19 0 0,-10 106-82 0 0,0-2 252 0 0,2-21-24 0 0,-2 22-81 0 0,0 0-51 0 0,1-27-521 0 0,-6 36 381 0 0,-15 7 239 0 0,20-9-133 0 0,0 0 0 0 0,-1 0 0 0 0,1 0 0 0 0,-1 0 0 0 0,1 1 0 0 0,0-1 0 0 0,-1 0 0 0 0,1 0 0 0 0,0 1 0 0 0,-1-1 0 0 0,1 0 0 0 0,0 0 0 0 0,-1 1 0 0 0,1-1 0 0 0,0 1 0 0 0,0-1 0 0 0,-1 0 0 0 0,1 1 0 0 0,0-1-1 0 0,0 0 1 0 0,0 1 0 0 0,0-1 0 0 0,-1 1 0 0 0,1-1 0 0 0,0 0 0 0 0,0 1 0 0 0,0 0 0 0 0,-16 55 350 0 0,-16 96 0 0 0,26-108-356 0 0,0-10 189 0 0,2-1 0 0 0,2 1 0 0 0,2 44 0 0 0,0-66-75 0 0,1 0-1 0 0,1 0 1 0 0,0 0-1 0 0,0 0 1 0 0,1 0-1 0 0,1 0 0 0 0,0-1 1 0 0,11 22-1 0 0,6-2 311 0 0,-20-29-411 0 0,0 0 0 0 0,1 0-1 0 0,-1-1 1 0 0,1 1-1 0 0,-1 0 1 0 0,1-1 0 0 0,-1 1-1 0 0,1-1 1 0 0,0 1 0 0 0,0-1-1 0 0,-1 0 1 0 0,1 0-1 0 0,0 0 1 0 0,4 2 0 0 0,1-1-37 0 0,7 9-142 0 0,-12-10 188 0 0,0 1-1 0 0,1-1 1 0 0,-1 0 0 0 0,0 1-1 0 0,0-1 1 0 0,0 0-1 0 0,1-1 1 0 0,-1 1 0 0 0,1 0-1 0 0,-1-1 1 0 0,0 1 0 0 0,1-1-1 0 0,3 1 1 0 0,-5-1-9 0 0,7 1 0 0 0,4 2 21 0 0,1-1-1 0 0,-1 0 1 0 0,1 0 0 0 0,-1-1 0 0 0,1-1 0 0 0,0 0 0 0 0,-1-1 0 0 0,1-1 0 0 0,0 0 0 0 0,-1 0 0 0 0,0-1 0 0 0,1-1 0 0 0,12-5 0 0 0,-17 5-27 0 0,1 0-1 0 0,-1-1 1 0 0,1 0-1 0 0,-1 0 1 0 0,-1-1-1 0 0,1 0 1 0 0,-1 0-1 0 0,0-1 1 0 0,0 0-1 0 0,-1 0 1 0 0,0-1-1 0 0,0 1 1 0 0,4-10-1 0 0,-8 13-74 0 0,0-1 55 0 0,3-15 51 0 0,-3 15 60 0 0,-2-1-288 0 0,-1-20 33 0 0,0 20 154 0 0,-25 11-171 0 0,20-4 153 0 0,2 11 142 0 0,3-11-109 0 0,1 0 1 0 0,-1-1-1 0 0,1 1 1 0 0,-1 0-1 0 0,1 0 1 0 0,-1 0-1 0 0,1 0 1 0 0,0-1-1 0 0,-1 1 1 0 0,1 0-1 0 0,0 0 1 0 0,0 0-1 0 0,0 0 1 0 0,0 0 0 0 0,0 0-1 0 0,0 0 1 0 0,0 0-1 0 0,0 0 1 0 0,0-1-1 0 0,0 1 1 0 0,0 0-1 0 0,0 0 1 0 0,1 1-1 0 0,0 3 27 0 0,0 0-1 0 0,0 0 0 0 0,0 0 1 0 0,1-1-1 0 0,-1 1 0 0 0,1-1 1 0 0,0 1-1 0 0,1-1 0 0 0,-1 0 1 0 0,1 0-1 0 0,0 0 0 0 0,0 0 1 0 0,0 0-1 0 0,0 0 0 0 0,8 5 1 0 0,1 0-439 0 0,1-1 0 0 0,0-1 0 0 0,0 0 0 0 0,18 6 1 0 0,24 7-5886 0 0,-47-17 4484 0 0,4-1-2251 0 0,30 2-748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2:17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79 201 128 0 0,'-4'2'1857'0'0,"-5"4"-20"0"0,-13-2 9079 0 0,10-6-11925 0 0,7 1 2654 0 0,5 1-1639 0 0,0 0-1 0 0,0-1 1 0 0,0 1-1 0 0,0 0 1 0 0,0 0 0 0 0,-1-1-1 0 0,1 1 1 0 0,0 0 0 0 0,0-1-1 0 0,0 1 1 0 0,0 0-1 0 0,0 0 1 0 0,-1-1 0 0 0,1 1-1 0 0,0 0 1 0 0,0 0-1 0 0,0-1 1 0 0,-1 1 0 0 0,1 0-1 0 0,0 0 1 0 0,0 0-1 0 0,-1-1 1 0 0,1 1 0 0 0,0 0-1 0 0,-1 0 1 0 0,1 0-1 0 0,0 0 1 0 0,0 0 0 0 0,-1 0-1 0 0,1 0 1 0 0,0 0-1 0 0,-1 0 1 0 0,1-1 0 0 0,-1 2-1 0 0,0-2 25 0 0,1 1-1 0 0,-1 0 0 0 0,0 0 1 0 0,1 0-1 0 0,-1 0 1 0 0,1-1-1 0 0,-1 1 0 0 0,0 0 1 0 0,1 0-1 0 0,-1-1 1 0 0,1 1-1 0 0,-1-1 0 0 0,1 1 1 0 0,-1 0-1 0 0,1-1 1 0 0,-1 1-1 0 0,1-1 0 0 0,-1 1 1 0 0,1-1-1 0 0,-1 0 1 0 0,1 1-1 0 0,0-1 0 0 0,-1 1 1 0 0,1-1-1 0 0,0 0 1 0 0,0 1-1 0 0,0-1 0 0 0,-1 1 1 0 0,1-2-1 0 0,-4-19 18 0 0,3 16-6 0 0,3 4-284 0 0,-1 0 249 0 0,0-1 0 0 0,0 1 0 0 0,0 0 0 0 0,0 0 0 0 0,0-1 0 0 0,-1 1 0 0 0,1-1 0 0 0,0 1 0 0 0,-1-1 0 0 0,1 1 0 0 0,0-3 0 0 0,0 2-5 0 0,1-2 61 0 0,2 0 2 0 0,10-10-103 0 0,-11 10 58 0 0,-2 2-41 0 0,0 1 1 0 0,0-1 0 0 0,0 1 0 0 0,1-1 0 0 0,-1 1 0 0 0,0 0 0 0 0,1-1 0 0 0,-1 1 0 0 0,1 0 0 0 0,1-1 0 0 0,1-1-26 0 0,-4 3 50 0 0,1 0 0 0 0,-1 0 0 0 0,1 0 0 0 0,0 0 1 0 0,-1 0-1 0 0,1 0 0 0 0,0 0 0 0 0,-1-1 0 0 0,1 1 0 0 0,-1 0 1 0 0,1 0-1 0 0,0 0 0 0 0,-1-1 0 0 0,1 1 0 0 0,-1 0 0 0 0,1-1 0 0 0,-1 1 1 0 0,1-1-1 0 0,-1 1 0 0 0,1-1 0 0 0,-1 1 0 0 0,1-1 0 0 0,-1 0 1 0 0,1 0 4 0 0,1 0 1 0 0,-1 0-1 0 0,0 0 1 0 0,0 0 0 0 0,0 0-1 0 0,1 0 1 0 0,-1 0 0 0 0,0 0-1 0 0,1 0 1 0 0,-1 0 0 0 0,1 1-1 0 0,-1-1 1 0 0,2 0 0 0 0,17-5 52 0 0,-15 4 22 0 0,2 0-41 0 0,50-12-226 0 0,-52 13 40 0 0,1 1 13 0 0,3-1 157 0 0,0 2 1 0 0,0-1-1 0 0,0 2 0 0 0,0-1 1 0 0,0 1-1 0 0,0 0 0 0 0,0 1 1 0 0,-1 0-1 0 0,0 0 0 0 0,1 1 1 0 0,-1 0-1 0 0,0 0 1 0 0,-1 1-1 0 0,12 9 0 0 0,-7-4 51 0 0,0 0-1 0 0,-1 2 1 0 0,-1-1-1 0 0,1 2 1 0 0,-2-1-1 0 0,0 1 1 0 0,13 24-1 0 0,-17-27-137 0 0,-1 1 1 0 0,0 0-1 0 0,-1 0 0 0 0,4 21 1 0 0,-6-22 80 0 0,6 14-135 0 0,-3-1 16 0 0,-3-8-15 0 0,3 15 205 0 0,5 66 372 0 0,-10-24-455 0 0,-1-42 99 0 0,-2-1 0 0 0,-10 39 0 0 0,10-49 5 0 0,-2-3-167 0 0,0 0 0 0 0,-14 23 1 0 0,17-35 25 0 0,3-3 48 0 0,-1 1 1 0 0,0-1 0 0 0,0 1-1 0 0,0-1 1 0 0,0 0-1 0 0,0 1 1 0 0,-1-1 0 0 0,1 0-1 0 0,0 0 1 0 0,-3 2-1 0 0,1 1 157 0 0,-35-12-183 0 0,35 2-50 0 0,-2-3 64 0 0,0 0-1 0 0,1-1 0 0 0,1 1 1 0 0,-1-1-1 0 0,1 0 0 0 0,1-1 1 0 0,0 1-1 0 0,0 0 0 0 0,1 0 1 0 0,1-1-1 0 0,-1 1 0 0 0,2-1 1 0 0,1-10-1 0 0,2-22-68 0 0,5-48-283 0 0,28-125 1 0 0,-21 162 276 0 0,-9 38 10 0 0,0 0 1 0 0,1 1-1 0 0,1-1 0 0 0,0 2 0 0 0,1 0 0 0 0,0 0 1 0 0,1 1-1 0 0,1 0 0 0 0,20-17 0 0 0,-30 28 47 0 0,0 0 0 0 0,-1 0 1 0 0,1 0-1 0 0,1 1 0 0 0,-1-1 0 0 0,0 1 0 0 0,0 0 0 0 0,1 0 1 0 0,3-2-1 0 0,15-5 5 0 0,49-24 198 0 0,-65 30-112 0 0,0 1-64 0 0,16-5-46 0 0,-15 5 141 0 0,0 0-115 0 0,0 0 29 0 0,-5 0-16 0 0,1 0 0 0 0,0 1-1 0 0,0 0 1 0 0,0-1 0 0 0,0 1-1 0 0,0 0 1 0 0,0 0 0 0 0,0 0-1 0 0,0 0 1 0 0,0 0 0 0 0,-1 0-1 0 0,1 1 1 0 0,0-1 0 0 0,3 1-1 0 0,18 5 106 0 0,-17-5-76 0 0,-2 2 29 0 0,1 1-68 0 0,0 0 0 0 0,-1 0 0 0 0,1 0 1 0 0,-1 0-1 0 0,0 0 0 0 0,-1 1 0 0 0,1 0 0 0 0,-1 0 0 0 0,0 0 1 0 0,4 8-1 0 0,-3-3 52 0 0,-1 0 0 0 0,-1 0 1 0 0,0 0-1 0 0,0 0 0 0 0,-1 0 1 0 0,0 1-1 0 0,-1 11 0 0 0,0 40 84 0 0,0-57 79 0 0,-1 3 60 0 0,-2 20-83 0 0,2-21 267 0 0,-1-2-405 0 0,-4 17 150 0 0,5-17 274 0 0,-1-5-507 0 0,0-1 1 0 0,0 0-1 0 0,0 1 0 0 0,0-1 1 0 0,1 0-1 0 0,-1 0 0 0 0,0 0 1 0 0,1 0-1 0 0,-1 0 0 0 0,-2-2 0 0 0,-1 0-300 0 0,11-28-7924 0 0,-5 24 4917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2:19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33 169 1340 0 0,'-3'-3'2102'0'0,"-13"-12"5849"0"0,14 11-7212 0 0,-1-3-236 0 0,1 0 0 0 0,0 0 0 0 0,1-1 0 0 0,0 1 0 0 0,-1-15 0 0 0,2 21-476 0 0,0-1 0 0 0,1 1 0 0 0,-1-1 0 0 0,0 1 1 0 0,1 0-1 0 0,-1-1 0 0 0,1 1 0 0 0,-1 0 0 0 0,1-1 0 0 0,0 1 0 0 0,1-3 0 0 0,0 1 8 0 0,0-1-180 0 0,1 0 563 0 0,7-12-401 0 0,-7 12 121 0 0,0 0-423 0 0,32-28 369 0 0,-31 30 48 0 0,2 2-243 0 0,18 4 175 0 0,-18-3 61 0 0,-3 2 40 0 0,9 9-116 0 0,-9-9 292 0 0,-1 1-111 0 0,6 12-494 0 0,-6-12 278 0 0,-1 2-214 0 0,13 56 183 0 0,-13-48-24 0 0,0 1 1 0 0,-1-1-1 0 0,-4 23 0 0 0,1-2-283 0 0,2-13 257 0 0,1-16 109 0 0,-1 1-156 0 0,-2 22-4 0 0,2-21 190 0 0,-1-2-112 0 0,-14 46 13 0 0,14-48 210 0 0,2-2-178 0 0,-1-1 0 0 0,1 1 0 0 0,-1-1 0 0 0,1 0-1 0 0,-1 1 1 0 0,0-1 0 0 0,1 0 0 0 0,-1 1-1 0 0,0-1 1 0 0,0 0 0 0 0,0 0 0 0 0,-2 2-1 0 0,11-24 38 0 0,1 2-1 0 0,12-22 0 0 0,54-113 11 0 0,-73 150 142 0 0,3-11-521 0 0,4-2 1138 0 0,-2-1-772 0 0,-5 14-165 0 0,0 0-18 0 0,6-13 188 0 0,-7 12 90 0 0,-5 7-415 0 0,-14 7 279 0 0,14-7-119 0 0,0 3 164 0 0,-5 10 46 0 0,0-1 1 0 0,1 2 0 0 0,0-1-1 0 0,-8 25 1 0 0,15-35-252 0 0,1 25 115 0 0,0-24 37 0 0,2 0 143 0 0,-1-3-125 0 0,0 1 4 0 0,1 0 1 0 0,-1-1-1 0 0,1 1 0 0 0,-1-1 1 0 0,1 0-1 0 0,0 1 0 0 0,0-1 1 0 0,0 0-1 0 0,1 0 0 0 0,-1 0 1 0 0,1 0-1 0 0,0-1 1 0 0,0 1-1 0 0,3 1 0 0 0,8 4-939 0 0,0-1-1 0 0,0-1 1 0 0,1 0-1 0 0,18 4 0 0 0,30 12-5218 0 0,-37-10 3592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2:19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29 104 2172 0 0,'0'0'4057'0'0,"-1"-5"-2555"0"0,-5-22 4075 0 0,4 23-5208 0 0,-6-13 283 0 0,6 12 858 0 0,0 10-1379 0 0,-4 12-81 0 0,5-13-77 0 0,3 1-259 0 0,0-2 269 0 0,-1-2 31 0 0,0 0-1 0 0,0 0 0 0 0,0 1 1 0 0,0-1-1 0 0,0 0 1 0 0,-1 1-1 0 0,1-1 1 0 0,0 1-1 0 0,-1-1 1 0 0,1 1-1 0 0,-1-1 0 0 0,1 3 165 0 0,5-3-299 0 0,-2-1 120 0 0,-1 1 11 0 0,1-1 0 0 0,-1 1 0 0 0,0-1 0 0 0,1 0 0 0 0,-1 0 0 0 0,1-1 0 0 0,-1 1 0 0 0,1-1 0 0 0,-1 1 0 0 0,0-1 0 0 0,1 0 0 0 0,-1 0 0 0 0,0-1 0 0 0,0 1 0 0 0,5-3 0 0 0,51-43 160 0 0,-55 44-194 0 0,-1 0 164 0 0,0-2-35 0 0,1 1-1 0 0,-1 1 1 0 0,1-1 0 0 0,-1 0 0 0 0,1 1 0 0 0,0 0-1 0 0,0 0 1 0 0,0 0 0 0 0,6-2 0 0 0,-8 5-85 0 0,-1 0 0 0 0,1 0 0 0 0,0 1 0 0 0,0-1-1 0 0,-1 0 1 0 0,1 1 0 0 0,0 0 0 0 0,-1-1 0 0 0,1 1 0 0 0,-1 0 0 0 0,3 2 0 0 0,1-1 18 0 0,2 5 4 0 0,3 16-36 0 0,1 0 351 0 0,14 47 0 0 0,-4 9 611 0 0,-4 1 0 0 0,-4 0 0 0 0,-3 1 0 0 0,0 111 0 0 0,-11-171-580 0 0,2-4-10 0 0,-1-1-1 0 0,-1 0 0 0 0,-1 0 0 0 0,0 1 0 0 0,-1-1 0 0 0,-1 0 0 0 0,0-1 0 0 0,-10 25 0 0 0,10-34-203 0 0,0 1 1 0 0,0 0-1 0 0,-1-1 0 0 0,1 0 1 0 0,-1 0-1 0 0,-1 0 1 0 0,-9 9-1 0 0,11-13-203 0 0,1 1-1 0 0,0-1 0 0 0,-1 0 1 0 0,1 0-1 0 0,-1 0 0 0 0,1 0 1 0 0,-1-1-1 0 0,0 0 0 0 0,0 1 1 0 0,0-1-1 0 0,0-1 0 0 0,0 1 1 0 0,0-1-1 0 0,0 1 1 0 0,0-1-1 0 0,-6-1 0 0 0,-66-14-2493 0 0,25-2-1990 0 0,34 9-2296 0 0,3 5 4794 0 0,5 2 201 0 0,2-1-5037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2:24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8 140 1628 0 0,'0'-6'1528'0'0,"-1"-6"-1758"0"0,-3-20 9815 0 0,3 21-8395 0 0,0 6 3385 0 0,6 2-4501 0 0,9-6-22 0 0,1 1 1 0 0,0 0 0 0 0,0 1 0 0 0,21-6 0 0 0,28-2-50 0 0,-15 7-470 0 0,-27 6 116 0 0,-16 2-91 0 0,0 0-535 0 0,17 2-288 0 0,-17-2-139 0 0,-1 2-557 0 0,0 1 991 0 0,12 5-3821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2:24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22 137 1800 0 0,'0'0'10724'0'0,"-4"3"-10158"0"0,-10 7-9 0 0,10-7 3298 0 0,10-4-3661 0 0,165-53 336 0 0,-25 6-344 0 0,-82 31-5 0 0,-59 16-185 0 0,2 0 101 0 0,17-5-91 0 0,-18 5 263 0 0,-1-1-142 0 0,47-12 182 0 0,-46 12-189 0 0,-1 1-3511 0 0,14-2-693 0 0,-14 2 120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2:32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531 198 956 0 0,'-28'-6'1554'0'0,"23"5"-281"0"0,3-2-266 0 0,-8-11-126 0 0,8 11 163 0 0,0-1-527 0 0,-14-40 1873 0 0,14 39-1608 0 0,2-2-596 0 0,-3-19-11 0 0,3 20 602 0 0,-2 1-432 0 0,-4-15 44 0 0,5 16 1663 0 0,-5-21-1574 0 0,5 20-67 0 0,-2 2-396 0 0,-10-9-57 0 0,9 9 219 0 0,-2 3-38 0 0,-19-1-148 0 0,19 1-83 0 0,0 1 60 0 0,-58 12-92 0 0,51-9 200 0 0,0 1 0 0 0,1 0-1 0 0,-1 1 1 0 0,2 1 0 0 0,-1 0 0 0 0,1 0-1 0 0,0 1 1 0 0,0 0 0 0 0,1 1-1 0 0,0 0 1 0 0,0 1 0 0 0,-14 20-1 0 0,8-9-117 0 0,1 0 0 0 0,1 1 0 0 0,2 1-1 0 0,0 0 1 0 0,-16 45 0 0 0,11-16 35 0 0,-17 94 0 0 0,31-125 37 0 0,0 0 0 0 0,2 0 0 0 0,0 0 0 0 0,1 1 0 0 0,1-1 1 0 0,2 0-1 0 0,0 0 0 0 0,1 0 0 0 0,7 24 0 0 0,-7-36-28 0 0,0 0 0 0 0,1 0 0 0 0,0 0 0 0 0,0 0 0 0 0,1 0 0 0 0,0-1 0 0 0,0 0 0 0 0,1-1 0 0 0,0 1 1 0 0,1-1-1 0 0,-1-1 0 0 0,1 1 0 0 0,1-1 0 0 0,-1-1 0 0 0,1 0 0 0 0,0 0 0 0 0,0 0 0 0 0,19 5 0 0 0,-15-7 5 0 0,34 3 93 0 0,-32-5-81 0 0,-9 0-23 0 0,0-1 0 0 0,1 0 0 0 0,-1 0 0 0 0,0-1 0 0 0,11-1 0 0 0,8-2-26 0 0,-1-1 1 0 0,0-2-1 0 0,0 0 0 0 0,38-17 0 0 0,-42 12 84 0 0,0 0 0 0 0,-1-2 0 0 0,-1 0 0 0 0,0-1 0 0 0,-1-1 0 0 0,-1 0 0 0 0,-1-1 0 0 0,25-35 0 0 0,-38 48-25 0 0,1 0 0 0 0,-1 0 0 0 0,0 0 0 0 0,-1 0 0 0 0,1-1 0 0 0,-1 1 0 0 0,1-1 0 0 0,-1 1 0 0 0,-1-1 0 0 0,1 1 0 0 0,0-6 0 0 0,-1 6-22 0 0,1-2-17 0 0,-1-2 50 0 0,-1-13 11 0 0,-1 0 1 0 0,-1 1-1 0 0,-7-27 0 0 0,1 17 95 0 0,-2 1 1 0 0,-1 0-1 0 0,-31-52 0 0 0,32 65-53 0 0,-1 1-1 0 0,-25-25 0 0 0,1 0-92 0 0,34 38 12 0 0,1 0 0 0 0,0 0 0 0 0,-1 1 0 0 0,1-1-1 0 0,-1 0 1 0 0,0 1 0 0 0,1-1 0 0 0,-1 1 0 0 0,0 0 0 0 0,-3-2 0 0 0,-15-16-96 0 0,-42-36-9 0 0,58 53 120 0 0,-1-2-56 0 0,-52-25 12 0 0,52 26-3 0 0,-1 1 6 0 0,-16-8 8 0 0,16 8 20 0 0,1 1 52 0 0,-17-3 35 0 0,17 3-84 0 0,-1 1 61 0 0,-17 1-63 0 0,17-1 96 0 0,1 2-23 0 0,-14 6-4 0 0,14-6-234 0 0,5-2 128 0 0,0 1 1 0 0,0-1-1 0 0,0 0 0 0 0,0 1 1 0 0,0-1-1 0 0,0 0 1 0 0,0 1-1 0 0,0-1 1 0 0,0 0-1 0 0,0 1 1 0 0,0-1-1 0 0,-1 0 0 0 0,1 0 1 0 0,0 1-1 0 0,0-1 1 0 0,0 0-1 0 0,-1 1 1 0 0,1-1-1 0 0,0 0 1 0 0,0 0-1 0 0,-1 1 1 0 0,1-1-1 0 0,0 0 0 0 0,-1 0 1 0 0,1 0-1 0 0,0 0 1 0 0,-1 1-1 0 0,1-1 1 0 0,0 0-1 0 0,-1 0 1 0 0,1 0-1 0 0,-1 0 0 0 0,-7 6-907 0 0,6 4-3024 0 0,2-4 2929 0 0,-1 7-348 0 0,5 2-2621 0 0,5 6 888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2:32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3164 0 0,'0'0'11300'0'0,"5"1"-11104"0"0,14 6-78 0 0,-15-5 1386 0 0,-6 2-1296 0 0,0-2-155 0 0,1-1-27 0 0,0 0-1 0 0,0 0 0 0 0,1 0 1 0 0,-1 0-1 0 0,0 1 0 0 0,0-1 1 0 0,0 0-1 0 0,1 0 0 0 0,-1 1 1 0 0,1-1-1 0 0,-1 0 1 0 0,0 3 3018 0 0,0 1-2980 0 0,-5 14 73 0 0,4-15 2499 0 0,-24-10-2518 0 0,20 5-50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2:33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565 179 2304 0 0,'0'0'4855'0'0,"-1"-5"-3811"0"0,-5-62 2970 0 0,4 62-3633 0 0,-2-14-126 0 0,3 14 387 0 0,-2 0-222 0 0,-5-12-80 0 0,6 12 134 0 0,-1 2-250 0 0,-14-8-150 0 0,1 1 0 0 0,-25-10 0 0 0,36 18 7 0 0,-1 1 70 0 0,-18-2-69 0 0,17 2 87 0 0,1 2 6 0 0,-13 1-148 0 0,1 1-1 0 0,1 0 1 0 0,-1 1-1 0 0,0 2 1 0 0,1 0-1 0 0,0 0 1 0 0,0 2-1 0 0,1 0 1 0 0,-17 11-1 0 0,12-6-1 0 0,0 2 0 0 0,0 1 0 0 0,2 0 0 0 0,0 2-1 0 0,0 0 1 0 0,-29 39 0 0 0,34-37 131 0 0,-19 35 0 0 0,31-51-199 0 0,2 1 78 0 0,-4 15-66 0 0,3-15 37 0 0,2 0 3 0 0,5 12 113 0 0,-4-12-90 0 0,2-2 65 0 0,11 12-157 0 0,-11-12 29 0 0,2-1-4 0 0,-1 0-25 0 0,0 1 54 0 0,-1-1 1 0 0,1 0-1 0 0,0-1 0 0 0,0 1 1 0 0,0-1-1 0 0,0 0 0 0 0,0 0 1 0 0,1-1-1 0 0,-1 0 0 0 0,9 0 1 0 0,-12 0 20 0 0,7-1-24 0 0,1 0 0 0 0,0-1 0 0 0,-1 1 0 0 0,1-2-1 0 0,-1 0 1 0 0,0 0 0 0 0,0 0 0 0 0,0-1 0 0 0,10-6 0 0 0,1-6 60 0 0,-1-2 0 0 0,0 1 0 0 0,-1-2 0 0 0,-1-1 1 0 0,-1 0-1 0 0,18-28 0 0 0,-16 23 280 0 0,-15 21-307 0 0,0-2-60 0 0,7-17 18 0 0,-7 18 84 0 0,-1 0 96 0 0,8-12-144 0 0,-8 13 304 0 0,0 11-143 0 0,1 0-146 0 0,-2-4-9 0 0,0-1 1 0 0,0 1-1 0 0,0 0 0 0 0,-1 0 1 0 0,1-1-1 0 0,-1 1 1 0 0,1 0-1 0 0,-1 0 0 0 0,0 0 1 0 0,0 0-1 0 0,-1 4 0 0 0,1 118 478 0 0,7 320 351 0 0,2-248 416 0 0,-9-191-1026 0 0,0-4-216 0 0,0 0-1 0 0,-1 0 1 0 0,1 0 0 0 0,0 0 0 0 0,0 0 0 0 0,0 0 0 0 0,1 0 0 0 0,-1 0 0 0 0,0 0 0 0 0,2 4 0 0 0,-1 0 18 0 0,0 0 308 0 0,0 0-308 0 0,3 16-182 0 0,-4-16-331 0 0,3-3-2752 0 0,-2-2 2299 0 0,8 8 975 0 0,-7-4-2908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2:34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449 253 956 0 0,'0'-6'2038'0'0,"4"-66"6207"0"0,-2 47-7826 0 0,-1 19 169 0 0,-2 0-218 0 0,-4-58 1430 0 0,4 58-944 0 0,-2 1-573 0 0,-6-13-13 0 0,6 14 11 0 0,0 0-195 0 0,-11-12 136 0 0,10 12 22 0 0,-1 2-280 0 0,-4-2 85 0 0,0 2 0 0 0,-1-1-1 0 0,1 1 1 0 0,-1 1 0 0 0,0-1 0 0 0,-18 1 0 0 0,23 2-51 0 0,-5 1 59 0 0,1-1 0 0 0,-1 1-1 0 0,1 1 1 0 0,-10 4 0 0 0,10-4-12 0 0,-4 2 7 0 0,0 1 0 0 0,0 0 0 0 0,1 0 1 0 0,0 1-1 0 0,1 1 0 0 0,-19 15 0 0 0,5 3-327 0 0,-38 49 0 0 0,33-38 201 0 0,27-34-50 0 0,0 2 54 0 0,1-4 56 0 0,1 0 3 0 0,-1 1 0 0 0,1-1 1 0 0,0 0-1 0 0,0 1 0 0 0,-1-1 1 0 0,1 0-1 0 0,0 1 1 0 0,0 0-1 0 0,0-1 0 0 0,1 1 1 0 0,-1 0-1 0 0,-1 2 1 0 0,1 1-40 0 0,-4 17 73 0 0,4-17 259 0 0,4 0-172 0 0,9 13 37 0 0,-9-13-125 0 0,8-1 118 0 0,6 5-200 0 0,-11-7 92 0 0,-1-1 1 0 0,1 0 0 0 0,0 0 0 0 0,0 0 0 0 0,0-1 0 0 0,0 0 0 0 0,0 0-1 0 0,0-1 1 0 0,0 1 0 0 0,0-1 0 0 0,0-1 0 0 0,6-1 0 0 0,-2-1-55 0 0,0-1 1 0 0,-1 0 0 0 0,1-1-1 0 0,-1 0 1 0 0,0 0-1 0 0,0-1 1 0 0,7-8 0 0 0,10-11-221 0 0,29-39 1 0 0,-52 61 270 0 0,0 0 8 0 0,8-15 29 0 0,-8 14 199 0 0,0 1-156 0 0,7-12-88 0 0,-7 12 653 0 0,-1 11-754 0 0,1 15 147 0 0,-1 0 0 0 0,-1 0 0 0 0,-4 37-1 0 0,2 19 327 0 0,-2 201 417 0 0,9 21 91 0 0,-8-243-953 0 0,2-33 86 0 0,0-19-8 0 0,0 1 2 0 0,0 17-13 0 0,0-17-18 0 0,2-2-535 0 0,8 14-317 0 0,-7-14-892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2:35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7 120 104 0 0,'0'0'14421'0'0,"-1"-5"-14404"0"0,-3-14 22 0 0,2 14 255 0 0,6 2-120 0 0,52-58-198 0 0,-51 56-18 0 0,-5 5 40 0 0,1 0 0 0 0,-1 1 0 0 0,1-2 0 0 0,0 1 1 0 0,-1 0-1 0 0,1 0 0 0 0,-1 0 0 0 0,1 0 0 0 0,0 0 0 0 0,-1 0 0 0 0,1-1 0 0 0,-1 1 0 0 0,1 0 0 0 0,-1 0 0 0 0,1-1 0 0 0,-1 1 0 0 0,1 0 0 0 0,-1-1 0 0 0,1 1 0 0 0,-1-1 0 0 0,1 0 0 0 0,0 0 1 0 0,0 0-1 0 0,1 0 1 0 0,-1 0-1 0 0,0 1 1 0 0,0-1 0 0 0,0 0-1 0 0,1 0 1 0 0,-1 1 0 0 0,0-1-1 0 0,1 1 1 0 0,-1-1-1 0 0,3 0 1 0 0,16-4 24 0 0,-15 4 81 0 0,3 1-62 0 0,22 0 111 0 0,-28 0-144 0 0,-1 0-1 0 0,1 0 1 0 0,-1 0 0 0 0,0 0-1 0 0,1 0 1 0 0,-1 0-1 0 0,0 0 1 0 0,1 1 0 0 0,-1-1-1 0 0,0 0 1 0 0,1 1-1 0 0,-1-1 1 0 0,0 1 0 0 0,0-1-1 0 0,1 1 1 0 0,-1 0 0 0 0,0 0-1 0 0,0-1 1 0 0,2 3-1 0 0,8 5 74 0 0,-7-5-36 0 0,0 1-1 0 0,1-1 1 0 0,-1 1-1 0 0,0 0 1 0 0,-1 0 0 0 0,1 0-1 0 0,-1 1 1 0 0,1-1-1 0 0,-1 1 1 0 0,-1-1-1 0 0,1 1 1 0 0,-1 0 0 0 0,1 0-1 0 0,-2 1 1 0 0,1-1-1 0 0,0 0 1 0 0,-1 1 0 0 0,1 8-1 0 0,0 51 16 0 0,-2-62-80 0 0,-2 26-140 0 0,-3-7 101 0 0,-15 76 900 0 0,18-91-604 0 0,0-3-213 0 0,-5 15-179 0 0,6-14 26 0 0,-2-2 242 0 0,-9 12 42 0 0,9-11-27 0 0,6-8-638 0 0,8-16 443 0 0,-5 19 104 0 0,18-2 0 0 0,-18 2 35 0 0,0 2-93 0 0,17 4-75 0 0,-17-4-110 0 0,-1 2 139 0 0,4 2 125 0 0,0 0 0 0 0,0 1 1 0 0,0 0-1 0 0,-1 1 0 0 0,0-1 0 0 0,0 2 1 0 0,10 11-1 0 0,10 32-120 0 0,-24-38 68 0 0,0-1-1 0 0,-1 1 0 0 0,0 0 1 0 0,-1-1-1 0 0,-1 1 0 0 0,0 0 1 0 0,-1 22-1 0 0,-6 28 497 0 0,5-55-314 0 0,-1-1-1 0 0,0 0 1 0 0,0 0 0 0 0,-1 0 0 0 0,-4 9 0 0 0,2-5 24 0 0,3-6-91 0 0,0 0 1 0 0,-1-1-1 0 0,0 1 1 0 0,0-1-1 0 0,0 0 1 0 0,-1 0-1 0 0,1 0 1 0 0,-9 7-1 0 0,10-9-85 0 0,-2 1 22 0 0,1-1 1 0 0,-1 0 0 0 0,0 1 0 0 0,0-1 0 0 0,0-1 0 0 0,0 1 0 0 0,0 0 0 0 0,0-1 0 0 0,0 0 0 0 0,-1 0 0 0 0,-7 0 0 0 0,8 0-93 0 0,-7 1 96 0 0,-8 0 30 0 0,-3-3-53 0 0,-66-2 192 0 0,86 2-268 0 0,-60 2-2402 0 0,54-1 410 0 0,1 1-1 0 0,0 1 1 0 0,-1-1 0 0 0,-10 5-1 0 0,-7 4-3092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2:36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59 892 0 0,'0'0'4821'0'0,"-1"-5"-3672"0"0,-10-44 3331 0 0,10 44-749 0 0,-1 11-3349 0 0,-15 41 332 0 0,-16 69-1 0 0,11-37-638 0 0,-95 302 1965 0 0,115-376-1630 0 0,2-3-362 0 0,0-1-1 0 0,0 1 0 0 0,-1 0 1 0 0,1-1-1 0 0,-1 1 0 0 0,1 0 1 0 0,-1-1-1 0 0,0 1 1 0 0,1-1-1 0 0,-1 1 0 0 0,-2 2 1 0 0,1 0 30 0 0,0 1 320 0 0,7 3-356 0 0,1 8 113 0 0,-1-16-83 0 0,18 2-142 0 0,-18-2 88 0 0,2 1-46 0 0,62 10 112 0 0,-3-2-418 0 0,-61-8 309 0 0,4-1-104 0 0,24 1 33 0 0,-25-1-101 0 0,-2 0-39 0 0,16-1-2 0 0,-17 1 163 0 0,1-1-44 0 0,16-4-129 0 0,-16 4-36 0 0,-2-1-234 0 0,14-4 41 0 0,-14 5-229 0 0,16-9-1294 0 0,-16 8 602 0 0,8-16-6300 0 0,-10 14 5179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2:36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82 3252 0 0,'0'-5'2346'0'0,"2"-16"-424"0"0,-1 16 1428 0 0,-2-1-2041 0 0,-6-15-108 0 0,6 16 1889 0 0,0 0-2752 0 0,-5-9 55 0 0,3 15 528 0 0,-3 30-348 0 0,4 5-385 0 0,2 0 1 0 0,1 0-1 0 0,13 71 0 0 0,-9-70-101 0 0,71 409-1988 0 0,-4-156-8530 0 0,-53-230 6656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1T12:26:07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1 884 0 0,'13'22'6245'0'0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7:38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29 196 556 0 0,'0'0'8223'0'0,"0"-5"-7904"0"0,-2-22 3247 0 0,3 22-3420 0 0,3-53 1349 0 0,-3 52-761 0 0,-1 0-596 0 0,5-72 2267 0 0,-5 68-1497 0 0,-3 57-975 0 0,-11 228 342 0 0,12-190-281 0 0,-1-46 275 0 0,0-8-99 0 0,3 27-253 0 0,0-52 129 0 0,0 2 127 0 0,-2 22 20 0 0,2-22-37 0 0,0-2-36 0 0,-1 19-72 0 0,1-19 166 0 0,0 0-159 0 0,0 9 281 0 0,1 23-875 0 0,-4-34 57 0 0,-3-20 105 0 0,4 10 148 0 0,4 1-383 0 0,5-14 597 0 0,-5 14 40 0 0,-1-1-217 0 0,17-41-160 0 0,-15 43 274 0 0,0-8 8 0 0,0 0 1 0 0,1 0-1 0 0,1 0 1 0 0,0 1-1 0 0,10-16 1 0 0,-11 20-18 0 0,7-13 130 0 0,20-28 1 0 0,-2 12-339 0 0,-26 33 229 0 0,1-2 144 0 0,14-14-49 0 0,-13 15-104 0 0,-1 0 87 0 0,32-32-316 0 0,-32 33 272 0 0,1 1 31 0 0,20-6 110 0 0,-21 11-81 0 0,-1 0 0 0 0,0-1 4 0 0,0 0-1 0 0,-1 1 1 0 0,1-1 0 0 0,-1 0 0 0 0,0 1 0 0 0,0 0-1 0 0,0-1 1 0 0,0 1 0 0 0,0 0 0 0 0,0 0-1 0 0,-1 0 1 0 0,1 0 0 0 0,-1 0 0 0 0,0 1 0 0 0,0-1-1 0 0,1 4 1 0 0,18 122 705 0 0,-20-123-645 0 0,1 1 63 0 0,0 21-22 0 0,-1-21-91 0 0,0-1-33 0 0,3 16 119 0 0,-3-16 14 0 0,1 0 7 0 0,10 57-150 0 0,-10-57-421 0 0,9 13-11487 0 0,-8-16 8910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7:40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214 112 416 0 0,'0'0'3181'0'0,"-2"-4"-1976"0"0,-4-14-209 0 0,5 13 3760 0 0,0 0-4144 0 0,0-19 4 0 0,1 18 2053 0 0,-2 3-2453 0 0,0 0-146 0 0,1 2-29 0 0,1 0 0 0 0,-1 0 1 0 0,0 0-1 0 0,0 0 0 0 0,1 0 1 0 0,-1 0-1 0 0,0 0 0 0 0,1-1 0 0 0,-1 1 1 0 0,1 0-1 0 0,-1 0 0 0 0,1-3 0 0 0,-5 5 154 0 0,-12 5-82 0 0,12-4-39 0 0,2 1-10 0 0,-20 20 137 0 0,1 0 0 0 0,1 2-1 0 0,2 1 1 0 0,0 0 0 0 0,-15 30 0 0 0,31-51-85 0 0,2-3-109 0 0,0-1-1 0 0,0 1 0 0 0,0 0 0 0 0,0-1 1 0 0,0 1-1 0 0,0 0 0 0 0,0 0 0 0 0,1 0 1 0 0,-1 0-1 0 0,1 0 0 0 0,-1 0 1 0 0,1 2-1 0 0,-1 1 11 0 0,-1 2 111 0 0,1-1-92 0 0,-3 18-19 0 0,3-17 139 0 0,1-1-136 0 0,2 19-62 0 0,-2-18 224 0 0,3-2-200 0 0,-2-3-53 0 0,0 1 62 0 0,0-1 0 0 0,1 1 0 0 0,-1 0 0 0 0,1-1 0 0 0,0 1 0 0 0,-1-1 0 0 0,1 0 0 0 0,0 0 0 0 0,0 1 0 0 0,0-1 0 0 0,1 0 0 0 0,-1-1 0 0 0,0 1 0 0 0,1 0 0 0 0,-1-1 0 0 0,6 3 0 0 0,14 2-115 0 0,-17-5 164 0 0,1 0-188 0 0,19 2 42 0 0,-19-3 58 0 0,-2-2-143 0 0,1 0 137 0 0,-1-1 1 0 0,0 0 0 0 0,0-1-1 0 0,0 1 1 0 0,-1-1-1 0 0,7-7 1 0 0,-7 8-84 0 0,-3-2 45 0 0,4-51-65 0 0,-4 50 356 0 0,-2 0-146 0 0,-3-16 27 0 0,4 16 465 0 0,0 1-455 0 0,-5-14 61 0 0,5 14 26 0 0,-1 0-119 0 0,-2-14-18 0 0,3 14-123 0 0,1 0-89 0 0,0 4 159 0 0,0 0-3 0 0,0-1 0 0 0,0 0 0 0 0,-1 0 0 0 0,1 0 0 0 0,1 0 0 0 0,-1 0 0 0 0,0 0 0 0 0,0 0 0 0 0,1 0 0 0 0,-1 0 0 0 0,2-3 0 0 0,14-12 242 0 0,-12 13-295 0 0,13-7-171 0 0,-13 8 41 0 0,-3 3 178 0 0,0 0 0 0 0,0 0 0 0 0,0 0 1 0 0,0 0-1 0 0,1 0 0 0 0,-1 0 1 0 0,0-1-1 0 0,0 1 0 0 0,0-1 0 0 0,0 1 1 0 0,0-1-1 0 0,0 1 0 0 0,0-1 1 0 0,0 1-1 0 0,1-2 0 0 0,14-8-147 0 0,34-13-214 0 0,-44 20 440 0 0,-1 2 145 0 0,12-7-325 0 0,-12 6 69 0 0,21-10-52 0 0,-21 10 80 0 0,-1-1-54 0 0,13-5 135 0 0,-13 6-134 0 0,0-1 23 0 0,10-7 21 0 0,-11 8 225 0 0,0-1-139 0 0,9-9 72 0 0,-9 9 858 0 0,1 0-943 0 0,9-9 109 0 0,-10 9 347 0 0,-3 8-314 0 0,-2 19-147 0 0,2-18 4 0 0,-1-1-67 0 0,-2 18 159 0 0,2-17 24 0 0,0-1-43 0 0,-1 19-88 0 0,1-18-144 0 0,2 1 41 0 0,0 24 68 0 0,-1-24-52 0 0,1-1 15 0 0,5 12 58 0 0,0 0-1 0 0,15 30 1 0 0,-18-45 168 0 0,2 1-134 0 0,15 11 104 0 0,-14-11 7 0 0,-4-4-150 0 0,0 0 0 0 0,0 0 0 0 0,0 1 0 0 0,0-1-1 0 0,0 1 1 0 0,0-1 0 0 0,-1 1 0 0 0,1 0 0 0 0,0-1 0 0 0,2 2-1 0 0,2 1 10 0 0,-1-1-78 0 0,-3-2 73 0 0,0 0-1 0 0,0 0 0 0 0,0 0 0 0 0,0 0 0 0 0,0 1 1 0 0,0-1-1 0 0,0 1 0 0 0,0-1 0 0 0,0 1 1 0 0,0 0-1 0 0,2 1 0 0 0,-4-2-4 0 0,5 1 251 0 0,24-3-280 0 0,-23 2 284 0 0,-1-1-308 0 0,17-5-70 0 0,-17 5 174 0 0,17-11-176 0 0,-17 10 6 0 0,-2-1 16 0 0,27-32 67 0 0,-28 31 514 0 0,0 0-481 0 0,5-13-123 0 0,-5 13 141 0 0,-1 9-297 0 0,6 12 365 0 0,-5-13 114 0 0,0 1-255 0 0,7 12-108 0 0,-7-12 326 0 0,1-1-78 0 0,12 13-177 0 0,-12-12-17 0 0,2-2 54 0 0,12 12 80 0 0,-12-11 183 0 0,-4-4-193 0 0,1 0 1 0 0,-1 0-1 0 0,0 1 1 0 0,1-1-1 0 0,-1 1 0 0 0,1-1 1 0 0,-1 1-1 0 0,0-1 0 0 0,1 1 1 0 0,-1 0-1 0 0,0 0 0 0 0,2 1 1 0 0,0 0-3 0 0,1 0-28 0 0,2 0 67 0 0,18 7 188 0 0,-18-7 32 0 0,0-2-205 0 0,25 4 727 0 0,-30-4-781 0 0,0 0 0 0 0,0-1 0 0 0,0 1 1 0 0,0 0-1 0 0,-1 0 0 0 0,1 0 0 0 0,0-1 0 0 0,0 1 1 0 0,0-1-1 0 0,0 1 0 0 0,0-1 0 0 0,-1 1 0 0 0,1-1 1 0 0,0 1-1 0 0,0-1 0 0 0,1-1 0 0 0,-2 2-11 0 0,0-1 0 0 0,1 1 0 0 0,-1-1 0 0 0,1 1-1 0 0,0 0 1 0 0,-1-1 0 0 0,1 1 0 0 0,-1-1 0 0 0,1 1 0 0 0,0 0 0 0 0,-1-1-1 0 0,1 1 1 0 0,0 0 0 0 0,-1 0 0 0 0,1 0 0 0 0,0 0 0 0 0,-1-1 0 0 0,1 1-1 0 0,0 0 1 0 0,-1 0 0 0 0,1 0 0 0 0,0 0 0 0 0,-1 1 0 0 0,2-1 0 0 0,0-5 106 0 0,6-13 36 0 0,-6 13-35 0 0,-2-2-205 0 0,-7-54 268 0 0,5 56-219 0 0,0-2-23 0 0,-6-18 114 0 0,6 18 18 0 0,0 2-172 0 0,-7-15-256 0 0,7 15-4 0 0,0 0-1302 0 0,0 2 1039 0 0,-4-7 11 0 0,4 0-4534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7:42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67 472 0 0,'-4'5'965'0'0,"-13"5"7766"0"0,16-14-8358 0 0,-1 1-208 0 0,-4-14 1395 0 0,7 15-1517 0 0,0 1 1 0 0,0-1-1 0 0,0 1 1 0 0,0 0-1 0 0,0-1 1 0 0,0 1-1 0 0,0 0 0 0 0,1 0 1 0 0,-1 0-1 0 0,3-2 1 0 0,-1 0 881 0 0,-3 3-922 0 0,1 0 0 0 0,-1 0 0 0 0,1 0 0 0 0,-1 0 0 0 0,1 0 0 0 0,-1-1 0 0 0,1 1 0 0 0,-1 0 0 0 0,1 0 0 0 0,-1 0 0 0 0,1 0 0 0 0,-1-1 0 0 0,1 1 0 0 0,-1 0 0 0 0,0-1 0 0 0,1 1 0 0 0,-1 0 0 0 0,1-1 0 0 0,-1 1 0 0 0,0 0 0 0 0,1-1 0 0 0,0 0 0 0 0,-1 0 16 0 0,0 1 1 0 0,1-1-1 0 0,-1 1 0 0 0,1-1 0 0 0,-1 1 0 0 0,1 0 1 0 0,0-1-1 0 0,-1 1 0 0 0,1-1 0 0 0,-1 1 0 0 0,1 0 0 0 0,0-1 1 0 0,-1 1-1 0 0,1 0 0 0 0,0 0 0 0 0,-1 0 0 0 0,1 0 1 0 0,0-1-1 0 0,-1 1 0 0 0,1 0 0 0 0,0 0 0 0 0,-1 0 1 0 0,1 0-1 0 0,0 0 0 0 0,-1 1 0 0 0,1-1 0 0 0,0 0 1 0 0,-1 0-1 0 0,2 1 0 0 0,19 3 109 0 0,-15-3-15 0 0,-2 2-51 0 0,2 4-31 0 0,0 1 1 0 0,0-1 0 0 0,-1 1-1 0 0,0 0 1 0 0,0 1-1 0 0,3 9 1 0 0,-6-13-109 0 0,-1 1 49 0 0,2 53 289 0 0,-3-54-128 0 0,0 2-156 0 0,0 21-26 0 0,0-21 45 0 0,-1 0 130 0 0,-2 18-73 0 0,2-18-80 0 0,0-1 27 0 0,-4 17-14 0 0,4-17-180 0 0,-1-2-974 0 0,1-3 1018 0 0,0 0 35 0 0,0 0 1 0 0,1 1 0 0 0,-1-1 0 0 0,0 1-1 0 0,0-1 1 0 0,0 1 0 0 0,1-1-1 0 0,-1 1 1 0 0,1-1 0 0 0,-1 1 0 0 0,1-1-1 0 0,0 3 1 0 0,-1-5 105 0 0,1 1-1 0 0,0-1 0 0 0,-1 0 1 0 0,1 1-1 0 0,0-1 0 0 0,-1 1 1 0 0,1-1-1 0 0,-1 1 1 0 0,1-1-1 0 0,-1 1 0 0 0,1-1 1 0 0,-1 1-1 0 0,1-1 1 0 0,-1 1-1 0 0,0 0 0 0 0,1-1 1 0 0,-1 1-1 0 0,1 0 1 0 0,-1 0-1 0 0,0-1 0 0 0,0 1-16 0 0,1 0-1 0 0,-1 0 1 0 0,1 0-1 0 0,-1 0 0 0 0,1 0 1 0 0,-1-1-1 0 0,1 1 1 0 0,-1 0-1 0 0,1 0 1 0 0,-1-1-1 0 0,1 1 0 0 0,0 0 1 0 0,-1-1-1 0 0,1 1 1 0 0,0 0-1 0 0,-1-1 0 0 0,1 1 1 0 0,0-1-1 0 0,-1 1 1 0 0,1-1-1 0 0,0 1 1 0 0,0 0-1 0 0,-1-1 0 0 0,1 1 1 0 0,0-1-1 0 0,0 1 1 0 0,0-1-1 0 0,1-33 78 0 0,-1 27 28 0 0,3 2 1 0 0,16-40 230 0 0,-13 29 53 0 0,1 0 0 0 0,0 1 0 0 0,1 0 0 0 0,1 1 0 0 0,16-22 0 0 0,34-30-355 0 0,-56 63 109 0 0,-3 3-116 0 0,1 0 1 0 0,-1 0-1 0 0,0 0 1 0 0,1 0-1 0 0,-1 0 1 0 0,1-1-1 0 0,-1 1 1 0 0,0 0-1 0 0,1 0 1 0 0,-1 0-1 0 0,1 0 1 0 0,-1 0-1 0 0,0 0 1 0 0,1-1-1 0 0,-1 1 0 0 0,0 0 1 0 0,1 0-1 0 0,-1-1 1 0 0,0 1-1 0 0,1 0 1 0 0,-1-1-1 0 0,0 1 1 0 0,0 0-1 0 0,1-1 1 0 0,-1 1-1 0 0,0 0 1 0 0,0-1-1 0 0,1 1 1 0 0,-1-1 25 0 0,1 0 1 0 0,-1 0 0 0 0,1 0 0 0 0,-1 0 0 0 0,1 1 0 0 0,0-1 0 0 0,-1 0-1 0 0,1 0 1 0 0,0 1 0 0 0,0-1 0 0 0,0 1 0 0 0,0-1 0 0 0,-1 1 0 0 0,1-1 0 0 0,0 1-1 0 0,0-1 1 0 0,0 1 0 0 0,2-1 0 0 0,2-1-20 0 0,15-3 353 0 0,-16 9-198 0 0,11 12-136 0 0,-11-12-88 0 0,2 19 292 0 0,-5-18-181 0 0,0-1-122 0 0,4 16 0 0 0,-4-15 32 0 0,0 1 66 0 0,0 18 93 0 0,-1-18-140 0 0,0 1 196 0 0,0 19 132 0 0,0-19-269 0 0,0 0-364 0 0,0 20 223 0 0,0-20 256 0 0,0 0-250 0 0,-3 57-776 0 0,2-58 626 0 0,0-11-2149 0 0,-2 1 2398 0 0,-3-15 118 0 0,6 18-94 0 0,0 0 1 0 0,0-1-1 0 0,0 1 0 0 0,0 0 0 0 0,0 0 0 0 0,1 0 0 0 0,-1-1 0 0 0,0 1 0 0 0,1 0 0 0 0,-1 0 0 0 0,1 0 0 0 0,-1 0 0 0 0,1 0 0 0 0,1-2 0 0 0,8-15 51 0 0,3-11 199 0 0,2 1 0 0 0,21-31 1 0 0,-33 55-301 0 0,1-1 55 0 0,11-11 220 0 0,-11 11 161 0 0,-2 5-411 0 0,-1-1 0 0 0,1 1 0 0 0,-1-1 0 0 0,1 0 0 0 0,0 0 0 0 0,-1 1 0 0 0,1-1 0 0 0,-1-1 1 0 0,0 1-1 0 0,1 0 0 0 0,-1 0 0 0 0,2-2 0 0 0,-2 1-9 0 0,3-1 496 0 0,2 4-211 0 0,17 2-24 0 0,-17-2-32 0 0,-3 2-98 0 0,4 3-73 0 0,-1 0-1 0 0,-1 0 0 0 0,0 1 1 0 0,1-1-1 0 0,-2 1 0 0 0,8 14 1 0 0,19 49 255 0 0,-24-52 7 0 0,1 11 96 0 0,-7-24-251 0 0,1 1-13 0 0,5 17-142 0 0,-5-17-92 0 0,-1-1-65 0 0,5 17-72 0 0,-4-17-122 0 0,0-1-772 0 0,7 13 224 0 0,-6-12-246 0 0,6-4-5196 0 0,0 3 5496 0 0,-5-2 162 0 0,0 0-1167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7:42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1 114 1760 0 0,'0'0'1394'0'0,"2"-4"16"0"0,5-14-251 0 0,-6 13 1081 0 0,1 1-1271 0 0,7-16-149 0 0,-7 15 2466 0 0,-1 0-2837 0 0,17-43 2577 0 0,-15 44-2373 0 0,-6 10-599 0 0,-18 58 192 0 0,18-52-138 0 0,0 1 0 0 0,1 0 0 0 0,1 0-1 0 0,0 0 1 0 0,1 1 0 0 0,0-1 0 0 0,2 17-1 0 0,2-8 112 0 0,-3-16 11 0 0,2-2-37 0 0,10 12-9 0 0,-10-12 130 0 0,1-2-116 0 0,1 0-107 0 0,0 0 0 0 0,0-1 1 0 0,0 1-1 0 0,1-1 0 0 0,-1 0 0 0 0,0 0 1 0 0,9 0-1 0 0,-7-1-90 0 0,-1-2-61 0 0,17-4-38 0 0,-17 5 20 0 0,0-2-11 0 0,41-27-103 0 0,-43 27 365 0 0,-1 0-88 0 0,31-25 448 0 0,-31 25-131 0 0,2 2-568 0 0,14-4 97 0 0,-14 4 52 0 0,-1 5 41 0 0,11 13 59 0 0,-11-13-194 0 0,0 0-293 0 0,-2-2 194 0 0,36 29-2110 0 0,-34-28 902 0 0,1 0 0 0 0,0-1 1 0 0,0 1-1 0 0,0-1 1 0 0,8 2-1 0 0,13 3-1503 0 0,-20-5-107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7:43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196 618 1740 0 0,'0'0'22252'0'0,"-4"-3"-22229"0"0,4 3-36 0 0,-1-2 1 0 0,0 1-1 0 0,0 0 1 0 0,0 0 0 0 0,0 0 0 0 0,-1 0 0 0 0,1 0 0 0 0,0 0 0 0 0,0 0 0 0 0,-1 1 0 0 0,1-1 0 0 0,0 0 0 0 0,-2 0 0 0 0,1 2 17 0 0,1-1 1 0 0,-1 1 0 0 0,1 0-1 0 0,-1 0 1 0 0,1 0 0 0 0,-1 0-1 0 0,1 0 1 0 0,0 0 0 0 0,-1 0-1 0 0,1 0 1 0 0,0 0 0 0 0,-1 2-1 0 0,1-2-1 0 0,-5 5-11 0 0,0 0 1 0 0,0 0 0 0 0,0 1-1 0 0,0 0 1 0 0,1 0 0 0 0,-6 11-1 0 0,1-3-41 0 0,-8 14 24 0 0,1 2 1 0 0,1-1-1 0 0,2 2 1 0 0,-14 44 0 0 0,26-70 13 0 0,2-5 9 0 0,-1 1 0 0 0,1-1 0 0 0,-1 1 0 0 0,1 0 0 0 0,-1-1 1 0 0,1 1-1 0 0,0-1 0 0 0,0 1 0 0 0,0 0 0 0 0,0-1 0 0 0,0 1 0 0 0,1 3 0 0 0,-1 7 60 0 0,6 11 40 0 0,-4-17-81 0 0,-1-3-12 0 0,0-1 1 0 0,0 1-1 0 0,1-1 0 0 0,-1 0 0 0 0,1 1 1 0 0,-1-1-1 0 0,1 0 0 0 0,0 0 0 0 0,0 0 1 0 0,0 0-1 0 0,0 0 0 0 0,0 0 0 0 0,0-1 0 0 0,0 1 1 0 0,1-1-1 0 0,-1 0 0 0 0,0 1 0 0 0,1-1 1 0 0,3 1-1 0 0,-3-1-25 0 0,2 2-67 0 0,1-2-8 0 0,64 1-483 0 0,-61-3 523 0 0,-1 0 0 0 0,1-1 0 0 0,-1 0 1 0 0,1-1-1 0 0,-1 0 0 0 0,0 0 0 0 0,0-1 0 0 0,7-4 0 0 0,-8 4-2 0 0,8-4-221 0 0,1-1 1 0 0,-2-1-1 0 0,1-1 1 0 0,-1 0-1 0 0,-1-1 0 0 0,0 0 1 0 0,-1-1-1 0 0,0 0 0 0 0,-1-1 1 0 0,0 0-1 0 0,13-25 1 0 0,-2-3-627 0 0,-2-1 0 0 0,28-87 0 0 0,-36 90 769 0 0,-1 0 0 0 0,-2-1-1 0 0,-2 0 1 0 0,-2 0 0 0 0,1-58 0 0 0,-6 63 320 0 0,-1 1 0 0 0,-11-66 1 0 0,11 95-31 0 0,0 0-112 0 0,-9-62 531 0 0,8 61-425 0 0,1 2-154 0 0,-1 0 24 0 0,-4-15 47 0 0,2 24 47 0 0,-14 10-18 0 0,17-13-90 0 0,0 0 1 0 0,0 0 0 0 0,1-1 0 0 0,-1 1 0 0 0,0 0-1 0 0,0 0 1 0 0,1 0 0 0 0,-1 0 0 0 0,0 0-1 0 0,1 0 1 0 0,-1 0 0 0 0,1 0 0 0 0,-1 1 0 0 0,1-1-1 0 0,0 0 1 0 0,-1 0 0 0 0,1 0 0 0 0,0 0-1 0 0,0 1 1 0 0,0-1 0 0 0,0 2 0 0 0,0-1 30 0 0,-23 83 955 0 0,-17 128 1 0 0,10 73 460 0 0,28-246-1155 0 0,3-10 23 0 0,-1-4-190 0 0,0-20-15 0 0,0 2-25 0 0,0 24-21 0 0,0-25-32 0 0,-1 0-29 0 0,-3 57 156 0 0,4-58-36 0 0,0 1-40 0 0,0 20-10 0 0,0-20-9 0 0,0-1-18 0 0,0 19 16 0 0,0-18 391 0 0,5-10-768 0 0,17-9 294 0 0,-17 9-97 0 0,-5 1 29 0 0,1 1 82 0 0,-1-1-1 0 0,1 1 1 0 0,-1 0-1 0 0,1-1 0 0 0,0 1 1 0 0,-1 0-1 0 0,1-1 0 0 0,0 1 1 0 0,0 0-1 0 0,0 0 1 0 0,2-2-1 0 0,-1 1-3 0 0,0-2-16 0 0,2 0-61 0 0,11-13 97 0 0,-11 13-54 0 0,0 1-66 0 0,-4 3 112 0 0,2-3-20 0 0,0 1 1 0 0,0-1-1 0 0,0 1 1 0 0,0 0-1 0 0,1 0 1 0 0,-1 0 0 0 0,1 0-1 0 0,-1 0 1 0 0,1 1-1 0 0,0-1 1 0 0,0 1-1 0 0,0 0 1 0 0,-1 0 0 0 0,1 0-1 0 0,0 0 1 0 0,4-1-1 0 0,19 4 131 0 0,-19-2 34 0 0,-2 3-77 0 0,1 1-26 0 0,8 5 177 0 0,-1 0-1 0 0,2-1 0 0 0,20 8 1 0 0,-34-16-225 0 0,9 4-264 0 0,1-1 1 0 0,0-1-1 0 0,-1 1 0 0 0,1-2 0 0 0,0 1 1 0 0,0-1-1 0 0,0-1 0 0 0,13-1 0 0 0,-14 0-342 0 0,6-1-219 0 0,11-2-2534 0 0,-19 3 2346 0 0,3-1-453 0 0,0 0-1 0 0,-1 0 0 0 0,1 0 1 0 0,10-6-1 0 0,6-4-3358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22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355 62 2396 0 0,'0'0'3715'0'0,"3"-4"-2225"0"0,10-12 8757 0 0,-48-17-10321 0 0,31 31 208 0 0,0 1-345 0 0,-15-4 52 0 0,14 4 120 0 0,0 2 115 0 0,-6 2-100 0 0,-1 0 1 0 0,1 1 0 0 0,0 0-1 0 0,1 0 1 0 0,-1 2-1 0 0,-19 11 1 0 0,6 0 80 0 0,-43 37 1 0 0,53-42-33 0 0,0 1 1 0 0,1 1 0 0 0,0 0-1 0 0,1 1 1 0 0,-19 31 0 0 0,28-41 13 0 0,3-3-32 0 0,0 0-1 0 0,0 1 1 0 0,-1-1-1 0 0,1 0 1 0 0,-1 0-1 0 0,1 0 1 0 0,-1 0 0 0 0,0 0-1 0 0,-2 4 1 0 0,1 0 8 0 0,0 0-44 0 0,3 0-357 0 0,-1-4 302 0 0,0 0 39 0 0,0 0 0 0 0,0 0-1 0 0,0-1 1 0 0,0 1 0 0 0,1 0-1 0 0,-1 0 1 0 0,1 0-1 0 0,-1-1 1 0 0,1 1 0 0 0,-1 0-1 0 0,1-1 1 0 0,2 4 0 0 0,-1-2-357 0 0,10 8 1 0 0,-9-8 27 0 0,3 0 4 0 0,6 3-113 0 0,1-1 0 0 0,0-1 1 0 0,0 0-1 0 0,0 0 0 0 0,18 2 0 0 0,-7-4 145 0 0,-18-1-104 0 0,2-2 49 0 0,10 0 267 0 0,-1-1-1 0 0,0-1 1 0 0,-1 0 0 0 0,1-1 0 0 0,0-1-1 0 0,-1-1 1 0 0,0 0 0 0 0,0-1 0 0 0,15-9-1 0 0,-12 5 557 0 0,-1-1 1 0 0,0-1-1 0 0,0 0 0 0 0,-2-2 1 0 0,16-16-1 0 0,-29 28-4 0 0,1-1 12 0 0,11-11-161 0 0,-11 11 255 0 0,2-3-22 0 0,1-1-450 0 0,-7 8-35 0 0,-1 0 1 0 0,1 0-1 0 0,0 0 0 0 0,0 0 1 0 0,0 0-1 0 0,0 0 1 0 0,0 0-1 0 0,0 0 0 0 0,0 0 1 0 0,0 0-1 0 0,0 0 0 0 0,0 0 1 0 0,0 0-1 0 0,-1 0 0 0 0,1 0 1 0 0,0 0-1 0 0,0 0 0 0 0,0 0 1 0 0,0 0-1 0 0,0 0 0 0 0,0 0 1 0 0,0 0-1 0 0,0 0 0 0 0,0 0 1 0 0,0 0-1 0 0,0-1 1 0 0,0 1-1 0 0,0 0 0 0 0,0 0 1 0 0,0 0-1 0 0,0 0 0 0 0,0 0 1 0 0,-1 0-1 0 0,1 0 0 0 0,0 0 1 0 0,0 0-1 0 0,0 0 0 0 0,0 0 1 0 0,0 0-1 0 0,0 0 0 0 0,0 0 1 0 0,0-1-1 0 0,0 1 0 0 0,0 0 1 0 0,0 0-1 0 0,0 0 1 0 0,0 0-1 0 0,0 0 0 0 0,0 0 1 0 0,0 0-1 0 0,0 0 0 0 0,0 0 1 0 0,0 0-1 0 0,1 0 0 0 0,-1 0 1 0 0,0-1-1 0 0,0 1 0 0 0,0 0 1 0 0,0 0-1 0 0,0 0 0 0 0,0 0 1 0 0,0 0-1 0 0,0 0 0 0 0,-30 6 48 0 0,19-1-21 0 0,-45 72-168 0 0,45-59 379 0 0,8-14-162 0 0,1 2-134 0 0,-7 17-7 0 0,7-17 124 0 0,4-1-227 0 0,0 0 124 0 0,3 15 188 0 0,0-18-92 0 0,12 8-84 0 0,-12-7-138 0 0,1-3 84 0 0,20 0-23 0 0,-19 0-145 0 0,-2-2 122 0 0,15-4 168 0 0,-15 5-17 0 0,-1-1-75 0 0,54-37-135 0 0,-54 36 238 0 0,-1 0-6 0 0,10-10-60 0 0,-10 10 313 0 0,1 5-461 0 0,-1 0 154 0 0,-2-1 9 0 0,1 0-1 0 0,-1 0 1 0 0,0 0 0 0 0,0-1-1 0 0,1 1 1 0 0,-1 0 0 0 0,0-1-1 0 0,1 1 1 0 0,-1-1 0 0 0,0 1-1 0 0,1-1 1 0 0,2 1 0 0 0,-3 3-97 0 0,6 13 25 0 0,-5-13 235 0 0,0 0-255 0 0,6 11 75 0 0,-5-11 215 0 0,0-1-227 0 0,-1-1 13 0 0,0 0 1 0 0,0-1-1 0 0,1 1 1 0 0,-1 0 0 0 0,0-1-1 0 0,1 0 1 0 0,-1 1-1 0 0,1-1 1 0 0,0 0-1 0 0,-1 0 1 0 0,1 0-1 0 0,0-1 1 0 0,-1 1-1 0 0,1-1 1 0 0,0 0-1 0 0,5 1 1 0 0,-7-2-12 0 0,0 0-1 0 0,1 0 1 0 0,-1 0-1 0 0,0 0 1 0 0,1 0 0 0 0,-1 0-1 0 0,0 0 1 0 0,0-1 0 0 0,0 1-1 0 0,2-2 1 0 0,0 0 146 0 0,0-1-58 0 0,10-11-137 0 0,-10 11-60 0 0,1-1 133 0 0,10-14 68 0 0,-11 14-11 0 0,0 1-10 0 0,9-12 4 0 0,-9 12-30 0 0,-2 4-36 0 0,-1 0 1 0 0,0 0-1 0 0,1 0 0 0 0,-1 0 0 0 0,1 0 1 0 0,-1-1-1 0 0,0 1 0 0 0,1 0 1 0 0,-1 0-1 0 0,1 0 0 0 0,-1-1 1 0 0,0 1-1 0 0,1 0 0 0 0,-1 0 1 0 0,0-1-1 0 0,0 1 0 0 0,1 0 1 0 0,-1 0-1 0 0,0-1 0 0 0,1 1 1 0 0,-1 0-1 0 0,0-1 0 0 0,0 1 0 0 0,0-1 1 0 0,1 0-1 0 0,12-13-476 0 0,5 4 286 0 0,-14 7 72 0 0,1 4-3 0 0,0 1 134 0 0,0-1 1 0 0,0 1 0 0 0,0 0 0 0 0,-1 0 0 0 0,1 0 0 0 0,-1 1-1 0 0,6 4 1 0 0,-6-4 325 0 0,-1 1-130 0 0,10 11-187 0 0,-10-11 2 0 0,-1-3-12 0 0,0 0 0 0 0,-1 0 0 0 0,1 0 0 0 0,-1 0 0 0 0,1 0 0 0 0,-1 0 1 0 0,0 1-1 0 0,1-1 0 0 0,-1 1 0 0 0,2 2 0 0 0,0-1 947 0 0,-1-3-943 0 0,0 0 1 0 0,0 0-1 0 0,0 0 0 0 0,0 0 1 0 0,-1 0-1 0 0,1 0 1 0 0,0 1-1 0 0,0-1 1 0 0,0 1-1 0 0,0-1 1 0 0,-1 1-1 0 0,3 1 0 0 0,-3-2 5 0 0,4 1 10 0 0,0-4-2 0 0,38-24 426 0 0,-39 24-356 0 0,0 1-14 0 0,0-1-48 0 0,1 0-66 0 0,0 0 0 0 0,0 1 0 0 0,0-1-1 0 0,0 1 1 0 0,1 0 0 0 0,8-2-1 0 0,-9 5 71 0 0,0 0-1 0 0,-1 0 0 0 0,1 0 0 0 0,-1 1 1 0 0,1-1-1 0 0,-1 1 0 0 0,1 0 0 0 0,-1 1 0 0 0,0-1 1 0 0,0 1-1 0 0,0 0 0 0 0,0 0 0 0 0,0 0 1 0 0,-1 0-1 0 0,0 1 0 0 0,1-1 0 0 0,3 7 0 0 0,9 14-171 0 0,16 22-2344 0 0,-9-20-4208 0 0,-15-20 3264 0 0,19 4-398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23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34 3268 0 0,'0'0'4749'0'0,"-1"-6"-2844"0"0,-3-16-245 0 0,3 17 2923 0 0,-1 12-4457 0 0,-9 40 120 0 0,-9 68 0 0 0,0 6-229 0 0,-2-20 354 0 0,-46 242 123 0 0,66-336-276 0 0,-1 26 322 0 0,3-27 105 0 0,2-6-772 0 0,-1 0 132 0 0,1 0 0 0 0,-1-1-1 0 0,1 1 1 0 0,0 0 0 0 0,-1-1 0 0 0,1 0-1 0 0,-1 1 1 0 0,1-1 0 0 0,-1 0 0 0 0,3-1-1 0 0,0 0 16 0 0,1 0-77 0 0,-5 1 39 0 0,1-1-1 0 0,-1 0 1 0 0,1 1 0 0 0,-1-1 0 0 0,1 0 0 0 0,0 1 0 0 0,0-1-1 0 0,0 1 1 0 0,0-1 0 0 0,0 1 0 0 0,0 0 0 0 0,3-3 0 0 0,-3 2-2 0 0,8-11-122 0 0,1 0-1 0 0,0 1 1 0 0,0 1 0 0 0,24-21 0 0 0,-31 29 83 0 0,1 0 0 0 0,14-10-90 0 0,-14 10 51 0 0,0 0-12 0 0,12-6 82 0 0,-13 7-81 0 0,3 1 18 0 0,23-2-19 0 0,-29 3 112 0 0,1 0 1 0 0,-1 0 0 0 0,1 0 0 0 0,0 0 0 0 0,-1 0-1 0 0,1 0 1 0 0,-1 0 0 0 0,1 0 0 0 0,-1 1 0 0 0,1-1-1 0 0,-1 0 1 0 0,1 0 0 0 0,-1 1 0 0 0,1-1 0 0 0,-1 0-1 0 0,1 1 1 0 0,-1-1 0 0 0,1 1 0 0 0,-1-1 0 0 0,1 1-1 0 0,-1-1 1 0 0,1 1 0 0 0,-1 0 0 0 0,0-1 1 0 0,1 1-1 0 0,-1-1 0 0 0,1 0 1 0 0,-1 1-1 0 0,0-1 0 0 0,1 1 1 0 0,-1-1-1 0 0,1 0 0 0 0,-1 1 0 0 0,1-1 1 0 0,-1 0-1 0 0,1 0 0 0 0,0 1 1 0 0,-1-1-1 0 0,1 0 0 0 0,-1 0 1 0 0,1 0-1 0 0,-1 0 0 0 0,1 1 1 0 0,0-1-1 0 0,0 0 0 0 0,1 5 31 0 0,1 7 213 0 0,0 0 0 0 0,-1 0 0 0 0,1 18 0 0 0,-4-24-176 0 0,1-1 0 0 0,-1 1 0 0 0,0 0 0 0 0,0-1 0 0 0,0 1 0 0 0,-1-1 0 0 0,0 1 0 0 0,-4 9 0 0 0,-30 42 223 0 0,33-53-241 0 0,-26 31-89 0 0,25-31-122 0 0,6-9-1511 0 0,0 0 1619 0 0,4-15-56 0 0,-1 18 26 0 0,13-4 90 0 0,-14 4-56 0 0,1 3-19 0 0,17 1 97 0 0,-17-1-8 0 0,0 0 36 0 0,15 2-101 0 0,-15-2 31 0 0,2-1-49 0 0,9-1 103 0 0,-1-1 0 0 0,0 0 0 0 0,0 0 0 0 0,0-2 0 0 0,19-6 0 0 0,13-10-48 0 0,52-30 0 0 0,-86 41 19 0 0,0-1-1 0 0,-1-1 1 0 0,0 0 0 0 0,-1-1-1 0 0,15-20 1 0 0,-24 30 10 0 0,0-2-3 0 0,0 0-41 0 0,5-17 364 0 0,-12 22-400 0 0,-2-1-40 0 0,6 0 105 0 0,0 0 1 0 0,0 0-1 0 0,0 0 1 0 0,-1 0-1 0 0,1 0 0 0 0,0 0 1 0 0,0 1-1 0 0,-1-1 1 0 0,1 0-1 0 0,0 1 1 0 0,0-1-1 0 0,0 1 1 0 0,0-1-1 0 0,-2 2 0 0 0,-3 3 53 0 0,1-1 0 0 0,0 1 0 0 0,0 0-1 0 0,1 1 1 0 0,-9 11 0 0 0,8-8 187 0 0,0 0-1 0 0,0 0 1 0 0,-5 17 0 0 0,8-21-49 0 0,6-1-215 0 0,19 15 123 0 0,-18-16-792 0 0,0-1-1 0 0,0 0 1 0 0,0 0 0 0 0,1 0 0 0 0,10 1 0 0 0,-1-1-1906 0 0,0-1-1 0 0,28-2 1 0 0,-6-3-1641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13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348 502 652 0 0,'0'0'13892'0'0,"-2"-3"-13595"0"0,-27-29 875 0 0,26 29-1080 0 0,-2 2-380 0 0,-15-4 232 0 0,15 4 304 0 0,-1 2-322 0 0,-18 1 52 0 0,19-1 120 0 0,0 2-12 0 0,-18 11-57 0 0,1 1 0 0 0,1 2-1 0 0,1 0 1 0 0,0 1 0 0 0,-30 37-1 0 0,-10 7 915 0 0,57-59-947 0 0,0 0 62 0 0,0 3 1 0 0,-1 0-1 0 0,1 0 0 0 0,0 0 0 0 0,-4 12 1 0 0,6-14-13 0 0,4 1-202 0 0,7 12 200 0 0,-7-13 76 0 0,11 0 9 0 0,-13-3-143 0 0,0 0 1 0 0,0-1 0 0 0,1 1-1 0 0,-1 0 1 0 0,0-1 0 0 0,0 0 0 0 0,0 1-1 0 0,1-1 1 0 0,-1 0 0 0 0,0 1 0 0 0,0-1-1 0 0,1 0 1 0 0,-1 0 0 0 0,0 0-1 0 0,1 0 1 0 0,-1 0 0 0 0,2-1 0 0 0,23 0-87 0 0,-20 1 143 0 0,1-1-142 0 0,2-1 11 0 0,0 0 0 0 0,1-1 0 0 0,16-9 0 0 0,-21 9 24 0 0,-2 0 48 0 0,4-7-117 0 0,0 1 1 0 0,-1-1-1 0 0,0-1 0 0 0,0 1 0 0 0,-1-1 1 0 0,-1 1-1 0 0,0-2 0 0 0,5-20 0 0 0,18-90-723 0 0,-25 114 833 0 0,5-29-160 0 0,2-43 0 0 0,-4-150 72 0 0,-5 224 120 0 0,-1-1-86 0 0,-1-22 187 0 0,1 21 153 0 0,1 1-160 0 0,-5-65 1510 0 0,5 72-1612 0 0,0 1 1 0 0,0 0 0 0 0,0-1-1 0 0,0 1 1 0 0,0 0 0 0 0,0-1-1 0 0,0 1 1 0 0,-1 0 0 0 0,1-1-1 0 0,0 1 1 0 0,0-1 0 0 0,0 1-1 0 0,-1 0 1 0 0,1-1 0 0 0,0 1-1 0 0,-1-1 1 0 0,1 1 0 0 0,0-1-1 0 0,-1 1 1 0 0,1-1 0 0 0,-1 1 0 0 0,0 0 17 0 0,0 1 0 0 0,0-1 0 0 0,0 0 1 0 0,0 0-1 0 0,0 0 0 0 0,0 0 0 0 0,1 1 1 0 0,-1-1-1 0 0,1 0 0 0 0,-1 1 0 0 0,1-1 1 0 0,-1 0-1 0 0,1 1 0 0 0,0 2 1 0 0,-10 69 309 0 0,8-24-256 0 0,2 0 0 0 0,2-1 1 0 0,2 0-1 0 0,3 1 0 0 0,1-2 0 0 0,16 52 1 0 0,-12-65 85 0 0,1-8-48 0 0,-5-9 137 0 0,2 1 0 0 0,14 18 0 0 0,-21-33-215 0 0,3 0 45 0 0,18 9-153 0 0,-18-9 73 0 0,-1-1-146 0 0,15 6 36 0 0,-15-6 233 0 0,0-2-22 0 0,18 2-93 0 0,-18-1-136 0 0,2-3 89 0 0,19-3-9 0 0,-20 3-23 0 0,0-1-83 0 0,26-17-162 0 0,55-46 0 0 0,-48 28-78 0 0,-36 34 604 0 0,-2 2-171 0 0,0 1-1 0 0,1-1 1 0 0,-1 0-1 0 0,0 1 0 0 0,1 0 1 0 0,-1-1-1 0 0,1 1 1 0 0,-1 0-1 0 0,1-1 1 0 0,2 0-1 0 0,-1-1 314 0 0,-3 3-339 0 0,1 0 1 0 0,-1 0-1 0 0,1-1 0 0 0,-1 1 0 0 0,1 0 1 0 0,-1 0-1 0 0,1 0 0 0 0,-1 0 1 0 0,0-1-1 0 0,1 1 0 0 0,-1 0 0 0 0,0-1 1 0 0,1 1-1 0 0,-1 0 0 0 0,0-1 1 0 0,1 1-1 0 0,-1 0 0 0 0,0-1 1 0 0,1 1-1 0 0,-1-1 0 0 0,0 1 0 0 0,0 0 1 0 0,0-1-1 0 0,1 1 0 0 0,-1-1 1 0 0,0 1-1 0 0,0-1 0 0 0,0 0 2 0 0,0 1-1 0 0,0-1 1 0 0,1 1-1 0 0,-1-1 1 0 0,0 1 0 0 0,0-1-1 0 0,0 1 1 0 0,1-1-1 0 0,-1 1 1 0 0,0 0 0 0 0,1-1-1 0 0,-1 1 1 0 0,0-1-1 0 0,1 1 1 0 0,-1 0 0 0 0,0-1-1 0 0,1 1 1 0 0,-1 0-1 0 0,1 0 1 0 0,-1-1-1 0 0,0 1 1 0 0,1 0 0 0 0,-1 0-1 0 0,1-1 1 0 0,0 1-1 0 0,1-4-116 0 0,7-19 11033 0 0,-7 19-10751 0 0,3-3-957 0 0,9-16-7220 0 0,-9 14 8802 0 0,-3 4-966 0 0,3 1-557 0 0,-1-1 654 0 0,0 0 1 0 0,0 0 0 0 0,0-1 0 0 0,4-8 0 0 0,-5 10 284 0 0,-5-1-326 0 0,-2-15 185 0 0,3 15 138 0 0,-1 4-333 0 0,0 1 123 0 0,0-1 0 0 0,0 1 1 0 0,1 0-1 0 0,-1-1 0 0 0,0 1 0 0 0,0 0 1 0 0,0 0-1 0 0,0 0 0 0 0,1 1 1 0 0,-1-1-1 0 0,-3 1 0 0 0,1 0-9 0 0,-2-1-83 0 0,-1 2 157 0 0,-17 6-23 0 0,18-6-93 0 0,0 1-1 0 0,0-1 1 0 0,1 2-1 0 0,-1-1 0 0 0,1 0 1 0 0,-8 8-1 0 0,3-4 67 0 0,0 1-51 0 0,1 1-1 0 0,0 0 1 0 0,0 0-1 0 0,1 1 1 0 0,0 0-1 0 0,0 1 1 0 0,-9 18-1 0 0,-4 22 126 0 0,20-46 9 0 0,-1 2-91 0 0,-4 22 53 0 0,5-22 10 0 0,1-1-43 0 0,6 47 295 0 0,-5-48-317 0 0,1-1 38 0 0,23 39 140 0 0,-22-38-59 0 0,-2-5-129 0 0,1 0 0 0 0,0 1-1 0 0,-1 0 1 0 0,0-1 0 0 0,1 1 0 0 0,-1 0 0 0 0,1 0 0 0 0,-1 0 0 0 0,0 0 0 0 0,0 0 0 0 0,1 0 0 0 0,1 2 0 0 0,-2-1 7 0 0,3 0 191 0 0,0-3-304 0 0,0-1 16 0 0,0 1-1 0 0,0-1 0 0 0,-1 0 0 0 0,1 0 0 0 0,-1-1 1 0 0,0 1-1 0 0,0-1 0 0 0,5-4 0 0 0,-5 3-87 0 0,-2 4 161 0 0,0-1 1 0 0,0 0 0 0 0,0 1-1 0 0,0-1 1 0 0,0 0-1 0 0,0 0 1 0 0,0 0-1 0 0,-1 0 1 0 0,1 0-1 0 0,0 0 1 0 0,0 0-1 0 0,-1 0 1 0 0,1 0 0 0 0,0 0-1 0 0,0-2 1 0 0,8-13-166 0 0,1 1 95 0 0,-8 12 86 0 0,-1 2-4 0 0,1 0 1 0 0,-1 0 0 0 0,0 0-1 0 0,0 0 1 0 0,0 0 0 0 0,0 0-1 0 0,0 0 1 0 0,-1-1 0 0 0,1 1-1 0 0,0 0 1 0 0,0-1-1 0 0,0-1 1 0 0,1 0-19 0 0,1-1-98 0 0,-2 3-6 0 0,0 0 113 0 0,0 0-1 0 0,0 0 0 0 0,0-1 1 0 0,0 1-1 0 0,0 0 1 0 0,0 0-1 0 0,0-1 1 0 0,-1 1-1 0 0,1 0 0 0 0,0-1 1 0 0,0-2-1 0 0,0 2-19 0 0,2-2 802 0 0,-3 3-756 0 0,1 1 0 0 0,0 0 0 0 0,0 0 0 0 0,-1 0 0 0 0,1 0 0 0 0,0 0 0 0 0,0 0 1 0 0,0 0-1 0 0,-1 0 0 0 0,1 0 0 0 0,0 0 0 0 0,0 1 0 0 0,-1-1 0 0 0,1 0 1 0 0,0 0-1 0 0,0 1 0 0 0,-1-1 0 0 0,1 1 0 0 0,0-1 0 0 0,-1 0 0 0 0,1 1 0 0 0,0 0 1 0 0,0 0-13 0 0,0-1 1 0 0,-1 1 0 0 0,1-1 0 0 0,-1 1 0 0 0,1-1 0 0 0,0 0 0 0 0,0 1 0 0 0,-1-1 0 0 0,1 0-1 0 0,0 1 1 0 0,0-1 0 0 0,-1 0 0 0 0,1 0 0 0 0,0 0 0 0 0,0 0 0 0 0,-1 0 0 0 0,1 0-1 0 0,0 0 1 0 0,0 0 0 0 0,0 0 0 0 0,-1 0 0 0 0,2 0 0 0 0,0 5 111 0 0,5 14 61 0 0,-5-14-85 0 0,0 0-164 0 0,25 42 371 0 0,-24-42-139 0 0,1-3-92 0 0,14 8-108 0 0,-14-7-128 0 0,2-3-153 0 0,19 1 314 0 0,-19 0-195 0 0,-2-4-263 0 0,11-6 359 0 0,-11 6 50 0 0,-4 3 52 0 0,1-1 1 0 0,-1 1 0 0 0,0 0-1 0 0,0-1 1 0 0,0 1-1 0 0,1-1 1 0 0,-1 1 0 0 0,0 0-1 0 0,0-1 1 0 0,1 1-1 0 0,-1 0 1 0 0,0-1 0 0 0,1 1-1 0 0,-1 0 1 0 0,1-1-1 0 0,-1 1 1 0 0,0 0-1 0 0,1 0 1 0 0,-1-1 0 0 0,1 1-1 0 0,-1 0 1 0 0,1 0-1 0 0,-1 0 1 0 0,0 0 0 0 0,1 0-1 0 0,0 0 1 0 0,-1-1-5 0 0,1 1-1 0 0,-1 0 1 0 0,1 0 0 0 0,-1 0-1 0 0,1 0 1 0 0,-1 0 0 0 0,1 0 0 0 0,-1-1-1 0 0,1 1 1 0 0,-1 0 0 0 0,0 0 0 0 0,1-1-1 0 0,-1 1 1 0 0,0 0 0 0 0,1 0-1 0 0,-1-1 1 0 0,0 1 0 0 0,1 0 0 0 0,-1-1-1 0 0,0 1 1 0 0,1-1 0 0 0,-1 1 0 0 0,0 0-1 0 0,0-1 1 0 0,0 1 0 0 0,1-1-1 0 0,16-19-180 0 0,-15 19 185 0 0,-1 0-1 0 0,1 0 1 0 0,-1 0-1 0 0,0 0 1 0 0,1 0-1 0 0,-1 0 1 0 0,0-1-1 0 0,0 1 0 0 0,1 0 1 0 0,-1-1-1 0 0,0 1 1 0 0,1-3-1 0 0,-1 2-6 0 0,18-17-95 0 0,-16 16 116 0 0,1-1 17 0 0,10-11 22 0 0,-11 12-22 0 0,1-1 21 0 0,31-32-380 0 0,-31 32 322 0 0,-3 4-118 0 0,-1 0 130 0 0,1 0 0 0 0,-1-1 1 0 0,1 1-1 0 0,0 0 0 0 0,-1 0 0 0 0,1 0 1 0 0,0-1-1 0 0,-1 1 0 0 0,1 0 1 0 0,-1-1-1 0 0,1 1 0 0 0,-1 0 0 0 0,1-1 1 0 0,-1 1-1 0 0,1-1 0 0 0,-1 1 0 0 0,1-1 1 0 0,0 0-1 0 0,12-10-31 0 0,3 1-100 0 0,-13 8 371 0 0,4 3-364 0 0,-1 0 286 0 0,1 1 0 0 0,-1 0 0 0 0,0 0 0 0 0,1 0 0 0 0,-1 1 0 0 0,7 4-1 0 0,-8-4 97 0 0,-2 1 14 0 0,10 14-162 0 0,-10-14 15 0 0,-1 0 19 0 0,17 40 254 0 0,-17-40-189 0 0,0 0-176 0 0,5 15 74 0 0,-5-14 88 0 0,0-1-32 0 0,0-2-174 0 0,-2-1-32 0 0,1 0 1 0 0,0 0-1 0 0,0 1 1 0 0,0-1-1 0 0,-1 0 1 0 0,1 0-1 0 0,0 0 1 0 0,-1 1-1 0 0,1-1 1 0 0,-1 0-1 0 0,0 1 1 0 0,1 1-1 0 0,-1-3 39 0 0,0 0 0 0 0,0-1 0 0 0,0 1 0 0 0,0 0-1 0 0,0-1 1 0 0,1 1 0 0 0,-1-1 0 0 0,0 1 0 0 0,0 0 0 0 0,0-1-1 0 0,0 1 1 0 0,1 0 0 0 0,-1 0 0 0 0,0-1 0 0 0,0 1 0 0 0,0 0-1 0 0,1-1 1 0 0,-1 1 0 0 0,0 0 0 0 0,1 0 0 0 0,-1 0 0 0 0,0-1-1 0 0,0 1 1 0 0,1 0 0 0 0,-1 0 0 0 0,0 0 0 0 0,1 0 0 0 0,-1-1-1 0 0,1 1 1 0 0,0 0-13 0 0,0-1-1 0 0,0 1 1 0 0,0-1 0 0 0,0 1-1 0 0,0-1 1 0 0,0 0-1 0 0,0 0 1 0 0,0 1 0 0 0,0-1-1 0 0,-1 0 1 0 0,1 0-1 0 0,0 0 1 0 0,0 0 0 0 0,-1 0-1 0 0,1 0 1 0 0,0-1-1 0 0,8-18-8 0 0,-6 14-76 0 0,0 2 125 0 0,43-55-197 0 0,-44 56 162 0 0,2-1-117 0 0,11-11-45 0 0,-11 11 18 0 0,-3 4 162 0 0,-1 0 5 0 0,1 0-1 0 0,0 0 0 0 0,-1 0 1 0 0,1 0-1 0 0,-1 0 0 0 0,1-1 1 0 0,0 1-1 0 0,-1 0 0 0 0,1 0 1 0 0,-1-1-1 0 0,1 1 0 0 0,-1 0 0 0 0,1-1 1 0 0,-1 1-1 0 0,1 0 0 0 0,-1-1 1 0 0,0 1-1 0 0,1-1 0 0 0,-1 1 1 0 0,1 0-1 0 0,-1-1 0 0 0,1 0 0 0 0,-1 0 26 0 0,0 1-1 0 0,1-1 0 0 0,-1 1 0 0 0,1-1 1 0 0,-1 1-1 0 0,1-1 0 0 0,-1 1 0 0 0,1-1 1 0 0,0 1-1 0 0,-1-1 0 0 0,1 1 0 0 0,0 0 1 0 0,-1-1-1 0 0,1 1 0 0 0,0 0 0 0 0,-1 0 0 0 0,1-1 1 0 0,0 1-1 0 0,-1 0 0 0 0,1 0 0 0 0,0 0 1 0 0,0 0-1 0 0,-1 0 0 0 0,1 0 0 0 0,0 0 1 0 0,0 0-1 0 0,-1 0 0 0 0,1 0 0 0 0,0 1 0 0 0,-1-1 1 0 0,2 0-1 0 0,22 6 191 0 0,-21-5-180 0 0,0 1-1 0 0,0 0 1 0 0,0 0-1 0 0,0 0 1 0 0,0 0-1 0 0,-1 0 1 0 0,1 1 0 0 0,-1-1-1 0 0,1 1 1 0 0,-1 0-1 0 0,0 0 1 0 0,0 0-1 0 0,2 4 1 0 0,-4-7-47 0 0,23 34 391 0 0,-20-28-546 0 0,0 0 0 0 0,0-1 0 0 0,1 1 1 0 0,0-1-1 0 0,0 0 0 0 0,0 0 0 0 0,1 0 0 0 0,0-1 0 0 0,0 0 0 0 0,0 0 0 0 0,11 7 0 0 0,28 6-3896 0 0,-40-15 2314 0 0,3-3-490 0 0,0 1 1248 0 0,8-1-364 0 0,2-5-2617 0 0,3-5 892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14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64 932 0 0,'0'-6'3472'0'0,"3"-20"-763"0"0,-3 20 1225 0 0,1 0-2607 0 0,-2-14 260 0 0,-5 32 1149 0 0,2 0-2217 0 0,1 0-1 0 0,0 0 1 0 0,-1 15-1 0 0,-1 29-329 0 0,4 1-217 0 0,1 4 272 0 0,0-9-107 0 0,11 52-826 0 0,-10-99 181 0 0,0 1-50 0 0,0-1 302 0 0,6 56-10523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14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1 134 4980 0 0,'0'0'11838'0'0,"9"-29"-9050"0"0,26 15-1684 0 0,11-6-820 0 0,-16 8-752 0 0,2-1-352 0 0,-4 2-1716 0 0,11-2-2429 0 0,-5 2 1337 0 0,-1 0-1521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15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0 118 1004 0 0,'24'-35'6847'0'0,"-18"26"-7097"0"0,-4 5 1974 0 0,-1 3-1663 0 0,-1 0 1 0 0,1-1-1 0 0,0 1 1 0 0,-1 0-1 0 0,1-1 1 0 0,0 1-1 0 0,0 0 1 0 0,0 0-1 0 0,0 0 0 0 0,0 0 1 0 0,0 0-1 0 0,2-1 1 0 0,-3 1 38 0 0,3-2 1611 0 0,-1-2-1462 0 0,22-35 1330 0 0,-22 36-989 0 0,3 5-576 0 0,11 6 258 0 0,-12-6 2 0 0,-2 7-46 0 0,14 55 59 0 0,-4-10-365 0 0,20 55-1 0 0,-30-103 197 0 0,0-1 41 0 0,-1 1-32 0 0,1-1 1 0 0,1 0-1 0 0,-1-1 0 0 0,0 1 0 0 0,1 0 1 0 0,0-1-1 0 0,0 1 0 0 0,4 4 1 0 0,-3-6-13 0 0,1-3-115 0 0,2-1-13 0 0,0-1 0 0 0,0 0-1 0 0,0 0 1 0 0,-1 0 0 0 0,1-1 0 0 0,-1 0 0 0 0,11-9 0 0 0,-2-1-75 0 0,25-30 0 0 0,34-47 354 0 0,-38 52-60 0 0,-33 35-288 0 0,0 1-182 0 0,9-11-187 0 0,-9 10-382 0 0,15-13-8484 0 0,-15 13 6692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17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39 1316 0 0,'0'0'10855'0'0,"-4"-2"-10570"0"0,-11-6-66 0 0,11 6 529 0 0,4 1-744 0 0,-1 1 0 0 0,1-1 0 0 0,0 1 0 0 0,0-1 1 0 0,-1 1-1 0 0,1 0 0 0 0,0-1 0 0 0,0 1 0 0 0,-1-1 1 0 0,1 1-1 0 0,-1 0 0 0 0,1-1 0 0 0,0 1 0 0 0,-1 0 1 0 0,1-1-1 0 0,-1 1 0 0 0,1 0 0 0 0,0 0 0 0 0,-1 0 1 0 0,1-1-1 0 0,-1 1 0 0 0,1 0 0 0 0,-1 0 0 0 0,1 0 1 0 0,-1 0-1 0 0,0 0 0 0 0,1 0 8 0 0,-1 0 0 0 0,1 0-1 0 0,-1 0 1 0 0,1-1 0 0 0,-1 1 0 0 0,1 0-1 0 0,-1 0 1 0 0,1 0 0 0 0,-1 0 0 0 0,1-1-1 0 0,0 1 1 0 0,-1 0 0 0 0,1 0 0 0 0,-1-1-1 0 0,1 1 1 0 0,0 0 0 0 0,-1-1 0 0 0,1 1-1 0 0,0-1 1 0 0,-1 1 0 0 0,1 0 0 0 0,0-1-1 0 0,0 1 1 0 0,-1-1 0 0 0,1 1 0 0 0,0-1-1 0 0,-5-1-131 0 0,-16-5 2 0 0,16 6 88 0 0,0 2 100 0 0,-16 5-18 0 0,16-5-101 0 0,0 2 137 0 0,-14 9-57 0 0,14-9-106 0 0,1 1-15 0 0,-15 14 163 0 0,1 1 0 0 0,1 1-1 0 0,1 1 1 0 0,-23 37 0 0 0,37-54 98 0 0,0 2 2 0 0,-8 17-32 0 0,8-17 7 0 0,1-1-8 0 0,-6 15-44 0 0,6-15-8 0 0,0 1-28 0 0,-1 18 38 0 0,1-18 31 0 0,2-5-124 0 0,0 1 1 0 0,0-1-1 0 0,0 0 1 0 0,0 1-1 0 0,0-1 0 0 0,-1 1 1 0 0,1 0-1 0 0,-1-1 0 0 0,1 1 1 0 0,-1-1-1 0 0,0 1 1 0 0,1 3-1 0 0,-1-2 8 0 0,2 3 10 0 0,1-2-128 0 0,10 11 7 0 0,-10-11-65 0 0,-1-4 35 0 0,-1 0 136 0 0,1 0-1 0 0,-1 1 1 0 0,0-1 0 0 0,1 1-1 0 0,-1-1 1 0 0,0 1-1 0 0,0-1 1 0 0,1 1 0 0 0,-1 0-1 0 0,0 0 1 0 0,2 1 0 0 0,-1 0 17 0 0,3 0 73 0 0,-2 0-66 0 0,13 6-40 0 0,-12-5-59 0 0,1-4 22 0 0,19-2 51 0 0,-19 2-176 0 0,11-15 332 0 0,-13 13 30 0 0,0-2-190 0 0,26-41-202 0 0,-26 41 412 0 0,-1 0-131 0 0,-1 0 0 0 0,1 0 0 0 0,0 1 0 0 0,1-1 0 0 0,-1 0 0 0 0,1 1 0 0 0,4-6 0 0 0,-5 7-107 0 0,1-1 212 0 0,-4 11-269 0 0,0 20 98 0 0,1-20 37 0 0,1-1 40 0 0,-2 0-88 0 0,1-4-9 0 0,0 0-1 0 0,0 0 1 0 0,0-1-1 0 0,0 1 0 0 0,1 0 1 0 0,-1 0-1 0 0,0 0 1 0 0,1 0-1 0 0,-1 0 1 0 0,1-1-1 0 0,0 1 1 0 0,-1 0-1 0 0,1 0 1 0 0,2 2-1 0 0,2 4 79 0 0,0-1 1 0 0,1 1-1 0 0,12 12 0 0 0,-14-17 117 0 0,0-1-150 0 0,14 9-93 0 0,-14-9 93 0 0,1 0 138 0 0,16 5-62 0 0,-16-5-217 0 0,1-2 4 0 0,19 0 260 0 0,-19 0 172 0 0,0-1-421 0 0,17-4 146 0 0,-17 4 18 0 0,11-13-331 0 0,-11 8 240 0 0,-1-1 0 0 0,0 1 1 0 0,0-1-1 0 0,0 0 0 0 0,0 0 1 0 0,-1 0-1 0 0,0-1 0 0 0,-1 1 0 0 0,0-1 1 0 0,0 0-1 0 0,3-16 0 0 0,3-5 158 0 0,-6 21-166 0 0,-1 0 0 0 0,0 0 0 0 0,-1 0 0 0 0,0-1-1 0 0,0 1 1 0 0,-1-9 0 0 0,0 12 34 0 0,0-2 88 0 0,0 2-70 0 0,-12-86-161 0 0,10 86 74 0 0,-1 2-60 0 0,-13-11 116 0 0,12 16-306 0 0,4-1 312 0 0,-1 0 8 0 0,0 0 1 0 0,0 1-1 0 0,0-1 1 0 0,0 0-1 0 0,0 0 1 0 0,-1 0-1 0 0,1 0 1 0 0,0 0 0 0 0,-1 0-1 0 0,1 0 1 0 0,-3 1-1 0 0,5 3-73 0 0,3 22 74 0 0,0-25-3 0 0,4 0 60 0 0,0 0 0 0 0,1 0-1 0 0,-1-1 1 0 0,14 1 0 0 0,-16-2 156 0 0,1 0-287 0 0,55-4-117 0 0,-56 4 166 0 0,-1 2-232 0 0,15 6 284 0 0,-15-7 132 0 0,-3 4-60 0 0,5 12-144 0 0,-5-13 46 0 0,-2 2 109 0 0,1 17 24 0 0,0-17-129 0 0,-1 1-110 0 0,1 21 46 0 0,-1-21 129 0 0,0 1 4 0 0,2 23-119 0 0,-2-23-72 0 0,1-2 135 0 0,2 18-88 0 0,-2-18 176 0 0,1 0-48 0 0,-1-2-60 0 0,0 0 0 0 0,1 0 0 0 0,0 0 0 0 0,0 1 0 0 0,0-2 0 0 0,0 1-1 0 0,1 0 1 0 0,-1 0 0 0 0,1-1 0 0 0,0 1 0 0 0,0-1 0 0 0,0 0 0 0 0,1 0 0 0 0,-1 0-1 0 0,1-1 1 0 0,-1 1 0 0 0,1-1 0 0 0,6 3 0 0 0,46 10-108 0 0,-36-10 126 0 0,-1-3-124 0 0,-5-2-39 0 0,51 0-210 0 0,-50 0 198 0 0,0-1 0 0 0,0-1 0 0 0,0-1 0 0 0,19-5 0 0 0,-30 7 280 0 0,1-2-236 0 0,41-29-136 0 0,-42 29 252 0 0,-1-2-115 0 0,10-12-51 0 0,-10 13 112 0 0,-1-1 26 0 0,5-15-28 0 0,-5 15 78 0 0,0 4-35 0 0,-1-1 13 0 0,0 1 0 0 0,0-1 0 0 0,0 1-1 0 0,0-1 1 0 0,0 1 0 0 0,0-1 0 0 0,0 0-1 0 0,-1 0 1 0 0,1 1 0 0 0,-1-1-1 0 0,1-2 1 0 0,0 3 4 0 0,1-4 1274 0 0,-5 10-1268 0 0,-4 9 53 0 0,1 2 0 0 0,1-1 0 0 0,0 1 1 0 0,0 0-1 0 0,-1 19 0 0 0,-2-1-19 0 0,7-29-252 0 0,-1 24-1109 0 0,2-24 129 0 0,1 1-2337 0 0,1 15 474 0 0,-2-16 438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18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66 115 1348 0 0,'-30'-57'6868'0'0,"27"52"-5420"0"0,3 3-1296 0 0,0 1 1 0 0,-1-1 0 0 0,0 1 0 0 0,1-1 0 0 0,-1 0 0 0 0,0 1 0 0 0,0-1 0 0 0,0 1 0 0 0,0 0 0 0 0,0-1 0 0 0,0 1 0 0 0,-2-2 0 0 0,1 1 104 0 0,-1-3 999 0 0,0 1-958 0 0,-7-13-160 0 0,7 13-18 0 0,26 29-10413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20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268 926 816 0 0,'2'-4'1564'0'0,"5"-15"-186"0"0,-6 15 3461 0 0,0-2-4164 0 0,0-18-79 0 0,0 18 1219 0 0,-3 1-1337 0 0,-2-17-93 0 0,3 17 99 0 0,-2 1-156 0 0,-23-34 949 0 0,22 35-1169 0 0,0 0 21 0 0,-14-7-120 0 0,14 7 56 0 0,-1 1 12 0 0,-15-8-100 0 0,15 8 186 0 0,0 1-167 0 0,-14-5 68 0 0,14 4-27 0 0,-1 2-5 0 0,-18-2-119 0 0,17 2 61 0 0,2 2 97 0 0,-3 2-69 0 0,0 0 0 0 0,0 1 0 0 0,0-1 0 0 0,1 2-1 0 0,0-1 1 0 0,0 1 0 0 0,0 0 0 0 0,1 0 0 0 0,0 1 0 0 0,0 0 0 0 0,1 0-1 0 0,0 1 1 0 0,0-1 0 0 0,-6 12 0 0 0,10-17 7 0 0,1-1-1 0 0,-1 0 1 0 0,0 1 0 0 0,0-1-1 0 0,0 1 1 0 0,1-1 0 0 0,-1 1-1 0 0,1-1 1 0 0,-1 1 0 0 0,1 0-1 0 0,0-1 1 0 0,-1 1 0 0 0,1 0-1 0 0,0 1 1 0 0,0 2-22 0 0,-1 1-73 0 0,1 0 260 0 0,1 28 239 0 0,2-30-402 0 0,8 10 75 0 0,-9-10 72 0 0,0-4-149 0 0,-1 0 1 0 0,0 0-1 0 0,1 0 1 0 0,-1 0-1 0 0,1 1 0 0 0,-1-1 1 0 0,0 1-1 0 0,1-1 1 0 0,-1 1-1 0 0,0-1 1 0 0,0 1-1 0 0,2 1 0 0 0,0 0 18 0 0,2-1 221 0 0,3-1-276 0 0,1 0 4 0 0,-6 1 29 0 0,0-1 1 0 0,0 0-1 0 0,0 0 1 0 0,-1 0-1 0 0,1-1 1 0 0,0 1 0 0 0,0-1-1 0 0,0 1 1 0 0,0-1-1 0 0,0 0 1 0 0,4-2-1 0 0,13-6 13 0 0,34-20 0 0 0,-51 27-40 0 0,-2 0 20 0 0,-1 0 1 0 0,1 1-1 0 0,0-1 1 0 0,0 0-1 0 0,0 1 1 0 0,0-1 0 0 0,0 1-1 0 0,0-1 1 0 0,0 1-1 0 0,0-1 1 0 0,1 1-1 0 0,1-2 1 0 0,-2 2-12 0 0,3-3-59 0 0,-2 0 189 0 0,17-39-112 0 0,-17 39 39 0 0,2 6-38 0 0,12 5-52 0 0,-12-5 97 0 0,0 2 78 0 0,10 14 147 0 0,-10-13-7 0 0,0-2-33 0 0,1 0-227 0 0,0 1 35 0 0,1-1-1 0 0,0 1 1 0 0,1-1 0 0 0,-1 0 0 0 0,1 0 0 0 0,-1-1-1 0 0,1 1 1 0 0,0-2 0 0 0,-1 1 0 0 0,9 0 0 0 0,-4-1-118 0 0,1-1 1 0 0,-1 0-1 0 0,1 0 1 0 0,-1-2-1 0 0,1 1 1 0 0,-1-2-1 0 0,0 1 1 0 0,12-5-1 0 0,-16 4 35 0 0,-4 3 26 0 0,0-1 0 0 0,0-1 0 0 0,0 1-1 0 0,0 0 1 0 0,0-1 0 0 0,-1 1 0 0 0,1-1 0 0 0,-1 0 0 0 0,4-3 0 0 0,7-5-90 0 0,-1-1 0 0 0,0-1 1 0 0,0 0-1 0 0,14-20 1 0 0,-13 8-100 0 0,-1 0-1 0 0,-1-1 1 0 0,-1 0 0 0 0,-1-1-1 0 0,10-47 1 0 0,10-136-604 0 0,-20 121 614 0 0,24-191 1340 0 0,-32 274-1138 0 0,0 1-44 0 0,5-8 238 0 0,-2 14-32 0 0,1 30 81 0 0,-4 54-61 0 0,-1-80-194 0 0,-4 197 341 0 0,3 98 207 0 0,5-275-509 0 0,-2-20-5 0 0,-1-1-66 0 0,2 0-28 0 0,5 17 238 0 0,-6-17-104 0 0,14 15-198 0 0,-12-18 250 0 0,11 7-148 0 0,-11-7 91 0 0,2-2-272 0 0,16 2 361 0 0,-16-2-134 0 0,-2-2-27 0 0,40-15-179 0 0,-39 15 491 0 0,-1 0-338 0 0,42-20-179 0 0,-41 19 143 0 0,-1 2-41 0 0,49-4 210 0 0,-47 5-157 0 0,-5 2-85 0 0,0 0 143 0 0,0-1 0 0 0,1 0 1 0 0,-1 1-1 0 0,0-1 0 0 0,1 0 0 0 0,-1 1 1 0 0,1-1-1 0 0,-1 0 0 0 0,2 1 1 0 0,1 1-47 0 0,-3 2 72 0 0,6 14 29 0 0,-5-14-135 0 0,-2 2 170 0 0,0 18 12 0 0,0-19-112 0 0,-2 0 121 0 0,-8 17 51 0 0,-1 0 1 0 0,-18 27 0 0 0,27-46-83 0 0,1-3-80 0 0,0 1 1 0 0,1 0-1 0 0,-1-1 1 0 0,0 1-1 0 0,0-1 0 0 0,0 0 1 0 0,0 1-1 0 0,-1-1 1 0 0,1 0-1 0 0,0 1 1 0 0,-3 1-1 0 0,4-3 13 0 0,-3 4 189 0 0,2-4-212 0 0,0 0 0 0 0,1 0 0 0 0,-1 0-1 0 0,1 0 1 0 0,-1 0 0 0 0,1 0 0 0 0,-1 0-1 0 0,1 1 1 0 0,-1-1 0 0 0,0 0 0 0 0,1 0-1 0 0,-1 1 1 0 0,1-1 0 0 0,0 0 0 0 0,-1 1-1 0 0,1-1 1 0 0,-1 1 0 0 0,1-1 0 0 0,-1 1-1 0 0,1-1 1 0 0,0 0 0 0 0,-1 1 0 0 0,1-1-1 0 0,-1 2 1 0 0,1-1 21 0 0,0-1-1 0 0,0 1 1 0 0,-1-1-1 0 0,1 1 1 0 0,0-1-1 0 0,-1 1 1 0 0,1-1-1 0 0,0 0 0 0 0,-1 1 1 0 0,1-1-1 0 0,-1 1 1 0 0,1-1-1 0 0,-1 0 1 0 0,1 1-1 0 0,-1-1 1 0 0,1 0-1 0 0,-1 0 1 0 0,1 1-1 0 0,-1-1 1 0 0,1 0-1 0 0,-1 0 1 0 0,1 0-1 0 0,-1 0 1 0 0,-1 0-1 0 0,-17-5 51 0 0,14 3-60 0 0,1 0 569 0 0,3 1-586 0 0,1 0-1 0 0,0-1 1 0 0,-1 1 0 0 0,0 0-1 0 0,1 0 1 0 0,-1-1-1 0 0,1 1 1 0 0,-1 0 0 0 0,0 0-1 0 0,0 0 1 0 0,0 0 0 0 0,-2-2-1 0 0,2 1-19 0 0,-1-1-104 0 0,8 2 210 0 0,16-1-97 0 0,0-1 0 0 0,0-1 0 0 0,0-1 0 0 0,0-1 0 0 0,-1-1 0 0 0,0-1 0 0 0,-1 0 0 0 0,30-18 0 0 0,-36 16-62 0 0,-1-2 0 0 0,0 0 0 0 0,0 0-1 0 0,-1-1 1 0 0,-1 0 0 0 0,0-1-1 0 0,-1-1 1 0 0,0 0 0 0 0,-1 0 0 0 0,-1-1-1 0 0,12-31 1 0 0,-13 27 95 0 0,0-1 0 0 0,5-31 0 0 0,-8 29-147 0 0,6-27-2 0 0,2-58 1 0 0,-3 29 314 0 0,-8 73-176 0 0,-1-1-11 0 0,0-19 150 0 0,0 19-49 0 0,0 1-262 0 0,2-16 278 0 0,-1 16 33 0 0,-4 11-99 0 0,-3 9 20 0 0,0 0 1 0 0,1 0-1 0 0,1 1 1 0 0,0 0-1 0 0,-2 16 1 0 0,-8 90 282 0 0,8-63-328 0 0,1 66 175 0 0,3-104-73 0 0,2-17-101 0 0,0-1 0 0 0,-1 1 0 0 0,1-1-1 0 0,0 1 1 0 0,1-1 0 0 0,-1 0-1 0 0,0 1 1 0 0,1-1 0 0 0,1 5 0 0 0,2 10 212 0 0,-2-9-173 0 0,0-1 1 0 0,0 0 0 0 0,1 0 0 0 0,0 0-1 0 0,0 0 1 0 0,0 0 0 0 0,1-1 0 0 0,4 7-1 0 0,-4-10-52 0 0,-1 1 0 0 0,1-1 0 0 0,-1 0-1 0 0,1 0 1 0 0,0 0 0 0 0,0-1 0 0 0,1 1 0 0 0,-1-1-1 0 0,0 0 1 0 0,1 0 0 0 0,-1-1 0 0 0,1 1-1 0 0,0-1 1 0 0,-1 0 0 0 0,1 0 0 0 0,6 0-1 0 0,13 0-86 0 0,0-2-1 0 0,0 0 0 0 0,-1-1 0 0 0,1-1 0 0 0,43-13 0 0 0,-62 15 116 0 0,-3 1-26 0 0,0 0 0 0 0,0-1 0 0 0,-1 1 0 0 0,1-1 0 0 0,0 1 0 0 0,0-1 0 0 0,0 0 0 0 0,-1 0 0 0 0,1 0 0 0 0,0 0-1 0 0,-1 0 1 0 0,3-2 0 0 0,0 1 0 0 0,2-1-7 0 0,-1 0 51 0 0,15-10 8 0 0,-15 9-48 0 0,-1 0-122 0 0,12-12-33 0 0,-13 12 33 0 0,0 1 50 0 0,9-12 18 0 0,-9 12-42 0 0,0-1 248 0 0,8-12-50 0 0,-8 12 228 0 0,-4 4-321 0 0,-1 1-1 0 0,0 0 0 0 0,1 0 0 0 0,-1 0 0 0 0,1 0 0 0 0,-1 0 0 0 0,1 0 0 0 0,-1 0 0 0 0,1 1 0 0 0,0-1 0 0 0,0 0 1 0 0,-2 3-1 0 0,0 0 24 0 0,0-1-2 0 0,0 1 1 0 0,0 0 0 0 0,0 0-1 0 0,0 0 1 0 0,1 0 0 0 0,-1 0-1 0 0,1 1 1 0 0,0-1 0 0 0,1 1-1 0 0,-1-1 1 0 0,-1 9 0 0 0,2-9-33 0 0,-9 30 183 0 0,9-28-73 0 0,1 0 15 0 0,0 20-49 0 0,0-24-95 0 0,0-1 0 0 0,0 0 0 0 0,0 0 1 0 0,0 0-1 0 0,0 0 0 0 0,0 1 0 0 0,0-1 0 0 0,1 0 1 0 0,-1 0-1 0 0,0 0 0 0 0,1 0 0 0 0,-1 0 0 0 0,1 0 1 0 0,-1 0-1 0 0,1 0 0 0 0,0 0 0 0 0,-1 0 0 0 0,1 0 1 0 0,0 0-1 0 0,0 0 0 0 0,1 1 0 0 0,0 0-62 0 0,-1-1-11 0 0,0 0 0 0 0,0 1-1 0 0,0-1 1 0 0,0 0 0 0 0,0 0-1 0 0,0 0 1 0 0,0 0 0 0 0,1 0 0 0 0,-1 0-1 0 0,0 0 1 0 0,1-1 0 0 0,-1 1-1 0 0,1 0 1 0 0,-1-1 0 0 0,1 1 0 0 0,-1-1-1 0 0,1 1 1 0 0,1-1 0 0 0,3 2-410 0 0,6 3-780 0 0,14 5-1502 0 0,1-5-3543 0 0,21 1 2054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7:58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220 346 728 0 0,'0'0'7348'0'0,"-3"-3"-7023"0"0,1 2 28 0 0,-6-7-593 0 0,4-5 4032 0 0,2-9-3555 0 0,1 17 1405 0 0,-1 1-1662 0 0,-6-12 56 0 0,6 13 88 0 0,-3 1-354 0 0,-2 0 261 0 0,0 0 0 0 0,0 0 0 0 0,0 1 0 0 0,0 0 0 0 0,-11 0 0 0 0,12 2 7 0 0,1 0-161 0 0,-18 6-3 0 0,17-5 194 0 0,2 0 24 0 0,-15 7-39 0 0,14-6-15 0 0,1-1-96 0 0,-31 30 72 0 0,32-29-57 0 0,0 2 28 0 0,-13 45-75 0 0,15-45 74 0 0,2 1 38 0 0,4 18 24 0 0,-4-19 36 0 0,1 0-87 0 0,7 15 76 0 0,-7-15-39 0 0,1-1 68 0 0,32 29-76 0 0,-31-30 213 0 0,-2-2-221 0 0,-1-1 1 0 0,1 0-1 0 0,-1 1 0 0 0,1-1 0 0 0,-1 1 1 0 0,1 0-1 0 0,-1 0 0 0 0,0-1 0 0 0,1 1 1 0 0,-1 0-1 0 0,0 0 0 0 0,2 3 0 0 0,-1-3 0 0 0,3 2-44 0 0,0-1-44 0 0,17 6 22 0 0,-17-6 188 0 0,0-1-50 0 0,15 4-2 0 0,-15-4 118 0 0,-1-4-202 0 0,11-6 2 0 0,-11 7 38 0 0,-2-3-90 0 0,0-9 57 0 0,0 1-1 0 0,-1-1 1 0 0,-1 0-1 0 0,-1-25 0 0 0,0 34-34 0 0,-5-19-39 0 0,5 19 28 0 0,0-2-43 0 0,-4-17 122 0 0,4 18 28 0 0,0-1-118 0 0,-1-18 14 0 0,1 19 48 0 0,1-2-7 0 0,0-4-43 0 0,0-1 1 0 0,1 0-1 0 0,0 0 0 0 0,1 1 0 0 0,0-1 1 0 0,1 1-1 0 0,1-1 0 0 0,0 1 1 0 0,0 0-1 0 0,1 0 0 0 0,12-19 0 0 0,-7 15-38 0 0,0 0 0 0 0,1 2 0 0 0,0-1 0 0 0,14-12 0 0 0,-21 23 25 0 0,-3 3 56 0 0,0 0 0 0 0,-1 0 0 0 0,1-1 0 0 0,0 1 0 0 0,0 0 0 0 0,0 0 0 0 0,0 0 0 0 0,0 0 0 0 0,1 0 0 0 0,-1 0 1 0 0,0 0-1 0 0,3-1 0 0 0,-3 1-12 0 0,3-2-51 0 0,0 1-103 0 0,14-6 69 0 0,-14 6 119 0 0,1 4-13 0 0,13 6 0 0 0,-14-5 102 0 0,-1 1 156 0 0,4 11-223 0 0,-1 1 0 0 0,0-1 1 0 0,-1 1-1 0 0,4 26 0 0 0,-1 24 184 0 0,-3 3 29 0 0,-2-15-115 0 0,-2 1 40 0 0,1-4-70 0 0,-2 75 397 0 0,-2 30-55 0 0,2-150-487 0 0,0 2 123 0 0,2 23-64 0 0,-2-24 79 0 0,0-5-106 0 0,-1 0 1 0 0,1-1 0 0 0,0 1 0 0 0,0 0 0 0 0,-1-1-1 0 0,1 1 1 0 0,1 0 0 0 0,-1 0 0 0 0,0-1 0 0 0,0 1 0 0 0,1 0-1 0 0,0 2 1 0 0,0-1-19 0 0,-1 3-132 0 0,6 20-7 0 0,-5-21 110 0 0,0 1 111 0 0,1 2 20 0 0,0-1 1 0 0,1 1-1 0 0,0-1 0 0 0,6 13 1 0 0,-6-16-79 0 0,-1-4-208 0 0,-1 0 174 0 0,1 1 0 0 0,-1-1 0 0 0,1 1 0 0 0,-1 0 0 0 0,1-1 0 0 0,-1 1 1 0 0,0 0-1 0 0,1 0 0 0 0,-1 0 0 0 0,0 0 0 0 0,2 2 0 0 0,-1-1-17 0 0,3 1-78 0 0,0-2 71 0 0,18 4-33 0 0,-18-4-9 0 0,0-3 72 0 0,17-5-11 0 0,-17 6 240 0 0,-1-4-261 0 0,10-13-183 0 0,-11 14-3 0 0,8-20-41 0 0,-9 20 110 0 0,-1-2 46 0 0,5-18 99 0 0,-4 18-92 0 0,-2-1 43 0 0,3-22 102 0 0,-3 22-108 0 0,0 1 75 0 0,-3-20-90 0 0,3 20 41 0 0,-1 0 84 0 0,-4-19-48 0 0,4 19 91 0 0,-1 0-147 0 0,-7-15-21 0 0,-21-38 0 0 0,26 55 200 0 0,1 0 68 0 0,-10-11-256 0 0,10 12-62 0 0,-40-27 61 0 0,38 27 76 0 0,0 1-105 0 0,-15-5 164 0 0,15 5-87 0 0,0 0-100 0 0,-15-4 199 0 0,15 4 639 0 0,10-1-846 0 0,15-7-105 0 0,-15 8-454 0 0,2 1-2278 0 0,21-1-43 0 0,-21 1 412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7:58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53 188 0 0,'0'0'2180'0'0,"-4"-3"-330"0"0,-9-7-978 0 0,9 4 4202 0 0,8-22-3367 0 0,-3 23 1553 0 0,4 6-3047 0 0,22 5 351 0 0,-26-1-421 0 0,16 50 347 0 0,-11-27-327 0 0,-2 1 0 0 0,2 33 0 0 0,-4-40-137 0 0,0 8 100 0 0,1 8 324 0 0,1 0 1 0 0,11 40-1 0 0,0-62-203 0 0,-12-13 117 0 0,1-7-367 0 0,2-3 27 0 0,0 0 0 0 0,0 0 0 0 0,-1-1 1 0 0,0 1-1 0 0,0-1 0 0 0,0 0 0 0 0,2-9 0 0 0,26-74 15 0 0,-7 16-144 0 0,-8 29 381 0 0,-17 41-455 0 0,2 0 37 0 0,6-18 105 0 0,-7 18 114 0 0,0 0 2 0 0,5-11-274 0 0,-5 11-121 0 0,0 1-611 0 0,0 1 792 0 0,-1 2 66 0 0,0 0-1 0 0,0 0 1 0 0,0-1 0 0 0,0 1-1 0 0,0 0 1 0 0,0-1 0 0 0,-1 1-1 0 0,1-1 1 0 0,0 1 0 0 0,-1-1-1 0 0,1 1 1 0 0,-1-3 0 0 0,4 1-2431 0 0,-3 2 1591 0 0,6-7 1237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00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165 238 80 0 0,'3'-3'1872'0'0,"0"0"-972"0"0,-1 1 1 0 0,0-1 0 0 0,0 0 0 0 0,0 1-1 0 0,-1-1 1 0 0,1 0 0 0 0,-1 0 0 0 0,2-5-1 0 0,0-3-1443 0 0,-2 6 2759 0 0,-28-38-538 0 0,24 40-1365 0 0,-1 1-235 0 0,-14-5-38 0 0,14 6 642 0 0,-3 2-930 0 0,-18 1 289 0 0,19-1-157 0 0,2 2 72 0 0,-3 3 43 0 0,0 0 0 0 0,0 1 0 0 0,0-1 0 0 0,1 1 0 0 0,0 1 0 0 0,-9 13 0 0 0,-13 57-231 0 0,26-73 359 0 0,1 1-117 0 0,-3 17 5 0 0,2-17 27 0 0,3 0 156 0 0,0 16-63 0 0,0-17 98 0 0,1 0-111 0 0,-1-3-102 0 0,-1 0-3 0 0,1 0 0 0 0,-1 0 0 0 0,1 0 0 0 0,0 0 1 0 0,0 0-1 0 0,0 0 0 0 0,0-1 0 0 0,0 1 0 0 0,0 0 0 0 0,1-1 1 0 0,-1 1-1 0 0,1-1 0 0 0,-1 1 0 0 0,1-1 0 0 0,-1 1 0 0 0,1-1 0 0 0,0 0 1 0 0,0 0-1 0 0,-1 0 0 0 0,1 0 0 0 0,0 0 0 0 0,0-1 0 0 0,0 1 1 0 0,3 0-1 0 0,19 1-19 0 0,-18-1 88 0 0,0-4-38 0 0,17-6-79 0 0,-18 7 55 0 0,9-11 106 0 0,-10 11-99 0 0,-1-1-89 0 0,0-1 51 0 0,8-10-33 0 0,-9 10-61 0 0,1 0-11 0 0,22-38 253 0 0,-23 38 250 0 0,0 0-293 0 0,7-12-100 0 0,-7 12 197 0 0,-1 10-155 0 0,4 16-65 0 0,-4-17 105 0 0,-1 1-24 0 0,0 18-105 0 0,0-18 82 0 0,1 1 3 0 0,2 18 20 0 0,-2-19 122 0 0,1-1-131 0 0,1 0-9 0 0,-2-4-19 0 0,0 1 1 0 0,0-1 0 0 0,-1 1 0 0 0,1-1 0 0 0,0 1 0 0 0,-1 0-1 0 0,1-1 1 0 0,-1 1 0 0 0,1 0 0 0 0,-1 0 0 0 0,0 2 0 0 0,4-1-57 0 0,13 10 62 0 0,-13-10 212 0 0,2-2-262 0 0,16 1 85 0 0,-16-1-110 0 0,-1-4 76 0 0,2 0-83 0 0,-1 0 0 0 0,1-1 1 0 0,-1 0-1 0 0,0 0 0 0 0,0 0 0 0 0,0-1 0 0 0,0 0 0 0 0,-1 0 0 0 0,9-12 1 0 0,-6 5 16 0 0,0-1 0 0 0,-1-1 0 0 0,-1 1 1 0 0,0-1-1 0 0,0-1 0 0 0,-2 1 1 0 0,0-1-1 0 0,3-20 0 0 0,-1 8-6 0 0,-4 21 71 0 0,0 1 7 0 0,-2-3-154 0 0,1-21 67 0 0,-1 22 82 0 0,0 0-135 0 0,-3-21 100 0 0,3 21-19 0 0,-1 2 78 0 0,-2-16-41 0 0,2 16 88 0 0,0 0-88 0 0,-17-42-32 0 0,15 42 224 0 0,2 5-263 0 0,-1-1 56 0 0,1 0 0 0 0,-1 0 0 0 0,1 0 0 0 0,-1 0-1 0 0,1 0 1 0 0,-1 0 0 0 0,1 0 0 0 0,0 0 0 0 0,0 0 0 0 0,-2-3-1 0 0,2 3-4 0 0,-3-2-34 0 0,0 5 26 0 0,-15 4-18 0 0,14-5 54 0 0,2 2-134 0 0,-15 9 100 0 0,22 16 234 0 0,-3-23-245 0 0,18 1-269 0 0,-14-4 307 0 0,-1-1-49 0 0,3 0-95 0 0,60 0-253 0 0,-60-1 489 0 0,-2 1-165 0 0,60 4-92 0 0,-35 1 82 0 0,-28-5 84 0 0,-1 0 1 0 0,1 0 0 0 0,0 0-1 0 0,-1 0 1 0 0,1 1-1 0 0,-1-1 1 0 0,0 0 0 0 0,1 1-1 0 0,-1-1 1 0 0,2 4-1 0 0,1-2-36 0 0,-3 3 30 0 0,2 16-12 0 0,-2-16 34 0 0,-2 0 28 0 0,-1 22-46 0 0,1-22 8 0 0,1 1-1 0 0,0 65 118 0 0,0-65-117 0 0,0 25 66 0 0,0-26-15 0 0,2 0 64 0 0,5 20 103 0 0,-5-20-118 0 0,1-1 29 0 0,10 14-104 0 0,-9-14-77 0 0,1-2 64 0 0,15 10-66 0 0,-15-9 59 0 0,0-2-148 0 0,16 7-1 0 0,-15-7-16 0 0,-1-1-40 0 0,18 3 31 0 0,-18-3-98 0 0,1-1 19 0 0,8 0 16 0 0,0 0 0 0 0,25-4 0 0 0,-12-7 125 0 0,-22 9 34 0 0,-1-1-75 0 0,14-10 14 0 0,-14 10 174 0 0,0-1-16 0 0,12-9-59 0 0,-13 9 156 0 0,1-1-103 0 0,9-14-154 0 0,-10 14 78 0 0,0 0-61 0 0,7-15 74 0 0,-7 15 65 0 0,-1 0-100 0 0,5-17 173 0 0,-6 16-39 0 0,1 1-155 0 0,5-14 135 0 0,-5 15-112 0 0,-1-2 37 0 0,4-17 71 0 0,-4 17 426 0 0,0 0-65 0 0,4-17-115 0 0,-4 17 478 0 0,-1 0-753 0 0,2-17 70 0 0,-2 18 328 0 0,-1 10-357 0 0,-4 15 189 0 0,4-14-22 0 0,0 0-47 0 0,-3 21-104 0 0,3-20-34 0 0,1-1-42 0 0,-3 17 150 0 0,3-17-169 0 0,0 0-18 0 0,-2 18 169 0 0,2-18-70 0 0,0 1-428 0 0,2 20 0 0 0,-2-20-329 0 0,1-1-1179 0 0,5 15 572 0 0,-4-16-583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00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71 2228 0 0,'0'0'5805'0'0,"-5"-35"1163"0"0,2 0-5367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02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270 111 1004 0 0,'0'0'4975'0'0,"-1"-6"-4421"0"0,-1-17-36 0 0,1 17 1610 0 0,0 0-1699 0 0,-5-14 6 0 0,4 15 1280 0 0,-1 1-1530 0 0,-29-29 655 0 0,29 30-579 0 0,-2 2-280 0 0,-47-3 257 0 0,47 5 167 0 0,-1 1-38 0 0,-18 5-396 0 0,18-5 47 0 0,2 0 10 0 0,-15 7-90 0 0,14-6 132 0 0,-13 9-201 0 0,15-10 176 0 0,0 1-94 0 0,-27 29 127 0 0,27-28-176 0 0,0 0 93 0 0,-8 14 114 0 0,8-14-32 0 0,1 1-79 0 0,-6 13-52 0 0,7-14 110 0 0,-1 2-27 0 0,-2 18-3 0 0,3-19 41 0 0,1 4-36 0 0,0-1 0 0 0,1 0 1 0 0,0 1-1 0 0,0-1 0 0 0,4 13 0 0 0,-3-17 78 0 0,0-3-133 0 0,-1 0-1 0 0,1 0 1 0 0,-1 0 0 0 0,1 0-1 0 0,-1 1 1 0 0,0-1-1 0 0,1 0 1 0 0,-1 1 0 0 0,0-1-1 0 0,1 3 1 0 0,2-1 124 0 0,1-1-319 0 0,15 5 265 0 0,-15-5-22 0 0,0-4-152 0 0,14-4 123 0 0,-15 5-50 0 0,1-5 53 0 0,-1 1 0 0 0,0-1 0 0 0,-1 0 1 0 0,1 0-1 0 0,-1-1 0 0 0,0 1 0 0 0,-1-1 1 0 0,0 0-1 0 0,3-11 0 0 0,-4 13 15 0 0,0 0-104 0 0,2-15 123 0 0,-2 14 91 0 0,0 1-182 0 0,2-18-55 0 0,-2 17 964 0 0,0 12-756 0 0,1 19-56 0 0,-1-19 12 0 0,0 0-65 0 0,4 17 19 0 0,-4-18 217 0 0,1 0-279 0 0,6 15 37 0 0,-6-15 208 0 0,2-1-193 0 0,11 10-8 0 0,-11-10-63 0 0,-2-4 81 0 0,-1 1 20 0 0,1-1 1 0 0,-1 1 0 0 0,1 0 0 0 0,-1-1 0 0 0,1 1-1 0 0,-1 0 1 0 0,1 0 0 0 0,-1 0 0 0 0,0 0-1 0 0,0 0 1 0 0,3 2 0 0 0,-3-2 11 0 0,4 2-44 0 0,0-2-186 0 0,15 5 211 0 0,-14-5 38 0 0,-1-1-153 0 0,19-3 96 0 0,-19 3-153 0 0,0-3-10 0 0,14-10-47 0 0,-14 10 20 0 0,-2-1-78 0 0,22-24-215 0 0,-20 22 413 0 0,4-8-158 0 0,48-71-245 0 0,-55 82 421 0 0,1-2-91 0 0,25-36 47 0 0,-25 38 196 0 0,0-2-157 0 0,26-30 899 0 0,-26 32 69 0 0,3 2-798 0 0,-3 1-46 0 0,-2-1-11 0 0,1 1-1 0 0,0-1 1 0 0,-1 1 0 0 0,1 0-1 0 0,0-1 1 0 0,-1 1-1 0 0,1 0 1 0 0,0 0-1 0 0,-1 0 1 0 0,1 0 0 0 0,0 1-1 0 0,3 0 1 0 0,11 13-47 0 0,-13-10 16 0 0,1 0 97 0 0,-1-1-73 0 0,0 1 0 0 0,0 0 0 0 0,-1 0 0 0 0,1 0 0 0 0,-1 1 1 0 0,0-1-1 0 0,0 0 0 0 0,-1 1 0 0 0,2 4 0 0 0,-1-3-2 0 0,0-1-81 0 0,7 18 104 0 0,-7-18 64 0 0,-1 0-100 0 0,4 16 24 0 0,-4-16-92 0 0,0 1 213 0 0,4 17-29 0 0,-4-17-26 0 0,0-1-118 0 0,4 14-78 0 0,-4-14 268 0 0,0 1-128 0 0,5 15-101 0 0,-4-16 120 0 0,-1-5-1100 0 0,-1 0 1012 0 0,1-1 0 0 0,-1 1 0 0 0,0 0-1 0 0,1 0 1 0 0,-1-1 0 0 0,1 1 0 0 0,-1 0 0 0 0,0-1-1 0 0,1 1 1 0 0,-1 0 0 0 0,0-1 0 0 0,1 1 0 0 0,-1 0-1 0 0,0-1 1 0 0,0 1 0 0 0,1-1 0 0 0,-1 1 0 0 0,0-1-1 0 0,0 1 1 0 0,0 0 0 0 0,0-1 0 0 0,1 1 0 0 0,-1-1 0 0 0,0 0-1 0 0,0 1-3 0 0,0-1 0 0 0,0 1 0 0 0,0-1-1 0 0,0 1 1 0 0,0-1 0 0 0,0 1 0 0 0,1-1 0 0 0,-1 1-1 0 0,0-1 1 0 0,0 1 0 0 0,1 0 0 0 0,-1-1-1 0 0,0 1 1 0 0,0-1 0 0 0,1 1 0 0 0,-1 0-1 0 0,0-1 1 0 0,1 1 0 0 0,-1 0 0 0 0,1 0-1 0 0,-1-1 1 0 0,0 1 0 0 0,1 0 0 0 0,-1 0 0 0 0,1-1-1 0 0,0 1 1 0 0,0-5-129 0 0,4-13 52 0 0,-4 13 178 0 0,1 1-137 0 0,5-13-99 0 0,-6 12 78 0 0,2 0 102 0 0,21-46-245 0 0,-22 46 106 0 0,1 1 203 0 0,28-37-245 0 0,-28 38 166 0 0,0-1 83 0 0,34-28 606 0 0,-33 30 5 0 0,1 4-636 0 0,2 1 49 0 0,0 0 1 0 0,0 1-1 0 0,-1 0 1 0 0,10 8-1 0 0,-12-8-129 0 0,-2-3 27 0 0,-1 0 1 0 0,1 1-1 0 0,-1-1 1 0 0,1 1 0 0 0,-1-1-1 0 0,0 1 1 0 0,0-1-1 0 0,0 1 1 0 0,2 2 0 0 0,33 55 146 0 0,-33-53-172 0 0,0-2 145 0 0,-1 2-4 0 0,6 16-112 0 0,-6-17-267 0 0,0 1-28 0 0,6 17-271 0 0,-6-17-196 0 0,0-1-387 0 0,5 13-208 0 0,-5-13-509 0 0,0-1-1285 0 0,3 13 375 0 0,-3-13 47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0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140 101 1636 0 0,'0'0'7668'0'0,"4"-2"-7014"0"0,18-5 8866 0 0,-21 5-9574 0 0,-1 1 45 0 0,0 0 1 0 0,1 0-1 0 0,-1-1 0 0 0,1 1 1 0 0,-1 0-1 0 0,1 0 0 0 0,0 0 1 0 0,-1 0-1 0 0,1 0 1 0 0,0 0-1 0 0,1-2 0 0 0,0 2-26 0 0,0-3 29 0 0,-3-60-183 0 0,0 59-19 0 0,-4 5-179 0 0,-19 2 490 0 0,18-2 41 0 0,2 3 0 0 0,-6 7-120 0 0,1 0 0 0 0,0 1 0 0 0,-15 21 0 0 0,-42 94 125 0 0,64-122-22 0 0,-1 2-23 0 0,-6 16 0 0 0,7-17-138 0 0,1 0-299 0 0,-1 15 284 0 0,1-15 392 0 0,2 1-254 0 0,4 16-109 0 0,-4-16-91 0 0,2-2 254 0 0,9 10-16 0 0,-9-10-170 0 0,15 3-1 0 0,-14-5 49 0 0,0 0-120 0 0,2-1 64 0 0,18 2 82 0 0,-18-2-82 0 0,0-1-234 0 0,19-2 237 0 0,-19 2-30 0 0,-1-1-163 0 0,51-17-303 0 0,-50 16 427 0 0,0-1 17 0 0,11-4 11 0 0,-1-1 0 0 0,-1 0 0 0 0,1-1-1 0 0,-2-1 1 0 0,1-1 0 0 0,-1 0 0 0 0,-1 0-1 0 0,0-2 1 0 0,-1 0 0 0 0,0 0 0 0 0,12-18 0 0 0,3-8 119 0 0,-24 35 8 0 0,-1-1-149 0 0,15-43 392 0 0,-15 43-219 0 0,-3 0-195 0 0,-2-15 169 0 0,2 15-99 0 0,-5 7 72 0 0,0-1 27 0 0,5 0-27 0 0,-1-1 0 0 0,0 0-1 0 0,0 1 1 0 0,0 0-1 0 0,1-1 1 0 0,-1 1 0 0 0,0 0-1 0 0,1 0 1 0 0,-1 0-1 0 0,1 0 1 0 0,-1 0 0 0 0,1 0-1 0 0,-1 0 1 0 0,1 0-1 0 0,-2 2 1 0 0,-15 14 4 0 0,14-13 67 0 0,1 0-49 0 0,-25 40 688 0 0,26-39-673 0 0,0-1 116 0 0,-5 12 68 0 0,5-12 198 0 0,2 3-207 0 0,0 17 60 0 0,0-18-60 0 0,2-1-39 0 0,8 15 25 0 0,-8-15-222 0 0,2 0 195 0 0,9 8-157 0 0,0 0 0 0 0,27 20 1 0 0,-34-30-463 0 0,0 0-233 0 0,18 7-568 0 0,-18-7-1093 0 0,0-2-1648 0 0,18 5 198 0 0,-17-5-590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06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161 390 1088 0 0,'0'0'7881'0'0,"-2"-4"-7461"0"0,-18-21 4115 0 0,14 18-4947 0 0,3 4 1142 0 0,-3 2-651 0 0,-16-1-71 0 0,16 1 174 0 0,2 3-210 0 0,-12 4 132 0 0,11-4 3 0 0,1 0-53 0 0,-12 8-65 0 0,11-7 191 0 0,-14 13-110 0 0,5 1-102 0 0,12-13 254 0 0,0 0-200 0 0,-5 15 58 0 0,5-15 182 0 0,3 3-229 0 0,0 20 83 0 0,-1-21-43 0 0,2 0-1 0 0,2 17 154 0 0,-3-18 245 0 0,2-1-225 0 0,8 12-47 0 0,-9-12-57 0 0,-1-4-266 0 0,-1 0 121 0 0,0 0 0 0 0,1 0-1 0 0,-1 0 1 0 0,1 0 0 0 0,-1 1 0 0 0,0-1 0 0 0,1 0-1 0 0,-1 0 1 0 0,0 0 0 0 0,0 0 0 0 0,1 0-1 0 0,-1 1 1 0 0,0-1 0 0 0,1 0 0 0 0,-1 0 0 0 0,0 1-1 0 0,0-1 1 0 0,1 0 0 0 0,-1 0 0 0 0,0 1 0 0 0,0-1-1 0 0,0 0 1 0 0,1 1 0 0 0,-1-1 0 0 0,0 0 0 0 0,0 1-1 0 0,0-1 1 0 0,0 0 0 0 0,0 1 0 0 0,1 0 24 0 0,-1 0 0 0 0,0 0 0 0 0,1 0 0 0 0,-1-1 0 0 0,1 1 0 0 0,-1 0 0 0 0,1 0 0 0 0,-1-1 0 0 0,1 1 0 0 0,0 0 1 0 0,-1-1-1 0 0,1 1 0 0 0,0 0 0 0 0,0-1 0 0 0,-1 1 0 0 0,1-1 0 0 0,0 1 0 0 0,0-1 0 0 0,1 1 0 0 0,16 6 168 0 0,-14-6 27 0 0,2-2-303 0 0,15-5 190 0 0,-16 4 6 0 0,0-1-282 0 0,11-10 60 0 0,-11 10 116 0 0,-1 0-174 0 0,12-11 36 0 0,-12 10 153 0 0,0 1-161 0 0,10-10 90 0 0,-10 10 34 0 0,-2-1-36 0 0,29-28 39 0 0,-27 29 12 0 0,-4 1-64 0 0,0 1 75 0 0,0-1 0 0 0,1 1 0 0 0,-1 0 0 0 0,1-1 0 0 0,-1 1 0 0 0,1 0 1 0 0,-1-1-1 0 0,1 1 0 0 0,0 0 0 0 0,0 0 0 0 0,1-2 0 0 0,0 0 5 0 0,0-1-2 0 0,-3-2-78 0 0,-14-46 48 0 0,13 47 32 0 0,2 4-56 0 0,0-1 43 0 0,-1 1 0 0 0,1-1 0 0 0,0 1 0 0 0,-1 0 0 0 0,1-1 0 0 0,-1 1 0 0 0,1 0 1 0 0,-1 0-1 0 0,0-1 0 0 0,1 1 0 0 0,-1 0 0 0 0,0 0 0 0 0,0 0 0 0 0,-1-1 0 0 0,-7-10-37 0 0,-20-24 5 0 0,26 32 66 0 0,3 3-34 0 0,0 1 1 0 0,0-1-1 0 0,0 1 0 0 0,-1-1 0 0 0,1 1 1 0 0,0-1-1 0 0,0 1 0 0 0,0-1 0 0 0,-1 1 0 0 0,1-1 1 0 0,0 1-1 0 0,-1-1 0 0 0,1 1 0 0 0,0 0 1 0 0,-1-1-1 0 0,1 1 0 0 0,-1 0 0 0 0,1-1 0 0 0,0 1 1 0 0,-1 0-1 0 0,1-1 0 0 0,-1 1 0 0 0,1 0 1 0 0,-1 0-1 0 0,1-1 0 0 0,-2 1 0 0 0,2 0 2 0 0,-1 0 1 0 0,1 0-1 0 0,-1-1 0 0 0,1 1 0 0 0,-1 0 0 0 0,1 0 0 0 0,-1-1 1 0 0,1 1-1 0 0,-1 0 0 0 0,1-1 0 0 0,-1 1 0 0 0,1 0 0 0 0,0-1 1 0 0,-1 1-1 0 0,1-1 0 0 0,0 1 0 0 0,-1-1 0 0 0,1 1 0 0 0,0-1 1 0 0,0 1-1 0 0,-1-1 0 0 0,1 1 0 0 0,0-1 0 0 0,0 1 1 0 0,0-1-1 0 0,0 0 0 0 0,-1-1 5 0 0,0 1 1 0 0,0-1 0 0 0,0 1-1 0 0,0-1 1 0 0,0 1-1 0 0,0 0 1 0 0,-1-1-1 0 0,1 1 1 0 0,0 0-1 0 0,-4-2 1 0 0,2-1 96 0 0,0 0-189 0 0,-10-14 144 0 0,10 13 10 0 0,1 1-68 0 0,-1-5 17 0 0,1 0 0 0 0,0 0 0 0 0,1-1 1 0 0,-1-11-1 0 0,2 15-17 0 0,2 0 26 0 0,1-4-49 0 0,1 1-1 0 0,0-1 1 0 0,1 1 0 0 0,0 1 0 0 0,0-1 0 0 0,1 1 0 0 0,0 0 0 0 0,1 0 0 0 0,7-7 0 0 0,23-18-204 0 0,-32 30 240 0 0,0 0-74 0 0,15-7 35 0 0,-15 7 18 0 0,0 3 3 0 0,16-3-50 0 0,-15 3 75 0 0,0 3-54 0 0,0 0 38 0 0,1 0 1 0 0,-1 1 0 0 0,1 0 0 0 0,-1 1 0 0 0,0-1 0 0 0,-1 1-1 0 0,1 0 1 0 0,-1 0 0 0 0,0 1 0 0 0,6 8 0 0 0,-3 0 79 0 0,0 1 0 0 0,-2 1 0 0 0,0-1 0 0 0,0 1 0 0 0,-2 0 0 0 0,0 0 0 0 0,0 1 0 0 0,-2-1 0 0 0,1 31 0 0 0,-17 180 729 0 0,-6-76-492 0 0,15-126-152 0 0,1 11-245 0 0,4 150 389 0 0,1-180-209 0 0,-1 1 21 0 0,9 52-71 0 0,-8-54 38 0 0,1 0 31 0 0,7 17-118 0 0,-7-16 69 0 0,1-2-60 0 0,31 32-3 0 0,-31-33 71 0 0,3-2-147 0 0,24 4-163 0 0,-29-5 229 0 0,1-1-1 0 0,0 1 0 0 0,-1 0 1 0 0,1 0-1 0 0,0-1 0 0 0,-1 1 0 0 0,1-1 1 0 0,-1 0-1 0 0,1 1 0 0 0,-1-1 1 0 0,2-1-1 0 0,2 0-1 0 0,0 0-40 0 0,-1-2-70 0 0,1-1 85 0 0,-2 3-109 0 0,1-1 0 0 0,-1 0 0 0 0,0 0 0 0 0,-1-1 0 0 0,1 1 0 0 0,4-8 0 0 0,-1-2-101 0 0,0-1 0 0 0,-1 0 1 0 0,6-22-1 0 0,-7 23 173 0 0,-1-1-1 0 0,-1 0 1 0 0,0 1 0 0 0,-1-1 0 0 0,0-19-1 0 0,0 0 138 0 0,-1 27 106 0 0,-1-1-151 0 0,-13-55-248 0 0,13 57 197 0 0,-1-1 150 0 0,-17-52 486 0 0,17 52-669 0 0,0 2 93 0 0,-6-11-116 0 0,6 11 53 0 0,-1 0-196 0 0,1 1 253 0 0,2 1 32 0 0,-1 1-1 0 0,0 0 1 0 0,1-1-1 0 0,-1 1 1 0 0,0 0-1 0 0,0 0 1 0 0,0-1 0 0 0,0 1-1 0 0,0 0 1 0 0,0 0-1 0 0,0 0 1 0 0,-2-1-1 0 0,18-11-775 0 0,-11 9 446 0 0,0 0-1037 0 0,14 4-2699 0 0,5-2-1035 0 0,7 0 1523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08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308 489 2068 0 0,'0'0'7228'0'0,"-3"-3"-6642"0"0,-33-23 3496 0 0,33 24-3243 0 0,-2 0-777 0 0,-13-6 14 0 0,13 7 275 0 0,-1-1-282 0 0,-17-3 132 0 0,18 4-106 0 0,-2 1-275 0 0,-19-1 228 0 0,20 1 26 0 0,0 1 70 0 0,-45 14-437 0 0,46-13 300 0 0,1 1-77 0 0,-15 11-10 0 0,14-10 98 0 0,1 0-39 0 0,-36 62 63 0 0,38-62-116 0 0,-1 2 46 0 0,-18 54 32 0 0,20-54 45 0 0,0 0-111 0 0,-1 19 82 0 0,1-19 85 0 0,2-1-64 0 0,1 17 25 0 0,-1-17 93 0 0,0-4-140 0 0,0 0 0 0 0,0 0-1 0 0,0 0 1 0 0,-1 1 0 0 0,1-1 0 0 0,0 0 0 0 0,0 1-1 0 0,-1-1 1 0 0,1 0 0 0 0,-1 1 0 0 0,1-1 0 0 0,0 3-1 0 0,-1-3 21 0 0,2 3 206 0 0,16 8-379 0 0,-14-10 195 0 0,1-4-393 0 0,16-6 307 0 0,-16 6-102 0 0,-2-2 37 0 0,11-19-360 0 0,0 0 0 0 0,-2 0 0 0 0,-1-2 0 0 0,14-40 0 0 0,-21 54 420 0 0,4-21-483 0 0,-5 4 217 0 0,3-7-356 0 0,2-55 1 0 0,-8 16 105 0 0,0 17 383 0 0,-12-87-331 0 0,12 136 508 0 0,-6-25 242 0 0,5 26-184 0 0,1 1-16 0 0,-1-18-12 0 0,0 19 1134 0 0,-3 7-1106 0 0,-15 8 21 0 0,12-3-11 0 0,-22 110 267 0 0,23-83-243 0 0,5-7 22 0 0,1 8 69 0 0,0-1-1 0 0,3 1 1 0 0,1-1 0 0 0,11 50 0 0 0,-10-71-107 0 0,1 0 0 0 0,1-1 1 0 0,-1 1-1 0 0,2-1 0 0 0,0-1 1 0 0,14 18-1 0 0,-18-25-89 0 0,-1 0 0 0 0,1-1 1 0 0,0 1-1 0 0,0-1 0 0 0,0 0 0 0 0,7 4 1 0 0,-6-4-26 0 0,-2 0 80 0 0,2-2-24 0 0,14 6-53 0 0,-14-6 45 0 0,1 1-79 0 0,16 4 113 0 0,-17-5 222 0 0,2 0-394 0 0,17 0-91 0 0,-18-1 162 0 0,1-1-67 0 0,19-2 89 0 0,-20 2-110 0 0,-1 0 153 0 0,15-3 31 0 0,-15 3-150 0 0,1-1-46 0 0,17-7 85 0 0,-17 7 92 0 0,-1 1 21 0 0,76-24-171 0 0,-75 23 182 0 0,-2 0-162 0 0,12-6 120 0 0,-12 6 179 0 0,0-1-140 0 0,33-27-301 0 0,-33 27 231 0 0,-4 3 7 0 0,1-1 0 0 0,-1 1 0 0 0,1 0 0 0 0,-1 0-1 0 0,0-1 1 0 0,1 1 0 0 0,-1 0 0 0 0,0-1 0 0 0,1 1 0 0 0,-1 0 0 0 0,0-1 0 0 0,1 1 0 0 0,-1 0 0 0 0,0-1 0 0 0,0 1-1 0 0,1-1 1 0 0,-1 1 0 0 0,0-1 0 0 0,0 1 0 0 0,0-1 0 0 0,0 1 0 0 0,1-1 0 0 0,-1 1 0 0 0,0-1 0 0 0,0 0 0 0 0,0 1 2 0 0,0-1 1 0 0,0 1 0 0 0,0-1 0 0 0,0 1 0 0 0,0-1 0 0 0,0 1 0 0 0,0-1 0 0 0,1 1 0 0 0,-1-1 0 0 0,0 1 0 0 0,0 0 0 0 0,1-1 0 0 0,-1 1 0 0 0,0-1 0 0 0,0 1 0 0 0,1-1 0 0 0,-1 1 0 0 0,1 0 0 0 0,-1-1-1 0 0,0 1 1 0 0,1 0 0 0 0,-1 0 0 0 0,1-1 0 0 0,0 1 0 0 0,1-5 6 0 0,6-12 62 0 0,-6 13-119 0 0,-1-1 116 0 0,3-14-19 0 0,-3 14 149 0 0,-6-20-123 0 0,4 20 240 0 0,-2 1-425 0 0,3 4 152 0 0,-2-1-2 0 0,1 0 0 0 0,0-1 0 0 0,0 1 0 0 0,0 0 0 0 0,-1 0 0 0 0,1 0 0 0 0,0-1-1 0 0,1 1 1 0 0,-1-1 0 0 0,0 1 0 0 0,0-1 0 0 0,0-1 0 0 0,-5 3-185 0 0,-18 0 108 0 0,18 0-109 0 0,3 3 54 0 0,-12 9 30 0 0,12-9 126 0 0,3-2-69 0 0,0-1 1 0 0,-1 1-1 0 0,1 0 1 0 0,0-1-1 0 0,0 1 1 0 0,0-1-1 0 0,0 1 1 0 0,-1-1 0 0 0,1 1-1 0 0,0 0 1 0 0,0-1-1 0 0,-1 1 1 0 0,1-1-1 0 0,-1 0 1 0 0,1 1-1 0 0,0-1 1 0 0,-1 1 0 0 0,1-1-1 0 0,-1 1 1 0 0,0 0-1 0 0,-11 12 73 0 0,-10 26 180 0 0,20-35-96 0 0,0 1-84 0 0,-5 17-46 0 0,6-17 89 0 0,-1 0-10 0 0,-2 14 86 0 0,3-14 100 0 0,1 1-218 0 0,0 20 66 0 0,0-20-93 0 0,0 0 100 0 0,4 15-66 0 0,-3-15-36 0 0,1-1 59 0 0,21 42 100 0 0,-21-43-150 0 0,1 1 63 0 0,6 5-89 0 0,0 0 1 0 0,0 0 0 0 0,1-1 0 0 0,0-1 0 0 0,21 15 0 0 0,-27-21-62 0 0,2 0-84 0 0,17 6-58 0 0,-17-6 61 0 0,-1-1 93 0 0,18 2-93 0 0,-17-2 45 0 0,0-1-135 0 0,1-1 47 0 0,0 1-1 0 0,0-1 1 0 0,0 0-1 0 0,0-1 1 0 0,0 0-1 0 0,0 0 1 0 0,0 0-1 0 0,-1-1 1 0 0,1 0-1 0 0,6-4 1 0 0,-4 1-898 0 0,0-1 1 0 0,-1 1-1 0 0,0-1 0 0 0,0-1 1 0 0,-1 1-1 0 0,13-17 1 0 0,-7 6-808 0 0,-10 15 678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08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2184 0 0,'0'0'9422'0'0,"-1"7"-8828"0"0,-1 0-414 0 0,1-4-108 0 0,0-1-1 0 0,0 1 1 0 0,1 0 0 0 0,-1 0 0 0 0,1 0 0 0 0,0 0 0 0 0,0-1-1 0 0,0 1 1 0 0,1 0 0 0 0,0 5 0 0 0,30 526 4121 0 0,-26-409-3470 0 0,1 35 107 0 0,9 160-966 0 0,-14-313-190 0 0,2 27-1040 0 0,-3-27 59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08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6 242 564 0 0,'-3'-30'2278'0'0,"2"24"-296"0"0,0 0-489 0 0,1-3-662 0 0,-1 0-1 0 0,2 0 1 0 0,-1 0-1 0 0,3-13 1 0 0,-1 16-220 0 0,0 1-150 0 0,2-4-82 0 0,0 1-1 0 0,1-1 1 0 0,0 1-1 0 0,0-1 1 0 0,1 1-1 0 0,10-11 1 0 0,41-26 1057 0 0,-53 42-1239 0 0,0 1-60 0 0,-1 0 18 0 0,1 1 0 0 0,0-1-1 0 0,-1 1 1 0 0,1 0 0 0 0,0 0 0 0 0,0 0-1 0 0,0 1 1 0 0,-1-1 0 0 0,1 1 0 0 0,7 0-1 0 0,-5 1 852 0 0,-7 0-974 0 0,0 1 0 0 0,1 0 0 0 0,-1 0-1 0 0,1 0 1 0 0,-1-1 0 0 0,1 1-1 0 0,0 0 1 0 0,0 0 0 0 0,-1 0 0 0 0,2 3-1 0 0,-1 1 33 0 0,-1 0 88 0 0,-3-2 96 0 0,-30 32 219 0 0,31-34-302 0 0,-3 1-145 0 0,-14 9 12 0 0,14-9 19 0 0,1-1 32 0 0,-16 4-380 0 0,15-5-357 0 0,1-2-1523 0 0,-15-4-119 0 0,15 4-1528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09.5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36 159 360 0 0,'0'0'2142'0'0,"1"-5"-494"0"0,3-20 8354 0 0,-1 21-9821 0 0,-1 0 1 0 0,1 0-1 0 0,0 1 0 0 0,0-1 1 0 0,0 1-1 0 0,1 0 1 0 0,5-4-1 0 0,-5 4-82 0 0,-1 0 162 0 0,0-1-240 0 0,0-1-58 0 0,0 0-1 0 0,0-1 0 0 0,0 0 1 0 0,4-11-1 0 0,-6 12-133 0 0,-2 0 113 0 0,-1 0 36 0 0,-3-16-274 0 0,0 19 236 0 0,-11-5 118 0 0,12 5 30 0 0,0 5-58 0 0,-12 9 60 0 0,13-9 96 0 0,0 2 148 0 0,-9 16-128 0 0,-6 12 53 0 0,15-27-194 0 0,-1 8 217 0 0,4-13-266 0 0,-1 0 0 0 0,0 0 0 0 0,1 1 0 0 0,-1-1 0 0 0,1 1 0 0 0,-1-1 0 0 0,1 0 0 0 0,0 1 0 0 0,-1-1 0 0 0,1 1 0 0 0,0-1-1 0 0,0 0 1 0 0,0 1 0 0 0,0-1 0 0 0,1 2 0 0 0,-1 31-307 0 0,4-31-67 0 0,12 8-334 0 0,-12-8-521 0 0,3-1-603 0 0,-1 1 853 0 0,7 1-385 0 0,5-1-2532 0 0,9-2 827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10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25 720 0 0,'0'0'4206'0'0,"2"-4"-2541"0"0,0 2-864 0 0,4-8-942 0 0,-4 2 7632 0 0,3 10-7337 0 0,12 8 77 0 0,-12-8 105 0 0,-5-1-324 0 0,0 0 0 0 0,0 0 0 0 0,0 0 0 0 0,0 0 0 0 0,0 0 0 0 0,1 0 0 0 0,-1 0 0 0 0,0-1 1 0 0,1 1-1 0 0,-1 0 0 0 0,0 0 0 0 0,1 0 0 0 0,-1 0 0 0 0,1-1 0 0 0,0 1 0 0 0,-1 0 0 0 0,2 1 0 0 0,9 14 315 0 0,-3 1-146 0 0,-6-13-92 0 0,1 1 54 0 0,5 13-151 0 0,-6-13 53 0 0,0-1 188 0 0,14 47 265 0 0,-14-45-559 0 0,-1-2 184 0 0,16 41 687 0 0,-16-41-592 0 0,-1-10-250 0 0,1-19 23 0 0,-1 19-34 0 0,2 0-81 0 0,2-14 75 0 0,-3 15 288 0 0,2 0-175 0 0,7-14-148 0 0,-8 15 74 0 0,1-1-94 0 0,12-11 492 0 0,31-26 0 0 0,-43 40-339 0 0,2 0-28 0 0,1 0 98 0 0,0 0 0 0 0,0 0 0 0 0,0 1 0 0 0,0 0 1 0 0,0 0-1 0 0,0 1 0 0 0,8 0 0 0 0,-7 0 167 0 0,-2 4-107 0 0,23 18-272 0 0,48 50 0 0 0,-47-43-3834 0 0,-3-5-4239 0 0,-22-20 3483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26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38 234 2272 0 0,'0'0'13041'0'0,"3"-3"-12954"0"0,40-24 498 0 0,-38 24-384 0 0,-4 2-169 0 0,1 1 0 0 0,0-1 0 0 0,-1 0-1 0 0,1 0 1 0 0,-1 0 0 0 0,1 0 0 0 0,-1 0 0 0 0,0 0-1 0 0,1 0 1 0 0,-1-1 0 0 0,0 1 0 0 0,2-2 0 0 0,-3 2 14 0 0,35-32 395 0 0,-31 28-442 0 0,-1 2-123 0 0,1-1 47 0 0,30-35 382 0 0,-31 36-251 0 0,-1-1 3 0 0,1 1-114 0 0,0 1 0 0 0,-1-1 0 0 0,1 0 0 0 0,-1 0 0 0 0,0 0 0 0 0,0-1 1 0 0,0 1-1 0 0,-1 0 0 0 0,1-1 0 0 0,-1 1 0 0 0,0-1 0 0 0,0 0 0 0 0,1-6 0 0 0,-4-15-57 0 0,1 19 73 0 0,-3 4-23 0 0,0 0 94 0 0,-14-5 85 0 0,16 8-128 0 0,1-1 0 0 0,-1 0 0 0 0,1 1 0 0 0,-1-1-1 0 0,1 1 1 0 0,-1-1 0 0 0,1 1 0 0 0,-1 0 0 0 0,1 0 0 0 0,-1-1 0 0 0,1 1 0 0 0,-2 2-1 0 0,0-1-35 0 0,-2 1-150 0 0,0 0 65 0 0,-6 3 64 0 0,1 2-1 0 0,0-1 1 0 0,0 1 0 0 0,0 1 0 0 0,-13 15-1 0 0,15-13 503 0 0,-6 8-318 0 0,1 0 0 0 0,-13 24 0 0 0,22-36-93 0 0,1 1-1 0 0,-1-1 1 0 0,2 0-1 0 0,-1 1 0 0 0,1-1 1 0 0,1 1-1 0 0,-1 0 1 0 0,1 0-1 0 0,1 0 0 0 0,-1 0 1 0 0,2 12-1 0 0,-1-16 23 0 0,0 0-79 0 0,0 1-1 0 0,0-1 0 0 0,1 1 0 0 0,0-1 0 0 0,0 0 1 0 0,0 1-1 0 0,0-1 0 0 0,0 0 0 0 0,1 0 0 0 0,0 0 0 0 0,0 0 1 0 0,4 7-1 0 0,0-6-44 0 0,0 0 1 0 0,0-1 0 0 0,0 0-1 0 0,0 0 1 0 0,1 0 0 0 0,-1-1-1 0 0,1 0 1 0 0,0 0 0 0 0,0 0-1 0 0,0-1 1 0 0,0 0 0 0 0,9 1-1 0 0,11 1-3684 0 0,51 1 0 0 0,-64-5 1530 0 0,22-1 434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26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 1332 0 0,'0'0'5198'0'0,"2"-4"-4675"0"0,0 0-234 0 0,1-1 1 0 0,-1 2 0 0 0,1-1 0 0 0,0 0-1 0 0,0 0 1 0 0,7-5 0 0 0,-7 6 196 0 0,3 4-381 0 0,17 2-13 0 0,-17-2 169 0 0,-2 2-55 0 0,14 11 9 0 0,-14-11 33 0 0,-2 1 7 0 0,0 0-201 0 0,0 0 1 0 0,0 0-1 0 0,-1 0 0 0 0,0 1 1 0 0,1-1-1 0 0,-2 0 0 0 0,1 1 1 0 0,0-1-1 0 0,-1 0 0 0 0,0 1 0 0 0,0-1 1 0 0,0 1-1 0 0,-1-1 0 0 0,-1 7 1 0 0,-1 6-56 0 0,-1-1-1 0 0,-1 0 1 0 0,0 0 0 0 0,-1 0 0 0 0,-1-1 0 0 0,0 1-1 0 0,-12 16 1 0 0,4-4 78 0 0,0-1-66 0 0,12-22-43 0 0,7-8-684 0 0,67-56 422 0 0,83-89 1 0 0,-141 130 473 0 0,-11 14-80 0 0,0 0 296 0 0,1 0-33 0 0,-2 3-295 0 0,0 0-28 0 0,1 0 1 0 0,-1 0-1 0 0,0 0 0 0 0,0-1 1 0 0,0 1-1 0 0,0 0 0 0 0,0-1 1 0 0,0 1-1 0 0,0 0 0 0 0,0-1 1 0 0,-1 1-1 0 0,2-3 564 0 0,-1 0-127 0 0,7-13-142 0 0,-6 13 874 0 0,-17-12-1238 0 0,12 12 584 0 0,-3 7-6 0 0,-1-1-468 0 0,1 2-1 0 0,0-1 0 0 0,0 1 1 0 0,1-1-1 0 0,-1 2 0 0 0,1-1 1 0 0,0 1-1 0 0,0-1 1 0 0,0 1-1 0 0,1 1 0 0 0,-6 6 1 0 0,-19 35-606 0 0,28-46 537 0 0,0 0 1 0 0,0 1-1 0 0,0-1 0 0 0,0 0 0 0 0,0 1 0 0 0,1-1 0 0 0,-1 0 1 0 0,1 1-1 0 0,-1-1 0 0 0,1 1 0 0 0,0-1 0 0 0,-1 1 1 0 0,1 0-1 0 0,0 1 0 0 0,0 2-18 0 0,-1-1-160 0 0,0 3 136 0 0,1-5 89 0 0,-1 1-43 0 0,1 0-1 0 0,-1 1 1 0 0,1-1-1 0 0,0 0 1 0 0,0 1-1 0 0,0-1 1 0 0,0 0-1 0 0,1 1 1 0 0,-1-1-1 0 0,1 0 1 0 0,0 1-1 0 0,0-1 1 0 0,0 0-1 0 0,0 0 0 0 0,1 0 1 0 0,-1 0-1 0 0,4 4 1 0 0,-1-3 11 0 0,1 1-116 0 0,1 1 0 0 0,0-2-1 0 0,0 1 1 0 0,0-1 0 0 0,0 0-1 0 0,1 0 1 0 0,-1-1-1 0 0,1 0 1 0 0,0 0 0 0 0,7 2-1 0 0,56 7-2741 0 0,-55-10 1272 0 0,1-1 0 0 0,-1-1 1 0 0,1-1-1 0 0,17-3 0 0 0,-24 3 1587 0 0,27-5-1604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27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 72 0 0,'0'0'8461'0'0,"-2"5"-7605"0"0,-1 12-485 0 0,1 0 1 0 0,1-1-1 0 0,1 1 1 0 0,0 0-1 0 0,1 0 1 0 0,1 0-1 0 0,5 24 0 0 0,5 57 348 0 0,33 368 494 0 0,-10-161-1718 0 0,20 110 237 0 0,-34-272-2346 0 0,-20-137 1825 0 0,0-1-87 0 0,1 0 463 0 0,1 5 123 0 0,-2 0-4528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27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11 130 472 0 0,'12'-60'4186'0'0,"-11"55"-3315"0"0,1 0-191 0 0,23-44 1022 0 0,-22 46-968 0 0,3 1-384 0 0,19-2 126 0 0,-19 3 73 0 0,-1 3-19 0 0,15 8 45 0 0,-15-8 196 0 0,-1 3 15 0 0,2 3-557 0 0,0 0-1 0 0,-1 0 0 0 0,0 1 0 0 0,-1 0 0 0 0,0-1 0 0 0,0 1 0 0 0,-1 1 0 0 0,0-1 0 0 0,-1 0 0 0 0,3 15 0 0 0,-5-19-146 0 0,0 3 23 0 0,-1-2-55 0 0,1 1 0 0 0,-1-1-1 0 0,0 1 1 0 0,-1-1 0 0 0,1 0 0 0 0,-1 1-1 0 0,0-1 1 0 0,-1 0 0 0 0,0 0 0 0 0,0 0-1 0 0,0-1 1 0 0,-8 11 0 0 0,0-4 72 0 0,8-9 84 0 0,-3-2 24 0 0,-19 4-44 0 0,19-4-85 0 0,0-5-20 0 0,-20-8-120 0 0,25 11-1 0 0,0 1 0 0 0,-1-1 0 0 0,1 1 0 0 0,0-1-1 0 0,0 0 1 0 0,-1 0 0 0 0,1 0 0 0 0,0 1 0 0 0,0-1 0 0 0,0 0-1 0 0,0-1 1 0 0,0 1 0 0 0,0 0 0 0 0,1 0 0 0 0,-1 0 0 0 0,0 0-1 0 0,0-1 1 0 0,1 1 0 0 0,-1-2 0 0 0,-1-1-156 0 0,0 2 65 0 0,0 0-1 0 0,1 0 0 0 0,-1-1 0 0 0,1 1 1 0 0,-1-1-1 0 0,1 1 0 0 0,0-1 0 0 0,0 1 0 0 0,0-1 1 0 0,-1-5-1 0 0,0 0-177 0 0,-4-7-1048 0 0,4 13 1193 0 0,1-1 1 0 0,1 1 0 0 0,-1 0-1 0 0,0 0 1 0 0,0-1 0 0 0,1 1 0 0 0,0 0-1 0 0,-1-1 1 0 0,1 1 0 0 0,0-4 0 0 0,-1-9-2507 0 0,0-12 117 0 0,1 21 202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28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34 956 0 0,'1'-6'1968'0'0,"3"-16"-359"0"0,-2 17 5171 0 0,-2 10-6079 0 0,18 229 2932 0 0,11 94-3469 0 0,-27-318-230 0 0,-2 0 108 0 0,2 1 1 0 0,-1-1-1 0 0,1 1 0 0 0,1-1 0 0 0,0 0 1 0 0,1 0-1 0 0,0 0 0 0 0,7 12 0 0 0,21 9-560 0 0,-28-29 473 0 0,2-1 166 0 0,20 3-137 0 0,-19-4-264 0 0,-1-1-198 0 0,4-1 286 0 0,-1-1 1 0 0,1 0-1 0 0,-1-1 0 0 0,1 0 1 0 0,-1 0-1 0 0,-1-1 1 0 0,1 0-1 0 0,-1 0 1 0 0,1-1-1 0 0,-2 0 0 0 0,1-1 1 0 0,-1 0-1 0 0,0 0 1 0 0,7-8-1 0 0,8-14 69 0 0,-20 22 89 0 0,-1 1 2 0 0,0 2 5 0 0,1-2 95 0 0,5-16 51 0 0,-5 17 429 0 0,-1-1-262 0 0,3-19-2 0 0,-4 19 444 0 0,0-1-534 0 0,0-21 35 0 0,0 21 496 0 0,-2 3-630 0 0,-10-18 863 0 0,7 21-824 0 0,-16-1 31 0 0,15 1 101 0 0,2 6-272 0 0,-12 13-184 0 0,11-13 168 0 0,2 1 168 0 0,-8 16-206 0 0,8-16-82 0 0,1 0 57 0 0,-4 16-35 0 0,5-16 357 0 0,2 0-7 0 0,-1-5-162 0 0,0 2-65 0 0,0 0 1 0 0,0-1 0 0 0,0 1 0 0 0,0-1 0 0 0,0 1-1 0 0,1 0 1 0 0,0-1 0 0 0,-1 1 0 0 0,1-1 0 0 0,0 1 0 0 0,0-1-1 0 0,0 1 1 0 0,1-1 0 0 0,-1 0 0 0 0,0 0 0 0 0,1 0-1 0 0,0 0 1 0 0,-1 0 0 0 0,1 0 0 0 0,0 0 0 0 0,3 2 0 0 0,8 0-127 0 0,1-1 0 0 0,0-1 1 0 0,0 0-1 0 0,24-1 0 0 0,-32-1-132 0 0,0-2 125 0 0,47-18 428 0 0,-49 18-474 0 0,-1 1 211 0 0,-1 1-1 0 0,0-1 1 0 0,1 0-1 0 0,-1 0 1 0 0,0 0-1 0 0,0 0 1 0 0,0 0-1 0 0,0-1 1 0 0,0 1-1 0 0,0 0 1 0 0,3-4-1 0 0,14-11-24 0 0,-15 13 474 0 0,0 0-245 0 0,36-26 294 0 0,-36 26-428 0 0,0 7-92 0 0,11 10-56 0 0,-11-10 39 0 0,-1 1 106 0 0,13 26-6 0 0,21 29 0 0 0,-35-56-143 0 0,2 0-180 0 0,10 13-44 0 0,-10-12 52 0 0,-4-5 217 0 0,1 0 0 0 0,-1 0 0 0 0,0 0 0 0 0,1 0 0 0 0,-1 0-1 0 0,1 0 1 0 0,-1 0 0 0 0,1 0 0 0 0,-1 0 0 0 0,0 0 0 0 0,1 0 0 0 0,-1 0 0 0 0,1 1-1 0 0,-1-1 1 0 0,0 0 0 0 0,1 0 0 0 0,-1 1 0 0 0,0-1 0 0 0,1 0 0 0 0,-1 0 0 0 0,0 1-1 0 0,1-1 1 0 0,-1 0 0 0 0,0 1 0 0 0,0-1 0 0 0,1 0 0 0 0,-1 1 0 0 0,0 0-40 0 0,1-1 0 0 0,-1 1 0 0 0,1-1-1 0 0,-1 1 1 0 0,1 0 0 0 0,-1-1 0 0 0,1 0 0 0 0,-1 1 0 0 0,1-1 0 0 0,-1 1 0 0 0,1-1 0 0 0,0 0 0 0 0,-1 1 0 0 0,1-1 0 0 0,-1 0 0 0 0,1 0 0 0 0,0 1 0 0 0,0-1 0 0 0,-1 0 0 0 0,1 0 0 0 0,0 0 0 0 0,-1 0 0 0 0,1 0 0 0 0,0 0 0 0 0,-1 0 0 0 0,1 0 0 0 0,0 0-1 0 0,1-1 1 0 0,27 0 33 0 0,-27 0 12 0 0,-1 1 0 0 0,1-1 0 0 0,-1 0 0 0 0,1 0 0 0 0,-1 1 0 0 0,0-1 1 0 0,1 0-1 0 0,-1 0 0 0 0,0 0 0 0 0,0-1 0 0 0,0 1 0 0 0,2-2 0 0 0,-2 3 1 0 0,2-3-29 0 0,0-1-220 0 0,42-65 948 0 0,-43 65 400 0 0,8 23-1036 0 0,-8-14-16 0 0,0 0 285 0 0,-1 2-272 0 0,9 55-2757 0 0,-9-57 527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28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22 3464 0 0,'0'0'4829'0'0,"-15"-22"-1341"0"0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29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0 190 1308 0 0,'1'-5'1909'0'0,"5"-15"-444"0"0,-5 15 1453 0 0,1 1-2249 0 0,21-36 1972 0 0,-20 37-1675 0 0,0-1-478 0 0,12-12-74 0 0,-12 12-66 0 0,-2 2-324 0 0,0 1 1 0 0,0-1 0 0 0,0 1-1 0 0,0 0 1 0 0,0-1-1 0 0,0 1 1 0 0,0 0-1 0 0,1 0 1 0 0,-1-1-1 0 0,3-1 1 0 0,-1 0 196 0 0,1-1 51 0 0,11-11 120 0 0,-11 11 198 0 0,-3 3-571 0 0,1 0 0 0 0,-1 0 0 0 0,1 0 0 0 0,-1-1 0 0 0,1 1 0 0 0,-1-1 0 0 0,0 1 0 0 0,0-1 0 0 0,2-2 0 0 0,0 0-10 0 0,0 1 15 0 0,0 1-1 0 0,1-1 1 0 0,-1 1 0 0 0,0-1-1 0 0,1 1 1 0 0,0 0 0 0 0,0 1-1 0 0,-1-1 1 0 0,1 1-1 0 0,7-2 1 0 0,-6 1 367 0 0,0 4-220 0 0,17 3-40 0 0,-17-3-50 0 0,-1 0 134 0 0,39 26-313 0 0,-38-25 116 0 0,-2 0-108 0 0,26 23-624 0 0,41 32 1326 0 0,-66-55-452 0 0,-3-2-132 0 0,1-1-1 0 0,-1 1 1 0 0,1 0 0 0 0,-1 0-1 0 0,1 0 1 0 0,-1 0 0 0 0,0 1 0 0 0,1-1-1 0 0,-1 0 1 0 0,0 0 0 0 0,0 1-1 0 0,2 2 1 0 0,-1-1 35 0 0,2 1 170 0 0,-1-1-121 0 0,9 10-25 0 0,-8-9-5 0 0,-1-1-59 0 0,25 35 213 0 0,-25-33-417 0 0,-1-1-203 0 0,6 12 268 0 0,-6-12-615 0 0,23 10-11832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31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6 365 308 0 0,'0'0'4798'0'0,"-1"-5"-3875"0"0,-2-17-111 0 0,2 17 2031 0 0,2 1-2057 0 0,6-13-105 0 0,-5 13 587 0 0,3 2-1157 0 0,15-6 64 0 0,-15 6 499 0 0,0 4-451 0 0,17 7 86 0 0,-17-7 37 0 0,-2 2-51 0 0,9 9-123 0 0,-9-10-129 0 0,0 3 23 0 0,9 15 39 0 0,-9-15-14 0 0,-2 0 119 0 0,2-1-137 0 0,3 19 560 0 0,-5-17-527 0 0,7 57-460 0 0,-6-58 712 0 0,-1 0-300 0 0,2 15-94 0 0,-2-15-20 0 0,17-20-657 0 0,-15 11 776 0 0,-3 1-74 0 0,0 0 0 0 0,1 0 0 0 0,-1 0 0 0 0,0 1 0 0 0,1-1 0 0 0,-1 0 0 0 0,1 1 0 0 0,0-1 0 0 0,-1 0 0 0 0,3-2 0 0 0,-1-1-18 0 0,0 0-84 0 0,0 0 124 0 0,3-12 47 0 0,-3 13 153 0 0,0-2-65 0 0,6-16-65 0 0,-6 17-16 0 0,1 0-142 0 0,-1 3 30 0 0,-1 1 19 0 0,0 0 1 0 0,1 0 0 0 0,-1 0-1 0 0,0-1 1 0 0,0 1 0 0 0,0-1 0 0 0,0 1-1 0 0,0-1 1 0 0,0 1 0 0 0,-1-1-1 0 0,1 0 1 0 0,0-2 0 0 0,3 0-174 0 0,-2 1 196 0 0,0 0 0 0 0,1 0 0 0 0,-1 0 0 0 0,1 0 0 0 0,0 1 0 0 0,0-1 0 0 0,0 1 0 0 0,0 0 0 0 0,0 0 0 0 0,0 0 0 0 0,0 0 0 0 0,8-2 0 0 0,-7 5 71 0 0,-1 0 0 0 0,1 0 0 0 0,0 0 0 0 0,-1 1-1 0 0,1 0 1 0 0,-1-1 0 0 0,1 1 0 0 0,-1 0 0 0 0,0 1 0 0 0,0-1 0 0 0,5 5 0 0 0,-5-4-9 0 0,1 3 305 0 0,24 42-276 0 0,-26-44 132 0 0,0 1-62 0 0,6 18-242 0 0,-6-17 16 0 0,0-1 206 0 0,4 17-21 0 0,-5-17-27 0 0,2 0-382 0 0,6 15 136 0 0,-7-16 68 0 0,-1-3 10 0 0,-1-1 78 0 0,1 0 1 0 0,-1 0-1 0 0,1 1 1 0 0,-1-1-1 0 0,0 0 1 0 0,1 1-1 0 0,-1-1 1 0 0,1 0-1 0 0,-1 1 1 0 0,0-1-1 0 0,1 1 1 0 0,-1-1-1 0 0,0 0 1 0 0,0 1-1 0 0,1-1 1 0 0,-1 1-1 0 0,0-1 1 0 0,0 1-1 0 0,0-1 1 0 0,0 1-1 0 0,1-1 1 0 0,-1 1-1 0 0,0-1 1 0 0,0 1-1 0 0,0 0 12 0 0,0-1 0 0 0,0 1 0 0 0,0-1 0 0 0,0 1 0 0 0,0-1 0 0 0,0 1 0 0 0,0-1 0 0 0,1 1 0 0 0,-1-1 0 0 0,0 1 0 0 0,0-1 0 0 0,1 1 0 0 0,-1-1 0 0 0,0 1-1 0 0,0-1 1 0 0,1 0 0 0 0,-1 1 0 0 0,0-1 0 0 0,1 0 0 0 0,-1 1 0 0 0,1-1 0 0 0,-1 0 0 0 0,1 1 0 0 0,-1-1 0 0 0,1 0 0 0 0,-1 0-3 0 0,1 0-1 0 0,-1 0 1 0 0,0 0 0 0 0,1 0 0 0 0,-1 0-1 0 0,1 1 1 0 0,-1-1 0 0 0,0 0 0 0 0,1 0-1 0 0,-1 0 1 0 0,0 0 0 0 0,1 0 0 0 0,-1 0-1 0 0,0 1 1 0 0,1-1 0 0 0,-1 0 0 0 0,0 0-1 0 0,0 0 1 0 0,1 1 0 0 0,-1-1 0 0 0,0 0 0 0 0,0 1-1 0 0,1-1 1 0 0,-1 0 0 0 0,0 0 0 0 0,0 1-1 0 0,0-1 1 0 0,1 0 0 0 0,-1 1 0 0 0,0 0-1 0 0,0-1-32 0 0,1 1 0 0 0,-1 0 1 0 0,1 0-1 0 0,-1-1 0 0 0,1 1 0 0 0,-1 0 0 0 0,1-1 0 0 0,-1 1 0 0 0,1 0 0 0 0,0-1 0 0 0,-1 1 0 0 0,1-1 0 0 0,0 1 0 0 0,0-1 1 0 0,-1 1-1 0 0,1-1 0 0 0,0 0 0 0 0,0 1 0 0 0,0-1 0 0 0,-1 0 0 0 0,3 1 0 0 0,17 4-229 0 0,-15-4 9 0 0,0 0 250 0 0,16 0-127 0 0,-16-1-67 0 0,2-1-42 0 0,20-5 161 0 0,-20 4 108 0 0,-1 0 155 0 0,1 0-104 0 0,-5 1-50 0 0,1 0 0 0 0,-1 0 0 0 0,0 0-1 0 0,1 0 1 0 0,-1 0 0 0 0,0 0 0 0 0,0-1 0 0 0,0 1-1 0 0,0-1 1 0 0,3-2 0 0 0,5-3-42 0 0,0-1-1 0 0,-1 0 1 0 0,1 0-1 0 0,-2-1 1 0 0,1 0-1 0 0,-1-1 1 0 0,7-11 0 0 0,-2 3-86 0 0,35-57 310 0 0,-45 71-234 0 0,-1-1 50 0 0,16-45-561 0 0,-17 45 631 0 0,-2 0-100 0 0,-5-19 140 0 0,2 22-51 0 0,2 1-65 0 0,1 0-7 0 0,0 0 0 0 0,0 0 0 0 0,0 0 1 0 0,0 1-1 0 0,0-1 0 0 0,-1 0 1 0 0,1 1-1 0 0,0-1 0 0 0,0 1 1 0 0,0-1-1 0 0,-1 1 0 0 0,-1-1 0 0 0,1 1-13 0 0,0 1 0 0 0,0-1 0 0 0,0 0-1 0 0,0 1 1 0 0,0-1 0 0 0,0 1 0 0 0,1 0-1 0 0,-1-1 1 0 0,0 1 0 0 0,0 0 0 0 0,-2 2-1 0 0,-1 0 20 0 0,-1 1-10 0 0,1-1 1 0 0,-1 2 0 0 0,1-1-1 0 0,-1 0 1 0 0,1 1 0 0 0,1 0-1 0 0,-1 0 1 0 0,1 1-1 0 0,0-1 1 0 0,0 1 0 0 0,0 0-1 0 0,1 0 1 0 0,-4 9-1 0 0,-8 40-41 0 0,14-48-14 0 0,2-2 169 0 0,0-1-200 0 0,0-1 1 0 0,0 1-1 0 0,1-1 0 0 0,-1 1 0 0 0,1-1 1 0 0,0 1-1 0 0,0-1 0 0 0,0 0 0 0 0,0 0 0 0 0,1 0 1 0 0,-1 0-1 0 0,1 0 0 0 0,-1 0 0 0 0,1-1 1 0 0,0 1-1 0 0,0-1 0 0 0,1 0 0 0 0,-1 0 1 0 0,0 0-1 0 0,5 1 0 0 0,47 13-1468 0 0,-42-13 839 0 0,8 0 120 0 0,1-2-791 0 0,-2-1 760 0 0,1-1 0 0 0,-1 0-1 0 0,1-2 1 0 0,-1 0 0 0 0,0-1-1 0 0,0-1 1 0 0,21-8 0 0 0,-26 7 707 0 0,-1-1 1 0 0,0 0 0 0 0,-1-1-1 0 0,0 0 1 0 0,0-1 0 0 0,0 0-1 0 0,-1-1 1 0 0,-1 0-1 0 0,0-1 1 0 0,0-1 0 0 0,9-12-1 0 0,9-24 1462 0 0,-27 43-819 0 0,-1 0 43 0 0,7-16 50 0 0,-6 15 643 0 0,-1 1-903 0 0,2-19-154 0 0,-2 18 260 0 0,-3 2-403 0 0,0 2-154 0 0,1 1-43 0 0,0 0 1 0 0,0 0 0 0 0,0 0-1 0 0,1 0 1 0 0,-1 0 0 0 0,0-1-1 0 0,1 1 1 0 0,-1 0-1 0 0,1 0 1 0 0,-1-1 0 0 0,1 1-1 0 0,-1-3 1 0 0,-5 5 238 0 0,-19-1-85 0 0,19 1-19 0 0,1 2 21 0 0,-3 5-194 0 0,0 1 0 0 0,0 0-1 0 0,0 0 1 0 0,1 1 0 0 0,0 0 0 0 0,1 0 0 0 0,-9 20 0 0 0,12-25-131 0 0,2 1 178 0 0,-3 19 82 0 0,3-19-164 0 0,2 0-60 0 0,2-1 110 0 0,-2-3-27 0 0,0-1 0 0 0,0 1-1 0 0,-1 0 1 0 0,1 0 0 0 0,0-1-1 0 0,-1 1 1 0 0,1 0 0 0 0,-1 0 0 0 0,0 0-1 0 0,1 3 1 0 0,4-3 65 0 0,-2 1-115 0 0,-2-2 7 0 0,0 0 0 0 0,0-1-1 0 0,1 1 1 0 0,-1 0 0 0 0,0 0 0 0 0,0-1 0 0 0,1 1 0 0 0,-1 0 0 0 0,1-1 0 0 0,-1 1 0 0 0,0-1 0 0 0,1 0 0 0 0,-1 1 0 0 0,1-1 0 0 0,-1 0 0 0 0,1 0 0 0 0,-1 0-1 0 0,1 0 1 0 0,1-1 0 0 0,-2 1 7 0 0,7 0-5 0 0,0-1-1 0 0,0 0 0 0 0,0 0 0 0 0,0-1 0 0 0,0 0 0 0 0,-1-1 0 0 0,1 0 0 0 0,0 0 0 0 0,-1 0 0 0 0,11-8 0 0 0,-2-1-2 0 0,-1-1-1 0 0,0 0 1 0 0,-1-1 0 0 0,-1-1-1 0 0,0 0 1 0 0,12-20 0 0 0,-23 33 1 0 0,-1 0 0 0 0,1 0 0 0 0,-1 0-1 0 0,0-1 1 0 0,0 1 0 0 0,1-1 0 0 0,-2 1 0 0 0,1-1 0 0 0,0 1 0 0 0,1-6-1 0 0,2-15-126 0 0,7-81 668 0 0,-11 98 46 0 0,0-1 22 0 0,0-22-76 0 0,0 22 406 0 0,-1 1-579 0 0,-1-20-65 0 0,1 19 683 0 0,-3 12-864 0 0,-11 14-17 0 0,15-19-83 0 0,-1 0 1 0 0,1 1 0 0 0,0-1 0 0 0,-1 0-1 0 0,1 1 1 0 0,0-1 0 0 0,0 1 0 0 0,-1-1-1 0 0,1 0 1 0 0,0 1 0 0 0,0-1 0 0 0,0 1-1 0 0,0-1 1 0 0,0 1 0 0 0,-1-1 0 0 0,1 1-1 0 0,0-1 1 0 0,0 1 0 0 0,0-1 0 0 0,0 1-1 0 0,0-1 1 0 0,0 1 0 0 0,1 0 0 0 0,1 31-98 0 0,2 0 1 0 0,2 0-1 0 0,17 59 1 0 0,-14-65-1007 0 0,20 40-1 0 0,-19-48-743 0 0,0-2-1 0 0,23 31 1 0 0,5-1-5132 0 0,-15-29 3397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36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56 1080 0 0,'0'0'7267'0'0,"-4"-2"-6651"0"0,-31-29 4754 0 0,31 32-5150 0 0,-14 6-73 0 0,13-5-64 0 0,5-2-266 0 0,0 1 172 0 0,0 0-1 0 0,0-1 1 0 0,0 1-1 0 0,0 0 1 0 0,0 0-1 0 0,0-1 1 0 0,-1 1-1 0 0,1 0 0 0 0,0-1 1 0 0,-1 1-1 0 0,1 0 1 0 0,0-1-1 0 0,-1 1 1 0 0,1-1-1 0 0,-1 1 1 0 0,1-1-1 0 0,0 1 0 0 0,-1 0 1 0 0,-1 0-1 0 0,-10 17-64 0 0,-6 24 244 0 0,-23 58 1084 0 0,40-95-1347 0 0,-1 1-114 0 0,-4 20-25 0 0,5-20 30 0 0,0 0 125 0 0,0-4 158 0 0,1 0-20 0 0,-1 0 0 0 0,0 0 0 0 0,1 0 0 0 0,0-1 0 0 0,-1 1 0 0 0,1 0 0 0 0,0 0 0 0 0,0 0 0 0 0,0 0 0 0 0,0 0 0 0 0,0-1 0 0 0,1 5 0 0 0,10 15 49 0 0,-9-16-311 0 0,24-10-255 0 0,-20 4 457 0 0,-6 1-1 0 0,0-1-1 0 0,0 1 0 0 0,0 0 1 0 0,1-1-1 0 0,-1 1 1 0 0,0-1-1 0 0,1 1 1 0 0,-1-1-1 0 0,0 1 1 0 0,0 0-1 0 0,1-1 1 0 0,-1 1-1 0 0,1 0 1 0 0,-1-1-1 0 0,0 1 1 0 0,1 0-1 0 0,-1-1 1 0 0,1 1-1 0 0,-1 0 1 0 0,1 0-1 0 0,-1 0 1 0 0,1-1-1 0 0,-1 1 0 0 0,1 0 1 0 0,-1 0-1 0 0,1 0 1 0 0,0 0-1 0 0,-1 0 0 0 0,1 0 1 0 0,-1 0-1 0 0,1 0 0 0 0,-1-1 1 0 0,1 1-1 0 0,-1 0 0 0 0,1 0 0 0 0,-1 0 1 0 0,0-1-1 0 0,1 1 0 0 0,-1 0 1 0 0,1-1-1 0 0,-1 1 0 0 0,0 0 1 0 0,1-1-1 0 0,-1 1 0 0 0,1 0 0 0 0,-1-1 1 0 0,0 1-1 0 0,0-1 0 0 0,1 1 1 0 0,-1 0-1 0 0,0-1 0 0 0,0 1 0 0 0,1-1 1 0 0,3-4 2 0 0,13-13 187 0 0,-2-2 0 0 0,19-29 1 0 0,-31 45-281 0 0,-3 2 79 0 0,1 1 1 0 0,-1 0-1 0 0,0-1 0 0 0,1 1 1 0 0,-1 0-1 0 0,1-1 0 0 0,0 1 1 0 0,-1 0-1 0 0,1 0 0 0 0,0-1 1 0 0,0 1-1 0 0,2-2 0 0 0,-1 1-3 0 0,0-2 19 0 0,0 0 81 0 0,6-12 69 0 0,-6 12 467 0 0,0 0-551 0 0,6-14-82 0 0,-6 13 176 0 0,-1 11-63 0 0,4 61-199 0 0,2-48 6 0 0,-5-16 86 0 0,-1 2 143 0 0,3-3 12 0 0,6 2-144 0 0,1 0 0 0 0,0 0 1 0 0,0-1-1 0 0,0-1 0 0 0,16 2 1 0 0,-21-3-1 0 0,0-2 10 0 0,56-5-423 0 0,-56 5 522 0 0,0-1-151 0 0,18-4-71 0 0,-18 4 129 0 0,-1-1-153 0 0,0 0 134 0 0,1 0 0 0 0,-1 0 0 0 0,0-1 0 0 0,0 0 0 0 0,0 0 0 0 0,-1 0 0 0 0,0-1 0 0 0,1 1 0 0 0,-1-1 0 0 0,-1 0 0 0 0,1 0 0 0 0,-1-1 0 0 0,0 1 0 0 0,0-1 0 0 0,-1 1 0 0 0,1-1 0 0 0,-1 0 0 0 0,0 0 0 0 0,-1 0 0 0 0,2-11-1 0 0,-2 11 108 0 0,0 1-60 0 0,1-18-23 0 0,-1 17-144 0 0,-2 0 149 0 0,0-19 118 0 0,1 18 8 0 0,-2 2-144 0 0,-5-15-46 0 0,5 15 430 0 0,-3 5-534 0 0,-23 4-437 0 0,26 0-99 0 0,-6 14-143 0 0,7-14-78 0 0,13-2-5402 0 0,0 2 5334 0 0,-5-2 190 0 0,-1-1-1459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36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20 2524 0 0,'0'0'9728'0'0,"-3"-3"-9291"0"0,3 3-402 0 0,-1-1 15 0 0,0 0-1 0 0,0 0 1 0 0,-1 0-1 0 0,1 0 0 0 0,0 0 1 0 0,0-1-1 0 0,0 1 1 0 0,0 0-1 0 0,1-1 0 0 0,-1 1 1 0 0,-1-3-1 0 0,2 5-39 0 0,0 0-1 0 0,0-1 0 0 0,0 1 1 0 0,-1-1-1 0 0,1 1 0 0 0,0-1 1 0 0,0 1-1 0 0,0-1 1 0 0,-1 1-1 0 0,1-1 0 0 0,0 1 1 0 0,-1-1-1 0 0,1 0 0 0 0,0 1 1 0 0,-1-1-1 0 0,1 1 1 0 0,-1-1-1 0 0,1 0 0 0 0,0 1 1 0 0,-1-1-1 0 0,1 0 0 0 0,-1 0 1 0 0,1 1-1 0 0,-1-1 1 0 0,1 0-1 0 0,-2 0 0 0 0,2 1 21 0 0,-1-1 1 0 0,1 0-1 0 0,-1 0 0 0 0,1 0 0 0 0,-1 1 0 0 0,1-1 1 0 0,-1 0-1 0 0,1 0 0 0 0,-1 1 0 0 0,1-1 0 0 0,-1 1 1 0 0,1-1-1 0 0,0 0 0 0 0,-1 1 0 0 0,1-1 0 0 0,0 1 0 0 0,-1-1 1 0 0,1 1-1 0 0,0-1 0 0 0,0 1 0 0 0,-1-1 0 0 0,1 1 1 0 0,0-1-1 0 0,0 1 0 0 0,0-1 0 0 0,0 1 0 0 0,-1 1 10 0 0,0 0 1 0 0,1-1-1 0 0,-1 1 0 0 0,0-1 0 0 0,0 1 0 0 0,1-1 0 0 0,-1 0 0 0 0,0 1 1 0 0,0-1-1 0 0,-1 0 0 0 0,1 0 0 0 0,-2 2 0 0 0,2-2 22 0 0,-56 94 435 0 0,55-90-296 0 0,-1-1-108 0 0,-7 14 44 0 0,8-13 267 0 0,0 0-218 0 0,-5 16-115 0 0,5-15-28 0 0,2-1 17 0 0,-2 17 15 0 0,1-16 4 0 0,0 1 9 0 0,-3 41 343 0 0,2 54-1 0 0,2-66-441 0 0,-3-1 100 0 0,3-28 108 0 0,0-1-645 0 0,0 19 17 0 0,0-19-110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8:37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12 165 32 0 0,'0'0'6011'0'0,"1"-6"-4883"0"0,-1-17-193 0 0,1 17 1784 0 0,-2 11-1988 0 0,-5 29-184 0 0,2-1 0 0 0,2 1 0 0 0,1 0 0 0 0,6 57 0 0 0,-1-1-253 0 0,-4-73-270 0 0,1-1 41 0 0,2 3 42 0 0,0-1-153 0 0,9 53-5331 0 0,-16-74 5599 0 0,-13-7 30 0 0,13 8 1342 0 0,6-4-1323 0 0,7-18-54 0 0,-3 16-107 0 0,30-9 81 0 0,53-34 0 0 0,-20 10-511 0 0,-44 27-114 0 0,0-1-1 0 0,-1-1 1 0 0,0-1 0 0 0,-2-1-1 0 0,32-32 1 0 0,-39 34 251 0 0,-11 12 128 0 0,-1-3-59 0 0,0 2 98 0 0,-2 4 9 0 0,1-1 1 0 0,-1 0 0 0 0,0 0-1 0 0,0 1 1 0 0,0-1 0 0 0,-1 0 0 0 0,1 0-1 0 0,0 0 1 0 0,-1 0 0 0 0,1 0-1 0 0,-1 0 1 0 0,0 0 0 0 0,0 0-1 0 0,0 0 1 0 0,0-4 0 0 0,0-20-62 0 0,0 19 88 0 0,-1-1-96 0 0,-16-88 489 0 0,16 91-64 0 0,-1-1 5 0 0,-4-20 99 0 0,5 19-71 0 0,-1 3-10 0 0,-3-14-36 0 0,3 13 197 0 0,0 1-343 0 0,-5-13-55 0 0,5 13 255 0 0,-23 9-27 0 0,18 1-151 0 0,-1 12 63 0 0,2 0-1 0 0,0 0 1 0 0,1 0-1 0 0,-6 37 0 0 0,-1 87-94 0 0,3-32 181 0 0,3-71-122 0 0,2-6-16 0 0,-2 57 0 0 0,3 28-116 0 0,3-112-41 0 0,0-4-16 0 0,1 0-1 0 0,-1 0 1 0 0,1-1 0 0 0,-1 1-1 0 0,0 0 1 0 0,0 0 0 0 0,0 0-1 0 0,0-1 1 0 0,0 1 0 0 0,-1 0-1 0 0,1 0 1 0 0,-1 3 0 0 0,0-2 37 0 0,1 3 226 0 0,-1-4-286 0 0,1-1-1 0 0,-1 1 0 0 0,1 0 1 0 0,0 0-1 0 0,0-1 1 0 0,0 1-1 0 0,0 0 0 0 0,0 0 1 0 0,0-1-1 0 0,0 1 1 0 0,1 0-1 0 0,0 3 0 0 0,0-2 32 0 0,-1 3 586 0 0,2-10-682 0 0,32-64 9 0 0,-32 64-43 0 0,0 1-68 0 0,32-25-356 0 0,-30 26 702 0 0,1 2-126 0 0,1 2-57 0 0,0 1 0 0 0,0-1 0 0 0,0 1 0 0 0,0 0 0 0 0,-1 0 0 0 0,1 0 0 0 0,-1 1 0 0 0,1 0 0 0 0,-1 0 0 0 0,-1 0 0 0 0,1 1 0 0 0,5 6 0 0 0,3 2 10 0 0,0-1-1 0 0,17 12 0 0 0,-23-18-14 0 0,27 16-93 0 0,-20-15-327 0 0,2-1 0 0 0,-1 0 0 0 0,1-1-1 0 0,29 5 1 0 0,-26-7-1448 0 0,-1 0 0 0 0,1-2 0 0 0,0 0 0 0 0,29-3 0 0 0,-10-3-1542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9:07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52 352 0 0,'0'0'14225'0'0,"3"-4"-14237"0"0,0 0 279 0 0,0-1 1 0 0,-1 1-1 0 0,1-1 0 0 0,-1 1 0 0 0,0-1 0 0 0,0 0 0 0 0,2-10 0 0 0,-3 16-274 0 0,0 1 0 0 0,0-1 0 0 0,0 1 0 0 0,0-1 0 0 0,0 0 0 0 0,1 0 0 0 0,-1 1-1 0 0,0-1 1 0 0,0 0 0 0 0,3 1 0 0 0,-1 1 64 0 0,-1 3 88 0 0,65 226 793 0 0,-65-227-888 0 0,0 1-78 0 0,6 17 82 0 0,-5-17 102 0 0,-2-1-245 0 0,1 4 7 0 0,12 39 1712 0 0,-13-48-1638 0 0,-1 0 1 0 0,1 0-1 0 0,0 0 0 0 0,-1 0 1 0 0,1 0-1 0 0,0-1 0 0 0,-1 1 1 0 0,1 0-1 0 0,0 0 0 0 0,-1-1 1 0 0,1 1-1 0 0,-1 0 0 0 0,1 0 1 0 0,0-1-1 0 0,-1 1 0 0 0,1-1 1 0 0,-1 1-1 0 0,1-1 0 0 0,-1 1 0 0 0,1-1 1 0 0,0 0 16 0 0,-1 1 1 0 0,1-1 0 0 0,-1 1-1 0 0,1-1 1 0 0,-1 1 0 0 0,1-1-1 0 0,-1 1 1 0 0,1 0 0 0 0,-1-1-1 0 0,1 1 1 0 0,0 0 0 0 0,-1 0-1 0 0,1-1 1 0 0,-1 1 0 0 0,1 0-1 0 0,0 0 1 0 0,-1 0 0 0 0,1 0-1 0 0,0 0 1 0 0,0 0-1 0 0,1-6 105 0 0,6-16-199 0 0,-6 16 104 0 0,-1-1 64 0 0,21-117-367 0 0,-21 118 227 0 0,0-1 130 0 0,11-61-25 0 0,-11 62 23 0 0,7-31-301 0 0,-7 32-696 0 0,5-17 148 0 0,-5 17-98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9:09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214 176 112 0 0,'0'0'7874'0'0,"-3"-3"-7751"0"0,-1-2 31 0 0,0 0 0 0 0,-1 1 0 0 0,0-1 0 0 0,1 1 0 0 0,-8-4 0 0 0,7 5 473 0 0,1 2-685 0 0,-15-5 134 0 0,15 5 838 0 0,-2 2-810 0 0,-44 18 1024 0 0,45-16-833 0 0,3-3-283 0 0,1 1 0 0 0,0-1 0 0 0,-1 1-1 0 0,1 0 1 0 0,0 0 0 0 0,0-1 0 0 0,-1 1 0 0 0,1 0-1 0 0,0 0 1 0 0,0 0 0 0 0,0 0 0 0 0,-2 3 0 0 0,2-2 12 0 0,-3 1 155 0 0,0 0 83 0 0,-9 14 72 0 0,-19 32-1 0 0,29-45-170 0 0,2 2-21 0 0,-4 18-112 0 0,4-18-106 0 0,1 0 147 0 0,-1 17 122 0 0,1-17-94 0 0,1 0-138 0 0,12 46 184 0 0,-11-48 47 0 0,-1-2-182 0 0,0-1 1 0 0,0 1 0 0 0,0-1 0 0 0,1 1-1 0 0,-1-1 1 0 0,0 0 0 0 0,1 0-1 0 0,-1 1 1 0 0,1-1 0 0 0,1 1 0 0 0,0 1 49 0 0,36-7-475 0 0,-38 3 443 0 0,1 0 0 0 0,0 0 0 0 0,-1-1 0 0 0,1 1 0 0 0,-1 0 0 0 0,0-1 0 0 0,0 1 0 0 0,1-1 0 0 0,-1 1 0 0 0,1-3 0 0 0,4-2-10 0 0,0 0 1 0 0,0 0-1 0 0,-1-1 1 0 0,0 0-1 0 0,0 0 0 0 0,-1 0 1 0 0,7-15-1 0 0,1-4-32 0 0,11-26-213 0 0,-21 47 431 0 0,5-20 130 0 0,-5 21-300 0 0,-1 0 0 0 0,1 0 0 0 0,-1 0 0 0 0,0 0 0 0 0,0 0 0 0 0,0-7 78 0 0,-2 15-441 0 0,-5 25 501 0 0,1 0-1 0 0,0 34 0 0 0,5-57 33 0 0,1-1-212 0 0,22 45 414 0 0,-21-44-459 0 0,-2-6 53 0 0,0 1-1 0 0,0-1 0 0 0,0 1 1 0 0,1-1-1 0 0,-1 1 1 0 0,0-1-1 0 0,0 1 0 0 0,0-1 1 0 0,1 0-1 0 0,-1 1 1 0 0,0-1-1 0 0,0 1 0 0 0,1-1 1 0 0,-1 0-1 0 0,0 1 0 0 0,1-1 1 0 0,-1 0-1 0 0,1 0 1 0 0,-1 1-1 0 0,0-1 0 0 0,1 0 1 0 0,-1 0-1 0 0,1 1 1 0 0,-1-1-1 0 0,1 0 0 0 0,0 0 1 0 0,-1 0 13 0 0,1 1 1 0 0,-1-1-1 0 0,1 0 1 0 0,-1 0-1 0 0,0 0 1 0 0,1 0 0 0 0,-1 1-1 0 0,1-1 1 0 0,-1 0-1 0 0,0 1 1 0 0,1-1-1 0 0,-1 0 1 0 0,1 0-1 0 0,-1 1 1 0 0,0-1-1 0 0,0 1 1 0 0,1-1-1 0 0,-1 0 1 0 0,0 1-1 0 0,0-1 1 0 0,1 1-1 0 0,-1-1 1 0 0,0 1-1 0 0,0-1 1 0 0,0 0-1 0 0,0 2 1 0 0,1-2-5 0 0,-1 1 1 0 0,0-1-1 0 0,0 0 0 0 0,1 1 1 0 0,-1-1-1 0 0,0 1 1 0 0,1-1-1 0 0,-1 0 0 0 0,0 1 1 0 0,1-1-1 0 0,-1 0 1 0 0,1 1-1 0 0,-1-1 0 0 0,1 0 1 0 0,-1 1-1 0 0,0-1 1 0 0,1 0-1 0 0,-1 0 0 0 0,1 0 1 0 0,-1 0-1 0 0,1 1 0 0 0,-1-1 1 0 0,1 0-1 0 0,0 0 1 0 0,0 0-16 0 0,-1 0 1 0 0,1 0-1 0 0,-1 0 1 0 0,1 0-1 0 0,-1 0 1 0 0,1 0-1 0 0,-1 0 1 0 0,1 1-1 0 0,-1-1 1 0 0,1 0-1 0 0,-1 0 1 0 0,0 0-1 0 0,1 1 1 0 0,-1-1-1 0 0,1 0 1 0 0,-1 1-1 0 0,0-1 1 0 0,1 0-1 0 0,-1 1 1 0 0,0-1-1 0 0,1 0 1 0 0,-1 1-1 0 0,0-1 1 0 0,1 1-1 0 0,-1 0 1 0 0,5 0-102 0 0,12 4 75 0 0,-12-4 364 0 0,1-2-300 0 0,20-1-126 0 0,-19 1 22 0 0,-2-1 222 0 0,2 0-176 0 0,0-1 0 0 0,0 0 0 0 0,-1 0 0 0 0,1 0 1 0 0,-1-1-1 0 0,1 0 0 0 0,-1 0 0 0 0,0 0 0 0 0,-1-1 1 0 0,1 0-1 0 0,-1 0 0 0 0,0-1 0 0 0,0 1 0 0 0,-1-1 1 0 0,1 0-1 0 0,-1 0 0 0 0,-1-1 0 0 0,4-7 0 0 0,11-40 401 0 0,-17 47-452 0 0,1 1-40 0 0,4-18 90 0 0,-5 19 84 0 0,-1-1 58 0 0,0-18-158 0 0,0 19-22 0 0,0-3 185 0 0,-1-20 36 0 0,0 21-49 0 0,0 2-79 0 0,-4-13-66 0 0,4 14-63 0 0,0-2 38 0 0,-5-15-15 0 0,4 16-67 0 0,1 0-141 0 0,-2-1 235 0 0,0 0-1 0 0,0 0 1 0 0,0 0 0 0 0,-7-9 0 0 0,7 11 192 0 0,-15-8-402 0 0,15 10 531 0 0,-25 7-681 0 0,22-4 326 0 0,4 4-87 0 0,-6 12 128 0 0,6-12 6 0 0,0 0-30 0 0,-4 13 56 0 0,5-13 372 0 0,-1 0-462 0 0,-2 15 174 0 0,3-15 144 0 0,3-1-15 0 0,9 12-154 0 0,-8-12-86 0 0,1-3-50 0 0,8 1 189 0 0,-1-1 0 0 0,1 0 0 0 0,12-1 0 0 0,-17 0-40 0 0,0-1-338 0 0,92-19 128 0 0,-93 18 431 0 0,-1 1-479 0 0,5 0 163 0 0,0 0 0 0 0,0 1 0 0 0,14 2-1 0 0,-19-1 222 0 0,-13 62 101 0 0,7-57-337 0 0,-3 27-120 0 0,3-26 93 0 0,0-1 27 0 0,-2 18 19 0 0,3-18 8 0 0,0 2-24 0 0,-1 20 69 0 0,0-21 311 0 0,1-1-60 0 0,-1 19-61 0 0,0-19-41 0 0,4-2-308 0 0,9 14 16 0 0,-9-14 252 0 0,2-2-68 0 0,15 8-106 0 0,-15-7-136 0 0,0-2-185 0 0,15 2 0 0 0,-15-2-13 0 0,2-1-450 0 0,53-4-297 0 0,-55 3 751 0 0,0-1-331 0 0,1-1 612 0 0,0 0 0 0 0,-1-1 0 0 0,1 0 0 0 0,-1 0 0 0 0,1 0 1 0 0,-1 0-1 0 0,0-1 0 0 0,-1 0 0 0 0,7-8 0 0 0,-8 9 54 0 0,-1 0 0 0 0,6-14-13 0 0,-6 13-3 0 0,0 0-2 0 0,7-15 30 0 0,0-9 164 0 0,-7 24 94 0 0,-1 1-52 0 0,5-16 61 0 0,-5 15 452 0 0,1 1-260 0 0,0-1-260 0 0,3-13 1834 0 0,-4 19-1979 0 0,-1 1-1 0 0,1-1 0 0 0,0 1 1 0 0,0-1-1 0 0,0 0 1 0 0,0 1-1 0 0,0-1 0 0 0,0 0 1 0 0,0 1-1 0 0,1-1 0 0 0,1 2 1 0 0,-2-3 3 0 0,2 4 205 0 0,-3 3-176 0 0,8 56 157 0 0,-7-58 138 0 0,-1 1-278 0 0,3 19-246 0 0,-3-19 122 0 0,2-1-229 0 0,4 14-265 0 0,-5-14-179 0 0,14 9-7782 0 0,-12-11 5677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9:09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34 2388 0 0,'0'0'2603'0'0,"-4"-4"-523"0"0,-31-23 4619 0 0,31 25-5894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9:10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73 824 0 0,'0'0'6347'0'0,"0"-6"-5877"0"0,0-1 322 0 0,-1 0-1 0 0,1-1 1 0 0,-1 1 0 0 0,-4-13 0 0 0,3 15-170 0 0,-2 3-557 0 0,2 0-23 0 0,1 1-19 0 0,0 0 0 0 0,0 1 0 0 0,0-1-1 0 0,0 0 1 0 0,0 0 0 0 0,0 1 0 0 0,0-1 0 0 0,0 1 0 0 0,-1-1-1 0 0,1 1 1 0 0,0 0 0 0 0,-3-1 136 0 0,-2 1-323 0 0,-19-1 131 0 0,19 1 132 0 0,0 2-83 0 0,-45 16 233 0 0,46-16 90 0 0,0 1-175 0 0,-13 11 27 0 0,14-10-23 0 0,1 0-34 0 0,-7 11-79 0 0,1 0-1 0 0,1 1 1 0 0,0 0-1 0 0,1 0 1 0 0,-6 25-1 0 0,11-36-106 0 0,2 1 91 0 0,-2 19 81 0 0,2-19 454 0 0,2-1-248 0 0,0-1-293 0 0,0 0 0 0 0,0 0 0 0 0,1-1 0 0 0,-1 1 0 0 0,1 0 0 0 0,0-1 0 0 0,0 1 0 0 0,5 3 0 0 0,-4-4-127 0 0,2-3-91 0 0,16-2 157 0 0,-16 2-8 0 0,-1-2-1 0 0,38-27-22 0 0,-40 26 45 0 0,1-1-2 0 0,13-14 22 0 0,-13 14-124 0 0,-1 0 245 0 0,10-12-16 0 0,-10 12 29 0 0,-1 0-100 0 0,24-36 768 0 0,-23 64-888 0 0,-2-18-20 0 0,0 0 235 0 0,4 18 248 0 0,-4-18-393 0 0,1-1-121 0 0,0 0 143 0 0,0 0 1 0 0,0 0 0 0 0,1-1 0 0 0,-1 1-1 0 0,1-1 1 0 0,7 8 0 0 0,-7-9-131 0 0,2-2 189 0 0,18 1-96 0 0,-18-1 52 0 0,0-3 13 0 0,15-8 26 0 0,-15 8-172 0 0,-1-1-12 0 0,10-10 194 0 0,-10 9-97 0 0,-1-2-11 0 0,0 1 0 0 0,0-1 0 0 0,1 0-1 0 0,-1 1 1 0 0,1 0 0 0 0,9-9-1 0 0,-9 9-7 0 0,-4 4 43 0 0,1-1-1 0 0,-1 0 1 0 0,1 0 0 0 0,-1 1-1 0 0,1-1 1 0 0,0 0 0 0 0,0 1 0 0 0,0-1-1 0 0,0 1 1 0 0,0-1 0 0 0,0 1 0 0 0,2-3-1 0 0,-1 2 3 0 0,1-4-28 0 0,-2 5 15 0 0,0-1-1 0 0,-1 1 1 0 0,1-1-1 0 0,0 1 1 0 0,0-1-1 0 0,0 1 1 0 0,0-1-1 0 0,0 1 1 0 0,0 0 0 0 0,0-1-1 0 0,0 1 1 0 0,3-1-1 0 0,-4 1 7 0 0,3-3 202 0 0,0-1-180 0 0,8-11-159 0 0,-9 12 79 0 0,0 2 45 0 0,0 1 0 0 0,-1 0-1 0 0,1-1 1 0 0,-1 1 0 0 0,0-1-1 0 0,1 1 1 0 0,-1-1 0 0 0,0 0-1 0 0,1-2 1 0 0,1 1 193 0 0,1 5-149 0 0,11 6-25 0 0,-11-6 305 0 0,-1 2 4 0 0,7 12-259 0 0,-7-11-137 0 0,-1-1 117 0 0,6 12 103 0 0,-5-12-164 0 0,-2 2 45 0 0,6 17 141 0 0,-5-17-146 0 0,0-1 35 0 0,4 16-7 0 0,-5-16 14 0 0,0 1-15 0 0,12 42 92 0 0,-12-44-32 0 0,13-21-183 0 0,-12 13 24 0 0,-1 2 47 0 0,-1 1 12 0 0,1-1 0 0 0,-1 1-1 0 0,1-1 1 0 0,-1 0 0 0 0,1 1 0 0 0,0-1 0 0 0,0 1-1 0 0,-1-1 1 0 0,1 1 0 0 0,0 0 0 0 0,3-3 0 0 0,-2 1-4 0 0,1-2-99 0 0,0 0 108 0 0,9-15 71 0 0,-9 14-109 0 0,0 1 104 0 0,8-17-116 0 0,-8 16-1 0 0,1 1 101 0 0,10-15-106 0 0,-11 14 84 0 0,-3 6-24 0 0,0-1 1 0 0,0 0-1 0 0,0 1 1 0 0,0-1 0 0 0,1 0-1 0 0,-1 1 1 0 0,0-1 0 0 0,0 0-1 0 0,0 1 1 0 0,1-1-1 0 0,-1 1 1 0 0,0-1 0 0 0,1 0-1 0 0,-1 1 1 0 0,1-1 0 0 0,-1 1-1 0 0,1-1 1 0 0,-1 1-1 0 0,1-1 1 0 0,-1 1 0 0 0,1 0-1 0 0,-1-1 1 0 0,1 1-1 0 0,0-1 1 0 0,0 1-19 0 0,-1-1 0 0 0,1 1-1 0 0,-1 0 1 0 0,1-1 0 0 0,0 1-1 0 0,-1-1 1 0 0,1 1 0 0 0,-1-1 0 0 0,0 1-1 0 0,1-1 1 0 0,-1 1 0 0 0,1-1 0 0 0,-1 1-1 0 0,0-1 1 0 0,1 0 0 0 0,-1 1-1 0 0,0-1 1 0 0,0 1 0 0 0,1-1 0 0 0,-1 0-1 0 0,0 1 1 0 0,0-1 0 0 0,0 0 0 0 0,0 0-1 0 0,4-3-38 0 0,10-12 178 0 0,-11 13 213 0 0,18 9-47 0 0,-15-4-219 0 0,-1 0 98 0 0,-1 2 54 0 0,25 40 93 0 0,-26-40-396 0 0,-1 2 164 0 0,9 15-13 0 0,-8-15 48 0 0,0-2 51 0 0,10 15-66 0 0,-10-14-100 0 0,0-1-170 0 0,0 0-35 0 0,0 0 0 0 0,0 0 1 0 0,1 0-1 0 0,-1 0 0 0 0,1-1 0 0 0,5 4 0 0 0,-6-5-778 0 0,4-1-3166 0 0,-1 0 3134 0 0,9 1-343 0 0,3-5-2566 0 0,4-5 957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9:12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66 2504 0 0,'0'0'10567'0'0,"-4"2"-10215"0"0,-14 4-60 0 0,14-4 1798 0 0,-2-3-2143 0 0,-15-3-45 0 0,16 3 137 0 0,0 3-127 0 0,-14 4 74 0 0,14-4 258 0 0,2 1-146 0 0,0 0 89 0 0,-1-1 0 0 0,1 0 1 0 0,-1 0-1 0 0,0 0 0 0 0,1 0 0 0 0,-1-1 0 0 0,0 1 0 0 0,0-1 0 0 0,-6 1 0 0 0,5-1-224 0 0,0 6-150 0 0,5-7 193 0 0,0 0 1 0 0,-1 0 0 0 0,1 1 0 0 0,0-1-1 0 0,-1 0 1 0 0,1 0 0 0 0,0 0-1 0 0,-1 1 1 0 0,1-1 0 0 0,0 0 0 0 0,-1 1-1 0 0,1-1 1 0 0,0 0 0 0 0,0 1 0 0 0,-1-1-1 0 0,1 0 1 0 0,0 1 0 0 0,0-1 0 0 0,0 0-1 0 0,0 1 1 0 0,0-1 0 0 0,-1 0 0 0 0,1 1-1 0 0,0-1 1 0 0,0 1 0 0 0,0-1 0 0 0,0 0-1 0 0,0 1 1 0 0,0-1 0 0 0,0 1 0 0 0,0-1-1 0 0,0 0 1 0 0,0 1 0 0 0,1-1-1 0 0,-1 0 1 0 0,0 1 0 0 0,24-3 97 0 0,-18 2 134 0 0,-6 0-283 0 0,1-1 49 0 0,-1 1 1 0 0,1 0-1 0 0,-1 0 0 0 0,1 0 0 0 0,-1-1 1 0 0,1 1-1 0 0,-1 0 0 0 0,0 0 0 0 0,1-1 1 0 0,-1 1-1 0 0,1 0 0 0 0,-1-1 1 0 0,0 1-1 0 0,1-1 0 0 0,-1 1 0 0 0,0 0 1 0 0,1-1-1 0 0,-1 1 0 0 0,0-1 1 0 0,0 1-1 0 0,1-1 0 0 0,-1 1 0 0 0,0-1 1 0 0,0 1-1 0 0,0-2 0 0 0,1 2 6 0 0,-1-1-1 0 0,0 1 0 0 0,0-1 1 0 0,0 1-1 0 0,0-1 1 0 0,0 1-1 0 0,1-1 0 0 0,-1 1 1 0 0,0-1-1 0 0,1 1 1 0 0,-1-1-1 0 0,0 1 0 0 0,1 0 1 0 0,-1-1-1 0 0,0 1 1 0 0,1 0-1 0 0,-1-1 0 0 0,0 1 1 0 0,1 0-1 0 0,-1-1 1 0 0,1 1-1 0 0,-1 0 0 0 0,1 0 1 0 0,-1-1-1 0 0,1 1 1 0 0,0 0-1 0 0,1-4-100 0 0,5-13 0 0 0,-5 13 202 0 0,-29 11-320 0 0,26-7 201 0 0,0 0 0 0 0,1 0 0 0 0,-1 0 0 0 0,0 0 0 0 0,0 1 0 0 0,0-1 0 0 0,1 0 1 0 0,-1 1-1 0 0,0-1 0 0 0,1 0 0 0 0,-1 1 0 0 0,0-1 0 0 0,1 1 0 0 0,-1-1 0 0 0,0 1 0 0 0,1-1 0 0 0,-1 1 0 0 0,1 0 0 0 0,-1-1 0 0 0,1 1 0 0 0,-1 0 0 0 0,1-1 1 0 0,0 1-1 0 0,-1 1 0 0 0,-8 11 84 0 0,-3 1-64 0 0,1 0 1 0 0,0 0-1 0 0,-17 31 0 0 0,26-42-36 0 0,-1 2-42 0 0,0-1 122 0 0,-19 48 350 0 0,21-46-492 0 0,0-1 14 0 0,1 0 43 0 0,-1 1 0 0 0,2-1 0 0 0,-1 1 0 0 0,1-1 0 0 0,-1 1 0 0 0,2-1 0 0 0,1 7 0 0 0,-1-8 131 0 0,1-1-172 0 0,39 22 396 0 0,-38-24-406 0 0,27 0 143 0 0,-25-1-26 0 0,0-1-99 0 0,16-1-102 0 0,-16 1 157 0 0,0-1-48 0 0,16-6-204 0 0,0-1 0 0 0,0-1-1 0 0,34-22 1 0 0,26-26-476 0 0,-42 29 904 0 0,-37 26-317 0 0,2-1 46 0 0,56-48 260 0 0,-58 49-194 0 0,2-2-29 0 0,11-13 193 0 0,-12 13-126 0 0,0 1-95 0 0,10-11 92 0 0,-10 11 77 0 0,-4 4-82 0 0,0-1 1 0 0,0 0 0 0 0,0 1-1 0 0,0-1 1 0 0,0 1 0 0 0,1-1-1 0 0,-1 1 1 0 0,0-1 0 0 0,0 1-1 0 0,1-1 1 0 0,-1 1 0 0 0,0 0-1 0 0,1-1 1 0 0,-1 1 0 0 0,0-1 0 0 0,1 1-1 0 0,-1 0 1 0 0,1-1 0 0 0,-1 1-1 0 0,1 0 1 0 0,-1-1 0 0 0,0 1-1 0 0,1 0 1 0 0,-1 0 0 0 0,1-1-1 0 0,0 1 1 0 0,0 0 6 0 0,-1 0-1 0 0,1 0 1 0 0,-1-1-1 0 0,1 1 1 0 0,-1 0 0 0 0,1 0-1 0 0,-1-1 1 0 0,1 1-1 0 0,-1 0 1 0 0,1-1 0 0 0,-1 1-1 0 0,0 0 1 0 0,1-1-1 0 0,-1 1 1 0 0,1-1 0 0 0,-1 1-1 0 0,0 0 1 0 0,0-1-1 0 0,1 1 1 0 0,-1-1 0 0 0,0 1-1 0 0,0-1 1 0 0,1 1-1 0 0,-1-1 1 0 0,0 0 0 0 0,0 0 213 0 0,3-3-68 0 0,9-13-154 0 0,-10 12 380 0 0,1 1-370 0 0,6-13 146 0 0,-7 13 24 0 0,-26-10 130 0 0,22 14-278 0 0,1 0-1 0 0,-1 0 1 0 0,0 1-1 0 0,0-1 1 0 0,1 0-1 0 0,-1 1 1 0 0,0-1-1 0 0,1 1 0 0 0,-1-1 1 0 0,1 1-1 0 0,-1 0 1 0 0,-2 1-1 0 0,1 0 19 0 0,-2-1 12 0 0,0 2 9 0 0,-38 21 184 0 0,39-22-292 0 0,1 2 67 0 0,-26 33-219 0 0,26-33 224 0 0,1 1 113 0 0,-14 52 1028 0 0,15-50-1021 0 0,3-3 20 0 0,-1 0-105 0 0,1 1-1 0 0,0-1 0 0 0,0 0 0 0 0,0 0 1 0 0,1 0-1 0 0,0-1 0 0 0,-1 1 1 0 0,1 0-1 0 0,1-1 0 0 0,-1 0 0 0 0,0 0 1 0 0,1 0-1 0 0,4 3 0 0 0,-1-2-551 0 0,1 0-1 0 0,0-1 1 0 0,0 0 0 0 0,0-1 0 0 0,0 1-1 0 0,0-1 1 0 0,0-1 0 0 0,11 1 0 0 0,-13 0-407 0 0,5-1-183 0 0,8-1-6477 0 0,21-1 4187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9:16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182 258 292 0 0,'0'0'5408'0'0,"4"-3"-5068"0"0,-2 1 216 0 0,0 1 1 0 0,0-1-1 0 0,0 0 1 0 0,0 0-1 0 0,0 0 0 0 0,0 0 1 0 0,0-1-1 0 0,-1 1 1 0 0,1 0-1 0 0,-1-1 1 0 0,0 1-1 0 0,0-1 0 0 0,0 1 1 0 0,0-1-1 0 0,1-5 1 0 0,-2 7-557 0 0,0-1 0 0 0,-1 1 0 0 0,1-1 0 0 0,-1 1 0 0 0,0 0 0 0 0,1-1 0 0 0,-1 1 1 0 0,0 0-1 0 0,0 0 0 0 0,1-1 0 0 0,-1 1 0 0 0,-2-2 0 0 0,1 1 1 0 0,0-2 23 0 0,-4 5-395 0 0,-16 2 420 0 0,16-3 126 0 0,1 1-236 0 0,-18 0-71 0 0,18-1 22 0 0,0 2 219 0 0,-38 16 33 0 0,39-16-93 0 0,-1 0-278 0 0,-15 6 68 0 0,15-6-151 0 0,2 1 249 0 0,-11 12 90 0 0,10-12 331 0 0,4-3-344 0 0,-1 1 0 0 0,1-1 1 0 0,-1 0-1 0 0,1 1 0 0 0,-1-1 1 0 0,1 0-1 0 0,-1 1 0 0 0,1-1 1 0 0,0 0-1 0 0,-1 1 0 0 0,1-1 1 0 0,0 1-1 0 0,-1-1 0 0 0,1 1 0 0 0,0-1 1 0 0,0 1-1 0 0,-1-1 0 0 0,1 1 1 0 0,0-1-1 0 0,0 1 0 0 0,0-1 1 0 0,0 2-1 0 0,0-2-15 0 0,0 1-1 0 0,0-1 1 0 0,-1 1 0 0 0,1-1 0 0 0,0 1-1 0 0,0-1 1 0 0,0 1 0 0 0,0-1-1 0 0,0 0 1 0 0,-1 1 0 0 0,1-1 0 0 0,0 1-1 0 0,0-1 1 0 0,-1 0 0 0 0,1 1 0 0 0,0-1-1 0 0,-1 1 1 0 0,1-1 0 0 0,0 0-1 0 0,-1 0 1 0 0,1 1 0 0 0,-1-1 0 0 0,1 0-1 0 0,-1 0 1 0 0,0 1 0 0 0,0 4 86 0 0,-6 14 58 0 0,5-14 64 0 0,2 2-254 0 0,-2 27-33 0 0,2-33 96 0 0,1 1-1 0 0,-1 0 0 0 0,1-1 0 0 0,-1 1 1 0 0,1-1-1 0 0,0 1 0 0 0,-1-1 0 0 0,1 1 1 0 0,0-1-1 0 0,0 0 0 0 0,0 1 0 0 0,2 1 1 0 0,-1 0 25 0 0,1 1 69 0 0,0 1-128 0 0,10 10 5 0 0,1 0 0 0 0,19 16 0 0 0,-28-28 3 0 0,0 0 143 0 0,15 6 34 0 0,-15-7 143 0 0,0 1-210 0 0,15 6-121 0 0,-15-7 25 0 0,0-1-319 0 0,18 2 250 0 0,-18-2-2 0 0,-1-3 54 0 0,11-7 89 0 0,-11 7 152 0 0,-3-4 47 0 0,-2-54 5 0 0,0 53-286 0 0,0 2-43 0 0,-1-1-1 0 0,1 0 1 0 0,-1 0 0 0 0,0 1-1 0 0,-1-1 1 0 0,1 1-1 0 0,-1-1 1 0 0,-5-6 0 0 0,6 9 74 0 0,-1-2-17 0 0,1 0-20 0 0,-6-15 90 0 0,6 15-36 0 0,0 0 0 0 0,-8-14 14 0 0,8 14-32 0 0,0 0 12 0 0,-19-40-150 0 0,19 41 90 0 0,1-2 2 0 0,-7-55-92 0 0,8 54-28 0 0,2 2-142 0 0,1-3 264 0 0,0 0 0 0 0,1 1 1 0 0,0-1-1 0 0,0 1 1 0 0,0 0-1 0 0,1 0 0 0 0,1 0 1 0 0,-1 1-1 0 0,1 0 0 0 0,0 0 1 0 0,0 0-1 0 0,12-8 0 0 0,-14 12-29 0 0,0-1-17 0 0,14-7-33 0 0,-14 8 1 0 0,0 0-105 0 0,13-7 362 0 0,-13 7 216 0 0,2 3-550 0 0,16 5 90 0 0,-16-4 66 0 0,-6-2 26 0 0,0 1 0 0 0,0-1 0 0 0,0 1 0 0 0,1-1 0 0 0,-1 1 0 0 0,0-1 0 0 0,1 1 0 0 0,-1-1 0 0 0,0 1 1 0 0,1-1-1 0 0,-1 1 0 0 0,0-1 0 0 0,1 1 0 0 0,-1-1 0 0 0,1 0 0 0 0,-1 1 0 0 0,1-1 0 0 0,-1 0 0 0 0,1 1 0 0 0,0-1 1 0 0,13 11 42 0 0,-7-2 4 0 0,0 0-1 0 0,-1 0 1 0 0,0 1 0 0 0,0 0-1 0 0,-1 0 1 0 0,0 0 0 0 0,-1 1-1 0 0,4 14 1 0 0,1 7-140 0 0,-3-12 193 0 0,-1 1 1 0 0,0 1 0 0 0,1 33-1 0 0,-4-42-94 0 0,0 41-51 0 0,-31 203-177 0 0,10-129 543 0 0,10-44 23 0 0,8-82-363 0 0,1 0 1 0 0,-1 0 0 0 0,1 0 0 0 0,0 0 0 0 0,0 0-1 0 0,0 0 1 0 0,0 0 0 0 0,0 0 0 0 0,0 0 0 0 0,0 0-1 0 0,1 0 1 0 0,0 3 0 0 0,4 19-84 0 0,2 47 468 0 0,3-28-301 0 0,-5-24 30 0 0,0-15-171 0 0,12 11-35 0 0,-12-12 51 0 0,1-3-120 0 0,19-2 118 0 0,-19 1 79 0 0,-1-2 0 0 0,2-2 0 0 0,-1 0-1 0 0,1-1 1 0 0,-1 1 0 0 0,0-2-1 0 0,0 1 1 0 0,-1 0-1 0 0,0-1 1 0 0,0 0 0 0 0,0 0-1 0 0,-1-1 1 0 0,0 1-1 0 0,-1-1 1 0 0,1 0-1 0 0,-2 0 1 0 0,1 0 0 0 0,-1 0-1 0 0,2-11 1 0 0,4-45-491 0 0,-9 43 532 0 0,-1 0 1 0 0,-7-32-1 0 0,5 28-189 0 0,0 9 53 0 0,0 1 1 0 0,-1-1-1 0 0,0 1 1 0 0,-1 0-1 0 0,-1 1 1 0 0,-13-22-1 0 0,14 28 90 0 0,1 0 1 0 0,-1 0-1 0 0,0 0 0 0 0,-8-6 0 0 0,13 13-33 0 0,-3-3-101 0 0,0 1-175 0 0,-41-20 378 0 0,40 21 1101 0 0,11 3-1335 0 0,6 0-198 0 0,-1-1 1 0 0,1 0 0 0 0,17-3 0 0 0,69-19-9045 0 0,-93 21 6817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9:18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87 129 504 0 0,'0'0'2112'0'0,"2"-5"-564"0"0,15-28 3930 0 0,-9 20 333 0 0,-6 30-5323 0 0,1 9-74 0 0,-6 42-29 0 0,3-29-236 0 0,5 44-1 0 0,-1-47 27 0 0,4 68-177 0 0,-8-98 54 0 0,1 1-39 0 0,0 19 24 0 0,-1-19 210 0 0,0-2-210 0 0,0 18 21 0 0,0-17 458 0 0,-5-7-557 0 0,-16-3 46 0 0,15 3-162 0 0,2-1 12 0 0,-11-8 26 0 0,11 7 12 0 0,0 0-15 0 0,-11-9-3 0 0,11 9 22 0 0,4 3 100 0 0,0-1-1 0 0,0 1 1 0 0,-1-1-1 0 0,1 1 1 0 0,0 0-1 0 0,-1-1 1 0 0,1 1-1 0 0,0-1 1 0 0,-1 1-1 0 0,1 0 1 0 0,0-1-1 0 0,-1 1 1 0 0,1 0-1 0 0,0-1 1 0 0,-1 1-1 0 0,1 0 1 0 0,-1 0-1 0 0,1-1 1 0 0,-1 1-1 0 0,1 0 1 0 0,-1 0-1 0 0,1 0 1 0 0,-1 0-1 0 0,1 0 1 0 0,-2-1-1 0 0,2 1 3 0 0,-1 0-1 0 0,1 0 1 0 0,-1 0-1 0 0,1 0 0 0 0,-1 0 1 0 0,1 0-1 0 0,-1 0 1 0 0,1-1-1 0 0,-1 1 0 0 0,1 0 1 0 0,0 0-1 0 0,-1-1 0 0 0,1 1 1 0 0,-1 0-1 0 0,1 0 1 0 0,-1-1-1 0 0,1 1 0 0 0,0-1 1 0 0,-1 1-1 0 0,1 0 1 0 0,0-1-1 0 0,0 1 0 0 0,-1-1 1 0 0,1 1-1 0 0,0-1 1 0 0,-4-5-81 0 0,-1 0 1 0 0,1 1 0 0 0,-1 0-1 0 0,-9-9 1 0 0,11 11 172 0 0,6-1 108 0 0,0 0-145 0 0,1 1 0 0 0,0 0 0 0 0,0-1 0 0 0,0 1 0 0 0,0 0 0 0 0,0 1 1 0 0,1-1-1 0 0,6-2 0 0 0,4-3-20 0 0,73-41 1 0 0,104-74 0 0 0,-171 104 29 0 0,-17 16-154 0 0,-1-1-71 0 0,10-10 62 0 0,-10 10 5 0 0,-1 3 90 0 0,-1 0-1 0 0,0 0 1 0 0,1-1-1 0 0,-1 1 1 0 0,0 0-1 0 0,0-1 0 0 0,0 1 1 0 0,0-1-1 0 0,0 0 1 0 0,1-3-1 0 0,0 2 169 0 0,0-3-324 0 0,4-18 82 0 0,-4 18 76 0 0,-5-23-6 0 0,2 23-128 0 0,0 1 86 0 0,-13-47-74 0 0,13 47 184 0 0,-1 1-290 0 0,-5-13 67 0 0,6 13 250 0 0,-1 9-103 0 0,-4 15 176 0 0,4-15 37 0 0,2 3-199 0 0,-14 312 1155 0 0,15-305-1012 0 0,-2 9-3 0 0,-3 1 131 0 0,0 34 62 0 0,3-54-342 0 0,1 1 21 0 0,0 18 30 0 0,0-19 90 0 0,0 2-43 0 0,0 18 22 0 0,0-19 18 0 0,3-1-108 0 0,5 13-40 0 0,-6-14 474 0 0,0-4-453 0 0,-1-1 0 0 0,1 0 0 0 0,-1 1 0 0 0,1-1 0 0 0,0 0 0 0 0,-1 0 0 0 0,0 0 0 0 0,1 0 0 0 0,-1 0-1 0 0,1 0 1 0 0,-1 0 0 0 0,2-3 0 0 0,-2 3 1 0 0,3-2 55 0 0,-1 0-13 0 0,24-32-91 0 0,-24 31 53 0 0,41-25-369 0 0,-39 31 337 0 0,15 5-9 0 0,-15-6 13 0 0,-2 3 37 0 0,37 32-23 0 0,-35-33 41 0 0,0 0 85 0 0,15 5 5 0 0,-15-6-48 0 0,2-2-187 0 0,6 0 35 0 0,0-1 1 0 0,0-1-1 0 0,-1 0 0 0 0,1-1 0 0 0,-1-1 0 0 0,20-7 0 0 0,1-6-48 0 0,51-36 0 0 0,-79 49 85 0 0,0 0-103 0 0,36-30 270 0 0,-38 31-197 0 0,0-1 89 0 0,8-11-70 0 0,-9 12 152 0 0,1 0-27 0 0,9-10-22 0 0,-8 10-118 0 0,-3-1 42 0 0,17-41 442 0 0,-17 40-364 0 0,-1 5-256 0 0,-1 0 207 0 0,1 0 1 0 0,-1 0-1 0 0,0 0 1 0 0,1 0-1 0 0,-1-1 0 0 0,1 1 1 0 0,-1 0-1 0 0,0 0 1 0 0,1 0-1 0 0,-1-1 0 0 0,1 1 1 0 0,-1 0-1 0 0,1-1 1 0 0,-1 1-1 0 0,1 0 1 0 0,-1-1-1 0 0,1 1 0 0 0,-1-1 1 0 0,1 1-1 0 0,-1-1 1 0 0,0 0-1 0 0,-10-7-197 0 0,5 10 241 0 0,-16 7-46 0 0,16-7 27 0 0,2 1 69 0 0,-3 3-45 0 0,1 1 0 0 0,-1 0 0 0 0,1 0 0 0 0,1 0 0 0 0,-1 1 0 0 0,1 0 0 0 0,-5 11 0 0 0,4-5 129 0 0,1 0 0 0 0,1 0 0 0 0,1 0-1 0 0,-3 16 1 0 0,6-29-146 0 0,1 1 0 0 0,-1 0 0 0 0,0-1 0 0 0,1 1 0 0 0,-1 0 1 0 0,1-1-1 0 0,-1 1 0 0 0,1-1 0 0 0,0 1 0 0 0,0-1 0 0 0,1 3 0 0 0,1 0 39 0 0,-1 1 89 0 0,1 0-80 0 0,1-1-194 0 0,-1-1 0 0 0,1 1 0 0 0,0 0 0 0 0,0-1 0 0 0,1 0 1 0 0,-1 0-1 0 0,0 0 0 0 0,1-1 0 0 0,0 1 0 0 0,0-1 0 0 0,0 0 1 0 0,0-1-1 0 0,0 1 0 0 0,9 1 0 0 0,49-2-3814 0 0,-44-2 214 0 0,-3-3 862 0 0,-7 1 365 0 0,19-6-769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9:20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1 236 2592 0 0,'0'0'11463'0'0,"6"0"-11206"0"0,18-1-53 0 0,-17 0-62 0 0,-3-1-81 0 0,12-9 137 0 0,-12 8-24 0 0,0 0 106 0 0,32-28 76 0 0,-33 28-176 0 0,0 0-120 0 0,25-34-5 0 0,-25 33 103 0 0,-1-1-91 0 0,11-49-358 0 0,-12 48 567 0 0,-1-1-369 0 0,0-18 119 0 0,0 19 655 0 0,-1 0-704 0 0,2 2-17 0 0,-1 2-9 0 0,0 0 0 0 0,1 0 0 0 0,-1 1 0 0 0,0-1 0 0 0,0 0 0 0 0,0 1 0 0 0,-1-1 1 0 0,1 0-1 0 0,0 1 0 0 0,-1-1 0 0 0,1 0 0 0 0,-1-1 0 0 0,-4 5 192 0 0,0 0-118 0 0,4-1-31 0 0,0 0 0 0 0,-1 0 0 0 0,1-1 0 0 0,-1 1 0 0 0,1 0 1 0 0,-1-1-1 0 0,0 1 0 0 0,1-1 0 0 0,-1 0 0 0 0,0 1 1 0 0,-1-1-1 0 0,1 4-150 0 0,-4 14 93 0 0,0 0 0 0 0,2 0 0 0 0,1 1 0 0 0,0-1 0 0 0,1 1 1 0 0,1 0-1 0 0,0 0 0 0 0,2-1 0 0 0,3 27 0 0 0,-1-34 56 0 0,0-1 1 0 0,0 1-1 0 0,1-1 0 0 0,0 0 0 0 0,1 0 1 0 0,7 13-1 0 0,-9-19 31 0 0,1-1-123 0 0,36 24-378 0 0,-36-25 312 0 0,2-3 8 0 0,17-3 29 0 0,-17 3-8 0 0,-2-2 25 0 0,35-32-189 0 0,-36 31 286 0 0,1-1 31 0 0,21-40 131 0 0,-16 28-235 0 0,1-1-1 0 0,17-21 1 0 0,-24 35 171 0 0,1 1 8 0 0,13-13-24 0 0,-13 12-52 0 0,0 2-203 0 0,12-9 66 0 0,-12 9 115 0 0,2 1 22 0 0,17-2-63 0 0,-17 2 51 0 0,-2 3 11 0 0,15 5 179 0 0,-15-5-22 0 0,0 1-64 0 0,26 33 299 0 0,-28-33-370 0 0,0 3 57 0 0,6 16-58 0 0,-5-17 21 0 0,-2 1-14 0 0,5 19-13 0 0,-4-19 28 0 0,-2 1-97 0 0,4 20 10 0 0,-3-20 107 0 0,-1 0 3 0 0,3 26-115 0 0,-3-34 27 0 0,1-1 0 0 0,-1 1-1 0 0,0 0 1 0 0,1-1 0 0 0,-1 1 0 0 0,1 0 0 0 0,-1 0-1 0 0,1 0 1 0 0,0-1 0 0 0,-1 1 0 0 0,1 0 0 0 0,2-2 0 0 0,-2 1-8 0 0,2-2 6 0 0,-1-2-88 0 0,6-16 82 0 0,-6 16-47 0 0,0 1 0 0 0,8-15 190 0 0,-8 15-32 0 0,2 0-115 0 0,10-16-20 0 0,-10 16-47 0 0,-2 0 98 0 0,6-15 88 0 0,-6 14 80 0 0,1 3-160 0 0,36-32-454 0 0,-35 32 540 0 0,35 3-282 0 0,-35 2 181 0 0,0 0-1 0 0,1 1 1 0 0,-1-1 0 0 0,0 1-1 0 0,-1 0 1 0 0,1 0-1 0 0,0 0 1 0 0,-1 1-1 0 0,5 5 1 0 0,-7-8-7 0 0,3 2-4 0 0,-1 1 92 0 0,10 11-50 0 0,-10-12-12 0 0,1 2-34 0 0,12 12-10 0 0,-13-13-51 0 0,0 0-45 0 0,9 12-51 0 0,-9-12-178 0 0,1 0-243 0 0,13 12-102 0 0,-13-12-87 0 0,-4-4 729 0 0,1 0 0 0 0,0 0 0 0 0,-1 0 0 0 0,1 1 0 0 0,-1-1 0 0 0,1 0 0 0 0,-1 0 0 0 0,1 0-1 0 0,-1 1 1 0 0,1-1 0 0 0,-1 0 0 0 0,1 1 0 0 0,-1-1 0 0 0,1 0 0 0 0,-1 1 0 0 0,0-1 0 0 0,1 1 0 0 0,-1-1 0 0 0,0 0 0 0 0,1 1 0 0 0,-1-1 0 0 0,0 1 0 0 0,1-1-1 0 0,-1 1 1 0 0,0-1 0 0 0,0 1 0 0 0,1 0-11 0 0,-1 0 1 0 0,0-1-1 0 0,0 1 0 0 0,0-1 0 0 0,1 1 1 0 0,-1-1-1 0 0,0 1 0 0 0,1-1 0 0 0,-1 0 1 0 0,0 1-1 0 0,1-1 0 0 0,-1 1 0 0 0,1-1 1 0 0,-1 0-1 0 0,1 1 0 0 0,-1-1 0 0 0,1 0 1 0 0,-1 1-1 0 0,1-1 0 0 0,-1 0 0 0 0,1 0 1 0 0,-1 0-1 0 0,1 1 0 0 0,-1-1 0 0 0,1 0 1 0 0,0 0-1 0 0,0 0-95 0 0,0 0 1 0 0,1 0-1 0 0,-1 0 1 0 0,0 0 0 0 0,1 1-1 0 0,-1-1 1 0 0,0 0-1 0 0,0 1 1 0 0,0-1-1 0 0,1 1 1 0 0,-1-1-1 0 0,0 1 1 0 0,0 0 0 0 0,0-1-1 0 0,2 3 1 0 0,14 7-2283 0 0,4 1 1724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9:22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186 611 1740 0 0,'0'0'1321'0'0,"3"-4"-147"0"0,10-13-29 0 0,-10 13 609 0 0,0 0-986 0 0,21-36 2592 0 0,-22 36-1599 0 0,-1 0-1436 0 0,0 0-173 0 0,0 0 0 0 0,0 0 0 0 0,-1 0-1 0 0,0 0 1 0 0,0 1 0 0 0,0-1 0 0 0,0 0 0 0 0,0 0 0 0 0,-1 0 0 0 0,-1-5 0 0 0,1 5 312 0 0,-4 2-503 0 0,-12-4-65 0 0,12 5-44 0 0,-1 1-80 0 0,-20 0 222 0 0,19 0 49 0 0,1 2 103 0 0,-1 0-180 0 0,0 1 1 0 0,0 0 0 0 0,1 1 0 0 0,-1-1-1 0 0,1 1 1 0 0,0 0 0 0 0,0 1-1 0 0,0 0 1 0 0,0 0 0 0 0,1 0 0 0 0,-7 9-1 0 0,-3 5-80 0 0,6-9 130 0 0,1 1 0 0 0,0 0 0 0 0,0 0 0 0 0,-7 17 0 0 0,6-7-59 0 0,7-16 112 0 0,1 1 35 0 0,-4 16-132 0 0,4-16 97 0 0,2 0 143 0 0,1 19-107 0 0,-1-19 60 0 0,19 10-76 0 0,-16-12 11 0 0,3-4-40 0 0,1 0-89 0 0,1-1 0 0 0,-1 0 0 0 0,0 0 0 0 0,0 0 0 0 0,0-1 0 0 0,0 0 0 0 0,0-1 0 0 0,0 0 0 0 0,0 0-1 0 0,-1-1 1 0 0,1 0 0 0 0,-1 0 0 0 0,13-10 0 0 0,-16 10 82 0 0,10-7-87 0 0,0-1 1 0 0,20-24-1 0 0,-29 29-86 0 0,1-1 0 0 0,-2 0 0 0 0,1 0 0 0 0,-1 0 0 0 0,0 0 0 0 0,-1-1 0 0 0,0 0-1 0 0,3-12 1 0 0,1-17-90 0 0,-1 1 0 0 0,-2-1-1 0 0,-1-70 1 0 0,-4 102 469 0 0,1 0 139 0 0,-5-64 767 0 0,-4 41-1398 0 0,9 30 237 0 0,0-1 0 0 0,0 1 0 0 0,0-1 0 0 0,0 1 0 0 0,0-1 0 0 0,0 1 1 0 0,0-1-1 0 0,0 0 0 0 0,0 1 0 0 0,0-1 0 0 0,0 1 0 0 0,0-1 0 0 0,-1 1 0 0 0,1-1 1 0 0,0 0-1 0 0,0 1 0 0 0,0-1 0 0 0,-1 1 0 0 0,1-1 0 0 0,0 0 0 0 0,-1 1 0 0 0,1-1 1 0 0,0 0-1 0 0,-1 1 0 0 0,1-1 0 0 0,0 0 0 0 0,-1 0 0 0 0,0 1 0 0 0,0-1-19 0 0,1 1 0 0 0,-1-1 0 0 0,0 1 0 0 0,0 0 0 0 0,1-1 0 0 0,-1 1 0 0 0,0 0 0 0 0,1 0 0 0 0,-1-1-1 0 0,1 1 1 0 0,-1 0 0 0 0,1 0 0 0 0,-1 0 0 0 0,1 0 0 0 0,0 0 0 0 0,-1 0 0 0 0,1 0 0 0 0,0-1 0 0 0,0 1 0 0 0,-1 0 0 0 0,1 0-1 0 0,0 2 1 0 0,-10 63-138 0 0,8-46 129 0 0,0-1 0 0 0,1 1 0 0 0,3 21 0 0 0,-2-27 42 0 0,0 19-26 0 0,2-9 76 0 0,1-2 77 0 0,-2-11-104 0 0,7 32 210 0 0,-5-33-176 0 0,1 1 1 0 0,0-1-1 0 0,0 0 1 0 0,1 0-1 0 0,0 0 1 0 0,1 0-1 0 0,0-1 0 0 0,1 0 1 0 0,13 14-1 0 0,-16-20-61 0 0,0 0 0 0 0,0 0 0 0 0,0-1-1 0 0,1 0 1 0 0,-1 0 0 0 0,1 0 0 0 0,0 0-1 0 0,-1-1 1 0 0,9 2 0 0 0,-8-2-29 0 0,5 1 0 0 0,0-1 1 0 0,1 0-1 0 0,-1 0 0 0 0,1-2 1 0 0,-1 1-1 0 0,0-1 0 0 0,1 0 1 0 0,-1-1-1 0 0,0-1 0 0 0,18-5 1 0 0,-20 5 47 0 0,-1 0 1 0 0,0-1-1 0 0,1 1 0 0 0,-1-1 1 0 0,-1 0-1 0 0,1-1 1 0 0,-1 0-1 0 0,1 0 0 0 0,-1-1 1 0 0,10-11-1 0 0,22-49-422 0 0,-35 62 469 0 0,-2-2-137 0 0,6-17 139 0 0,-5 17 141 0 0,-1 1-299 0 0,-1-51-22 0 0,-1 51 78 0 0,-15-14 45 0 0,11 21 75 0 0,-16 4-93 0 0,16-4-93 0 0,1 1 50 0 0,-2 3 7 0 0,0 1-1 0 0,1-1 1 0 0,-1 1 0 0 0,2 0-1 0 0,-1 0 1 0 0,1 1-1 0 0,0-1 1 0 0,-3 9-1 0 0,1 3 93 0 0,4-15-45 0 0,2 2 122 0 0,-2 18-49 0 0,2-18 14 0 0,2 0 25 0 0,-1-3-116 0 0,0 1 4 0 0,0-1-1 0 0,0 0 1 0 0,0 0 0 0 0,0 0-1 0 0,0 0 1 0 0,1-1-1 0 0,-1 1 1 0 0,1 0-1 0 0,0 0 1 0 0,0-1 0 0 0,0 1-1 0 0,0-1 1 0 0,0 0-1 0 0,1 0 1 0 0,-1 0 0 0 0,4 2-1 0 0,2 0-34 0 0,-1-1 0 0 0,1 0 0 0 0,1 0 1 0 0,-1-1-1 0 0,0 0 0 0 0,1 0 0 0 0,-1-1 0 0 0,1 0 0 0 0,-1-1 0 0 0,1 0 0 0 0,16-2 0 0 0,-12 0-115 0 0,0 0 1 0 0,0-1-1 0 0,0-1 0 0 0,-1 0 0 0 0,1-1 0 0 0,-1-1 1 0 0,15-8-1 0 0,-16 8-56 0 0,-1-2 0 0 0,0 1 0 0 0,0-1 0 0 0,-1-1 0 0 0,0 0 0 0 0,0 0 0 0 0,-1 0 0 0 0,0-1 0 0 0,12-21 0 0 0,-10 13-281 0 0,-2 0 0 0 0,0-1 0 0 0,-1 0 0 0 0,9-35 0 0 0,-15 51 443 0 0,0 0 0 0 0,0-1 0 0 0,0 1-1 0 0,-1 0 1 0 0,1-1 0 0 0,-1 1 0 0 0,0-1 0 0 0,0-5-1 0 0,-1-22-97 0 0,3-15 27 0 0,-1 0 50 0 0,-2 36 29 0 0,3-27-87 0 0,5-69 1162 0 0,-7 100-758 0 0,-1-1-329 0 0,0-21 362 0 0,0 21 499 0 0,1 2-638 0 0,-1-9 1675 0 0,4 40-1445 0 0,4 53-84 0 0,20 130 280 0 0,-9-98-421 0 0,63 572 462 0 0,-76-600-555 0 0,0-28 88 0 0,-4 2-535 0 0,-1-51-119 0 0,-2-13-4243 0 0,-9-46 3427 0 0,-6-99 0 0 0,16 133 1153 0 0,-3-39-58 0 0,4 5 88 0 0,-1 4-55 0 0,5-106 794 0 0,-6 128-193 0 0,3 1-75 0 0,22-94 1350 0 0,-22 115-1519 0 0,1-1-65 0 0,-1-2-87 0 0,1-1-21 0 0,17-24 282 0 0,0 5-235 0 0,-16 23-42 0 0,1 2-54 0 0,13-12 53 0 0,-13 11-78 0 0,0 2 52 0 0,14-7-3 0 0,-14 7-30 0 0,1 1 24 0 0,1 1 147 0 0,-1-1 0 0 0,0 1 0 0 0,1 1 0 0 0,-1-1 0 0 0,1 1 0 0 0,-1 0 0 0 0,9 3 0 0 0,-9-2 230 0 0,-3 3-327 0 0,5 14 37 0 0,-5-15 206 0 0,-3 2-220 0 0,-2 15-77 0 0,2-15 140 0 0,-1-2-26 0 0,-8 12-128 0 0,8-12 52 0 0,-2 0 62 0 0,-10 11 21 0 0,10-11-70 0 0,4-4-65 0 0,-1 0 19 0 0,0 0 0 0 0,1 0-1 0 0,-1 0 1 0 0,1 0 0 0 0,-1 1 0 0 0,1-1-1 0 0,-1 0 1 0 0,0 0 0 0 0,1 0-1 0 0,-1 1 1 0 0,1-1 0 0 0,-1 0-1 0 0,1 1 1 0 0,-1-1 0 0 0,1 0-1 0 0,-1 1 1 0 0,1-1 0 0 0,0 1-1 0 0,-1-1 1 0 0,1 0 0 0 0,-1 2-1 0 0,1-2 2 0 0,-1 1 0 0 0,1-1 0 0 0,0 0-1 0 0,-1 1 1 0 0,1-1 0 0 0,-1 1-1 0 0,1-1 1 0 0,-1 0 0 0 0,1 1 0 0 0,-1-1-1 0 0,1 0 1 0 0,-1 1 0 0 0,1-1-1 0 0,-1 0 1 0 0,1 0 0 0 0,-1 1 0 0 0,0-1-1 0 0,1 0 1 0 0,-1 0 0 0 0,1 0-1 0 0,-2 0 1 0 0,1 0-1 0 0,0 0 0 0 0,0 0-1 0 0,1 0 1 0 0,-1 0 0 0 0,0 0 0 0 0,0-1 0 0 0,0 1-1 0 0,1 0 1 0 0,-1 0 0 0 0,0-1 0 0 0,0 1 0 0 0,1 0-1 0 0,-1-1 1 0 0,0 1 0 0 0,0-1 0 0 0,1 1-1 0 0,-1-1 1 0 0,0 0 0 0 0,0 0-4 0 0,0 0 0 0 0,1 1 0 0 0,-1-1-1 0 0,1 1 1 0 0,-1-1 0 0 0,0 1 0 0 0,1-1 0 0 0,-1 1 0 0 0,0 0 0 0 0,0-1-1 0 0,1 1 1 0 0,-1 0 0 0 0,0 0 0 0 0,0-1 0 0 0,0 1 0 0 0,1 0 0 0 0,-1 0-1 0 0,0 0 1 0 0,-1 0 0 0 0,-1-4-45 0 0,2 2 23 0 0,0 1 7 0 0,-1 0 0 0 0,1 0 0 0 0,0-1 0 0 0,0 1 0 0 0,0 0 0 0 0,0-1 0 0 0,0 1 0 0 0,0 0 0 0 0,0-1 0 0 0,1 0 0 0 0,-1 1 0 0 0,0-4 0 0 0,7-20-101 0 0,-5 19 93 0 0,21-2-70 0 0,-18 7 71 0 0,2 0-94 0 0,15-3 111 0 0,-16 4 49 0 0,1-1-85 0 0,109-23-1610 0 0,-110 23 1347 0 0,3-1 12 0 0,67-12-848 0 0,-67 13 929 0 0,-2-1 96 0 0,51-15-106 0 0,-51 15 174 0 0,-2 0 42 0 0,14-8-31 0 0,-14 8 78 0 0,0-1-31 0 0,13-10 100 0 0,-13 10 20 0 0,-3 1-105 0 0,0 1 0 0 0,0-1-1 0 0,0 1 1 0 0,0 0 0 0 0,0-1 0 0 0,0 1 0 0 0,0 0 0 0 0,0 0 0 0 0,1-1 0 0 0,2-1 0 0 0,-1 0 135 0 0,-1-2 19 0 0,7-13-32 0 0,-6 13 196 0 0,-2 0-103 0 0,3-14-102 0 0,-2 14 564 0 0,-4-1-574 0 0,0 1-121 0 0,-3-18 34 0 0,1 21 11 0 0,0 0-69 0 0,0 1-1 0 0,-1-1 0 0 0,1 1 1 0 0,0 0-1 0 0,-1 0 0 0 0,1 1 1 0 0,-1-1-1 0 0,1 1 0 0 0,-8 1 1 0 0,7-1-83 0 0,0 2 119 0 0,1 0 0 0 0,0-1-1 0 0,1 2 1 0 0,-1-1 0 0 0,0 0-1 0 0,0 1 1 0 0,1 0 0 0 0,0 0-1 0 0,0 0 1 0 0,-6 6 0 0 0,9-9-26 0 0,-4 4 10 0 0,1 1 79 0 0,-10 14-44 0 0,9-14 88 0 0,3 0-124 0 0,-5 13 38 0 0,5-13 322 0 0,1 1-255 0 0,0 18 34 0 0,0-18 0 0 0,1-6-137 0 0,-1 1 1 0 0,0-1-1 0 0,1 0 0 0 0,-1 0 1 0 0,0 1-1 0 0,1-1 1 0 0,-1 0-1 0 0,1 1 0 0 0,-1-1 1 0 0,0 1-1 0 0,0-1 0 0 0,1 0 1 0 0,-1 1-1 0 0,0-1 1 0 0,0 1-1 0 0,0-1 0 0 0,1 1 1 0 0,-1-1-1 0 0,0 1 0 0 0,0-1 1 0 0,0 1-1 0 0,0-1 0 0 0,0 1 1 0 0,0-1-1 0 0,0 1 1 0 0,0 0-4 0 0,0-1 1 0 0,0 1 0 0 0,0-1 0 0 0,0 1 0 0 0,0-1 0 0 0,0 1-1 0 0,0-1 1 0 0,0 1 0 0 0,0-1 0 0 0,1 1 0 0 0,-1-1 0 0 0,0 1-1 0 0,0-1 1 0 0,1 1 0 0 0,-1-1 0 0 0,0 0 0 0 0,0 1 0 0 0,1-1 0 0 0,-1 1-1 0 0,0-1 1 0 0,1 0 0 0 0,-1 1 0 0 0,0-1 0 0 0,1 0 0 0 0,0 1-1 0 0,3 3-29 0 0,13 12 51 0 0,-13-12-8 0 0,1-1 104 0 0,1 0-159 0 0,1 0 0 0 0,-1 0-1 0 0,1 0 1 0 0,0-1 0 0 0,0 0 0 0 0,0 0-1 0 0,0 0 1 0 0,0-1 0 0 0,1 0 0 0 0,-1-1 0 0 0,0 0-1 0 0,0 0 1 0 0,1 0 0 0 0,-1-1 0 0 0,0 0-1 0 0,0 0 1 0 0,8-3 0 0 0,-9 3 94 0 0,-1-1 30 0 0,39-24 1 0 0,-40 23-134 0 0,-3 2 46 0 0,-1 1-1 0 0,1 0 1 0 0,-1 0-1 0 0,1 0 1 0 0,-1 0 0 0 0,0-1-1 0 0,1 1 1 0 0,-1 0 0 0 0,1-1-1 0 0,-1 1 1 0 0,1 0-1 0 0,-1-1 1 0 0,0 1 0 0 0,1 0-1 0 0,-1-1 1 0 0,0 1 0 0 0,1-1-1 0 0,-1 1 1 0 0,0-1-1 0 0,0 1 1 0 0,0-1 0 0 0,1 1-1 0 0,-1 0 1 0 0,0-1-1 0 0,0 1 1 0 0,0-2 0 0 0,0 2 7 0 0,0-1 1 0 0,0 1 0 0 0,1-1 0 0 0,-1 1-1 0 0,0-1 1 0 0,0 1 0 0 0,0-1-1 0 0,1 1 1 0 0,-1-1 0 0 0,0 1 0 0 0,0-1-1 0 0,1 1 1 0 0,-1 0 0 0 0,0-1-1 0 0,1 1 1 0 0,-1 0 0 0 0,0-1 0 0 0,1 1-1 0 0,-1 0 1 0 0,1-1 0 0 0,-1 1-1 0 0,1 0 1 0 0,-1 0 0 0 0,1-1 0 0 0,-1 1-1 0 0,1 0 1 0 0,0 0-3 0 0,-1-1 0 0 0,1 1 0 0 0,-1 0 0 0 0,1 0 0 0 0,-1-1 0 0 0,1 1 1 0 0,-1 0-1 0 0,0 0 0 0 0,1-1 0 0 0,-1 1 0 0 0,0-1 0 0 0,1 1 0 0 0,-1 0 0 0 0,0-1 0 0 0,1 1 0 0 0,-1-1 0 0 0,0 1 0 0 0,0-1 0 0 0,1 1 1 0 0,-1-1-1 0 0,0 1 0 0 0,0-1 0 0 0,0 0 0 0 0,0 1-8 0 0,1-1 0 0 0,-1 1 0 0 0,0-1 1 0 0,0 1-1 0 0,0-1 0 0 0,0 1 0 0 0,0 0 0 0 0,1-1 0 0 0,-1 1 1 0 0,0-1-1 0 0,0 1 0 0 0,0 0 0 0 0,1-1 0 0 0,-1 1 1 0 0,0 0-1 0 0,1-1 0 0 0,-1 1 0 0 0,0 0 0 0 0,1 0 0 0 0,-1-1 1 0 0,0 1-1 0 0,1 0 0 0 0,-1 0 0 0 0,1 0 0 0 0,-1-1 1 0 0,1 1-1 0 0,2-4 100 0 0,23-33-258 0 0,-23 33 212 0 0,9-13-228 0 0,-10 13 231 0 0,1 0 54 0 0,9-11-167 0 0,-9 11 400 0 0,1 1-395 0 0,-3 2 91 0 0,0 0-2 0 0,0 0 1 0 0,0-1 0 0 0,0 1-1 0 0,1 0 1 0 0,-1-1 0 0 0,0 1-1 0 0,1 0 1 0 0,-1 0 0 0 0,1 0 0 0 0,0 0-1 0 0,-1 1 1 0 0,3-2 0 0 0,2 4 149 0 0,17 4 0 0 0,-17-5-170 0 0,-3 3-36 0 0,27 45 381 0 0,-28-44-486 0 0,0 0 153 0 0,7 17-6 0 0,-7-17-64 0 0,-1 0 82 0 0,6 16-57 0 0,-6-16 54 0 0,0 0-1 0 0,4 13-57 0 0,-4-13 27 0 0,-1-4-13 0 0,0 0 12 0 0,0 0 0 0 0,0 0-1 0 0,0 0 1 0 0,0 0 0 0 0,1 0-1 0 0,-1 0 1 0 0,0 0-1 0 0,0 0 1 0 0,1 0 0 0 0,-1 0-1 0 0,1-1 1 0 0,-1 1 0 0 0,1 0-1 0 0,0 1 1 0 0,0-1 37 0 0,-1 0-1 0 0,1 0 1 0 0,0 0 0 0 0,-1-1 0 0 0,0 1 0 0 0,1 0 0 0 0,-1 0 0 0 0,0 0-1 0 0,1 0 1 0 0,-1 0 0 0 0,0 0 0 0 0,0 0 0 0 0,0 0 0 0 0,1 0-1 0 0,-2 2 1 0 0,6-6-123 0 0,11-6 72 0 0,-11 7 149 0 0,-5 0-147 0 0,1 0 0 0 0,-1 0 0 0 0,1 0 0 0 0,0 0 1 0 0,0 0-1 0 0,0 1 0 0 0,0-1 0 0 0,0 0 0 0 0,0 1 1 0 0,0-1-1 0 0,1 1 0 0 0,-1-1 0 0 0,1 1 0 0 0,2-2 1 0 0,-3 2 20 0 0,0 0 1 0 0,1 0-1 0 0,-1-1 1 0 0,0 1-1 0 0,0 0 0 0 0,0-1 1 0 0,0 1-1 0 0,0 0 1 0 0,0-1-1 0 0,0 1 1 0 0,0-1-1 0 0,0 0 1 0 0,0-2-1 0 0,3-1-117 0 0,9-13 67 0 0,-9 14 95 0 0,0 0-141 0 0,10-12 40 0 0,-10 12 164 0 0,-1 1-57 0 0,36-19 260 0 0,-34 20-25 0 0,2 3-242 0 0,19 3 94 0 0,-20-3-92 0 0,-1 2 110 0 0,16 9-136 0 0,-16-9-92 0 0,0-1-30 0 0,39 23-230 0 0,-40-23-402 0 0,-2-2 547 0 0,-1 0-1 0 0,1 1 1 0 0,0-1-1 0 0,0 1 0 0 0,0 0 1 0 0,-1-1-1 0 0,1 1 1 0 0,0 0-1 0 0,-1 0 1 0 0,1 0-1 0 0,-1 0 0 0 0,3 2 1 0 0,0 0-270 0 0,1 0-1545 0 0,1-1-1186 0 0,16 8 395 0 0,-16-8 7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9:24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393 396 1160 0 0,'0'0'14151'0'0,"-4"-1"-14061"0"0,-14-3 143 0 0,14 2 287 0 0,-1 1-473 0 0,-15-2 128 0 0,15 2 143 0 0,-1 0-59 0 0,-64-2 402 0 0,54 1-609 0 0,13 2-44 0 0,1 0 1 0 0,-1 0-1 0 0,0 0 1 0 0,1 0 0 0 0,-1 0-1 0 0,0 1 1 0 0,1-1-1 0 0,-1 1 1 0 0,-4 1 0 0 0,-8 2 41 0 0,1 1 0 0 0,-1 0 0 0 0,1 1 0 0 0,0 1 0 0 0,1 0 0 0 0,-1 0 0 0 0,1 2 0 0 0,-20 16 0 0 0,30-22-145 0 0,-1 2 50 0 0,-28 40 244 0 0,29-41-242 0 0,0 1-45 0 0,-16 46 169 0 0,18-46-36 0 0,0 0 1 0 0,-1 17-142 0 0,1-16 63 0 0,3-1 92 0 0,2 18-59 0 0,-3-17 27 0 0,2-2-32 0 0,9 13-15 0 0,-9-12 108 0 0,-2-5-80 0 0,1 0 0 0 0,0 1-1 0 0,-1 0 1 0 0,1-1 0 0 0,-1 1 0 0 0,1 0-1 0 0,-1 0 1 0 0,0 0 0 0 0,1 0-1 0 0,-1 0 1 0 0,0 0 0 0 0,2 2-1 0 0,-1-1 5 0 0,2 0 9 0 0,2-2 47 0 0,17-2-3 0 0,-17 1-108 0 0,-2-1 107 0 0,5-2-92 0 0,0-1-1 0 0,0 0 1 0 0,-1 0 0 0 0,1-1-1 0 0,-1-1 1 0 0,-1 1-1 0 0,1-1 1 0 0,10-13 0 0 0,-5-1-168 0 0,0-1 1 0 0,16-42-1 0 0,-24 50 141 0 0,0 0 0 0 0,-1-1 0 0 0,-1 1 0 0 0,0-1-1 0 0,-1 0 1 0 0,1-29 0 0 0,-3-18-194 0 0,0 43 204 0 0,-2-1-1 0 0,-3-22 0 0 0,0 1 411 0 0,-14-84-106 0 0,19 119-92 0 0,0 5-157 0 0,0 0 1 0 0,0 0 0 0 0,1 1-1 0 0,-1-1 1 0 0,0 0 0 0 0,0 0-1 0 0,0 1 1 0 0,0-1 0 0 0,0 0-1 0 0,0 0 1 0 0,0 1 0 0 0,-1-1-1 0 0,1 0 1 0 0,0 0 0 0 0,0 1-1 0 0,0-1 1 0 0,-1 0 0 0 0,1 1-1 0 0,-1-2 1 0 0,-3-11 405 0 0,4 12-406 0 0,0 0 0 0 0,0 0 0 0 0,0 0 0 0 0,0 0 0 0 0,0 0 0 0 0,0 0 0 0 0,-1 0 0 0 0,1 0 0 0 0,0 1 0 0 0,-1-1 0 0 0,1 0 1 0 0,0 0-1 0 0,-1 0 0 0 0,1 1 0 0 0,-1-1 0 0 0,0-1 0 0 0,0 1-12 0 0,1 1 1 0 0,-1-1 0 0 0,1 0-1 0 0,-1 0 1 0 0,1 1-1 0 0,-1-1 1 0 0,1 0-1 0 0,0 0 1 0 0,-1 0 0 0 0,1 0-1 0 0,0 0 1 0 0,0 0-1 0 0,0 1 1 0 0,0-1 0 0 0,0 0-1 0 0,0-1 1 0 0,-5 5 3 0 0,-11 13 66 0 0,11-6-24 0 0,-1 47-137 0 0,-1 8 103 0 0,2 1-1 0 0,5 73 1 0 0,3-74-97 0 0,1-40 41 0 0,-1-11-5 0 0,-2-5 37 0 0,1 4 61 0 0,0-1 0 0 0,1 1-1 0 0,0-1 1 0 0,7 15 0 0 0,-8-22-56 0 0,1 0 1 0 0,-1-1-1 0 0,1 1 1 0 0,0-1 0 0 0,0 0-1 0 0,1 0 1 0 0,-1 0-1 0 0,1 0 1 0 0,0-1-1 0 0,0 1 1 0 0,0-1 0 0 0,0 0-1 0 0,7 3 1 0 0,39 7-286 0 0,-44-12 74 0 0,0-1 138 0 0,17 1 60 0 0,-17-1-17 0 0,0-1 28 0 0,17-3 25 0 0,-18 2-182 0 0,1 0 77 0 0,16-6 86 0 0,-16 6 58 0 0,-1 0 2 0 0,66-33-641 0 0,-68 32 718 0 0,2-1-114 0 0,36-32-223 0 0,-37 32 54 0 0,0 0 37 0 0,10-12 167 0 0,-10 12-70 0 0,-1 0-121 0 0,11-11 30 0 0,-11 11 43 0 0,0 0 68 0 0,23-32-103 0 0,-22 32 256 0 0,-2 0-170 0 0,10-14-110 0 0,-9 13 222 0 0,0 1-69 0 0,3-6-63 0 0,0-2 0 0 0,0 1 0 0 0,-1-1 1 0 0,-1 1-1 0 0,0-1 0 0 0,4-19 0 0 0,-7 26 407 0 0,-2 0-443 0 0,-3-16 146 0 0,4 16 359 0 0,-5 3-302 0 0,-11-6 8 0 0,12 6-84 0 0,-2 3-227 0 0,-16 4 136 0 0,16-4-50 0 0,1 0-217 0 0,-67 22 469 0 0,67-21-67 0 0,4 3-336 0 0,-3 15 427 0 0,2-15 274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9:28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54 1432 0 0,'0'0'7003'0'0,"4"-2"-6807"0"0,20-6 6846 0 0,-24 8-7235 0 0,0 0 179 0 0,0-1 0 0 0,0 1 0 0 0,0-1 0 0 0,1 1 0 0 0,-1-1 0 0 0,0 1 0 0 0,0-1 1 0 0,0 1-1 0 0,0-1 0 0 0,1 1 0 0 0,-1 0 0 0 0,0-1 0 0 0,0 1 0 0 0,1-1 0 0 0,-1 1 1 0 0,0 0-1 0 0,1-1 0 0 0,-1 1 0 0 0,1 0 0 0 0,-1 0 0 0 0,0-1 0 0 0,1 1 0 0 0,-1 0 1 0 0,1-1-1 0 0,0 1 59 0 0,-1 0 1 0 0,0 0 0 0 0,1 0 0 0 0,-1-1 0 0 0,1 1-1 0 0,-1 0 1 0 0,0-1 0 0 0,1 1 0 0 0,-1 0 0 0 0,0-1-1 0 0,1 1 1 0 0,-1 0 0 0 0,0-1 0 0 0,0 1 0 0 0,1 0-1 0 0,-1-1 1 0 0,0 1 0 0 0,0-1 0 0 0,0 1 0 0 0,1-1-1 0 0,-1 1 1 0 0,0-1 0 0 0,0 1 0 0 0,0-1 0 0 0,0 0-1 0 0,-1 0-32 0 0,0-1-1 0 0,0 1 0 0 0,0 0 0 0 0,0-1 0 0 0,0 1 0 0 0,0 0 0 0 0,0 0 0 0 0,0-1 0 0 0,-1 1 0 0 0,-1-1 0 0 0,0-1 258 0 0,-25-2-644 0 0,22 5 348 0 0,2 1-145 0 0,-15 6 99 0 0,15-5 383 0 0,0 0-694 0 0,-11 6 389 0 0,11-6-115 0 0,4-2-16 0 0,0 1 120 0 0,0 0-1 0 0,0-1 1 0 0,0 1 0 0 0,0-1 0 0 0,-1 1 0 0 0,1 0-1 0 0,0-1 1 0 0,0 1 0 0 0,0 0 0 0 0,-1-1-1 0 0,1 1 1 0 0,0-1 0 0 0,-1 1 0 0 0,1-1 0 0 0,-1 1-1 0 0,1-1 1 0 0,-1 1 0 0 0,1-1 0 0 0,0 1-1 0 0,-2 0 1 0 0,1-1 14 0 0,1 1-1 0 0,-1-1 1 0 0,1 1-1 0 0,-1-1 1 0 0,1 1-1 0 0,-1-1 1 0 0,1 1-1 0 0,0-1 1 0 0,-1 1-1 0 0,1-1 1 0 0,0 1 0 0 0,-1-1-1 0 0,1 1 1 0 0,0 0-1 0 0,0-1 1 0 0,-1 1-1 0 0,1 0 1 0 0,0-1-1 0 0,0 1 1 0 0,0 0-1 0 0,0 1 55 0 0,-2 1-69 0 0,-2 2 24 0 0,-13 30-84 0 0,16-31-26 0 0,0 4 59 0 0,-1-1 20 0 0,0 0 1 0 0,1 1-1 0 0,-6 9 1 0 0,5-10 24 0 0,1-2-19 0 0,0 1-289 0 0,-3 19 260 0 0,3-19 4 0 0,2-1 29 0 0,7 55 121 0 0,-7-53 13 0 0,1-2-60 0 0,4 16-23 0 0,-5-15 143 0 0,2-2-132 0 0,5 15-144 0 0,-6-14 134 0 0,2-2-82 0 0,11 9 18 0 0,-11-9 127 0 0,0-1-119 0 0,14 5-29 0 0,-13-6 62 0 0,1 1-37 0 0,18 5 111 0 0,-17-6-99 0 0,-1 1-99 0 0,59 11 302 0 0,-58-13-89 0 0,-1 0-19 0 0,20 0-23 0 0,-19 0-105 0 0,-1 0-95 0 0,19 0 148 0 0,-19 0 198 0 0,-1-1-251 0 0,16-3 17 0 0,-15 4 18 0 0,0 0-689 0 0,17 2 148 0 0,-17-2-248 0 0,21-13-10246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9:28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 1440 0 0,'0'0'12641'0'0,"3"-2"-12353"0"0,15-12 440 0 0,-14 17-569 0 0,13 6-142 0 0,-13-7 233 0 0,-1 2 237 0 0,1 5-240 0 0,0-1 0 0 0,0 1 0 0 0,4 15 0 0 0,-7-18 11 0 0,0 1-283 0 0,0 18-24 0 0,-1-18 24 0 0,0-1 40 0 0,-8 50 627 0 0,7-50-584 0 0,0-1-100 0 0,-5 13 38 0 0,5-31-266 0 0,5-30-109 0 0,-3 37 257 0 0,1 0 52 0 0,8-16 127 0 0,-8 16 53 0 0,1 1-98 0 0,12-17-48 0 0,-12 17 45 0 0,1 0-72 0 0,12-13-76 0 0,-12 13 104 0 0,-1 2 11 0 0,-3 3 14 0 0,2-3 49 0 0,1 0 0 0 0,0 0 1 0 0,0 0-1 0 0,0 0 0 0 0,0 1 1 0 0,0-1-1 0 0,0 1 0 0 0,1 0 1 0 0,-1 0-1 0 0,6-3 0 0 0,-7 7-32 0 0,1-1-1 0 0,-1 0 0 0 0,0 1 1 0 0,0 0-1 0 0,0-1 1 0 0,0 1-1 0 0,0 0 1 0 0,0 0-1 0 0,0 0 0 0 0,0 0 1 0 0,-1 0-1 0 0,1 0 1 0 0,-1 1-1 0 0,0-1 0 0 0,2 5 1 0 0,-3-7-22 0 0,26 67 78 0 0,-15-36-149 0 0,-7-20 104 0 0,0-1 0 0 0,1 0 0 0 0,1-1 1 0 0,0 1-1 0 0,0-1 0 0 0,1 0 0 0 0,0-1 0 0 0,11 11 0 0 0,-15-17-71 0 0,0 0 0 0 0,0-1 0 0 0,1 1 0 0 0,-1-1 0 0 0,0 0 0 0 0,1 0 0 0 0,-1 0 0 0 0,1 0 0 0 0,0 0 0 0 0,-1-1 0 0 0,1 0 0 0 0,0 0 0 0 0,-1 0 0 0 0,1 0 0 0 0,-1 0 0 0 0,6-2 0 0 0,-6 2 79 0 0,12-1-344 0 0,3-2 90 0 0,-4-2-200 0 0,-7 2 146 0 0,0-1 0 0 0,0 1-1 0 0,0-1 1 0 0,0 0-1 0 0,-1-1 1 0 0,0 0-1 0 0,1 0 1 0 0,-2 0-1 0 0,1-1 1 0 0,5-6-1 0 0,-1-1-641 0 0,-1-1 0 0 0,0 0-1 0 0,-1 0 1 0 0,0-1-1 0 0,-1 0 1 0 0,-1-1-1 0 0,0 1 1 0 0,4-23-1 0 0,-4 7 103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9:29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11 170 4312 0 0,'0'-10'816'0'0,"0"-1"-545"0"0,-2-33 1092 0 0,-6-22 910 0 0,8 61-1526 0 0,0-2-125 0 0,0-1-426 0 0,2-6 290 0 0,-2 10 4820 0 0,7 18-5132 0 0,0-1 0 0 0,-1 2 0 0 0,-1-1 0 0 0,8 28 0 0 0,8 73-30 0 0,1-1-218 0 0,-14-80 65 0 0,-6-19-129 0 0,2 1-1 0 0,0 0 1 0 0,7 15 0 0 0,11 19-2495 0 0,-19-45 1341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9:29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 3572 0 0,'0'0'11677'0'0,"18"-24"-10573"0"0,12 13-323 0 0,7 1-765 0 0,-7 1-576 0 0,0-1-1009 0 0,9 2-2791 0 0,7 3 1228 0 0,-5 0-969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9:31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60 136 2320 0 0,'-7'-1'2373'0'0,"0"-1"-1587"0"0,-6-1 42 0 0,0 3 3762 0 0,11-1-4431 0 0,1 0 0 0 0,-1 0 0 0 0,1 0 0 0 0,-1 0 0 0 0,1 0 0 0 0,0 0 0 0 0,0 0 0 0 0,-1 0 0 0 0,1-1 0 0 0,-5-5 5273 0 0,12 9-5137 0 0,19 5-63 0 0,-25-7-223 0 0,1 0 1 0 0,-1 0-1 0 0,1 0 1 0 0,-1 0-1 0 0,0 0 1 0 0,1 0-1 0 0,-1 1 1 0 0,0-1-1 0 0,1 0 0 0 0,-1 0 1 0 0,1 0-1 0 0,-1 1 1 0 0,0-1-1 0 0,1 0 1 0 0,-1 0-1 0 0,0 1 1 0 0,0-1-1 0 0,1 0 1 0 0,-1 0-1 0 0,0 1 1 0 0,1-1-1 0 0,-1 1 1 0 0,0-1-1 0 0,0 0 1 0 0,0 1-1 0 0,0-1 1 0 0,1 1-1 0 0,82 188 516 0 0,-68-157-661 0 0,-13-27 240 0 0,1 1 130 0 0,9 17 6 0 0,-9-17 21 0 0,-3-6-242 0 0,0 1 0 0 0,0-1-1 0 0,0 0 1 0 0,0 1 0 0 0,0-1-1 0 0,0 1 1 0 0,0-1 0 0 0,0 1 0 0 0,0-1-1 0 0,0 0 1 0 0,1 1 0 0 0,-1-1-1 0 0,0 1 1 0 0,0-1 0 0 0,1 0 0 0 0,-1 1-1 0 0,0-1 1 0 0,0 0 0 0 0,1 1 0 0 0,-1-1-1 0 0,0 0 1 0 0,1 1 0 0 0,-1-1-1 0 0,0 0 1 0 0,1 0 0 0 0,-1 1 0 0 0,1-1-1 0 0,0 0 45 0 0,-1 1 0 0 0,1-1 0 0 0,-1 0 0 0 0,1 1 0 0 0,-1-1 0 0 0,1 0 0 0 0,-1 1 0 0 0,0-1 0 0 0,1 1 0 0 0,-1-1 0 0 0,0 1 0 0 0,1-1 1 0 0,-1 1-1 0 0,0-1 0 0 0,1 1 0 0 0,-1-1 0 0 0,0 1 0 0 0,0 0 0 0 0,0-1 0 0 0,1 1 0 0 0,5-1 137 0 0,17 0 37 0 0,-22 0-222 0 0,1 0 1 0 0,-1 0-1 0 0,0 0 1 0 0,0 0-1 0 0,0 0 1 0 0,0 0-1 0 0,0-1 1 0 0,1 1-1 0 0,-1 0 0 0 0,0-1 1 0 0,0 1-1 0 0,0-1 1 0 0,0 0-1 0 0,0 1 1 0 0,0-1-1 0 0,0 0 0 0 0,-1 1 1 0 0,1-1-1 0 0,0 0 1 0 0,0 0-1 0 0,0 0 1 0 0,0-1-1 0 0,0 0 31 0 0,10-7-21 0 0,-1-1-1 0 0,-1-1 1 0 0,0 1 0 0 0,0-1 0 0 0,-1-1 0 0 0,-1 0 0 0 0,12-24 0 0 0,3-2 45 0 0,98-149-1673 0 0,-114 180 1201 0 0,0-1-1 0 0,1 1 1 0 0,0 0 0 0 0,12-10-1 0 0,-18 17 368 0 0,3-3-337 0 0,1 1 14 0 0,16-4 51 0 0,-15 5-247 0 0,-1 3-1082 0 0,9 6 947 0 0,0 1 1 0 0,-1 1-1 0 0,0-1 1 0 0,0 2-1 0 0,15 16 0 0 0,5 4 52 0 0,-30-29 399 0 0,3 2 0 0 0,16 9 76 0 0,-16-10 48 0 0,-5-3 110 0 0,0 0 0 0 0,0 0-1 0 0,0 0 1 0 0,0 0 0 0 0,0 1-1 0 0,0-1 1 0 0,1 0 0 0 0,-1 0-1 0 0,0 1 1 0 0,0-1 0 0 0,0 0-1 0 0,0 1 1 0 0,0-1 0 0 0,0 1-1 0 0,0-1 1 0 0,1 2 0 0 0,22 9 57 0 0,-12-8-79 0 0,1 0 0 0 0,0-1 0 0 0,15 1 0 0 0,33-11 1736 0 0,-56 7-238 0 0,-5 1-1453 0 0,0-1 1 0 0,1 1-1 0 0,-1 0 0 0 0,0-1 1 0 0,0 1-1 0 0,1-1 1 0 0,-1 1-1 0 0,1 0 0 0 0,-1-1 1 0 0,0 1-1 0 0,1 0 1 0 0,-1-1-1 0 0,1 1 0 0 0,-1 0 1 0 0,0 0-1 0 0,1-1 1 0 0,-1 1-1 0 0,1 0 0 0 0,-1 0 1 0 0,1 0-1 0 0,-1 0 1 0 0,1 0-1 0 0,-1-1 0 0 0,2 1 1 0 0,-2 0-6 0 0,1 0 0 0 0,-1 0 1 0 0,1 0-1 0 0,-1 0 0 0 0,1 0 1 0 0,-1 0-1 0 0,1 0 0 0 0,-1 0 1 0 0,1-1-1 0 0,-1 1 1 0 0,1 0-1 0 0,-1 0 0 0 0,0-1 1 0 0,1 1-1 0 0,-1 0 0 0 0,1 0 1 0 0,-1-1-1 0 0,0 1 0 0 0,1-1 1 0 0,-1 1-1 0 0,0 0 0 0 0,1-1 1 0 0,-1 1-1 0 0,1-1 1499 0 0,1-4-1389 0 0,6-11-125 0 0,-6 11 233 0 0,-30 7-206 0 0,22-2 8 0 0,1 3-131 0 0,-7 7 89 0 0,-1 1 0 0 0,1 0-1 0 0,1 1 1 0 0,0 0 0 0 0,0 0 0 0 0,1 1-1 0 0,-12 21 1 0 0,11-7 117 0 0,9-22-113 0 0,0 0 146 0 0,-5 17-115 0 0,5-17 211 0 0,3-1-20 0 0,1 0-157 0 0,4 14 210 0 0,-1-20-145 0 0,48-27-102 0 0,-10-6 129 0 0,-40 32-147 0 0,12 18-468 0 0,-12-12 605 0 0,-3 3-141 0 0,3 57-24 0 0,-3-57 100 0 0,2-1 58 0 0,4 15-18 0 0,-5-15 111 0 0,11 13 155 0 0,-10-14-169 0 0,-1-5-208 0 0,0 1 0 0 0,-1 0 1 0 0,1 0-1 0 0,0 0 1 0 0,-1 0-1 0 0,1 0 1 0 0,0 0-1 0 0,0 0 0 0 0,-1 0 1 0 0,1 0-1 0 0,0 0 1 0 0,-1 0-1 0 0,1 0 0 0 0,0 0 1 0 0,-1 1-1 0 0,1-1 1 0 0,0 0-1 0 0,-1 0 0 0 0,1 1 1 0 0,-1-1-1 0 0,1 0 1 0 0,0 1-1 0 0,0 0 0 0 0,0-1 2 0 0,-1 1 0 0 0,1 0 0 0 0,0-1 0 0 0,0 0 0 0 0,0 1 0 0 0,0-1 0 0 0,-1 1-1 0 0,1-1 1 0 0,0 0 0 0 0,0 0 0 0 0,0 1 0 0 0,0-1 0 0 0,0 0 0 0 0,0 0-1 0 0,0 0 1 0 0,0 0 0 0 0,0 0 0 0 0,0 0 0 0 0,0-1 0 0 0,0 1 0 0 0,0 0-1 0 0,0 0 1 0 0,0-1 0 0 0,1 0 0 0 0,12-4 8 0 0,-1-1 0 0 0,1 0 0 0 0,24-16 0 0 0,-30 16-70 0 0,0-1 0 0 0,-1 0 0 0 0,0 0 1 0 0,0 0-1 0 0,0-1 0 0 0,9-15 0 0 0,17-49-700 0 0,-31 67 749 0 0,-1-1 80 0 0,4-18-182 0 0,-4 18 210 0 0,0 0-35 0 0,8-57-412 0 0,-8 58 378 0 0,-1-1 118 0 0,0-18 10 0 0,0 18-194 0 0,-2 1-31 0 0,-7-11 68 0 0,7 12 201 0 0,-35 10-710 0 0,34-2 581 0 0,-10 12 32 0 0,10-12-42 0 0,1 0 11 0 0,-5 15 19 0 0,5-14 85 0 0,3-1-113 0 0,2 16 28 0 0,-2-15-98 0 0,0-5-76 0 0,-1 0 70 0 0,0 0 0 0 0,1 0 1 0 0,-1 0-1 0 0,1 0 0 0 0,-1 0 0 0 0,1 0 0 0 0,-1 0 1 0 0,1 0-1 0 0,-1 1 0 0 0,1-1 0 0 0,-1 0 1 0 0,1 0-1 0 0,-1 0 0 0 0,0 1 0 0 0,1-1 0 0 0,-1 0 1 0 0,1 0-1 0 0,-1 1 0 0 0,0-1 0 0 0,1 0 1 0 0,-1 1-1 0 0,0-1 0 0 0,1 0 0 0 0,-1 1 1 0 0,1 0 6 0 0,0 0 1 0 0,-1-1-1 0 0,1 1 1 0 0,0 0-1 0 0,-1-1 1 0 0,1 1 0 0 0,0-1-1 0 0,0 1 1 0 0,0-1-1 0 0,-1 1 1 0 0,1-1-1 0 0,0 1 1 0 0,0-1-1 0 0,0 0 1 0 0,0 0 0 0 0,0 1-1 0 0,0-1 1 0 0,0 0-1 0 0,0 0 1 0 0,0 0-1 0 0,0 0 1 0 0,1 0 0 0 0,24 2 97 0 0,-20-2-98 0 0,1 0 51 0 0,19-3-28 0 0,-20 3-33 0 0,0-1 73 0 0,56-1-79 0 0,-56 1-42 0 0,0 2-10 0 0,15 2 93 0 0,-16-3-85 0 0,0 2-222 0 0,32 22 605 0 0,-34-21 141 0 0,-1 3-336 0 0,5 15-163 0 0,-6-16 6 0 0,-1 0-5 0 0,-15 78-66 0 0,14-78 163 0 0,1 1-14 0 0,-3 19-123 0 0,3-19 103 0 0,0 0-86 0 0,0 19 104 0 0,0-19 15 0 0,1-6-57 0 0,1 1 1 0 0,-1 0-1 0 0,0 0 0 0 0,0-1 1 0 0,0 1-1 0 0,0 0 1 0 0,1 0-1 0 0,-1 0 1 0 0,0 0-1 0 0,0 0 1 0 0,-1 1-1 0 0,3 1 0 0 0,-2-1 33 0 0,3 1 137 0 0,-4-3-175 0 0,1 0 0 0 0,0 0 0 0 0,-1 0 1 0 0,1 0-1 0 0,0-1 0 0 0,0 1 0 0 0,-1 0 0 0 0,1 0 1 0 0,0 0-1 0 0,-1 0 0 0 0,1 0 0 0 0,0 0 0 0 0,-1 1 0 0 0,1-1 1 0 0,0 0-1 0 0,-1 0 0 0 0,1 0 0 0 0,0 1 0 0 0,-1-1 1 0 0,2 1-1 0 0,0 0 9 0 0,-1 0 0 0 0,1 0 0 0 0,0-1 1 0 0,0 1-1 0 0,0-1 0 0 0,0 1 0 0 0,0-1 0 0 0,0 1 1 0 0,0-1-1 0 0,3 0 0 0 0,68-2-209 0 0,-66 1 102 0 0,30-6 82 0 0,-30 6 141 0 0,0 0 34 0 0,1 0-150 0 0,0-1-1 0 0,0 1 1 0 0,0-1 0 0 0,0-1 0 0 0,0 0 0 0 0,0 0 0 0 0,0 0 0 0 0,13-9-1 0 0,-12 6 81 0 0,-1 0 0 0 0,1-1 0 0 0,-2 1 0 0 0,1-2 0 0 0,-1 1 0 0 0,0-1 0 0 0,0 0 0 0 0,-1-1 1 0 0,0 1-1 0 0,-1-1 0 0 0,6-11 0 0 0,-9 15 193 0 0,1 0 69 0 0,8-17 46 0 0,-9 16 274 0 0,1 2-479 0 0,6-13-59 0 0,-7 12 535 0 0,0 10-590 0 0,0 5-534 0 0,0-1-1 0 0,-1 1 0 0 0,0 0 0 0 0,0 10 0 0 0,4 6-2131 0 0,-4-21 813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9:31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12 108 3728 0 0,'0'0'3477'0'0,"-3"-42"3287"0"0,-2 10-1747 0 0,1-1-4757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6:59:33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261 600 1856 0 0,'9'-12'270'0'0,"6"-11"8058"0"0,-9 16-7324 0 0,-4 3 2959 0 0,-2 3-3941 0 0,0-1-1 0 0,-1 1 1 0 0,1 0-1 0 0,-1 0 0 0 0,0-1 1 0 0,0 1-1 0 0,1 0 1 0 0,-1 0-1 0 0,0 0 0 0 0,0 0 1 0 0,0 0-1 0 0,-2-2 1 0 0,2 2 6 0 0,-1-2 270 0 0,-5 2-118 0 0,-19 0-85 0 0,20 0-49 0 0,0 2 170 0 0,-25 1 45 0 0,25 0-363 0 0,-4 1 172 0 0,-1 0 0 0 0,1 1 1 0 0,0 0-1 0 0,0 1 1 0 0,0 0-1 0 0,1 0 1 0 0,0 1-1 0 0,0 0 1 0 0,0 1-1 0 0,1 0 0 0 0,-14 14 1 0 0,-8 13-115 0 0,20-19 122 0 0,-17 27 498 0 0,24-37-170 0 0,3 1-314 0 0,0 17 79 0 0,0-17 439 0 0,8-7-650 0 0,20-2-4 0 0,-21 3-52 0 0,-2-4-74 0 0,33-27-32 0 0,-35 28 190 0 0,0-1 14 0 0,9-13 49 0 0,-9 13 133 0 0,0 0-205 0 0,10-12-107 0 0,-9 12 63 0 0,-2 1 0 0 0,7-12 77 0 0,-6 12 113 0 0,-1 7-445 0 0,23 34 580 0 0,-22-34-77 0 0,-3-4-176 0 0,0 0-1 0 0,1 0 0 0 0,-1 0 1 0 0,0 0-1 0 0,1 0 0 0 0,-1 0 1 0 0,1 0-1 0 0,-1 0 1 0 0,0 0-1 0 0,1 0 0 0 0,-1 1 1 0 0,0-1-1 0 0,1 0 0 0 0,-1 0 1 0 0,0 0-1 0 0,1 1 0 0 0,-1-1 1 0 0,0 0-1 0 0,0 0 0 0 0,1 1 1 0 0,-1-1-1 0 0,0 0 0 0 0,0 0 1 0 0,0 1-1 0 0,1-1 0 0 0,-1 0 1 0 0,0 1-1 0 0,0-1 0 0 0,0 0 1 0 0,1 1-1 0 0,-1 0 3 0 0,0 0 1 0 0,1 0-1 0 0,-1 0 0 0 0,0-1 1 0 0,1 1-1 0 0,-1 0 0 0 0,1-1 1 0 0,0 1-1 0 0,-1 0 0 0 0,1-1 1 0 0,-1 1-1 0 0,1-1 0 0 0,0 1 1 0 0,0-1-1 0 0,-1 1 0 0 0,1-1 1 0 0,0 1-1 0 0,0-1 0 0 0,-1 0 1 0 0,1 0-1 0 0,0 1 0 0 0,1-1 1 0 0,18 5 74 0 0,-15-3 194 0 0,4-3-140 0 0,-3 1-115 0 0,1 0-52 0 0,-1 0 1 0 0,1 0-1 0 0,0-1 0 0 0,0 0 1 0 0,-1 0-1 0 0,1-1 0 0 0,-1 0 1 0 0,1 0-1 0 0,10-6 0 0 0,-6 3-82 0 0,0-1 66 0 0,0 1 0 0 0,-1-1 0 0 0,0-1 0 0 0,0 0 0 0 0,0 0 0 0 0,-1-1 0 0 0,0 0 0 0 0,0-1 0 0 0,-1 0 0 0 0,11-16 0 0 0,-10 11-50 0 0,-2 0 0 0 0,0-1 0 0 0,0 1 0 0 0,-2-1 0 0 0,0-1 0 0 0,0 1 0 0 0,3-23 0 0 0,2-38-219 0 0,3-136 0 0 0,-13 206 249 0 0,-1-2 50 0 0,0-24-22 0 0,1 24 14 0 0,0 1 43 0 0,0-22 28 0 0,0 22 865 0 0,1 12-735 0 0,9 271 732 0 0,-7-140-501 0 0,-1-76-148 0 0,-2-35-153 0 0,0-19-6 0 0,0 2 3 0 0,3 28 137 0 0,-3-29-175 0 0,2 20-16 0 0,-2-20 26 0 0,1-2-60 0 0,4 14 44 0 0,-4-14 74 0 0,0-4-133 0 0,1 0 1 0 0,-1 0 0 0 0,0 1-1 0 0,0-1 1 0 0,0 0-1 0 0,0 1 1 0 0,0-1-1 0 0,-1 1 1 0 0,1-1-1 0 0,1 3 1 0 0,0 0-46 0 0,4-6-138 0 0,0-1 109 0 0,-1 1 0 0 0,1-1 1 0 0,-1 0-1 0 0,0-1 0 0 0,10-7 0 0 0,-14 10 115 0 0,4-2-60 0 0,-4 2 14 0 0,1 1-1 0 0,-1-1 1 0 0,0 0-1 0 0,0 0 1 0 0,1 0-1 0 0,-1 0 1 0 0,0 0-1 0 0,0 0 1 0 0,0 0-1 0 0,0 0 1 0 0,2-2-1 0 0,-3 3 1 0 0,3-3-30 0 0,1 0-31 0 0,31-27-132 0 0,-31 26 161 0 0,-3 4 34 0 0,1-1-1 0 0,-1 0 1 0 0,1 1 0 0 0,-1-1-1 0 0,1 0 1 0 0,-1 0 0 0 0,0 0-1 0 0,0 0 1 0 0,1 0 0 0 0,-1 0-1 0 0,0 0 1 0 0,1-2 0 0 0,-1 2 0 0 0,3-2 92 0 0,0 1-109 0 0,37-21-332 0 0,-37 21 421 0 0,2 2-58 0 0,1 1-98 0 0,-1-1 0 0 0,0 1-1 0 0,0 0 1 0 0,1 1 0 0 0,-1 0 0 0 0,8 3-1 0 0,-10-3 265 0 0,-1 3-123 0 0,6 13-53 0 0,-7-14-30 0 0,-1 2-56 0 0,0 17 92 0 0,-1-18-30 0 0,-2-1-70 0 0,-5 13-10 0 0,5-13-1 0 0,1 1 8 0 0,-6 13 39 0 0,5-13 0 0 0,-1 0 48 0 0,-10 16-16 0 0,9-16-51 0 0,4-4 71 0 0,-1 1-1 0 0,0-1 0 0 0,0 1 0 0 0,0-1 1 0 0,1 1-1 0 0,-1-1 0 0 0,-1 0 0 0 0,1 1 0 0 0,0-1 1 0 0,0 0-1 0 0,-3 2 0 0 0,4-3 2 0 0,-3 4 10 0 0,1-4-329 0 0,1 0 303 0 0,-1 1-1 0 0,1-1 1 0 0,-1 1-1 0 0,1 0 0 0 0,0-1 1 0 0,-1 1-1 0 0,1 0 0 0 0,0 0 1 0 0,-1 0-1 0 0,1 0 1 0 0,-2 2-1 0 0,1-1-22 0 0,-3 0-144 0 0,5-3-126 0 0,-1-1 290 0 0,0 1-1 0 0,0-1 1 0 0,0 1-1 0 0,-1 0 1 0 0,1-1-1 0 0,0 1 1 0 0,0 0 0 0 0,-1 0-1 0 0,-2-2 1 0 0,1 0-83 0 0,5 2-111 0 0,0 1 210 0 0,0 0 0 0 0,-1 0 0 0 0,1 0 1 0 0,0 0-1 0 0,0 0 0 0 0,0 0 0 0 0,-1 0 0 0 0,1 1 1 0 0,3 0-1 0 0,0 0-2 0 0,1 0 24 0 0,-2 0-2 0 0,16 5 11 0 0,-16-4 101 0 0,2-4-47 0 0,9-1-100 0 0,-1-1 0 0 0,-1-1 0 0 0,1 0-1 0 0,25-14 1 0 0,-24 9-81 0 0,0-1-1 0 0,-1 0 1 0 0,0-1 0 0 0,-1-1-1 0 0,0 0 1 0 0,-1-1 0 0 0,-1 0-1 0 0,0 0 1 0 0,0-2-1 0 0,-2 1 1 0 0,0-1 0 0 0,13-33-1 0 0,-12 25-13 0 0,-1 0 1 0 0,-1-1-1 0 0,-1 0 0 0 0,4-37 1 0 0,-6 8 709 0 0,-2-64 0 0 0,-3 88-499 0 0,3 1-248 0 0,-2 22 134 0 0,0 1 6 0 0,-1-1 46 0 0,-11-90 610 0 0,10 92-423 0 0,-3 9-156 0 0,-1 2-21 0 0,0 1 1 0 0,0 0-1 0 0,0 1 1 0 0,1-1-1 0 0,0 1 1 0 0,1 0-1 0 0,0 0 1 0 0,0 0-1 0 0,1 0 1 0 0,-1 1-1 0 0,2-1 1 0 0,-1 1-1 0 0,1-1 1 0 0,1 18-1 0 0,-2 15 62 0 0,-1-17-16 0 0,2 1 0 0 0,1 0 1 0 0,1-1-1 0 0,1 1 1 0 0,1-1-1 0 0,10 42 0 0 0,-10-56-59 0 0,0-1-1 0 0,1 0 0 0 0,0 1 1 0 0,0-1-1 0 0,1-1 0 0 0,0 1 1 0 0,1-1-1 0 0,0 0 0 0 0,0 0 1 0 0,1 0-1 0 0,-1-1 0 0 0,2 0 1 0 0,7 6-1 0 0,-5-7-70 0 0,0 0 0 0 0,0-1-1 0 0,1 0 1 0 0,-1 0 0 0 0,1-1-1 0 0,18 4 1 0 0,34 2-145 0 0,3-2-123 0 0,-59-8 221 0 0,0-1 179 0 0,18-3-132 0 0,-19 2 60 0 0,-1 1 145 0 0,43-16-314 0 0,-43 15 56 0 0,-4 2 94 0 0,-1 0-1 0 0,1 0 1 0 0,0 0 0 0 0,-1 0 0 0 0,1 0 0 0 0,0-1 0 0 0,-1 1-1 0 0,1 0 1 0 0,0 0 0 0 0,-1-1 0 0 0,1 1 0 0 0,0 0 0 0 0,-1-1-1 0 0,1 1 1 0 0,-1-1 0 0 0,1 1 0 0 0,-1-1 0 0 0,1 1 0 0 0,-1-1 0 0 0,1 1-1 0 0,-1-1 1 0 0,0 1 0 0 0,1-2 0 0 0,-1 1-2 0 0,1 1 1 0 0,-1-1-1 0 0,0 1 0 0 0,1-1 1 0 0,-1 1-1 0 0,1-1 1 0 0,-1 1-1 0 0,1-1 0 0 0,-1 1 1 0 0,1-1-1 0 0,-1 1 1 0 0,1 0-1 0 0,-1-1 1 0 0,1 1-1 0 0,-1 0 0 0 0,1-1 1 0 0,-1 1-1 0 0,1 0 1 0 0,0 0-1 0 0,-1 0 0 0 0,1 0 1 0 0,0-1-1 0 0,-1 1 1 0 0,1 0-1 0 0,1 0 0 0 0,-1 0-4 0 0,1-1 1 0 0,0 0-1 0 0,-1 0 0 0 0,1 0 0 0 0,-1 0 0 0 0,1 0 0 0 0,-1 0 0 0 0,1 0 0 0 0,-1 0 0 0 0,0-1 1 0 0,2-1-1 0 0,1 0 53 0 0,-1 1 57 0 0,10-10 12 0 0,-10 10-56 0 0,0-2-90 0 0,10-12-5 0 0,-9 12-16 0 0,-4 3-42 0 0,1 1 90 0 0,-1 0 0 0 0,1 0 0 0 0,-1-1 0 0 0,1 1-1 0 0,-1 0 1 0 0,0-1 0 0 0,1 1 0 0 0,-1 0 0 0 0,1-1 0 0 0,-1 1-1 0 0,0-1 1 0 0,1 1 0 0 0,-1-1 0 0 0,0 1 0 0 0,0-1 0 0 0,1 1-1 0 0,-1-1 1 0 0,0 1 0 0 0,0-1 0 0 0,0 1 0 0 0,1-1 0 0 0,-1 0-1 0 0,0 0 2 0 0,0 1-1 0 0,0-1 0 0 0,0 1 0 0 0,0-1 0 0 0,0 1 0 0 0,0 0 1 0 0,1-1-1 0 0,-1 1 0 0 0,0-1 0 0 0,0 1 0 0 0,1-1 1 0 0,-1 1-1 0 0,0 0 0 0 0,0-1 0 0 0,1 1 0 0 0,-1 0 0 0 0,0-1 1 0 0,1 1-1 0 0,-1 0 0 0 0,1-1 0 0 0,-1 1 0 0 0,0 0 0 0 0,1 0 1 0 0,-1-1-1 0 0,1 1 0 0 0,0 0 0 0 0,0-5-61 0 0,0 2 103 0 0,0 0 0 0 0,0 0 0 0 0,0 0 0 0 0,-1 0 0 0 0,0-1 0 0 0,1 1 0 0 0,-1 0 1 0 0,0 0-1 0 0,-1-1 0 0 0,1 1 0 0 0,-1 0 0 0 0,0-4 0 0 0,-1 2-91 0 0,-3 6-112 0 0,0 0 173 0 0,1 1 1 0 0,-1 0-1 0 0,1 0 1 0 0,-1 0-1 0 0,1 0 1 0 0,0 0-1 0 0,-1 1 1 0 0,1 0-1 0 0,1 0 1 0 0,-1 0-1 0 0,0 1 1 0 0,1-1-1 0 0,-1 1 1 0 0,-3 5-1 0 0,-1 4 205 0 0,1-1 0 0 0,0 1-1 0 0,1 0 1 0 0,0 1-1 0 0,1 0 1 0 0,1-1-1 0 0,0 2 1 0 0,1-1-1 0 0,-2 18 1 0 0,4-26 4 0 0,3 1 33 0 0,-2-1-206 0 0,0-1 9 0 0,1 0-1 0 0,-1 1 1 0 0,1-1 0 0 0,0 0 0 0 0,1 0-1 0 0,-1 0 1 0 0,1 0 0 0 0,0 0 0 0 0,0 0-1 0 0,1 0 1 0 0,-1-1 0 0 0,4 6 0 0 0,16 17 85 0 0,-10-16-71 0 0,-7-8-59 0 0,6 4-294 0 0,0-1 0 0 0,0 0 0 0 0,1-1 1 0 0,0 0-1 0 0,0-1 0 0 0,0 0 0 0 0,15 2 0 0 0,-21-5 181 0 0,30 2-3740 0 0,-1-7-4418 0 0,-4-2 3543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5:52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49 1020 0 0,'0'0'6287'0'0,"-4"-3"-5845"0"0,-10-7 38 0 0,11 8 3217 0 0,0-1-3316 0 0,-28-25 2564 0 0,28 25-299 0 0,-23 18-3034 0 0,24-9 378 0 0,-47 146-194 0 0,12-30 456 0 0,2-25-302 0 0,33-92 162 0 0,0 1-16 0 0,-5 17-155 0 0,5-17 116 0 0,1-1-138 0 0,-5 15-7 0 0,4-15 449 0 0,1 0-439 0 0,-15 43-222 0 0,14-44 625 0 0,2-3-332 0 0,0-1-1 0 0,0 1 1 0 0,0-1-1 0 0,0 1 1 0 0,0 0-1 0 0,0-1 1 0 0,0 1-1 0 0,0-1 1 0 0,0 1-1 0 0,0-1 1 0 0,0 1-1 0 0,-1-1 1 0 0,1 1 0 0 0,0-1-1 0 0,0 1 1 0 0,-1-1-1 0 0,1 1 1 0 0,0-1-1 0 0,0 1 1 0 0,-1-1-1 0 0,1 1 1 0 0,-1-1-1 0 0,0 1 1 0 0,-5 11 231 0 0,5-7-257 0 0,0-1-1 0 0,0 1 1 0 0,-1-1 0 0 0,1 0 0 0 0,-1 0 0 0 0,0 0 0 0 0,-1 0 0 0 0,-2 4 0 0 0,4-6 114 0 0,-1 2-126 0 0,-1 0 36 0 0,-6 10 50 0 0,7-10 314 0 0,0 0-496 0 0,-7 14 169 0 0,7-14 278 0 0,0 0-744 0 0,-7 12 518 0 0,6-12 277 0 0,29-9-553 0 0,-20 4 127 0 0,-1 0 211 0 0,16-3-58 0 0,-15 3-63 0 0,0 0-256 0 0,19-1 318 0 0,-19 1 71 0 0,0 1-160 0 0,18-1-128 0 0,-19 1-82 0 0,1-1-70 0 0,18 0 228 0 0,-18 1-15 0 0,0-1-1185 0 0,54 1-3558 0 0,-55 1 1844 0 0,0 1 405 0 0,20 9 192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5:53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206 197 1096 0 0,'0'0'8454'0'0,"3"-3"-8376"0"0,30-29 576 0 0,-30 29-614 0 0,-1-1-214 0 0,5-15 264 0 0,-6 15-75 0 0,0-1-60 0 0,2-49 21 0 0,-3 48 122 0 0,-1 2-96 0 0,-1-3 3 0 0,-1 1 0 0 0,0-1 0 0 0,0 1 1 0 0,-5-9-1 0 0,5 12-8 0 0,-1 0 62 0 0,-13-5-109 0 0,13 6 34 0 0,-1 1-2 0 0,-16-3-14 0 0,15 3 66 0 0,1 2 6 0 0,-50 4-450 0 0,50-5 476 0 0,0 2-336 0 0,-2 1 326 0 0,1 0 1 0 0,0 1 0 0 0,0-1 0 0 0,1 1-1 0 0,-1 0 1 0 0,1 0 0 0 0,0 1 0 0 0,0 0-1 0 0,0 0 1 0 0,0 0 0 0 0,1 0 0 0 0,0 1 0 0 0,-4 6-1 0 0,6-8 72 0 0,1 2 20 0 0,-14 44 583 0 0,14-46-644 0 0,0 1 5 0 0,-4 16 194 0 0,4-16 186 0 0,0 0-104 0 0,-4 21 9 0 0,6-20-329 0 0,1 21-131 0 0,-1-20 31 0 0,1-2 32 0 0,20 41 377 0 0,-20-43-275 0 0,1 2 56 0 0,0-1-102 0 0,0 1 1 0 0,0-1 0 0 0,0 0 0 0 0,1 0-1 0 0,-1 0 1 0 0,1 0 0 0 0,0-1 0 0 0,0 0-1 0 0,1 1 1 0 0,-1-1 0 0 0,0-1 0 0 0,1 1-1 0 0,0-1 1 0 0,0 0 0 0 0,8 3 0 0 0,10-2 115 0 0,-18-3-225 0 0,2 1 71 0 0,19 2-25 0 0,49 4-5502 0 0,-73-7 5315 0 0,0 0-1 0 0,-1 0 1 0 0,1 0 0 0 0,-1 0-1 0 0,1 0 1 0 0,0 0 0 0 0,-1 1-1 0 0,1-1 1 0 0,-1 1 0 0 0,1-1-1 0 0,-1 1 1 0 0,1-1 0 0 0,-1 1-1 0 0,1 0 1 0 0,-1 0 0 0 0,2 1-1 0 0,1 1-317 0 0,1-1-636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5:54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35 2512 0 0,'-1'-6'1836'0'0,"0"-23"7461"0"0,2 37-8710 0 0,21 422 793 0 0,-19-400-1520 0 0,2-5 185 0 0,4 35 317 0 0,-1-19-480 0 0,-6-34 138 0 0,-1-1 28 0 0,6 58-2761 0 0,-6-58 1717 0 0,-1 0-2249 0 0,3 23-990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5:54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79 2568 0 0,'0'0'9749'0'0,"1"-5"-9139"0"0,1-17-128 0 0,-1 16 1153 0 0,2 3-1495 0 0,9-6-167 0 0,0 0-1 0 0,1 1 1 0 0,14-6 0 0 0,-23 12-995 0 0,3 2-1050 0 0,1-1 1086 0 0,25 3-3924 0 0,-3 3 2253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5:56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102 117 620 0 0,'0'0'2334'0'0,"-4"-2"-1300"0"0,-17-10 5657 0 0,21 11-6681 0 0,0 1-1 0 0,0-1 1 0 0,0 0-1 0 0,0 1 1 0 0,0-1-1 0 0,0 1 1 0 0,0-1 0 0 0,0 1-1 0 0,0-1 1 0 0,-1 1-1 0 0,1-1 1 0 0,0 1-1 0 0,0-1 1 0 0,0 1 0 0 0,-1-1-1 0 0,1 1 1 0 0,0 0-1 0 0,-1-1 1 0 0,1 1-1 0 0,0-1 1 0 0,-1 1 0 0 0,1 0-1 0 0,-1-1 1 0 0,0 0 146 0 0,1 1 0 0 0,-1-1-1 0 0,0 0 1 0 0,0 0 0 0 0,1 0 0 0 0,-1 0 0 0 0,1 0 0 0 0,-1 0 0 0 0,1 0 0 0 0,-1 0-1 0 0,1 0 1 0 0,0 0 0 0 0,-1 0 0 0 0,1 0 0 0 0,0 0 0 0 0,0 0 0 0 0,-1-1 0 0 0,-2-17 12 0 0,2 14 442 0 0,0 1-614 0 0,-19-37 413 0 0,18 37-182 0 0,2 4-330 0 0,0 1 99 0 0,0-1-1 0 0,0 1 1 0 0,0-1-1 0 0,0 0 1 0 0,0 1-1 0 0,0-1 1 0 0,0 0 0 0 0,0 1-1 0 0,0-1 1 0 0,0 0-1 0 0,0 1 1 0 0,0-1-1 0 0,-1 0 1 0 0,1 1-1 0 0,0-1 1 0 0,0 0-1 0 0,0 0 1 0 0,-1 1-1 0 0,1-1 1 0 0,0 0-1 0 0,0 0 1 0 0,-1 1 0 0 0,1-1-1 0 0,0 0 1 0 0,0 0-1 0 0,-1 0 1 0 0,1 1-1 0 0,0-1 1 0 0,-1 0-1 0 0,0 0-4 0 0,0 1-1 0 0,0-1 0 0 0,1 1 0 0 0,-1-1 1 0 0,0 1-1 0 0,0 0 0 0 0,1-1 0 0 0,-1 1 1 0 0,1 0-1 0 0,-1-1 0 0 0,0 1 0 0 0,1 0 1 0 0,-1 0-1 0 0,1-1 0 0 0,0 1 0 0 0,-1 0 1 0 0,1 0-1 0 0,0 0 0 0 0,-1 0 0 0 0,1-1 1 0 0,0 3-1 0 0,-12 56-56 0 0,9-38-85 0 0,1 1-1 0 0,1-1 1 0 0,2 37-1 0 0,1-22 27 0 0,8 45 253 0 0,-9-76-128 0 0,-1 0 1 0 0,1-1 0 0 0,1 1-1 0 0,-1-1 1 0 0,1 1 0 0 0,-1-1-1 0 0,5 8 1 0 0,-5-11 0 0 0,0 1-1 0 0,0 0 1 0 0,0 0 0 0 0,0 1 0 0 0,0-1-1 0 0,0 0 1 0 0,-1 0 0 0 0,1 0 0 0 0,-1 5-1 0 0,4-2 68 0 0,10 16 39 0 0,-11-15-4 0 0,-1-3-88 0 0,1 0 0 0 0,-1 1 1 0 0,1-1-1 0 0,-1 0 0 0 0,1 0 1 0 0,0-1-1 0 0,0 1 0 0 0,0-1 1 0 0,1 1-1 0 0,5 2 0 0 0,-9-5-27 0 0,4 3 28 0 0,3-4 56 0 0,19-2 95 0 0,-19 2-87 0 0,-4-2-7 0 0,12-14-21 0 0,-2-1 1 0 0,0 0-1 0 0,-1 0 0 0 0,0-1 1 0 0,13-33-1 0 0,-23 48 121 0 0,5-17-103 0 0,-5 17-91 0 0,0-1 82 0 0,0 1-20 0 0,6-13-64 0 0,-6 13 5 0 0,5-8 272 0 0,-1-7-551 0 0,15-24-233 0 0,-19 38 722 0 0,0 8-446 0 0,1 0 227 0 0,-1 0 0 0 0,0 0 0 0 0,0 0 0 0 0,0 1 0 0 0,0-1 0 0 0,-1 1 0 0 0,0-1 0 0 0,1 1 0 0 0,-1-1 0 0 0,0 1 0 0 0,0 5 0 0 0,0-8 22 0 0,0 5 21 0 0,1-1-104 0 0,4 13 238 0 0,-5-13-199 0 0,1 0 109 0 0,14 40-187 0 0,-14-41 176 0 0,-2-2-37 0 0,1 0 0 0 0,0 1 0 0 0,0-1 1 0 0,0 0-1 0 0,0 0 0 0 0,0 0 0 0 0,0 0 0 0 0,0 0 1 0 0,1 0-1 0 0,-1-1 0 0 0,4 4 0 0 0,18 14 162 0 0,-17-20-68 0 0,-3 1-104 0 0,0 0 18 0 0,0 0 0 0 0,0 0 1 0 0,0 0-1 0 0,0 0 1 0 0,0-1-1 0 0,-1 1 0 0 0,1-1 1 0 0,0 0-1 0 0,0 0 0 0 0,0 0 1 0 0,-1 0-1 0 0,1 0 1 0 0,0-1-1 0 0,-1 1 0 0 0,1-1 1 0 0,-1 0-1 0 0,3-2 0 0 0,10-16 47 0 0,-1-1 0 0 0,0-1-1 0 0,-2 0 1 0 0,0-1 0 0 0,14-41-1 0 0,-25 60 79 0 0,11-41-55 0 0,-7 30-82 0 0,-4 10 7 0 0,0 0 221 0 0,3-14-316 0 0,-4 14-28 0 0,2 0-188 0 0,0-12 438 0 0,-10 31-343 0 0,5-10 446 0 0,3 2-343 0 0,-3 18 27 0 0,3-18 115 0 0,1-1-225 0 0,0 1 185 0 0,1 1 0 0 0,1-1-1 0 0,-1 0 1 0 0,1 0-1 0 0,5 9 1 0 0,-5-11 24 0 0,16 12-96 0 0,-15-12 180 0 0,10 9-285 0 0,-11-10-81 0 0,2 1 97 0 0,11 11 234 0 0,-12-11-224 0 0,1 1 67 0 0,28 34-55 0 0,-30-36 26 0 0,0 2 211 0 0,1 3-126 0 0,1 0 0 0 0,-2 0 0 0 0,6 16 0 0 0,-8-19 28 0 0,-2 3 287 0 0,1-3-310 0 0,-1 1 29 0 0,1 0-1 0 0,-1 0 1 0 0,0 0-1 0 0,0 0 1 0 0,-1 0-1 0 0,1 0 1 0 0,-1-1-1 0 0,-1 1 1 0 0,-3 6-1 0 0,-4 3 47 0 0,0-1 0 0 0,-1-1 0 0 0,0 0 0 0 0,-2 0 0 0 0,1-2 0 0 0,-21 16-1 0 0,30-25 113 0 0,-1 1 4 0 0,-14 9-662 0 0,13-9-426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5:57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312 155 1940 0 0,'0'0'4655'0'0,"0"-6"-4161"0"0,-4-14 78 0 0,4 15 1559 0 0,-2 0-1895 0 0,-5-14-12 0 0,5 15 483 0 0,-1 0-817 0 0,-7-11 191 0 0,7 12 395 0 0,0-1-797 0 0,-28-30 1782 0 0,27 30-1046 0 0,1 1-354 0 0,-37-19 1082 0 0,36 20-883 0 0,-2 1-388 0 0,-16-2 169 0 0,16 2-162 0 0,5 2 123 0 0,-1 0 1 0 0,1 0 1 0 0,-1 0 0 0 0,1 0 0 0 0,-1-1 0 0 0,0 1 0 0 0,1 0 0 0 0,-1-1 0 0 0,0 1-1 0 0,1-1 1 0 0,-1 0 0 0 0,-3 1 0 0 0,1-1-18 0 0,-2 2-252 0 0,1 2 66 0 0,-4 2 255 0 0,0 1 0 0 0,1-1-1 0 0,0 2 1 0 0,0-1 0 0 0,1 1-1 0 0,0 1 1 0 0,0-1 0 0 0,-9 17-1 0 0,-20 59-716 0 0,34-79 789 0 0,1 2-130 0 0,-2 18-7 0 0,2-19 36 0 0,0 0 118 0 0,2 2-123 0 0,0 1 0 0 0,0-1-1 0 0,0 0 1 0 0,5 13 0 0 0,-4-16 153 0 0,-1-3-173 0 0,-1 1-1 0 0,1-1 1 0 0,0 0-1 0 0,1 0 1 0 0,-1 0 0 0 0,0 0-1 0 0,1 0 1 0 0,-1-1-1 0 0,1 1 1 0 0,2 2-1 0 0,1-1 62 0 0,-3-1-57 0 0,0-1 4 0 0,-1 0 0 0 0,0 1 1 0 0,1-1-1 0 0,-1 0 0 0 0,0 0 0 0 0,1 0 0 0 0,-1-1 0 0 0,1 1 1 0 0,0 0-1 0 0,-1-1 0 0 0,1 1 0 0 0,3 0 0 0 0,27-3-10 0 0,-25 2-39 0 0,-1-5 82 0 0,1 1 1 0 0,-1-2-1 0 0,0 1 1 0 0,-1-1-1 0 0,1 1 1 0 0,-1-2-1 0 0,0 1 1 0 0,4-9-1 0 0,-6 11 142 0 0,-1-1-162 0 0,9-16 76 0 0,-8 15-180 0 0,-2 5 96 0 0,0-1 1 0 0,0 1-1 0 0,0-1 0 0 0,0 1 0 0 0,-1-1 1 0 0,1 0-1 0 0,0 0 0 0 0,-1 1 0 0 0,1-1 0 0 0,0-3 1 0 0,0 0 239 0 0,2 1-282 0 0,6-13 76 0 0,-6 12 173 0 0,0 10-578 0 0,10 12 247 0 0,-10-13 17 0 0,-2 1 188 0 0,1 15-138 0 0,-1-15 22 0 0,0 1 137 0 0,17 41-28 0 0,-16-43 100 0 0,2-1-181 0 0,37 26-108 0 0,-37-27-225 0 0,3-1-59 0 0,21 2-270 0 0,-21-2-123 0 0,0-2-66 0 0,-1 1 773 0 0,2 0-488 0 0,-1 0-1 0 0,1-1 0 0 0,0 0 0 0 0,-1-1 0 0 0,1 0 1 0 0,-1 0-1 0 0,13-5 0 0 0,41-32-3918 0 0,-54 33 3452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5:59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6 196 2292 0 0,'2'-6'771'0'0,"21"-47"1785"0"0,-22 48-1672 0 0,1-1 12 0 0,14-51 4131 0 0,-14 51-3595 0 0,-2 5-1403 0 0,-1 1 1 0 0,1-1-1 0 0,0 0 0 0 0,0 1 1 0 0,0-1-1 0 0,0 0 0 0 0,0 0 1 0 0,0 1-1 0 0,0-1 0 0 0,0 0 1 0 0,0 1-1 0 0,0-1 0 0 0,0 0 1 0 0,0 1-1 0 0,0-1 1 0 0,1 0-1 0 0,-1 1 0 0 0,0-1 1 0 0,0 0-1 0 0,1 0 0 0 0,0 0 23 0 0,0 0 0 0 0,-1 0 0 0 0,0-1 0 0 0,1 1 0 0 0,-1 0 0 0 0,1 0 0 0 0,-1 0 0 0 0,0 0 1 0 0,0-1-1 0 0,0 1 0 0 0,0 0 0 0 0,0 0 0 0 0,0 0 0 0 0,0-1 0 0 0,0 1 0 0 0,0 0 0 0 0,-1-2 0 0 0,-2-17-50 0 0,2 15 287 0 0,-26 8-512 0 0,22-3 85 0 0,5 1 132 0 0,0-1-1 0 0,-1 1 1 0 0,1-1-1 0 0,0 1 1 0 0,0-1-1 0 0,0 0 0 0 0,-1 1 1 0 0,1-1-1 0 0,0 1 1 0 0,-1-1-1 0 0,1 0 1 0 0,0 1-1 0 0,-1-1 0 0 0,1 0 1 0 0,0 1-1 0 0,-1-1 1 0 0,1 0-1 0 0,0 0 1 0 0,-1 1-1 0 0,1-1 0 0 0,-1 0 1 0 0,1 0-1 0 0,-1 0 1 0 0,1 0-1 0 0,0 1 1 0 0,-1-1-1 0 0,0 0 0 0 0,1 0 26 0 0,-1 0 0 0 0,1 0 0 0 0,-1 0 1 0 0,1 0-1 0 0,-1 0 0 0 0,1 1 0 0 0,-1-1 0 0 0,1 0 0 0 0,-1 0 0 0 0,1 0 0 0 0,0 1 0 0 0,-1-1 0 0 0,1 0 0 0 0,-1 1 0 0 0,1-1 0 0 0,0 0 0 0 0,-1 1 0 0 0,1-1 0 0 0,0 1 0 0 0,0-1 0 0 0,-1 0 0 0 0,1 1 0 0 0,0-1 0 0 0,0 1 0 0 0,0-1 0 0 0,-1 1 0 0 0,1 1-54 0 0,1-1 1 0 0,-1 1-1 0 0,1-1 0 0 0,-1 1 1 0 0,1-1-1 0 0,-1 1 0 0 0,1-1 1 0 0,0 0-1 0 0,-1 1 1 0 0,1-1-1 0 0,0 0 0 0 0,2 2 1 0 0,-1 0-32 0 0,0 2 116 0 0,2-1-230 0 0,10 13-23 0 0,-10-13 166 0 0,-1 0 73 0 0,4 3 146 0 0,4 5-107 0 0,-1 0 0 0 0,1 1 0 0 0,-2 0 0 0 0,0 1 0 0 0,-1 0 0 0 0,0 0 0 0 0,9 24 0 0 0,-16-36-88 0 0,2 5-58 0 0,-1 1 1 0 0,0-1 0 0 0,0 1-1 0 0,-1 0 1 0 0,0-1 0 0 0,-1 1 0 0 0,1 9-1 0 0,-2 14-29 0 0,0-23 165 0 0,0 0-231 0 0,-3 22 23 0 0,2-23 297 0 0,0-1-111 0 0,-20 52 219 0 0,20-53-303 0 0,-1-2-41 0 0,-9 11 268 0 0,9-11-100 0 0,-2-2-322 0 0,-12 6 218 0 0,12-5 420 0 0,0-3-518 0 0,-18-3-18 0 0,18 3 184 0 0,1-2-343 0 0,-10-8 161 0 0,10 8 541 0 0,1-32-512 0 0,4 33 60 0 0,-1 1 0 0 0,1-1 0 0 0,0 1 0 0 0,0-1 0 0 0,1 1 0 0 0,-1 0 0 0 0,0 0 0 0 0,0-1 0 0 0,1 1 0 0 0,2-2 0 0 0,-1 0-355 0 0,1 0-23 0 0,25-16-770 0 0,37-19 0 0 0,-36 22 809 0 0,-1-1 1 0 0,41-32-1 0 0,-50 32 722 0 0,0-1-1 0 0,30-36 1 0 0,-8-15 3411 0 0,-39 64-3439 0 0,-2 0-273 0 0,5-17 166 0 0,-4 16-35 0 0,-2 1-260 0 0,3-23 241 0 0,-8 29-328 0 0,-15 4-11 0 0,15-4-22 0 0,-1 26 214 0 0,5-22-41 0 0,3 0 171 0 0,5 13-99 0 0,-5-14 103 0 0,-1-3-133 0 0,1 0-1 0 0,-1 0 0 0 0,1 1 0 0 0,-1-1 0 0 0,1 0 1 0 0,-1 1-1 0 0,0-1 0 0 0,1 1 0 0 0,-1-1 0 0 0,1 3 0 0 0,62 53 151 0 0,-43-40-339 0 0,0 1 0 0 0,21 25 0 0 0,-11-5 550 0 0,-28-35-611 0 0,0 3 117 0 0,9 16-31 0 0,-9-17 164 0 0,-2 0-37 0 0,4 17-11 0 0,-4-17-6 0 0,-1 2-189 0 0,-2 19 202 0 0,2-19 206 0 0,-3-1-203 0 0,-6 18-36 0 0,7-18 83 0 0,-1-1-4 0 0,-9 16 16 0 0,9-16 12 0 0,0-1 144 0 0,-13 14-28 0 0,12-13 284 0 0,1-2-260 0 0,-13 11-240 0 0,12-11 167 0 0,-18 12 106 0 0,18-13 90 0 0,-2 0-256 0 0,-15 3 47 0 0,16-3 132 0 0,-1-2-247 0 0,-16 1-16 0 0,16 0 176 0 0,1-2 49 0 0,-16-3-258 0 0,15 3 46 0 0,1 1-156 0 0,-45-10 384 0 0,45 9-241 0 0,0 0-313 0 0,-17-3 391 0 0,17 2 475 0 0,-13-9-443 0 0,14 9 317 0 0,8 0-2755 0 0,-3 1 2155 0 0,0-1-1 0 0,1 1 1 0 0,-1 0-1 0 0,0 0 1 0 0,0-1 0 0 0,1 1-1 0 0,-1-1 1 0 0,1-1 0 0 0,1 0-1725 0 0,2 3-3570 0 0,23 3 3182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00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63 101 1056 0 0,'0'0'4273'0'0,"-2"-5"-3292"0"0,-4-15-246 0 0,5 15 1868 0 0,0 0-2112 0 0,-4-15-44 0 0,4 15 3076 0 0,0-1-3365 0 0,-2-23 445 0 0,0 32-644 0 0,0 1 28 0 0,0-1-1 0 0,0 1 1 0 0,0-1-1 0 0,1 1 1 0 0,0 0-1 0 0,0 0 1 0 0,0 1-1 0 0,0-1 1 0 0,0 0-1 0 0,1 1 0 0 0,0-1 1 0 0,-2 9-1 0 0,-7 76 84 0 0,10-83-18 0 0,0 3 12 0 0,0-9-65 0 0,5 62-169 0 0,-4-55 221 0 0,0-1 0 0 0,0 1-1 0 0,1-1 1 0 0,0 1 0 0 0,1-1 0 0 0,-1 0-1 0 0,1 1 1 0 0,5 7 0 0 0,-5-10 15 0 0,1-2 2 0 0,11 6 5 0 0,-11-6-37 0 0,2-2 1 0 0,1 0-63 0 0,-1-1 1 0 0,1 0-1 0 0,0 0 1 0 0,0 0 0 0 0,8-3-1 0 0,-11 2-75 0 0,-1-3 156 0 0,2 0 31 0 0,1-1-135 0 0,0 0-1 0 0,-1 0 1 0 0,0-1 0 0 0,0 0-1 0 0,0 0 1 0 0,-1 0 0 0 0,0 0-1 0 0,4-11 1 0 0,7-40-36 0 0,-10 29 119 0 0,-3 21-23 0 0,0 1-110 0 0,2-22 485 0 0,-3 23-470 0 0,0 0-28 0 0,2-17 223 0 0,-2 17-158 0 0,1 0-11 0 0,2-16-28 0 0,-3 17 212 0 0,0 10-81 0 0,3 14-11 0 0,-3-14-161 0 0,-1 0 92 0 0,17 83-62 0 0,-15-82 97 0 0,0 0 123 0 0,5 18-71 0 0,-5-18-77 0 0,1 0-45 0 0,10 17 152 0 0,-10-18 216 0 0,1 0-312 0 0,10 13-74 0 0,-11-13-86 0 0,2-1 248 0 0,14 9-60 0 0,-14-9 57 0 0,0-1 1 0 0,15 7-130 0 0,-15-7 152 0 0,-1-2-75 0 0,45 9 24 0 0,-43-10 43 0 0,-1-2-171 0 0,39-19-236 0 0,-40 19 429 0 0,-2-2 1 0 0,7-11-28 0 0,-6 11 66 0 0,-1-1-45 0 0,32-71-328 0 0,-31 70 104 0 0,-1 0-111 0 0,7-19 340 0 0,-6 18 324 0 0,-1 2-286 0 0,21-44-437 0 0,-20 44 336 0 0,-1 2-144 0 0,8-12 144 0 0,-8 11-108 0 0,0 0 317 0 0,7-12-23 0 0,-7 12-257 0 0,-1 3 0 0 0,1 1 1 0 0,-1-1-1 0 0,0 0 1 0 0,1 0-1 0 0,-1 0 1 0 0,1 0-1 0 0,-1 0 1 0 0,0 0-1 0 0,0 0 1 0 0,0 0-1 0 0,2-3 1 0 0,-2 4-8 0 0,2-3-138 0 0,2 4 398 0 0,1 2-252 0 0,-1 0 0 0 0,0 0 0 0 0,0 0-1 0 0,-1 0 1 0 0,1 1 0 0 0,0-1-1 0 0,-1 1 1 0 0,0 1 0 0 0,0-1 0 0 0,0 0-1 0 0,3 6 1 0 0,-4-5 240 0 0,-1 0 84 0 0,12 52-465 0 0,-13-52-66 0 0,1 2 231 0 0,4 18 51 0 0,-5-19-3 0 0,0 0-334 0 0,4 16 210 0 0,-4-17 645 0 0,1-9-1256 0 0,5-16 698 0 0,-5 15-186 0 0,-1 1 92 0 0,5-14 2 0 0,-4 13 197 0 0,0 1-245 0 0,6-15 24 0 0,-6 14 143 0 0,1 0-114 0 0,6-15 2 0 0,-7 15 130 0 0,1 1-59 0 0,27-32 1003 0 0,-27 33-942 0 0,0-1-237 0 0,-1 3 162 0 0,0-1 0 0 0,0 0 0 0 0,0 0 0 0 0,0 1 0 0 0,1-1 1 0 0,-1 1-1 0 0,0 0 0 0 0,1 0 0 0 0,-1 0 0 0 0,1 0 0 0 0,-1 0 0 0 0,1 0 1 0 0,0 1-1 0 0,-1-1 0 0 0,1 1 0 0 0,0 0 0 0 0,4 0 0 0 0,-7 0 26 0 0,1 0 0 0 0,0 0 0 0 0,-1 0 0 0 0,1 0 0 0 0,0 0 0 0 0,-1 0 0 0 0,1 1 0 0 0,0-1 0 0 0,-1 0 0 0 0,1 0 0 0 0,-1 1 0 0 0,1-1 0 0 0,-1 1-1 0 0,1-1 1 0 0,-1 0 0 0 0,1 1 0 0 0,-1-1 0 0 0,1 1 0 0 0,-1-1 0 0 0,1 1 0 0 0,-1-1 0 0 0,0 1 0 0 0,1-1 0 0 0,-1 1 0 0 0,0 0 0 0 0,1 0-9 0 0,-1-1-1 0 0,0 1 1 0 0,1 0 0 0 0,-1-1 0 0 0,0 1 0 0 0,1-1 0 0 0,-1 1 0 0 0,1-1-1 0 0,-1 1 1 0 0,0-1 0 0 0,1 1 0 0 0,-1-1 0 0 0,1 0 0 0 0,0 1 0 0 0,-1-1-1 0 0,1 0 1 0 0,-1 1 0 0 0,1-1 0 0 0,-1 0 0 0 0,1 0 0 0 0,0 0 0 0 0,-1 1-1 0 0,1-1 1 0 0,0 0 0 0 0,0 0 0 0 0,3 5 191 0 0,37 61 148 0 0,-39-63-559 0 0,1 3 275 0 0,6 16-71 0 0,-7-17-10 0 0,0 0-222 0 0,3 15 179 0 0,-4-16 32 0 0,0 2 40 0 0,1 17-60 0 0,-1-18 173 0 0,-2 1-90 0 0,0 19-114 0 0,1-19 51 0 0,-4-8-81 0 0,-13-11-139 0 0,19-19 424 0 0,-1 26-182 0 0,0 1 334 0 0,16-38 296 0 0,-15 39-673 0 0,0-2 317 0 0,7-11-165 0 0,1 0 0 0 0,0 0 0 0 0,19-22-1 0 0,-26 36-308 0 0,0-1 7 0 0,10-11-85 0 0,-9 12 140 0 0,1 1 265 0 0,16-6-178 0 0,-15 7-5 0 0,0 2 221 0 0,-1-1-128 0 0,-3 0-19 0 0,-1 0 1 0 0,1 0-1 0 0,0 1 0 0 0,-1-1 0 0 0,1 0 0 0 0,0 1 1 0 0,-1-1-1 0 0,1 1 0 0 0,0-1 0 0 0,-1 1 0 0 0,1 0 0 0 0,-1 0 1 0 0,1-1-1 0 0,-1 1 0 0 0,1 0 0 0 0,1 3 0 0 0,4 0 19 0 0,34 30 255 0 0,10 26-212 0 0,-49-56-217 0 0,0 0-30 0 0,7 14 110 0 0,-7-14-342 0 0,5 14-854 0 0,-5-15 955 0 0,-1 1-1377 0 0,1 1-3987 0 0,9 20 3160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01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1 229 2640 0 0,'0'0'12651'0'0,"3"-3"-12663"0"0,10-9-12 0 0,-10 9 141 0 0,2 0-123 0 0,11-11 103 0 0,0 0 1 0 0,-1-1-1 0 0,-1-1 0 0 0,-1-1 0 0 0,17-24 0 0 0,-27 37-81 0 0,-3 2-10 0 0,0 0 0 0 0,1 1-1 0 0,-1-1 1 0 0,1 0 0 0 0,-1 0-1 0 0,1 1 1 0 0,0-1 0 0 0,-1 1-1 0 0,1-1 1 0 0,0 1 0 0 0,0-1-1 0 0,2-1 1 0 0,0-1-3 0 0,-1-1 60 0 0,-1 4-54 0 0,0-1-1 0 0,0 1 1 0 0,0 0-1 0 0,0-1 0 0 0,-1 1 1 0 0,1-1-1 0 0,0 1 1 0 0,-1-1-1 0 0,1 0 0 0 0,-1 1 1 0 0,0-1-1 0 0,1-2 1 0 0,-1 0 13 0 0,2-1 335 0 0,-4 1-395 0 0,-7-16 36 0 0,9 20 4 0 0,0 1-1 0 0,-1-1 1 0 0,1 1 0 0 0,0-1-1 0 0,-1 1 1 0 0,1-1 0 0 0,0 0-1 0 0,-1 1 1 0 0,1-1 0 0 0,0 0-1 0 0,-1 1 1 0 0,1-1 0 0 0,-1 0-1 0 0,1 1 1 0 0,-1-1-1 0 0,1 0 1 0 0,-1 0 0 0 0,1 0-1 0 0,-1 0 1 0 0,1 1 0 0 0,-1-1-1 0 0,1 0 1 0 0,-1 0 0 0 0,0 0-1 0 0,-18 8-196 0 0,8 1 238 0 0,1 0 0 0 0,0 1 1 0 0,1 1-1 0 0,0 0 0 0 0,0 0 0 0 0,1 0 0 0 0,1 1 0 0 0,-8 15 0 0 0,13-22 156 0 0,-2 10-34 0 0,4-13-148 0 0,-1-1 0 0 0,1 0 0 0 0,-1 0 0 0 0,1 1 0 0 0,-1-1 0 0 0,1 0 1 0 0,0 1-1 0 0,0-1 0 0 0,0 0 0 0 0,0 1 0 0 0,0-1 0 0 0,0 1 0 0 0,0-1 0 0 0,0 0 0 0 0,1 3 0 0 0,0 0 16 0 0,-1 0-1 0 0,2 0 1 0 0,-1 0 0 0 0,0 0-1 0 0,1-1 1 0 0,0 1 0 0 0,-1 0 0 0 0,1-1-1 0 0,1 0 1 0 0,-1 1 0 0 0,0-1-1 0 0,1 0 1 0 0,0 0 0 0 0,0 0-1 0 0,0-1 1 0 0,0 1 0 0 0,0-1 0 0 0,0 1-1 0 0,5 1 1 0 0,61 28-1718 0 0,-33-17-1486 0 0,3 3-3457 0 0,-12-4 3461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02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0 108 1972 0 0,'0'0'3565'0'0,"1"-6"-2210"0"0,-1-9-359 0 0,0-43 7032 0 0,-1 35-8100 0 0,1 18 549 0 0,5 9-538 0 0,13 20 203 0 0,-1 1 1 0 0,-1 1-1 0 0,23 48 0 0 0,-32-61 0 0 0,-4-7-164 0 0,0 0 1 0 0,0-1-1 0 0,1 0 1 0 0,-1 1 0 0 0,6 4-1 0 0,-5-6 60 0 0,0 1 1 0 0,0 0-1 0 0,-1 0 1 0 0,0 0-1 0 0,4 9 0 0 0,38 59-12 0 0,-43-70-17 0 0,1 2-27 0 0,11 16-159 0 0,-11-16-147 0 0,0 0-347 0 0,26 47-7253 0 0,-26-47 5496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02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595 34 2368 0 0,'0'0'4799'0'0,"0"-5"-2975"0"0,1-2-1277 0 0,0-3-65 0 0,-1-1 5291 0 0,-4 14-5661 0 0,-10 11 14 0 0,1 0 0 0 0,0 0-1 0 0,2 2 1 0 0,-1-1 0 0 0,-15 32-1 0 0,0-3 114 0 0,-290 436 525 0 0,219-325-206 0 0,96-151-341 0 0,-1 1 5 0 0,-7 13-59 0 0,8-13 203 0 0,0-1-150 0 0,-8 12-60 0 0,8-11 329 0 0,-1-2-446 0 0,-7 13-59 0 0,7-12 252 0 0,1 0-385 0 0,-8 12-96 0 0,8-12-172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03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15 1604 0 0,'-33'2'11909'0'0,"29"-1"-11789"0"0,-6 5 52 0 0,10-4 468 0 0,17-1 408 0 0,-10-1-1212 0 0,0 0 607 0 0,0-2-612 0 0,63-14-1818 0 0,-18 8-4277 0 0,-47 8 4070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04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88 80 0 0,'0'0'14331'0'0,"0"-5"-14206"0"0,4-15-74 0 0,-4 15 193 0 0,2 5-241 0 0,0-1 0 0 0,-1 1 0 0 0,1 0-1 0 0,0-1 1 0 0,-1 1 0 0 0,1-1 0 0 0,-1 1-1 0 0,1-1 1 0 0,-1 0 0 0 0,1 0 0 0 0,-1 0-1 0 0,2-1 1 0 0,1 0-4 0 0,1 0 78 0 0,1 0-101 0 0,110-34 16 0 0,-109 35-191 0 0,-5 1 159 0 0,0 0-1 0 0,0 0 1 0 0,0 0-1 0 0,-1 0 1 0 0,1 0 0 0 0,0 0-1 0 0,0-1 1 0 0,0 1 0 0 0,0-1-1 0 0,-1 1 1 0 0,1-1-1 0 0,2-1 1 0 0,-3 2-23 0 0,4-1-291 0 0,2 1-1466 0 0,-1 1 1444 0 0,8 1 136 0 0,-2-4-3858 0 0,-8 5 1948 0 0,13 13 492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08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28 1464 0 0,'0'0'1096'0'0,"-4"-3"-56"0"0,-12-12 6146 0 0,13 12-6938 0 0,3 2-194 0 0,0 1-1 0 0,0 0 1 0 0,0-1 0 0 0,0 1-1 0 0,0 0 1 0 0,-1 0-1 0 0,1-1 1 0 0,0 1-1 0 0,0 0 1 0 0,0-1-1 0 0,-1 1 1 0 0,1 0-1 0 0,0 0 1 0 0,0-1 0 0 0,-1 1-1 0 0,1 0 1 0 0,0 0-1 0 0,-1 0 1 0 0,1-1-1 0 0,0 1 1 0 0,-1 0-1 0 0,1 0 1 0 0,0 0 0 0 0,0 0-1 0 0,-1 0 1 0 0,1 0-1 0 0,-1 0 1 0 0,1 0-1 0 0,0 0 1 0 0,-1 0-1 0 0,1 0 1 0 0,0 0-1 0 0,-1 0 1 0 0,1 0 0 0 0,0 0-1 0 0,-1 0 1 0 0,1 0-1 0 0,0 0 1 0 0,-1 0-1 0 0,1 0 1 0 0,0 1-1 0 0,0-1 1 0 0,-1 0 0 0 0,1 3 5 0 0,0 0 0 0 0,1 0 0 0 0,-1-1 0 0 0,1 1 0 0 0,-1 0 0 0 0,1-1 0 0 0,0 1 0 0 0,0 0 0 0 0,2 3 0 0 0,28 68 169 0 0,3-1 0 0 0,4-2 1 0 0,2-1-1 0 0,91 117 1 0 0,-78-118 67 0 0,-51-66-308 0 0,2 2 14 0 0,12 12 87 0 0,-13-12 110 0 0,-2-4-201 0 0,0 1 0 0 0,0 0 0 0 0,0-1 0 0 0,0 0 0 0 0,0 1 0 0 0,0-1 1 0 0,1 1-1 0 0,-1-1 0 0 0,0 0 0 0 0,4 2 0 0 0,-2 1-25 0 0,0-1-31 0 0,10 12-58 0 0,-10-11-268 0 0,10 17-8689 0 0,-10-17 6483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09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483 68 1792 0 0,'0'0'14239'0'0,"-3"-3"-14111"0"0,-5-8 291 0 0,1 0-1 0 0,0-1 1 0 0,-6-14 0 0 0,12 22-449 0 0,-2 4-441 0 0,1 0 456 0 0,0 0 1 0 0,-1 0-1 0 0,1 1 0 0 0,0-1 0 0 0,0 1 0 0 0,-1 0 0 0 0,1 0 0 0 0,-3 1 0 0 0,-1 1 10 0 0,-3 3 123 0 0,-54 87-89 0 0,-93 192 0 0 0,118-212 153 0 0,-19 44 20 0 0,44-91-42 0 0,10-22-202 0 0,1 2 85 0 0,-9 16 4 0 0,8-17-39 0 0,1-1-114 0 0,-6 11 31 0 0,6-11 138 0 0,-1 0-23 0 0,-8 13-2 0 0,9-13 160 0 0,-1 1 38 0 0,-6 12-180 0 0,7-12 478 0 0,-1-2-422 0 0,-6 12-110 0 0,7-12-276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10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80 884 588 0 0,'0'0'13574'0'0,"-4"3"-13593"0"0,1 0 52 0 0,0 0 0 0 0,0 0-1 0 0,0 0 1 0 0,1 1 0 0 0,-1-1-1 0 0,1 1 1 0 0,0 0 0 0 0,0 0-1 0 0,-2 5 1 0 0,3-4 456 0 0,-4 15-264 0 0,3-16-202 0 0,0 1 3374 0 0,2-5-3398 0 0,0-1 0 0 0,0 1 0 0 0,-1 0 0 0 0,1-1-1 0 0,0 1 1 0 0,-1-1 0 0 0,1 1 0 0 0,0 0-1 0 0,-1-1 1 0 0,1 1 0 0 0,0 0 0 0 0,-1 0 0 0 0,1-1-1 0 0,-1 1 1 0 0,1 0 0 0 0,-1 0 0 0 0,1 0 0 0 0,-1 0-1 0 0,1-1 1 0 0,-1 1 0 0 0,1 0 0 0 0,-1 0 0 0 0,1 0-1 0 0,-1 0 1 0 0,0 0 2 0 0,1 0 0 0 0,-1 0 1 0 0,1 0-1 0 0,-1 0 0 0 0,0 0 0 0 0,1 0 0 0 0,-1-1 0 0 0,1 1 0 0 0,-1 0 1 0 0,1 0-1 0 0,-1-1 0 0 0,1 1 0 0 0,-1 0 0 0 0,1-1 0 0 0,-1 1 0 0 0,1 0 1 0 0,-1-1-1 0 0,1 1 0 0 0,0-1 0 0 0,-1 1 0 0 0,1 0 0 0 0,-1-1 0 0 0,1 1 1 0 0,0-1-1 0 0,0 0 0 0 0,-1 1 0 0 0,1-1 0 0 0,0 1 0 0 0,0-1 0 0 0,0 1 1 0 0,0-1-1 0 0,-1 1 0 0 0,1-2 0 0 0,-4-17-99 0 0,2 14 102 0 0,2-3-115 0 0,-9-154 41 0 0,16-48 1 0 0,-6 200 27 0 0,3-50-1 0 0,2 13-156 0 0,2-9 257 0 0,15-73-7 0 0,-22 124-30 0 0,2-14-118 0 0,0 0 1 0 0,11-30-1 0 0,-10 37 181 0 0,-3 6 40 0 0,0 1-227 0 0,4-26-129 0 0,18-54 0 0 0,-22 80 238 0 0,2 10-564 0 0,7 13 659 0 0,-7-14-14 0 0,-2 2-95 0 0,2 15 24 0 0,-2-16-139 0 0,-1 2-7 0 0,0 62-110 0 0,-8-1 169 0 0,7-62-41 0 0,-1 20 237 0 0,-12 51 0 0 0,6-42-77 0 0,7-30 73 0 0,4-2-412 0 0,8 10 183 0 0,-8-10 226 0 0,3-4-628 0 0,21-1 477 0 0,-20 1 167 0 0,-1 2-272 0 0,16 3 229 0 0,-17-3-44 0 0,1 1-3 0 0,44 24-597 0 0,-45-23 424 0 0,-3-2 39 0 0,0 0 80 0 0,-1 0 1 0 0,1 0 0 0 0,0 0-1 0 0,-1 0 1 0 0,1 0 0 0 0,-1 0-1 0 0,1 1 1 0 0,-1-1 0 0 0,0 1-1 0 0,2 2 1 0 0,-2-4 3 0 0,3 3-24 0 0,-2 1 218 0 0,9 9-73 0 0,-8-9-201 0 0,-3-4 78 0 0,-1 1 1 0 0,1 0-1 0 0,0-1 0 0 0,0 1 1 0 0,0-1-1 0 0,1 1 1 0 0,-1-1-1 0 0,0 1 1 0 0,0 0-1 0 0,0-1 0 0 0,0 1 1 0 0,0-1-1 0 0,1 1 1 0 0,-1-1-1 0 0,0 1 0 0 0,0-1 1 0 0,1 1-1 0 0,-1-1 1 0 0,1 1-1 0 0,-1-1 1 0 0,0 1-1 0 0,1-1 0 0 0,-1 0 1 0 0,1 1-1 0 0,0-1 1 0 0,-1 1 12 0 0,1 0 0 0 0,0-1 0 0 0,0 1 0 0 0,-1 0 0 0 0,1 0 0 0 0,0 0 0 0 0,-1-1 0 0 0,1 1 1 0 0,-1 0-1 0 0,1 0 0 0 0,-1 0 0 0 0,0 0 0 0 0,1 0 0 0 0,-1 0 0 0 0,0 0 0 0 0,1 0 0 0 0,-1 0 0 0 0,0 0 1 0 0,0 0-1 0 0,0 0 0 0 0,0 0 0 0 0,0 0 0 0 0,-1 2 0 0 0,2 25 327 0 0,0-21-267 0 0,-2-1-134 0 0,-1 20 36 0 0,1-19-30 0 0,0-6 72 0 0,0 0-1 0 0,0 1 1 0 0,0-1 0 0 0,0 1-1 0 0,0-1 1 0 0,1 1 0 0 0,-1 0-1 0 0,0-1 1 0 0,1 1 0 0 0,0 0-1 0 0,-1-1 1 0 0,1 4 0 0 0,-1-1-18 0 0,-1 1 10 0 0,0 1 227 0 0,-7 14 21 0 0,7-15-71 0 0,-1 0-121 0 0,-8 13-6 0 0,8-14 52 0 0,-1-1-34 0 0,-9 10 32 0 0,10-10-12 0 0,0 0-9 0 0,-1 0 0 0 0,1 0 0 0 0,-1 0 0 0 0,0-1 0 0 0,0 1 0 0 0,0-1 0 0 0,0 0 1 0 0,0 0-1 0 0,-5 1 0 0 0,7-2-55 0 0,-2 1 25 0 0,-1-1 39 0 0,-15 2-2 0 0,15-2-113 0 0,-2-1-53 0 0,-21-1-211 0 0,21 1-155 0 0,1 0-1676 0 0,1-1 1291 0 0,-10-1 430 0 0,-1 7-6848 0 0,-3 4 4163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13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16 441 784 0 0,'0'0'17160'0'0,"-3"-4"-17188"0"0,-10-13 397 0 0,14 12-432 0 0,3-15 8 0 0,-3 15 50 0 0,0 0 106 0 0,15-51-356 0 0,-14 50 145 0 0,0 0-4 0 0,26-88-264 0 0,-26 88 391 0 0,0 0-83 0 0,15-44-7 0 0,-16 46 98 0 0,1-1-192 0 0,15-40 279 0 0,-15 41-26 0 0,-1 0-100 0 0,4-14 81 0 0,-4 14-101 0 0,0-1-38 0 0,19-38 98 0 0,-18 38-127 0 0,0 1-437 0 0,8-16 433 0 0,-6 24 185 0 0,9 9-101 0 0,-10-10 90 0 0,0 3-20 0 0,8 16-163 0 0,-8-17 162 0 0,0 1 72 0 0,74 104-287 0 0,-75-106 320 0 0,1 0-151 0 0,10 15 192 0 0,-10-14-209 0 0,0-2-90 0 0,41 56 67 0 0,-41-55 70 0 0,0 0-120 0 0,7 12-2 0 0,-7-12 21 0 0,0 0 178 0 0,8 13-143 0 0,-8-13 36 0 0,0 0-182 0 0,10 9 175 0 0,-10-10 367 0 0,-1 1-384 0 0,7 10 163 0 0,-7-11-3492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21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135 702 96 0 0,'-7'-31'8714'0'0,"7"24"-8017"0"0,-1-18-64 0 0,1 19 2188 0 0,-1 0-2665 0 0,-2-16-91 0 0,3 16 1104 0 0,-1 1-1275 0 0,-3-22 73 0 0,-1 29-78 0 0,-14 7 71 0 0,18-9 42 0 0,0 1-1 0 0,0 0 1 0 0,0-1 0 0 0,0 1 0 0 0,0 0 0 0 0,0-1 0 0 0,0 1 0 0 0,0 0 0 0 0,0 0-1 0 0,1 0 1 0 0,-1 0 0 0 0,0 0 0 0 0,1 0 0 0 0,-1 0 0 0 0,1 0 0 0 0,-1 0 0 0 0,1 0 0 0 0,-1 0-1 0 0,1 0 1 0 0,-1 0 0 0 0,1 2 0 0 0,-1-1-19 0 0,-10 22 83 0 0,0 1 0 0 0,2 0 0 0 0,-8 35 0 0 0,-1 1-259 0 0,17-56 2 0 0,0 1 62 0 0,-3 20 114 0 0,3-20 183 0 0,0 1-308 0 0,-1 17 54 0 0,2-18 140 0 0,0 0-202 0 0,3 23-102 0 0,-3-28 260 0 0,0-1 1 0 0,0 1 0 0 0,0-1-1 0 0,1 1 1 0 0,-1-1 0 0 0,0 0-1 0 0,0 1 1 0 0,1-1 0 0 0,-1 1-1 0 0,0-1 1 0 0,0 0 0 0 0,1 1-1 0 0,-1-1 1 0 0,0 0 0 0 0,1 1-1 0 0,-1-1 1 0 0,0 0 0 0 0,1 1-1 0 0,-1-1 1 0 0,1 0 0 0 0,-1 0-1 0 0,0 0 1 0 0,1 1 0 0 0,-1-1-1 0 0,1 0 1 0 0,0 0 0 0 0,0 0 8 0 0,-1 0 0 0 0,0 0 0 0 0,1 1 1 0 0,-1-1-1 0 0,1 0 0 0 0,-1 0 1 0 0,1 0-1 0 0,-1 1 0 0 0,0-1 0 0 0,1 0 1 0 0,-1 0-1 0 0,1 1 0 0 0,-1-1 1 0 0,0 0-1 0 0,1 1 0 0 0,-1-1 0 0 0,0 0 1 0 0,0 1-1 0 0,1-1 0 0 0,-1 1 1 0 0,0-1-1 0 0,0 0 0 0 0,1 1 0 0 0,-1-1 1 0 0,0 1-1 0 0,0 0 0 0 0,5-2 157 0 0,16-3-205 0 0,-15 3 172 0 0,-3-2-156 0 0,9-9-22 0 0,-1 0 0 0 0,0-1 1 0 0,-1 0-1 0 0,0 0 0 0 0,12-24 0 0 0,-20 33-35 0 0,-2 4 68 0 0,0-1-1 0 0,0 0 0 0 0,0 1 0 0 0,0-1 0 0 0,0 0 1 0 0,1 1-1 0 0,-1-1 0 0 0,0 0 0 0 0,0 1 0 0 0,1-1 1 0 0,-1 1-1 0 0,0-1 0 0 0,0 0 0 0 0,1 1 1 0 0,-1-1-1 0 0,1 1 0 0 0,-1-1 0 0 0,1 1 0 0 0,-1-1 1 0 0,1 1-1 0 0,-1 0 0 0 0,1-1 0 0 0,12-17 414 0 0,-5 0-488 0 0,-6 14 200 0 0,1-1-351 0 0,6-12 165 0 0,-6 13 635 0 0,-1 8-908 0 0,15 45 910 0 0,-15-43-583 0 0,0-2-204 0 0,31 32 253 0 0,-29-33-11 0 0,1-1-486 0 0,18 2 304 0 0,-18-3 42 0 0,1-2 235 0 0,49-16-252 0 0,-50 14 182 0 0,0 0-40 0 0,5-4 104 0 0,0-1-1 0 0,-1 0 1 0 0,1-1-1 0 0,-2 0 1 0 0,1 0-1 0 0,9-16 0 0 0,-16 22 168 0 0,1-3-88 0 0,10-15-335 0 0,-10 16-130 0 0,-2 0 8 0 0,12-52-36 0 0,-12 51 298 0 0,-2 0 48 0 0,-2-20-49 0 0,2 19 208 0 0,0 2 97 0 0,-15-49-258 0 0,14 48-266 0 0,-2 1 6 0 0,-6-8 247 0 0,0 0 0 0 0,0 1 0 0 0,-1 0 0 0 0,-21-17-1 0 0,29 27-271 0 0,1 1 247 0 0,1 1 1 0 0,-1 0-1 0 0,1-1 0 0 0,-1 0 1 0 0,1 1-1 0 0,-1-1 0 0 0,1 0 1 0 0,0 0-1 0 0,-1 0 0 0 0,1 0 1 0 0,0 0-1 0 0,-3-2 1 0 0,2 1 16 0 0,-2 0-46 0 0,0 0-80 0 0,-11-7 144 0 0,11 7-320 0 0,-2 2-363 0 0,-19 0 785 0 0,19 0 185 0 0,-1 9-864 0 0,6-9 543 0 0,1 1-1 0 0,-1-1 1 0 0,1 1 0 0 0,-1-1 0 0 0,1 1 0 0 0,-1 0 0 0 0,1-1 0 0 0,-1 1-1 0 0,1 0 1 0 0,0-1 0 0 0,-1 1 0 0 0,1 0 0 0 0,0-1 0 0 0,-1 1-1 0 0,1 0 1 0 0,0 0 0 0 0,0 1 0 0 0,17 12 603 0 0,-13-11-545 0 0,27-1 11 0 0,-25-1 67 0 0,1-3 26 0 0,13-3-635 0 0,0-2-1 0 0,-1 0 0 0 0,0-1 1 0 0,20-12-1 0 0,-28 12 200 0 0,-1 0-1 0 0,0-1 1 0 0,0 0 0 0 0,16-19 0 0 0,-16 16-15 0 0,-5 6 207 0 0,0-1 0 0 0,-1 1 0 0 0,1-1 0 0 0,-1 0 0 0 0,-1 0 0 0 0,0 0 0 0 0,4-11 0 0 0,-4 10 22 0 0,2-3-75 0 0,2-5 59 0 0,-2-3-113 0 0,5-21 324 0 0,0-2 1 0 0,-3 1-1 0 0,3-61 1 0 0,-6 122-58 0 0,2 9 81 0 0,13 326 654 0 0,-17-315-719 0 0,-3-10-76 0 0,5 70 354 0 0,-4-94-349 0 0,0 2 15 0 0,0 106 115 0 0,0-108-231 0 0,-1 18 109 0 0,0-17 87 0 0,1-2-5 0 0,-3 52 124 0 0,3-51 1429 0 0,2-11-1796 0 0,6-15 39 0 0,-6 15-201 0 0,-1 0 38 0 0,1-15 22 0 0,-1 14-73 0 0,0 1-260 0 0,4-18 478 0 0,-4 17-17 0 0,1 1 57 0 0,6-16 81 0 0,-6 16-119 0 0,0 1-35 0 0,6-12 4 0 0,-6 12 61 0 0,1 0-49 0 0,25-38 19 0 0,-25 38 73 0 0,11-13-99 0 0,-12 13 52 0 0,3 0-86 0 0,12-10 76 0 0,-12 10 6 0 0,-4 4-36 0 0,-1 1 86 0 0,1-1 0 0 0,-1 0 0 0 0,1-1 0 0 0,0 1 0 0 0,-1 0-1 0 0,1 0 1 0 0,0 0 0 0 0,-1 0 0 0 0,1 0 0 0 0,-1-1 0 0 0,1 1 0 0 0,-1 0 0 0 0,1 0 0 0 0,0-1 0 0 0,-1 1 0 0 0,1 0 0 0 0,-1-1 0 0 0,1 1 0 0 0,0-1 0 0 0,17-9-358 0 0,5 4-69 0 0,-22 6 431 0 0,0 0 1 0 0,-1 0-1 0 0,1 0 1 0 0,-1 1-1 0 0,1-1 1 0 0,0 0-1 0 0,-1 0 1 0 0,1 0-1 0 0,-1 0 1 0 0,1 1 0 0 0,-1-1-1 0 0,1 0 1 0 0,-1 1-1 0 0,1-1 1 0 0,0 0-1 0 0,-1 1 1 0 0,0-1-1 0 0,1 0 1 0 0,-1 1-1 0 0,1-1 1 0 0,0 2-1 0 0,9 5 394 0 0,-7-2-377 0 0,7 14 67 0 0,-8-14 91 0 0,-1 1-90 0 0,15 82 202 0 0,-16-82-420 0 0,1-1 93 0 0,3 18 30 0 0,-3-17 27 0 0,0-1-21 0 0,4 16 45 0 0,-4-15-32 0 0,0-2-29 0 0,6 14 40 0 0,-6-14 35 0 0,1 1-19 0 0,8 11 80 0 0,-8-11 95 0 0,2-3-310 0 0,13 5 181 0 0,-13-5-74 0 0,2-2 76 0 0,20 0-66 0 0,-20 0-134 0 0,-1-2 86 0 0,10-4 47 0 0,0 0 0 0 0,0-1 0 0 0,-1-1 0 0 0,0 0 1 0 0,0-1-1 0 0,-1-1 0 0 0,16-14 0 0 0,-26 22-65 0 0,1-2 73 0 0,13-12-10 0 0,-13 12 234 0 0,-1-1 230 0 0,7-11-521 0 0,-7 12 67 0 0,-1 0 18 0 0,22-40-147 0 0,-22 39 237 0 0,0 0-32 0 0,4-15-139 0 0,-5 15-207 0 0,-1-2 118 0 0,0-19-59 0 0,0 19-53 0 0,-1 2-391 0 0,-6-15 544 0 0,5 15 80 0 0,-1 1-106 0 0,3 3 113 0 0,-1 0-11 0 0,0-1-1 0 0,0 1 1 0 0,0-1-1 0 0,0 0 1 0 0,0 1-1 0 0,0 0 1 0 0,0-1-1 0 0,0 1 1 0 0,-1 0-1 0 0,1-1 1 0 0,0 1-1 0 0,-1 0 1 0 0,1 0-1 0 0,-1 0 1 0 0,1 0-1 0 0,-1 1 1 0 0,0-1-1 0 0,1 0 1 0 0,-1 1-1 0 0,0-1 1 0 0,1 1-1 0 0,-1-1 1 0 0,0 1-1 0 0,0 0 1 0 0,0 0-1 0 0,1 0 1 0 0,-4 0-1 0 0,-14 6 46 0 0,14-5-73 0 0,1 2 24 0 0,-2-2-20 0 0,0 1 25 0 0,-19 23-394 0 0,8-7 412 0 0,14-15 37 0 0,0 1-18 0 0,-3 9 7 0 0,1 0-1 0 0,0 0 1 0 0,-6 26-1 0 0,10-33 35 0 0,1 33 113 0 0,1-33-238 0 0,12 49 919 0 0,-11-50-485 0 0,1-1-490 0 0,2 2 152 0 0,1-1 1 0 0,-1 1 0 0 0,1-1 0 0 0,0 0 0 0 0,0-1 0 0 0,0 0-1 0 0,12 7 1 0 0,-13-10 345 0 0,1 1-189 0 0,17 3-246 0 0,-17-3 123 0 0,1-2-286 0 0,19 0 237 0 0,-20 0 22 0 0,0-2-249 0 0,18-3 324 0 0,-18 3 92 0 0,-1 0-170 0 0,16-7 116 0 0,-16 7-180 0 0,0-1-144 0 0,14-9 140 0 0,-14 9 179 0 0,-1-1-49 0 0,11-8-30 0 0,-11 9 11 0 0,-1-1-65 0 0,9-10 236 0 0,-4 6-365 0 0,-1-1 1 0 0,0 0-1 0 0,0 0 0 0 0,0-1 0 0 0,-2 1 1 0 0,1-2-1 0 0,-1 1 0 0 0,0 0 1 0 0,2-13-1 0 0,17-50-635 0 0,-23 68 800 0 0,1-1 72 0 0,5-18-79 0 0,-5 18-51 0 0,-1 0 176 0 0,3-18 18 0 0,-3 17-29 0 0,-1 2-119 0 0,4-15-133 0 0,-4 14-112 0 0,0 1-935 0 0,-3-19 1237 0 0,3 18 18 0 0,0 6-298 0 0,-1 0 175 0 0,1-1 0 0 0,0 1-1 0 0,-1 0 1 0 0,1 0-1 0 0,0 0 1 0 0,-1 0 0 0 0,1-1-1 0 0,0 1 1 0 0,-1 0 0 0 0,1 0-1 0 0,0-1 1 0 0,0 1-1 0 0,-1 0 1 0 0,1 0 0 0 0,0-1-1 0 0,0 1 1 0 0,0 0-1 0 0,-1-1 1 0 0,1 1 0 0 0,0 0-1 0 0,0-1 1 0 0,0 1 0 0 0,0 0-1 0 0,0-1 1 0 0,0 1-1 0 0,0 0 1 0 0,0-1 0 0 0,-1 1-1 0 0,1 0 1 0 0,1-1-1 0 0,-1 0-5 0 0,0 0 0 0 0,0 1-1 0 0,-1-1 1 0 0,1 1 0 0 0,0-1-1 0 0,0 0 1 0 0,0 1 0 0 0,0-1 0 0 0,0 1-1 0 0,-1-1 1 0 0,1 1 0 0 0,0-1-1 0 0,-1 1 1 0 0,1-1 0 0 0,0 1-1 0 0,-1-1 1 0 0,1 1 0 0 0,0 0-1 0 0,-1-1 1 0 0,1 1 0 0 0,-1-1-1 0 0,1 1 1 0 0,-1 0 0 0 0,1-1-1 0 0,-1 1 1 0 0,1 0 0 0 0,-1 0-1 0 0,1-1 1 0 0,-1 1 0 0 0,1 0-1 0 0,-1 0 1 0 0,0 0 0 0 0,0 0-1 0 0,-19-5-173 0 0,15 4 120 0 0,1 4 34 0 0,0 2 11 0 0,0-1-1 0 0,0 1 0 0 0,1 0 1 0 0,-1 1-1 0 0,1-1 0 0 0,-3 7 0 0 0,4-7-110 0 0,1 0-6 0 0,-7 15 140 0 0,6-15 34 0 0,2 0 24 0 0,-3 17 31 0 0,3-17 186 0 0,2 0-295 0 0,8 12-5 0 0,-8-13 143 0 0,-1-4-129 0 0,-1 0 1 0 0,1 0-1 0 0,-1 0 1 0 0,1 0-1 0 0,-1 0 1 0 0,1 0-1 0 0,-1 0 0 0 0,1 0 1 0 0,-1 0-1 0 0,1 0 1 0 0,-1 0-1 0 0,1 0 0 0 0,-1 0 1 0 0,1 1-1 0 0,-1-1 1 0 0,0 0-1 0 0,1 0 0 0 0,-1 0 1 0 0,1 1-1 0 0,-1-1 1 0 0,0 0-1 0 0,1 1 0 0 0,-1-1 1 0 0,0 0-1 0 0,1 1 1 0 0,0 0-1 0 0,-1-1 6 0 0,1 1-1 0 0,0 0 1 0 0,-1-1-1 0 0,1 1 1 0 0,0 0 0 0 0,0-1-1 0 0,0 1 1 0 0,0-1-1 0 0,0 1 1 0 0,0-1 0 0 0,0 0-1 0 0,0 1 1 0 0,0-1-1 0 0,0 0 1 0 0,0 0 0 0 0,0 1-1 0 0,0-1 1 0 0,0 0-1 0 0,2 0 1 0 0,61 3-113 0 0,-49-3 118 0 0,-5-1-62 0 0,0 1 0 0 0,0 0 0 0 0,-1 1-1 0 0,1 0 1 0 0,0 0 0 0 0,0 1 0 0 0,0 0 0 0 0,-1 1 0 0 0,17 7 0 0 0,-21-8 98 0 0,-3 2-28 0 0,7 13 51 0 0,-6-13 103 0 0,-2 2-371 0 0,3 16 155 0 0,-2-17 138 0 0,-3 1-54 0 0,-1 16-97 0 0,1-17 72 0 0,-4 16-34 0 0,3-15 36 0 0,0-1 45 0 0,1 0-89 0 0,-1 16 74 0 0,2-16 202 0 0,1 0-152 0 0,4 16-75 0 0,-4-15 295 0 0,1-2-206 0 0,3 14-205 0 0,-3-14 34 0 0,-1-2 106 0 0,1-1 0 0 0,-1 0-1 0 0,1 1 1 0 0,-1-1 0 0 0,1 1-1 0 0,-1-1 1 0 0,0 1 0 0 0,0 0-1 0 0,2 2 1 0 0,0 0 71 0 0,2-3 66 0 0,15 2 83 0 0,1 0 0 0 0,32-1 0 0 0,-46-2-376 0 0,0-2 29 0 0,0 1 95 0 0,0-1-1 0 0,0 0 1 0 0,0-1-1 0 0,0 0 1 0 0,7-4-1 0 0,-7 4-111 0 0,-1 1 2 0 0,-1-1 278 0 0,22-15-209 0 0,0-1-1 0 0,40-35 1 0 0,6-21 113 0 0,-70 72-114 0 0,1-1-44 0 0,10-14-18 0 0,-11 14 8 0 0,-2 4 81 0 0,-1 0 0 0 0,0-1 0 0 0,1 1 1 0 0,-1 0-1 0 0,1-1 0 0 0,-1 1 0 0 0,1 0 0 0 0,-1-1 0 0 0,0 1 0 0 0,1-1 0 0 0,-1 1 0 0 0,0-1 0 0 0,1 1 0 0 0,-1-1 1 0 0,0 1-1 0 0,0-1 0 0 0,0 1 0 0 0,1-1 0 0 0,-1 1 0 0 0,0-1 0 0 0,0 1 0 0 0,0-1 0 0 0,0 0 0 0 0,0 0 12 0 0,0 1 1 0 0,0-1-1 0 0,0 1 0 0 0,0-1 0 0 0,0 1 0 0 0,1-1 0 0 0,-1 1 0 0 0,0 0 1 0 0,0-1-1 0 0,0 1 0 0 0,1-1 0 0 0,-1 1 0 0 0,0-1 0 0 0,0 1 0 0 0,1-1 1 0 0,-1 1-1 0 0,0 0 0 0 0,1-1 0 0 0,-1 1 0 0 0,0 0 0 0 0,1-1 0 0 0,-1 1 1 0 0,1 0-1 0 0,0-1 0 0 0,1-4 139 0 0,19-40 1093 0 0,-19 41-637 0 0,-1-1-858 0 0,3-16 34 0 0,-3 16-26 0 0,-3 1-74 0 0,-4-15 802 0 0,5 14-333 0 0,-12 1-1009 0 0,13 3 912 0 0,-1 0 0 0 0,0 1 0 0 0,0-1 0 0 0,0 0 0 0 0,0 1 0 0 0,0-1 0 0 0,0 1 0 0 0,0 0 0 0 0,-1-1 0 0 0,1 1 0 0 0,0 0 0 0 0,0-1 0 0 0,0 1-1 0 0,0 0 1 0 0,0 0 0 0 0,-2 0 0 0 0,-19-2-197 0 0,17 2 111 0 0,0 1 9 0 0,-17 4-133 0 0,17-3 186 0 0,1-1 185 0 0,-42 19 127 0 0,42-17-458 0 0,0 0-152 0 0,-10 10 417 0 0,10-9 84 0 0,4-4-222 0 0,0 1-1 0 0,0-1 0 0 0,0 1 1 0 0,-1-1-1 0 0,1 1 1 0 0,0-1-1 0 0,0 1 1 0 0,-1-1-1 0 0,1 1 1 0 0,0-1-1 0 0,0 1 1 0 0,-1-1-1 0 0,1 1 0 0 0,0-1 1 0 0,-1 1-1 0 0,1-1 1 0 0,-1 0-1 0 0,1 1 1 0 0,-1-1-1 0 0,1 0 1 0 0,-1 1-1 0 0,1-1 1 0 0,-1 0-1 0 0,1 0 1 0 0,-1 1-1 0 0,0-1 0 0 0,1 0-3 0 0,-1 0 0 0 0,1 1 0 0 0,-1-1-1 0 0,0 0 1 0 0,1 0 0 0 0,0 1 0 0 0,-1-1-1 0 0,1 0 1 0 0,-1 1 0 0 0,1-1 0 0 0,-1 0-1 0 0,1 1 1 0 0,-1-1 0 0 0,1 1 0 0 0,0-1-1 0 0,-1 0 1 0 0,1 1 0 0 0,0-1 0 0 0,0 1-1 0 0,-1-1 1 0 0,1 1 0 0 0,0-1 0 0 0,0 1 0 0 0,0 0-1 0 0,0-1 1 0 0,-1 1 0 0 0,1 1 0 0 0,0 0 0 0 0,-1-1 0 0 0,1 1 1 0 0,-1 0-1 0 0,1-1 0 0 0,-1 1 0 0 0,0-1 1 0 0,0 1-1 0 0,0-1 0 0 0,0 1 0 0 0,0-1 0 0 0,-2 2 1 0 0,1 0-8 0 0,-5 11-160 0 0,1-5 20 0 0,1 1 1 0 0,0-1-1 0 0,1 1 0 0 0,-6 18 0 0 0,3-3 278 0 0,4-20-122 0 0,1 0-107 0 0,2 2 7 0 0,-9 57 130 0 0,8-58-40 0 0,1 1 222 0 0,0-4-229 0 0,-1 2 62 0 0,1 0 0 0 0,0-1-1 0 0,0 1 1 0 0,0 0 0 0 0,1 0 0 0 0,-1-1-1 0 0,1 1 1 0 0,0 0 0 0 0,1-1-1 0 0,-1 1 1 0 0,1-1 0 0 0,0 1 0 0 0,0-1-1 0 0,0 0 1 0 0,0 1 0 0 0,1-1-1 0 0,0-1 1 0 0,0 1 0 0 0,0 0 0 0 0,0-1-1 0 0,1 1 1 0 0,-1-1 0 0 0,1 0-1 0 0,8 5 1 0 0,5 0-64 0 0,1 0 0 0 0,0-1 0 0 0,1-1-1 0 0,33 7 1 0 0,39 2-4146 0 0,-66-12 1724 0 0,5 3-657 0 0,-25-5-216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24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64 964 0 0,'0'0'1727'0'0,"-3"-3"-429"0"0,-3-3 106 0 0,-11-14 7486 0 0,11 12-9537 0 0,3 4 2976 0 0,-5-18-886 0 0,16 26-1471 0 0,0 0 0 0 0,-1 0-1 0 0,0 1 1 0 0,0 0 0 0 0,0 0-1 0 0,-1 1 1 0 0,10 10 0 0 0,283 323 486 0 0,-297-335-369 0 0,13 13 178 0 0,-12-13-247 0 0,1 0-190 0 0,10 13 34 0 0,-10-13 148 0 0,-4-3-13 0 0,1 1-1 0 0,-1-1 0 0 0,1 0 0 0 0,0 1 0 0 0,0-1 1 0 0,0 0-1 0 0,0 1 0 0 0,0-1 0 0 0,0 0 0 0 0,0 0 1 0 0,0 0-1 0 0,1 1 0 0 0,-1-2-3 0 0,2 4-111 0 0,-3-4-578 0 0,1 0 686 0 0,-1 0-1 0 0,1 1 0 0 0,-1-1 0 0 0,1 0 0 0 0,-1 0 0 0 0,0 1 0 0 0,1-1 0 0 0,-1 0 1 0 0,0 1-1 0 0,1-1 0 0 0,-1 0 0 0 0,0 1 0 0 0,1-1 0 0 0,-1 1 0 0 0,0-1 0 0 0,0 0 1 0 0,1 1-1 0 0,-1-1 0 0 0,0 1 0 0 0,0-1 0 0 0,0 1 0 0 0,0-1 0 0 0,0 1 0 0 0,1 0 0 0 0,2 7-1749 0 0,5-3-6726 0 0,10 12 5492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24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434 0 24 0 0,'0'0'7219'0'0,"4"2"-6627"0"0,16 7 7326 0 0,-21-7-8048 0 0,0-1 128 0 0,0 1-1 0 0,0-1 1 0 0,0 1-1 0 0,0-1 1 0 0,0 0-1 0 0,0 0 1 0 0,0 0 0 0 0,-1 1-1 0 0,-2 0 1 0 0,2 1 128 0 0,-1 1-212 0 0,-3 5 73 0 0,-179 279-216 0 0,174-270 329 0 0,-113 186 660 0 0,89-157-394 0 0,32-43-85 0 0,0 0-311 0 0,-9 12-43 0 0,9-12 42 0 0,3-3 34 0 0,0 0 1 0 0,0-1-1 0 0,0 1 1 0 0,-1 0 0 0 0,1 0-1 0 0,0-1 1 0 0,0 1-1 0 0,-1 0 1 0 0,1-1 0 0 0,-1 1-1 0 0,1-1 1 0 0,0 1 0 0 0,-1 0-1 0 0,1-1 1 0 0,-1 1-1 0 0,1-1 1 0 0,-1 1 0 0 0,0-1-1 0 0,1 1 1 0 0,-2-1 0 0 0,-7 10 263 0 0,-5 9-28 0 0,11-16-24 0 0,-1 1-67 0 0,-9 5 134 0 0,10-6-4067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27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1 255 996 0 0,'0'0'14632'0'0,"0"-5"-14465"0"0,1-17 79 0 0,-1 16-134 0 0,12-12-124 0 0,-9 14 100 0 0,-1 0-244 0 0,24-38 68 0 0,-23 38-31 0 0,0 1 38 0 0,44-50 240 0 0,-44 50-110 0 0,-1 2-89 0 0,-1-1 22 0 0,1 1 0 0 0,-1-1 0 0 0,1 1 0 0 0,-1-1 0 0 0,0 1 0 0 0,1-1 0 0 0,-1 0 0 0 0,1-2 0 0 0,1 1 2 0 0,0-1 71 0 0,28-26-95 0 0,-28 27 160 0 0,-1 2-283 0 0,-1 0 177 0 0,1 1 0 0 0,-1-1 0 0 0,0 0 0 0 0,1 0 0 0 0,-1 0 0 0 0,0 0 0 0 0,1 0 0 0 0,-1 0 0 0 0,0 0 0 0 0,2-3-1 0 0,-3 4-6 0 0,4-3-77 0 0,-1 0-16 0 0,15-9-2 0 0,-13 14 146 0 0,-1-1-77 0 0,0 1 0 0 0,0 0 0 0 0,0 0 1 0 0,0 1-1 0 0,0-1 0 0 0,0 1 0 0 0,-1 0 0 0 0,6 5 0 0 0,-6-4 72 0 0,-3-4-51 0 0,1 0 0 0 0,-1 0 0 0 0,1 0 1 0 0,-1 1-1 0 0,1-1 0 0 0,-1 0 0 0 0,1 0 0 0 0,-1 1 0 0 0,0-1 0 0 0,1 0 0 0 0,-1 1 0 0 0,1-1 0 0 0,-1 0 1 0 0,0 1-1 0 0,0-1 0 0 0,1 1 0 0 0,-1-1 0 0 0,0 0 0 0 0,1 1 0 0 0,-1-1 0 0 0,0 1 0 0 0,0-1 0 0 0,0 2 1 0 0,8 7 17 0 0,-4-5 3 0 0,0 0-1 0 0,0 1 0 0 0,-1-1 0 0 0,1 1 0 0 0,-1-1 1 0 0,4 9-1 0 0,-6-12-98 0 0,2 3 204 0 0,-2-2-102 0 0,-1-1-1 0 0,0 1 1 0 0,1-1-1 0 0,-1 0 0 0 0,1 1 1 0 0,-1-1-1 0 0,1 0 0 0 0,0 1 1 0 0,0-1-1 0 0,-1 0 0 0 0,1 0 1 0 0,2 2-1 0 0,-1-1-15 0 0,0 3 43 0 0,1-2-78 0 0,8 12-63 0 0,-9-11 78 0 0,-1-4-194 0 0,-1 0 213 0 0,1 0 0 0 0,-1 0 0 0 0,0 1 0 0 0,1-1 0 0 0,-1 0 0 0 0,1 1 0 0 0,-1-1 0 0 0,0 0 0 0 0,1 1 0 0 0,-1-1 0 0 0,0 0 0 0 0,1 1 0 0 0,-1-1 0 0 0,0 1 1 0 0,0-1-1 0 0,0 0 0 0 0,1 1 0 0 0,-1-1 0 0 0,0 1 0 0 0,0-1 0 0 0,0 1 0 0 0,0-1 0 0 0,0 1 0 0 0,0 0 0 0 0,0-1-16 0 0,0 1 0 0 0,0-1-1 0 0,0 1 1 0 0,1-1 0 0 0,-1 1 0 0 0,0-1-1 0 0,0 1 1 0 0,0-1 0 0 0,0 1-1 0 0,1-1 1 0 0,-1 0 0 0 0,0 1 0 0 0,0-1-1 0 0,1 1 1 0 0,-1-1 0 0 0,0 0 0 0 0,1 1-1 0 0,-1-1 1 0 0,0 0 0 0 0,1 1 0 0 0,-1-1-1 0 0,0 0 1 0 0,1 1 0 0 0,-1-1-1 0 0,1 0 1 0 0,19 18 215 0 0,-4 1-154 0 0,14-16 88 0 0,-25-3-72 0 0,-1-3-185 0 0,10-8 187 0 0,-11 8 10 0 0,0-1-101 0 0,8-11-51 0 0,-9 11 17 0 0,1 1-35 0 0,24-34-1904 0 0,-25 33 359 0 0,19-11-7583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28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1 204 2176 0 0,'0'0'9459'0'0,"-1"-6"-8877"0"0,1 0-178 0 0,0 0 0 0 0,0-1 0 0 0,1 1-1 0 0,0 0 1 0 0,2-10 0 0 0,-1 12 111 0 0,1 0-421 0 0,29-31 402 0 0,-28 32-371 0 0,0 0-102 0 0,14-11-21 0 0,-14 11 78 0 0,0 1-97 0 0,11-7-4 0 0,-11 7 43 0 0,2 3-427 0 0,-2-1 440 0 0,1 1-1 0 0,-1 0 1 0 0,1 0 0 0 0,-1 1-1 0 0,1-1 1 0 0,-1 1 0 0 0,0 0-1 0 0,5 3 1 0 0,-6-3-132 0 0,0 3 25 0 0,33 64 249 0 0,-34-65-188 0 0,-1 3-86 0 0,19 132 290 0 0,-20-133 300 0 0,-1-11-982 0 0,-3-17 265 0 0,2 17 61 0 0,3-3 48 0 0,2-23 210 0 0,-2 24-250 0 0,0-4 137 0 0,1 0 1 0 0,0 0-1 0 0,0 0 1 0 0,6-16 0 0 0,-7 23 26 0 0,1-2-59 0 0,0-1 34 0 0,0 0-1 0 0,0 0 1 0 0,0 0 0 0 0,1 1 0 0 0,0-1 0 0 0,5-8 0 0 0,-5 11-41 0 0,27-39-59 0 0,-28 39 37 0 0,1 0-72 0 0,1-2 218 0 0,1 1 0 0 0,0 0 0 0 0,0 0 0 0 0,8-6 0 0 0,-9 8-54 0 0,16-6-250 0 0,-16 7 518 0 0,2 2-365 0 0,18-3 194 0 0,-18 2 27 0 0,-1 3-214 0 0,0-1 77 0 0,0 1 0 0 0,0 0 0 0 0,0 0 0 0 0,0 0 0 0 0,0 0 1 0 0,0 1-1 0 0,-1 0 0 0 0,0 0 0 0 0,1 0 0 0 0,5 6 0 0 0,-3 1 16 0 0,0-1-1 0 0,0 1 1 0 0,-1 0-1 0 0,7 19 0 0 0,-2-7 190 0 0,-1 1 0 0 0,13 44 0 0 0,-18-45-252 0 0,-2-16-24 0 0,-2-1-266 0 0,0 1-1018 0 0,1 5 1395 0 0,8 27-8770 0 0,-9-34 6730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28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60 892 0 0,'1'-5'1984'0'0,"7"-19"6748"0"0,-7 19-8022 0 0,3-16-76 0 0,-3 16 1689 0 0,2 9-2297 0 0,10 14 54 0 0,-10-14-40 0 0,-1 0 85 0 0,18 33-78 0 0,28 39 0 0 0,-44-71 24 0 0,-2-2-82 0 0,1 2 44 0 0,52 54-1581 0 0,-51-55 456 0 0,1-1-232 0 0,15 11-713 0 0,-15-11-560 0 0,-2 0 481 0 0,14 12 525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29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354 20 160 0 0,'0'0'5437'0'0,"-2"-3"-4731"0"0,2 3-589 0 0,-2-1 7 0 0,1 0 0 0 0,0 0 0 0 0,0 0 0 0 0,0 0 0 0 0,0 0 0 0 0,0-1 0 0 0,0 1 0 0 0,0 0 0 0 0,0-1-1 0 0,0 1 1 0 0,-1-3 0 0 0,-2 7 470 0 0,-19 13 363 0 0,1 2 0 0 0,1 0 0 0 0,1 2 0 0 0,-24 28 0 0 0,16-17-130 0 0,-58 75-641 0 0,32-38 63 0 0,37-42-1511 0 0,14-22 152 0 0,0 2-756 0 0,-7 16-854 0 0,7-16 440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29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0 1988 0 0,'0'0'6885'0'0,"-2"5"-5734"0"0,-1 2-730 0 0,0 0 0 0 0,1 1 0 0 0,0-1 0 0 0,1 1 0 0 0,0-1 0 0 0,0 1 0 0 0,0 15 0 0 0,14 586 2746 0 0,-6-402-2658 0 0,-4-50-2440 0 0,-3-149 958 0 0,1-2-198 0 0,-1 2 653 0 0,1 4-96 0 0,-1 6-5402 0 0,0 10 3599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30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0 191 1036 0 0,'12'-27'2573'0'0,"3"-10"3341"0"0,-7 21-5769 0 0,-6 12 310 0 0,1 1 102 0 0,8-9-63 0 0,-9 8-235 0 0,3 1 234 0 0,34-27 732 0 0,-35 27-843 0 0,1 0-173 0 0,47-31 304 0 0,-47 31-282 0 0,2 1-69 0 0,19-5-63 0 0,-20 6-69 0 0,1 1-94 0 0,-1-1 100 0 0,-3 1-51 0 0,-1 0 0 0 0,0 0 0 0 0,0 0 1 0 0,0 0-1 0 0,0 0 0 0 0,0 0 0 0 0,0 0 0 0 0,1 1 0 0 0,-1-1 1 0 0,0 1-1 0 0,0-1 0 0 0,0 1 0 0 0,0 0 0 0 0,2 1 1 0 0,5 2 91 0 0,-1 0 1 0 0,0 1-1 0 0,0 0 0 0 0,0 0 1 0 0,-1 1-1 0 0,0 0 1 0 0,0 0-1 0 0,0 1 1 0 0,0 0-1 0 0,-1 0 0 0 0,-1 0 1 0 0,1 1-1 0 0,8 16 1 0 0,-11-17-43 0 0,-1 0 0 0 0,1 1 0 0 0,-1-1 0 0 0,0 1 0 0 0,-1 0 0 0 0,0 0 0 0 0,0-1 0 0 0,-1 1 0 0 0,0 0 0 0 0,0 0 0 0 0,-1 0 0 0 0,0 0 0 0 0,0-1 0 0 0,-1 1 0 0 0,0 0 0 0 0,-4 9 0 0 0,1-3 38 0 0,0 0-1 0 0,-2-1 0 0 0,1 0 1 0 0,-2 0-1 0 0,0 0 1 0 0,0-1-1 0 0,-1 0 1 0 0,0 0-1 0 0,-1-1 0 0 0,-18 15 1 0 0,22-21-84 0 0,1-1 0 0 0,-1 0 0 0 0,0-1-1 0 0,0 1 1 0 0,-1-1 0 0 0,1 0 0 0 0,0-1 0 0 0,-1 1 0 0 0,0-1 0 0 0,0-1 0 0 0,-13 3 0 0 0,3-3-1809 0 0,0-1 0 0 0,0-1 0 0 0,-18-2 1 0 0,32 3 1295 0 0,-9-2-2290 0 0,-18-2-11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33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70 368 0 0,'0'0'7326'0'0,"2"-5"-7121"0"0,6-12-43 0 0,-6 13 3413 0 0,0-1-3211 0 0,6-15 505 0 0,0 1 1584 0 0,-8 37-2290 0 0,0-12 66 0 0,-1 60-216 0 0,0-60 46 0 0,1 0-31 0 0,0 20 65 0 0,0-19 110 0 0,1 0-120 0 0,0 21-19 0 0,-1-21 173 0 0,0 0-270 0 0,1 0-205 0 0,0 5 177 0 0,-1 0-9930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33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13 101 2568 0 0,'0'0'4173'0'0,"-9"-37"-1209"0"0,6 4-2032 0 0,12 2-1664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34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1668 0 0,'0'0'7722'0'0,"6"1"-7468"0"0,14 3 47 0 0,-15-3 190 0 0,-1 3-303 0 0,10 12 16 0 0,-11-12 38 0 0,-1 1-79 0 0,4 12 382 0 0,0 0-1 0 0,-1 1 1 0 0,3 25 0 0 0,3 10 562 0 0,-10-48-370 0 0,10-29-3864 0 0,-9 20 2936 0 0,-1-2-29 0 0,6-16 102 0 0,-5 17-32 0 0,1-1 8 0 0,10-14-20 0 0,-9 15-13 0 0,-4 3 168 0 0,1 1 0 0 0,0-1 0 0 0,-1 1 0 0 0,1-1 0 0 0,0 1 0 0 0,0-1 0 0 0,0 1 0 0 0,0 0 0 0 0,0 0-1 0 0,1-1 1 0 0,-1 1 0 0 0,2-1 0 0 0,-3 2 8 0 0,3-4 117 0 0,0 1-118 0 0,31-26 536 0 0,-30 27 56 0 0,26 5 13 0 0,-24-2-328 0 0,-6-1-257 0 0,0 1 0 0 0,0-1 0 0 0,0 0 0 0 0,0 1 1 0 0,1-1-1 0 0,-1 1 0 0 0,0-1 0 0 0,0 1 0 0 0,1-1 0 0 0,-1 0 0 0 0,0 1 1 0 0,0-1-1 0 0,1 1 0 0 0,-1-1 0 0 0,0 0 0 0 0,1 1 0 0 0,-1-1 0 0 0,1 0 0 0 0,-1 0 1 0 0,0 1-1 0 0,1-1 0 0 0,-1 0 0 0 0,1 0 0 0 0,13 13 510 0 0,-5-2-547 0 0,-2 0 0 0 0,0 1 0 0 0,0 0 0 0 0,-1 1 1 0 0,0-1-1 0 0,-1 1 0 0 0,0 0 0 0 0,-2 1 0 0 0,5 20 1 0 0,13 41-1846 0 0,-19-71 325 0 0,0 0-1162 0 0,7 14 356 0 0,-7-13 359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34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 2128 0 0,'1'-5'2023'0'0,"3"-10"3247"0"0,0 14-2168 0 0,2 28-1324 0 0,3 53-1400 0 0,12 652 3061 0 0,-20-676-3147 0 0,6 443 1016 0 0,-3-426-1124 0 0,-3-44-343 0 0,0-22-157 0 0,-1-1-313 0 0,1 6 1307 0 0,-1-5-4020 0 0,9-41-9364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35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0 270 196 0 0,'1'-6'1514'0'0,"1"-9"-826"0"0,1 1-1 0 0,0 0 1 0 0,1-1-1 0 0,1 2 1 0 0,0-1 0 0 0,1 0-1 0 0,0 1 1 0 0,1 0-1 0 0,1 0 1 0 0,15-20 0 0 0,33-32 1053 0 0,-52 62-1679 0 0,1 0 23 0 0,16-10 74 0 0,-15 10-30 0 0,19-2-132 0 0,-20 4 292 0 0,1 2-254 0 0,17 2-90 0 0,-17-3 22 0 0,5 5 23 0 0,-10-4 54 0 0,0-1-1 0 0,-1 0 1 0 0,1 0 0 0 0,0 0-1 0 0,0 1 1 0 0,0-1-1 0 0,-1 0 1 0 0,1 1-1 0 0,0-1 1 0 0,0 1 0 0 0,-1-1-1 0 0,1 1 1 0 0,0-1-1 0 0,-1 1 1 0 0,1-1-1 0 0,0 1 1 0 0,-1 0 0 0 0,1-1-1 0 0,-1 1 1 0 0,1 0-1 0 0,0 0 1 0 0,12 15 74 0 0,-10-12 314 0 0,-1 2-185 0 0,0-1-201 0 0,4 17 192 0 0,-7-17-243 0 0,-1 0 0 0 0,1 0-1 0 0,-1 0 1 0 0,-1-1 0 0 0,1 1-1 0 0,-1 0 1 0 0,-2 3 0 0 0,2-4 97 0 0,0 0-81 0 0,0 1 1 0 0,-1-1-1 0 0,1 0 0 0 0,-1 0 0 0 0,0-1 0 0 0,-1 1 0 0 0,1-1 1 0 0,-6 4-1 0 0,6-4 41 0 0,0 0-159 0 0,-2 0 109 0 0,-73 37 396 0 0,73-37-551 0 0,-12 3-469 0 0,14-4 512 0 0,0-1-379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36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9 377 2084 0 0,'0'0'9913'0'0,"0"6"-9543"0"0,-3 16 358 0 0,3-17 168 0 0,-1 2-545 0 0,-2 18-42 0 0,2-18-381 0 0,1-2-32 0 0,3 17 102 0 0,-3-16 226 0 0,1-1 70 0 0,14 45-180 0 0,-13-45 139 0 0,0-2 102 0 0,23 32 227 0 0,-22-33-600 0 0,15 10 183 0 0,-15-10-13 0 0,3-1-184 0 0,14 3-120 0 0,-14-3-29 0 0,-1-3 33 0 0,16-5 145 0 0,-15 5-58 0 0,-2-1 106 0 0,13-10 82 0 0,-13 10-77 0 0,0-1 15 0 0,11-13-53 0 0,-11 13-81 0 0,7-8-90 0 0,-6 4 217 0 0,-2 3 115 0 0,9-12-28 0 0,-10 13-197 0 0,1 1-445 0 0,9-10 418 0 0,-9 10 661 0 0,-2 8-515 0 0,5 14-34 0 0,-4-14-74 0 0,-2 1 21 0 0,3 17 110 0 0,-3-18-51 0 0,2 0-15 0 0,-1-1 53 0 0,1 0 0 0 0,-1 0 1 0 0,1 0-1 0 0,0 0 1 0 0,0 0-1 0 0,1 0 1 0 0,-1-1-1 0 0,1 1 0 0 0,0-1 1 0 0,0 0-1 0 0,0 0 1 0 0,0 0-1 0 0,4 3 1 0 0,-2-3-97 0 0,-1-1 1 0 0,0-1-1 0 0,0 1 1 0 0,1 0-1 0 0,-1-1 1 0 0,1 0-1 0 0,-1 0 1 0 0,1 0-1 0 0,-1-1 1 0 0,1 0-1 0 0,0 0 1 0 0,-1 0-1 0 0,1 0 1 0 0,0-1 0 0 0,-1 1-1 0 0,6-3 1 0 0,-9 3 37 0 0,8-1-138 0 0,0-1 1 0 0,0 0-1 0 0,-1-1 0 0 0,0 0 1 0 0,1 0-1 0 0,-1-1 1 0 0,0 0-1 0 0,9-6 1 0 0,-9 2-12 0 0,0 0 1 0 0,0 0 0 0 0,-1-1 0 0 0,0 0-1 0 0,0-1 1 0 0,-1 1 0 0 0,0-1 0 0 0,-1 0-1 0 0,0-1 1 0 0,-1 1 0 0 0,6-22 0 0 0,11-52-103 0 0,-12 37 252 0 0,14-73-112 0 0,-22 114-60 0 0,0-1 0 0 0,0-21-45 0 0,-1 21 206 0 0,1 0 72 0 0,-1-19 45 0 0,1 19 7 0 0,0-1 59 0 0,2-21-13 0 0,-2 21-168 0 0,0 3-58 0 0,3-18 124 0 0,-3 17 166 0 0,0 2-235 0 0,4-16-3 0 0,-4 15 4 0 0,-4 9 149 0 0,0 1-93 0 0,0 0 0 0 0,1 0 1 0 0,-1 0-1 0 0,1 1 0 0 0,0-1 0 0 0,1 1 0 0 0,-2 8 0 0 0,-5 51 405 0 0,2 113-1 0 0,7-140-356 0 0,3-1 0 0 0,1 0 0 0 0,1 1-1 0 0,14 39 1 0 0,-10-49 69 0 0,2-5-441 0 0,-11-21-46 0 0,23 41-331 0 0,-22-40-160 0 0,0-1 0 0 0,1 1-1 0 0,-1-1 1 0 0,1 1-1 0 0,-1-1 1 0 0,1 0 0 0 0,0 0-1 0 0,5 3 1 0 0,13 5-1990 0 0,-16-8 1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36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81 1136 0 0,'0'0'14765'0'0,"20"-28"-14441"0"0,8 17-1396 0 0,14-9-4564 0 0,-13 7 2888 0 0,-2 4-593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38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87 1864 0 0,'0'0'3426'0'0,"2"-5"-2550"0"0,8-13-203 0 0,-8 13 1404 0 0,1 1-1448 0 0,10-12 215 0 0,-10 12 422 0 0,1 1-806 0 0,9-9 101 0 0,-10 9 408 0 0,1 1-611 0 0,1-1-295 0 0,1 1-1 0 0,-1 0 0 0 0,1 0 1 0 0,0 0-1 0 0,0 1 1 0 0,10-2-1 0 0,-10 3 517 0 0,-2 4-356 0 0,11 10-76 0 0,-11-10-12 0 0,-1 1 8 0 0,3 8-146 0 0,-1-1 1 0 0,-1 1-1 0 0,0 0 1 0 0,0 0-1 0 0,1 16 0 0 0,0 28 335 0 0,-5-51-311 0 0,-1 1-186 0 0,0 21-63 0 0,1-21 80 0 0,0-2 199 0 0,-2 18 100 0 0,2-18-316 0 0,-1 1-620 0 0,-3 17 643 0 0,4-17 153 0 0,1-10-4808 0 0,0 2 4775 0 0,-1 0 0 0 0,1 0 1 0 0,-1-1-1 0 0,1 1 1 0 0,-1 0-1 0 0,0 0 1 0 0,0-1-1 0 0,0 1 1 0 0,-1-4-1 0 0,0 0-3 0 0,2-2-3 0 0,0 8 25 0 0,-1-1 0 0 0,0 1 0 0 0,1-1 0 0 0,-1 1 0 0 0,1-1 0 0 0,-1 1 0 0 0,1-1 0 0 0,-1 1-1 0 0,0-1 1 0 0,0 1 0 0 0,1-1 0 0 0,-1 0 0 0 0,0 1 0 0 0,0-1 0 0 0,0 0 0 0 0,1 1 0 0 0,-1-1 0 0 0,0 1 0 0 0,0-1 0 0 0,0-1-1 0 0,5-19 13 0 0,-1 15-63 0 0,4-11 736 0 0,2 0-1 0 0,0 1 1 0 0,1 0 0 0 0,18-21 0 0 0,-14 24-494 0 0,0 1 1 0 0,1 0 0 0 0,0 1 0 0 0,27-14 0 0 0,-39 23-169 0 0,-2 2-21 0 0,0 0-1 0 0,0 0 1 0 0,0 0 0 0 0,-1 0-1 0 0,1 0 1 0 0,0-1-1 0 0,0 1 1 0 0,0-1-1 0 0,0 1 1 0 0,0-1-1 0 0,-1 0 1 0 0,4-1 0 0 0,-1 0-3 0 0,2 0 12 0 0,1 2-54 0 0,20 1 205 0 0,-20-1 242 0 0,-2 2-39 0 0,37 21 129 0 0,-38-20-536 0 0,-2 2-85 0 0,16 43-380 0 0,-16-43 608 0 0,-1 11-191 0 0,0-14 73 0 0,-1 0 1 0 0,0 0 0 0 0,1 0 0 0 0,-1 0 0 0 0,0 0 0 0 0,0 0-1 0 0,-1 0 1 0 0,1 0 0 0 0,0 0 0 0 0,-1 0 0 0 0,1-1 0 0 0,-1 1-1 0 0,0 0 1 0 0,-1 2 0 0 0,-16 49 16 0 0,17-49 233 0 0,-1 0-82 0 0,-2 6-451 0 0,-7 16 628 0 0,11-24-72 0 0,9-14-268 0 0,-6 8-261 0 0,-3 3 285 0 0,0 0 0 0 0,1-1 1 0 0,-1 1-1 0 0,0 0 0 0 0,1-1 0 0 0,-1 1 1 0 0,1 0-1 0 0,-1 0 0 0 0,1-1 0 0 0,-1 1 1 0 0,1 0-1 0 0,0 0 0 0 0,0 0 1 0 0,0 0-1 0 0,1-1 0 0 0,6-9-108 0 0,9-14 57 0 0,0 0 149 0 0,38-41 0 0 0,-17 28 173 0 0,-34 35-286 0 0,0 0-60 0 0,0 0-80 0 0,30-21 253 0 0,-31 22-71 0 0,-1 0 0 0 0,1 0 0 0 0,0 1-1 0 0,0 0 1 0 0,0-1 0 0 0,0 1-1 0 0,0 0 1 0 0,0 0 0 0 0,0 0-1 0 0,4 0 1 0 0,11 10 40 0 0,-14-6-35 0 0,0-1 233 0 0,-3 0-271 0 0,-1 0 0 0 0,0-1 0 0 0,1 1 0 0 0,-1 0 0 0 0,1-1 0 0 0,0 1 0 0 0,-1-1 0 0 0,1 1 0 0 0,0-1 0 0 0,0 1 0 0 0,0-1 0 0 0,2 2 0 0 0,0 0 16 0 0,-1 2 118 0 0,1 1 12 0 0,26 79 186 0 0,-27-80-351 0 0,-2 1-150 0 0,3 19-235 0 0,-3-18-293 0 0,2-3-264 0 0,7 16-223 0 0,-7-15-663 0 0,0-1-1079 0 0,7 15 421 0 0,-6-14 237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39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343 85 1652 0 0,'6'-10'-518'0'0,"-3"7"2301"0"0,-1-2 1 0 0,1 1-1 0 0,-1 0 1 0 0,0 0-1 0 0,0-1 1 0 0,-1 1-1 0 0,3-10 0 0 0,-11-5-1594 0 0,5 15-152 0 0,0 0 381 0 0,-3 3-418 0 0,-16-2 4 0 0,15 2-113 0 0,1 1-4 0 0,-18 1 260 0 0,18-1-71 0 0,-1 2-164 0 0,-18 3 215 0 0,18-4-181 0 0,1 1 126 0 0,-42 15-216 0 0,43-15 244 0 0,-2 1-232 0 0,-8 5 241 0 0,1 0 1 0 0,-1 1-1 0 0,1 1 1 0 0,1 0 0 0 0,-21 21-1 0 0,-11 15-443 0 0,15-9 6 0 0,26-33 286 0 0,0 1 98 0 0,-7 15 39 0 0,7-15 363 0 0,3 1-283 0 0,-2 19-116 0 0,2-19 130 0 0,3-3 64 0 0,12 9-7 0 0,-12-8 239 0 0,-1-5-485 0 0,0 0 0 0 0,0 1-1 0 0,0 0 1 0 0,0-1-1 0 0,0 1 1 0 0,0 0 0 0 0,0 0-1 0 0,0 0 1 0 0,0 0-1 0 0,0 1 1 0 0,0-1 0 0 0,4 1-1 0 0,-2 0 19 0 0,3-1 83 0 0,-2-2-42 0 0,41-21-34 0 0,-42 20 63 0 0,0 0-36 0 0,13-9-206 0 0,-13 9-72 0 0,0 0 156 0 0,11-9 76 0 0,-11 9 83 0 0,0 0-2 0 0,-2 2-98 0 0,0 0 1 0 0,0 0 0 0 0,1 0 0 0 0,-1 0 0 0 0,0 1-1 0 0,1-1 1 0 0,-1 1 0 0 0,1-1 0 0 0,-1 1 0 0 0,0 0-1 0 0,1 0 1 0 0,-1 0 0 0 0,1 0 0 0 0,-1 0 0 0 0,5 1-1 0 0,-2 1-79 0 0,-4-1-13 0 0,-1 0 96 0 0,1 1-1 0 0,-1-1 0 0 0,1 1 0 0 0,0-1 1 0 0,0 0-1 0 0,0 0 0 0 0,0 1 1 0 0,0-1-1 0 0,0 0 0 0 0,0 0 0 0 0,2 1 1 0 0,-3-1-6 0 0,3 3-27 0 0,2-1 90 0 0,2 2-292 0 0,0 0 1 0 0,1 0 0 0 0,0-1-1 0 0,0 0 1 0 0,1 0 0 0 0,14 3-1 0 0,-9-3-2202 0 0,1-1 0 0 0,-1-1 1 0 0,24 0-1 0 0,-31-1-181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39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65 2268 0 0,'0'-5'2777'0'0,"5"-37"5232"0"0,-3 30-8314 0 0,-2 7 1870 0 0,-2 10-1089 0 0,-9 29-79 0 0,2 0 1 0 0,1 1-1 0 0,-5 43 1 0 0,9-48-252 0 0,-18 162 270 0 0,22-186-492 0 0,0 2-184 0 0,-4 104-1533 0 0,4-106 2299 0 0,-5-8-1021 0 0,-15-5 439 0 0,15 5 362 0 0,6-5-237 0 0,1-18 121 0 0,-1 18-22 0 0,0 2-156 0 0,-1 5 0 0 0,3-10 26 0 0,1 0 1 0 0,0 1-1 0 0,0-1 1 0 0,1 1-1 0 0,11-17 0 0 0,-5 15 57 0 0,1 0 0 0 0,1 1 0 0 0,17-12 0 0 0,-13 12 235 0 0,-13 8-251 0 0,2-1-273 0 0,19-5 62 0 0,-19 6 159 0 0,0 1-146 0 0,17-2 44 0 0,-17 3 137 0 0,1 0-147 0 0,6 3 113 0 0,0 0 1 0 0,0 1-1 0 0,0 0 0 0 0,0 1 1 0 0,-1 0-1 0 0,1 1 0 0 0,-2 1 1 0 0,1 0-1 0 0,-1 0 0 0 0,0 1 0 0 0,0 1 1 0 0,15 15-1 0 0,-17-14-26 0 0,0 0-1 0 0,-1 0 1 0 0,0 1-1 0 0,10 18 1 0 0,-16-24-29 0 0,-1 1 71 0 0,3 18 102 0 0,-2-18-68 0 0,-3-5-77 0 0,0 1 0 0 0,1 0 0 0 0,-1-1 0 0 0,1 1 0 0 0,0 0 0 0 0,-1-1 0 0 0,1 1 0 0 0,0 0 0 0 0,0 0 0 0 0,0-1 0 0 0,0 3 0 0 0,1 1 19 0 0,-2 1 100 0 0,-1-1-236 0 0,1-3 141 0 0,-16 33-352 0 0,16-34 354 0 0,0 1 0 0 0,0 0 0 0 0,0-1 0 0 0,0 1 0 0 0,0-1 0 0 0,0 1 0 0 0,-1-1 0 0 0,1 1 0 0 0,-1-1 1 0 0,1 0-1 0 0,-1 0 0 0 0,1 0 0 0 0,-1 0 0 0 0,1 0 0 0 0,-1 0 0 0 0,0 0 0 0 0,0 0 0 0 0,0-1 0 0 0,-3 2 0 0 0,3-6 56 0 0,-10-11-224 0 0,9 12 528 0 0,2-4-647 0 0,-1-17 96 0 0,2 18 292 0 0,11-23-361 0 0,-9 21 273 0 0,0 1-1 0 0,1 0 0 0 0,0 1 0 0 0,0-1 0 0 0,1 0 0 0 0,-1 1 0 0 0,1 0 0 0 0,1 0 0 0 0,-1 0 0 0 0,1 1 0 0 0,8-8 0 0 0,-6 6-85 0 0,3-2 70 0 0,0 0 0 0 0,1 1 0 0 0,22-14 0 0 0,-26 18 42 0 0,0 0 0 0 0,1 1-1 0 0,-1 0 1 0 0,0 1 0 0 0,1 0 0 0 0,0 0-1 0 0,0 0 1 0 0,-1 1 0 0 0,1 0-1 0 0,0 0 1 0 0,0 1 0 0 0,0 0-1 0 0,0 1 1 0 0,10 1 0 0 0,-12 0-33 0 0,3 0 14 0 0,0 1 0 0 0,0 0-1 0 0,0 0 1 0 0,0 1 0 0 0,-1 0 0 0 0,0 0 0 0 0,0 1 0 0 0,0 0 0 0 0,0 1 0 0 0,-1-1 0 0 0,8 9 0 0 0,-10-7 25 0 0,1 1-1 0 0,-2 0 1 0 0,8 15 0 0 0,-10-17-73 0 0,-1-1-217 0 0,5 15-203 0 0,-4-15-362 0 0,-3 1-1892 0 0,-4 19-416 0 0,4-19 337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40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8 124 2480 0 0,'0'0'3105'0'0,"-8"-30"5731"0"0,12-6-6675 0 0,4 3-3110 0 0,10 9-11256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40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24 784 0 0,'0'0'14979'0'0,"2"-4"-14206"0"0,0 2-498 0 0,-1 1-130 0 0,-1 0-1 0 0,1 0 1 0 0,0 0 0 0 0,0-1 0 0 0,0 1 0 0 0,-1 0 0 0 0,1 0 0 0 0,-1 0-1 0 0,1-1 1 0 0,-1 1 0 0 0,1 0 0 0 0,-1-3 0 0 0,7 5-14 0 0,20 2-149 0 0,-23-2 4 0 0,-1 1 1 0 0,0-1-1 0 0,0 1 0 0 0,1-1 0 0 0,-1 1 0 0 0,0 0 1 0 0,0 0-1 0 0,0 0 0 0 0,-1 1 0 0 0,1-1 1 0 0,-1 0-1 0 0,1 1 0 0 0,3 4 0 0 0,-5-5 52 0 0,91 72-1731 0 0,-60-50 114 0 0,14 13-7594 0 0,-42-34 6394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40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377 0 556 0 0,'0'0'12071'0'0,"-4"5"-11373"0"0,-38 37 595 0 0,-48 37 0 0 0,-26 24-3345 0 0,35-27-4758 0 0,38-43 3189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46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50 619 1560 0 0,'0'0'6967'0'0,"0"-5"-6182"0"0,-7-12 3564 0 0,7 18-4274 0 0,-1 0-1 0 0,0 0 1 0 0,1 0-1 0 0,-1 0 1 0 0,1-1-1 0 0,0 1 1 0 0,-1 0-1 0 0,1 0 1 0 0,0 0-1 0 0,0 0 1 0 0,-1 0-1 0 0,1 0 1 0 0,0 0-1 0 0,0 1 1 0 0,0-1-1 0 0,0 0 1 0 0,0 0-1 0 0,1 0 1 0 0,-1 0 0 0 0,0 1-1 0 0,0 3-75 0 0,-1 18 289 0 0,1-17-98 0 0,0 1-296 0 0,-2 55-74 0 0,2-57 1591 0 0,-4-7-1413 0 0,2 0-17 0 0,0 0 0 0 0,0 0 0 0 0,0 0 0 0 0,0 0 0 0 0,0 0 0 0 0,1 0 0 0 0,-1-1 0 0 0,1 1 0 0 0,-1-1 0 0 0,1 1 0 0 0,0-1 0 0 0,0 0 0 0 0,0 1 0 0 0,0-1 0 0 0,1 0 0 0 0,-1 0 0 0 0,1 1 0 0 0,-1-1 0 0 0,1 0 0 0 0,0-4 0 0 0,-6-208-750 0 0,8 160 448 0 0,20-100-1 0 0,6 33 652 0 0,-27 118-308 0 0,1-3-35 0 0,5-19-158 0 0,-6 20 34 0 0,1 1 47 0 0,16-45 291 0 0,-16 46-171 0 0,-2 4-115 0 0,0-1 87 0 0,1 1 0 0 0,-1-1 0 0 0,0 1 0 0 0,0 0 0 0 0,0-1 0 0 0,1 1 0 0 0,-1-1 0 0 0,0 1 0 0 0,1 0 0 0 0,-1-1 0 0 0,0 1 0 0 0,1 0 0 0 0,-1 0 0 0 0,0-1 0 0 0,1 1 0 0 0,-1 0 0 0 0,1 0 0 0 0,-1-1 0 0 0,0 1 0 0 0,1 0 0 0 0,-1 0 0 0 0,1 0 0 0 0,-1 0 0 0 0,1 0 0 0 0,-1 0 0 0 0,1 0 0 0 0,0 0-32 0 0,-1-1 1 0 0,1 1 0 0 0,-1 0-1 0 0,1 0 1 0 0,-1 0-1 0 0,1 0 1 0 0,-1 0 0 0 0,1-1-1 0 0,-1 1 1 0 0,1 0 0 0 0,-1 0-1 0 0,1-1 1 0 0,-1 1-1 0 0,0 0 1 0 0,1-1 0 0 0,-1 1-1 0 0,1 0 1 0 0,-1-1 0 0 0,0 1-1 0 0,1-1 1 0 0,-1 1-1 0 0,0 0 1 0 0,0-1 0 0 0,1 0-1 0 0,4 0-73 0 0,17-1 27 0 0,-17 1 301 0 0,-1 3-340 0 0,14 7 15 0 0,-13-7 41 0 0,-3 1 63 0 0,-1-2 0 0 0,1 1 16 0 0,0 1 0 0 0,-1 0 1 0 0,1-1-1 0 0,0 1 0 0 0,-1 0 0 0 0,0 0 0 0 0,1 0 0 0 0,-1 0 0 0 0,0 0 0 0 0,-1 0 0 0 0,1 0 0 0 0,0 0 0 0 0,-1 0 0 0 0,0 1 1 0 0,0-1-1 0 0,0 5 0 0 0,-2 18 65 0 0,1-19 62 0 0,0-2-280 0 0,-14 52 62 0 0,14-51 109 0 0,-1-1 38 0 0,-5 16-186 0 0,5-16 329 0 0,1 0-572 0 0,-5 16 243 0 0,4-16 784 0 0,21-10-1079 0 0,-14 3 409 0 0,0 0-89 0 0,0 1-91 0 0,56-2 246 0 0,-55 3-181 0 0,-1 3-184 0 0,12 7 429 0 0,-12-8-192 0 0,-5 0 65 0 0,1-1-1 0 0,-1 0 1 0 0,1 1-1 0 0,0-1 1 0 0,-1 1-1 0 0,1-1 1 0 0,0 0-1 0 0,0 0 1 0 0,0 0-1 0 0,0 1 1 0 0,0-1-1 0 0,2 1 1 0 0,-2-1 10 0 0,2 3 133 0 0,-2 2 47 0 0,-1-1-211 0 0,2 7 113 0 0,-1-1 0 0 0,0 1 0 0 0,-1-1 1 0 0,0 1-1 0 0,0-1 0 0 0,-2 1 0 0 0,-2 13 0 0 0,-16 29 179 0 0,18-50-483 0 0,2-3 194 0 0,0 0-1 0 0,0-1 1 0 0,-1 1-1 0 0,1 0 1 0 0,0-1-1 0 0,0 1 1 0 0,0 0-1 0 0,0-1 1 0 0,-1 1 0 0 0,1-1-1 0 0,0 1 1 0 0,-1 0-1 0 0,1-1 1 0 0,0 1-1 0 0,-1-1 1 0 0,1 1-1 0 0,-1-1 1 0 0,1 1 0 0 0,-1-1-1 0 0,1 0 1 0 0,-1 1-1 0 0,1-1 1 0 0,-1 1-1 0 0,0-1 1 0 0,0 1 28 0 0,0-1 1 0 0,1 0-1 0 0,-1 1 1 0 0,1-1 0 0 0,-1 0-1 0 0,1 1 1 0 0,-1-1-1 0 0,1 1 1 0 0,-1-1-1 0 0,1 1 1 0 0,-1-1-1 0 0,1 1 1 0 0,0-1-1 0 0,-1 1 1 0 0,1-1-1 0 0,0 1 1 0 0,0 0-1 0 0,-1-1 1 0 0,1 1-1 0 0,0 0 1 0 0,0-1-1 0 0,0 1 1 0 0,0 0 0 0 0,0 0-1 0 0,-1 1-33 0 0,0-1-1 0 0,-1 1 1 0 0,1-1 0 0 0,0 1 0 0 0,0-1-1 0 0,0 1 1 0 0,-1-1 0 0 0,1 0-1 0 0,-1 0 1 0 0,-2 2 0 0 0,1 0 341 0 0,1-3-336 0 0,1 1 0 0 0,-1-1 0 0 0,1 1 1 0 0,-1-1-1 0 0,1 1 0 0 0,-1-1 0 0 0,1 1 0 0 0,0 0 0 0 0,-1 0 0 0 0,1 0 0 0 0,0 0 1 0 0,-3 2-1 0 0,2-1 21 0 0,-3 0 488 0 0,-1-1-351 0 0,-19 1-6 0 0,18-2-187 0 0,2-1-16 0 0,-1-1-206 0 0,-4-1 227 0 0,-5-1-9480 0 0,-9-4 6550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47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2 160 564 0 0,'0'0'10051'0'0,"-1"-6"-9494"0"0,1-2-78 0 0,0 0 1 0 0,0-1 0 0 0,1 1-1 0 0,2-13 1 0 0,-1 16-77 0 0,-1 1-415 0 0,19-40 578 0 0,-18 40-269 0 0,1 1-184 0 0,0-3-132 0 0,30-21 10 0 0,-30 25 245 0 0,4 1-128 0 0,17-2 9 0 0,-18 3-18 0 0,-2 2-219 0 0,12 6-34 0 0,-13-5 213 0 0,1-1 242 0 0,38 20 369 0 0,-37-19-842 0 0,-5-3 171 0 0,1 0-1 0 0,-1 0 1 0 0,1 0 0 0 0,0 0-1 0 0,-1 0 1 0 0,1 1 0 0 0,-1-1 0 0 0,1 0-1 0 0,0 0 1 0 0,-1 1 0 0 0,1-1 0 0 0,-1 0-1 0 0,1 1 1 0 0,-1-1 0 0 0,1 0 0 0 0,-1 1-1 0 0,0-1 1 0 0,1 1 0 0 0,-1-1 0 0 0,1 1-1 0 0,12 11 45 0 0,3-3-151 0 0,-12-6 229 0 0,1-1-155 0 0,2 1 171 0 0,0 1 1 0 0,1-2-1 0 0,-1 1 0 0 0,1-1 0 0 0,0 0 0 0 0,0 0 1 0 0,0-1-1 0 0,0 0 0 0 0,0-1 0 0 0,0 0 0 0 0,0 0 1 0 0,0 0-1 0 0,15-4 0 0 0,-18 3-160 0 0,0-1-209 0 0,15-9 110 0 0,-15 8-306 0 0,0 1-263 0 0,-1 0 615 0 0,18-12-2682 0 0,-1-2-3896 0 0,0-2 3097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49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4 134 80 0 0,'0'0'5541'0'0,"-1"-6"-4690"0"0,-1-19 24 0 0,1 19 2430 0 0,1-1-2623 0 0,0-54 2270 0 0,0 55-1506 0 0,1 0-1181 0 0,3-10 558 0 0,-2 31-493 0 0,-3 59-400 0 0,1-34 61 0 0,0 43 116 0 0,9 343 14 0 0,1-238-234 0 0,-10-182-115 0 0,1 1 217 0 0,-1 41-1025 0 0,1-22-9268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50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0 243 2364 0 0,'8'-30'1332'0'0,"-7"24"-194"0"0,2 1-138 0 0,6-15-69 0 0,-7 14 50 0 0,0 1-138 0 0,35-69 2828 0 0,-35 70-3209 0 0,2-1-189 0 0,56-56 677 0 0,-57 58-549 0 0,3 0-270 0 0,57-13-613 0 0,-56 15 621 0 0,0 1 148 0 0,28-3 239 0 0,-34 3-546 0 0,1 0 1 0 0,0 1 0 0 0,0-1-1 0 0,0 0 1 0 0,-1 1-1 0 0,1-1 1 0 0,0 1 0 0 0,0 0-1 0 0,-1 0 1 0 0,1 0-1 0 0,2 1 1 0 0,0 1-24 0 0,2-1-34 0 0,-1 0 99 0 0,2 2 128 0 0,-1 0 0 0 0,0 1 0 0 0,0-1 0 0 0,9 10-1 0 0,-12-10-51 0 0,-1 0 28 0 0,6 12-20 0 0,-6-11 110 0 0,-4 1-1 0 0,0 3-171 0 0,-1-1-1 0 0,0 1 1 0 0,-1-1 0 0 0,0 0-1 0 0,0 0 1 0 0,-1 0 0 0 0,0-1-1 0 0,-9 12 1 0 0,6-11-393 0 0,0 0 0 0 0,-1-1 0 0 0,0 0 0 0 0,0-1 0 0 0,0 0 0 0 0,-1 0 0 0 0,0-1 0 0 0,-11 4 1 0 0,17-8-1004 0 0,-2-1-5517 0 0,-24-3 5139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50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2216 0 0,'0'0'10241'0'0,"5"2"-9723"0"0,14 4-21 0 0,-14-4-77 0 0,-2 0-83 0 0,54 31-320 0 0,89 71 0 0 0,-101-66-7885 0 0,-40-34 4901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50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343 0 816 0 0,'0'0'8040'0'0,"-4"2"-7400"0"0,-11 6-98 0 0,11-6 144 0 0,0 2 66 0 0,-7 7-287 0 0,-117 115 2700 0 0,-2-3-3773 0 0,87-78-7780 0 0,40-42 5706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53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6 205 556 0 0,'0'0'4264'0'0,"-1"-5"-3311"0"0,-3-33 7796 0 0,7-24-6367 0 0,1 4-1476 0 0,-4 52-153 0 0,0 0-651 0 0,0-18 21 0 0,0 18-1 0 0,0 15-150 0 0,12 184 141 0 0,-11-130 14 0 0,3 16 69 0 0,-3-70-102 0 0,7 96 283 0 0,-7-99 137 0 0,-1 0-453 0 0,3 51-2265 0 0,-3-52 142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08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60 130 1676 0 0,'0'0'6069'0'0,"0"-6"-5467"0"0,1 0-293 0 0,-1-2-521 0 0,-13-29 6128 0 0,11 32-4523 0 0,0 1-1491 0 0,-6-13 313 0 0,6 13 100 0 0,-1 1-374 0 0,-25-33 1547 0 0,25 32-1090 0 0,4 10-665 0 0,2 7 232 0 0,0 0-1 0 0,1 0 1 0 0,1 0-1 0 0,0 0 1 0 0,7 12-1 0 0,68 109 270 0 0,-57-98 3 0 0,42 74 35 0 0,-62-105-258 0 0,-1 0 23 0 0,22 35-307 0 0,-22-36 490 0 0,0-3-467 0 0,-1 0 195 0 0,1 1-1 0 0,-1-1 1 0 0,1 1-1 0 0,-1-1 1 0 0,0 1-1 0 0,0-1 1 0 0,0 1-1 0 0,2 2 1 0 0,0 0-769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09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398 35 1276 0 0,'0'0'11732'0'0,"0"-6"-11459"0"0,0-10-129 0 0,0 4 4803 0 0,-6 14-4989 0 0,-16 6 107 0 0,13-1-24 0 0,-148 278-52 0 0,36-62-93 0 0,119-219 263 0 0,0 1-22 0 0,-8 15-100 0 0,7-15 65 0 0,1 0-247 0 0,-9 14 142 0 0,8-14 358 0 0,1 0-328 0 0,-21 39 574 0 0,20-40-557 0 0,-15-25-12624 0 0,15 17 8953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10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0 284 276 0 0,'3'-4'2030'0'0,"10"-13"11145"0"0,-10 11-12762 0 0,-1 1 1 0 0,1 0 0 0 0,0 0-1 0 0,1 0 1 0 0,-1 0 0 0 0,6-5-1 0 0,-7 6-55 0 0,0 0-592 0 0,23-38-297 0 0,-22 38 612 0 0,0 0-108 0 0,9-13 87 0 0,-9 13-49 0 0,-1 0-69 0 0,37-62 46 0 0,-36 62 294 0 0,-3 2-277 0 0,1 1 1 0 0,-1 0 0 0 0,1-1 0 0 0,-1 1 0 0 0,1 0-1 0 0,-1 0 1 0 0,1-1 0 0 0,0 1 0 0 0,0 0-1 0 0,-1 0 1 0 0,1 0 0 0 0,2-2 0 0 0,-1 1-16 0 0,0-1-27 0 0,0-1 117 0 0,8-12-47 0 0,-7 12 22 0 0,-1 0-360 0 0,12-13-27 0 0,-13 17 338 0 0,1 0 0 0 0,0 1 0 0 0,-1-1 0 0 0,1 1 0 0 0,-1-1 1 0 0,1 1-1 0 0,-1 0 0 0 0,1-1 0 0 0,-1 1 0 0 0,1 0 0 0 0,-1 0 0 0 0,3 2 0 0 0,-1-1-24 0 0,2 1-92 0 0,-2 2 154 0 0,84 154 233 0 0,-85-155-372 0 0,-2-2 94 0 0,0 0 0 0 0,1 0 0 0 0,-1-1 1 0 0,1 1-1 0 0,0 0 0 0 0,-1 0 0 0 0,1-1 0 0 0,0 1 1 0 0,0-1-1 0 0,0 1 0 0 0,0-1 0 0 0,3 3 0 0 0,-2 0 8 0 0,1 1 187 0 0,0 0-278 0 0,6 14 40 0 0,-6-14 250 0 0,-1 0-189 0 0,23 37-62 0 0,-22-38 331 0 0,-2 0-4812 0 0,5 15 902 0 0,-5-14 301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11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1 200 2052 0 0,'0'0'11155'0'0,"0"-5"-11031"0"0,4-18-76 0 0,-3 17 718 0 0,1 2-542 0 0,8-15-129 0 0,-8 14 150 0 0,1 2-212 0 0,26-31 486 0 0,-26 31-145 0 0,1-1-186 0 0,10-10-146 0 0,-10 11 144 0 0,0 0-194 0 0,11-10 170 0 0,-11 9-164 0 0,1 2 70 0 0,45-18 16 0 0,-45 19 5 0 0,2 1-155 0 0,23 2-49 0 0,-23-2 155 0 0,-2 2-108 0 0,54 34 122 0 0,-56-33 76 0 0,2 0-144 0 0,12 10 67 0 0,-12-10-121 0 0,12 11 74 0 0,-13-9 32 0 0,0-2 290 0 0,1 0 76 0 0,14 9-3 0 0,-14-9 275 0 0,0-2-377 0 0,49 2 1110 0 0,-48-4-1273 0 0,-1 0 54 0 0,12-5-102 0 0,-12 4 93 0 0,-1 0-118 0 0,15-12-696 0 0,0 0 0 0 0,-1-1 0 0 0,-1-1 0 0 0,30-33 0 0 0,-44 45-687 0 0,1 1-838 0 0,-1 1 1098 0 0,5-5-393 0 0,0 4-2931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18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65 40 0 0,'0'0'8007'0'0,"-1"-4"-7677"0"0,-6-18 7329 0 0,6 19-7528 0 0,-1 1-1 0 0,1-1 0 0 0,0 0 1 0 0,-1 1-1 0 0,1-1 1 0 0,-1 1-1 0 0,0 0 0 0 0,0 0 1 0 0,0-1-1 0 0,0 1 1 0 0,0 1-1 0 0,-1-1 0 0 0,1 0 1 0 0,-4-2-1 0 0,3 2 1049 0 0,6 4-2008 0 0,13 8 787 0 0,-12-8 290 0 0,-3 2-334 0 0,20 45 232 0 0,-18-43-231 0 0,-2 0 109 0 0,1 11-40 0 0,0 0 1 0 0,-1 0-1 0 0,0 1 1 0 0,-2-1-1 0 0,-4 31 1 0 0,4-41-69 0 0,0-2 67 0 0,1-1-1 0 0,-1 0 1 0 0,0 0-1 0 0,0-1 0 0 0,0 1 1 0 0,0 0-1 0 0,-3 4 0 0 0,-4 19 23 0 0,3-8-170 0 0,3-15 156 0 0,0 1 170 0 0,-3-6-316 0 0,-14-5 125 0 0,15 4-140 0 0,2-3-58 0 0,-4-16 63 0 0,4 16 172 0 0,2-2-242 0 0,-1-1 231 0 0,0 5 8 0 0,1 0 0 0 0,-1 1-1 0 0,1-1 1 0 0,0 0 0 0 0,0 0 0 0 0,0 0-1 0 0,0 1 1 0 0,1-1 0 0 0,-1 0-1 0 0,1 0 1 0 0,1-2 0 0 0,21-86-278 0 0,-21 87 375 0 0,0-2-90 0 0,6-17-87 0 0,-6 18-30 0 0,0 0 150 0 0,23-39-218 0 0,-22 40 400 0 0,1 0-365 0 0,10-11-53 0 0,-11 11 191 0 0,1 2-7 0 0,12-8 46 0 0,-12 8 112 0 0,1 1-454 0 0,48 1 404 0 0,-48 1-60 0 0,1 0 65 0 0,15 5-163 0 0,-16-5 75 0 0,0 1-99 0 0,12 5-97 0 0,-12-5 111 0 0,-1 0 109 0 0,14 8-155 0 0,-14-7 134 0 0,0 0 113 0 0,26 33 42 0 0,-28-32 135 0 0,-1 1-240 0 0,5 16-130 0 0,-5-15 118 0 0,1 0 50 0 0,3 20 8 0 0,-4-19-105 0 0,0-1-12 0 0,1 18 114 0 0,-2-17-90 0 0,1-2-26 0 0,0 19 136 0 0,-1-19 183 0 0,1 2-390 0 0,3 18-191 0 0,-4-19-196 0 0,3-4-1315 0 0,-2-1 1640 0 0,0 0 0 0 0,0 0 0 0 0,0 0 0 0 0,0 0 0 0 0,0 0 0 0 0,0 0-1 0 0,-1 0 1 0 0,1 0 0 0 0,0 1 0 0 0,0 1 0 0 0,1 0-210 0 0,1 1-1073 0 0,29 3-7221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18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28 2516 0 0,'-2'-5'2762'0'0,"-7"-17"7218"0"0,11 23-9930 0 0,-1 0 0 0 0,1 0 0 0 0,-1 0 1 0 0,0 0-1 0 0,1 0 0 0 0,-1 0 0 0 0,0 0 0 0 0,0 0 0 0 0,1 1 0 0 0,0 2 0 0 0,2-1 310 0 0,-1 0-305 0 0,12 10 100 0 0,-12-10 158 0 0,2 0-300 0 0,14 10 21 0 0,-15-10 60 0 0,1-1-62 0 0,71 31-4829 0 0,-72-31 3526 0 0,0 0-453 0 0,17 7-2600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18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389 24 1192 0 0,'0'0'10398'0'0,"-3"-4"-9880"0"0,2 3-355 0 0,0 0-67 0 0,0 0-1 0 0,0 0 0 0 0,0 0 1 0 0,0 0-1 0 0,0-1 1 0 0,0 1-1 0 0,1 0 0 0 0,-1 0 1 0 0,0-1-1 0 0,1 1 0 0 0,-1 0 1 0 0,0-3-1 0 0,-5 5 137 0 0,-18 2-29 0 0,18-3-154 0 0,3 3-120 0 0,-16 9 373 0 0,-32 30 0 0 0,24-20-509 0 0,-58 61 1154 0 0,43-39-642 0 0,39-41-275 0 0,-1 2 138 0 0,-14 14-25 0 0,14-15-96 0 0,0 0 59 0 0,-10 10-21 0 0,11-11 105 0 0,-1 1-22 0 0,-10 10 1 0 0,10-10 39 0 0,4-4-209 0 0,-1 0 0 0 0,0 0 0 0 0,1 0 0 0 0,-1 1 0 0 0,1-1 0 0 0,-1 0 0 0 0,1 0-1 0 0,-1 0 1 0 0,1 1 0 0 0,-1-1 0 0 0,1 0 0 0 0,-1 1 0 0 0,1-1 0 0 0,-1 0 0 0 0,1 1 0 0 0,0-1 0 0 0,-1 1 0 0 0,1-1 0 0 0,0 0 0 0 0,-1 1 0 0 0,1-1 0 0 0,0 1 0 0 0,-1-1 0 0 0,1 1 0 0 0,0-1 0 0 0,0 2 0 0 0,-1-2-14 0 0,1 1 0 0 0,0-1 0 0 0,0 1 0 0 0,0-1 0 0 0,-1 1 0 0 0,1-1 0 0 0,0 1 0 0 0,-1-1 0 0 0,1 1 0 0 0,0-1 0 0 0,-1 0 0 0 0,1 1 0 0 0,-1-1 1 0 0,1 1-1 0 0,0-1 0 0 0,-1 0 0 0 0,1 1 0 0 0,-1-1 0 0 0,1 0 0 0 0,-1 0 0 0 0,1 1 0 0 0,-1-1 0 0 0,0 0 0 0 0,1 0 0 0 0,-1 0 0 0 0,0 0 1 0 0,-15 12-786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20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29 218 1380 0 0,'0'0'6189'0'0,"0"-6"-5175"0"0,-1-6-1336 0 0,-4-16 8776 0 0,2 18-7587 0 0,1 6 3005 0 0,1-1-3771 0 0,-15-74 3232 0 0,15 73-2683 0 0,2 1-590 0 0,1-18-9 0 0,-1 18 4 0 0,-1-1-87 0 0,1-17 66 0 0,0 18-28 0 0,-2 11-1114 0 0,-1 58 1091 0 0,10 111 0 0 0,-7-139-11 0 0,-1-1 75 0 0,4 72 24 0 0,-4-102-34 0 0,1 3-66 0 0,10 134-531 0 0,-10-136-493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55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56 48 0 0,'0'0'9993'0'0,"-2"4"-9772"0"0,-10 14 4620 0 0,13-24-5075 0 0,1-16 216 0 0,-2 17 388 0 0,-1 0-130 0 0,0 2-189 0 0,-1-1-1 0 0,1 1 1 0 0,0 0 0 0 0,-1 0 0 0 0,0 0 0 0 0,0 0 0 0 0,0 1 0 0 0,0-1-1 0 0,-1 0 1 0 0,-4-4 0 0 0,3 5-162 0 0,-1 3 24 0 0,-3 3 89 0 0,0 1 0 0 0,0-1 0 0 0,0 1 1 0 0,1 0-1 0 0,-1 1 0 0 0,1 0 0 0 0,0 0 0 0 0,1 1 0 0 0,0 0 0 0 0,0 0 0 0 0,0 0 0 0 0,1 1 1 0 0,-5 8-1 0 0,-10 18 83 0 0,-23 55 1 0 0,43-88-86 0 0,-2 4 12 0 0,0 1 0 0 0,0 0-1 0 0,0 0 1 0 0,1 0-1 0 0,0 0 1 0 0,0 0 0 0 0,1 0-1 0 0,0 0 1 0 0,0 0-1 0 0,1 9 1 0 0,0-10 6 0 0,-1-3-26 0 0,0-1 0 0 0,0 1-1 0 0,0-1 1 0 0,0 0 0 0 0,0 1-1 0 0,0-1 1 0 0,0 0-1 0 0,1 1 1 0 0,-1-1 0 0 0,1 0-1 0 0,-1 1 1 0 0,1-1-1 0 0,-1 0 1 0 0,1 0 0 0 0,0 1-1 0 0,-1-1 1 0 0,3 2-1 0 0,0 0-18 0 0,-1 0-104 0 0,0-1 0 0 0,0 1 1 0 0,0-1-1 0 0,0 0 0 0 0,1 1 1 0 0,-1-1-1 0 0,1-1 0 0 0,-1 1 0 0 0,1 0 1 0 0,0 0-1 0 0,0-1 0 0 0,0 0 1 0 0,0 1-1 0 0,0-1 0 0 0,5 1 0 0 0,-6-2 91 0 0,4 3-245 0 0,1-2 0 0 0,0 1 0 0 0,0-1-1 0 0,0 0 1 0 0,0 0 0 0 0,0-1 0 0 0,0 0-1 0 0,11-1 1 0 0,61-14-1451 0 0,23-8 1954 0 0,-97 22 205 0 0,0-1 18 0 0,18-7 279 0 0,-18 7 458 0 0,-1 0-844 0 0,-3 2-261 0 0,-1-1-1 0 0,1 1 1 0 0,-1-1 0 0 0,1 1-1 0 0,0 0 1 0 0,-1-1 0 0 0,1 1-1 0 0,0 0 1 0 0,-1 0 0 0 0,1-1 0 0 0,0 1-1 0 0,-1 0 1 0 0,1 0 0 0 0,0 0-1 0 0,-1 0 1 0 0,1 0 0 0 0,0 0-1 0 0,0 0 1 0 0,-1 0 0 0 0,1 0 0 0 0,0 0-1 0 0,-1 0 1 0 0,1 1 0 0 0,0-1-1 0 0,0 2-55 0 0,-1 0 0 0 0,1 1 0 0 0,-1-1-1 0 0,0 0 1 0 0,0 0 0 0 0,0 0 0 0 0,0 0 0 0 0,0 1-1 0 0,-1-1 1 0 0,1 0 0 0 0,-1 0 0 0 0,0 2-1 0 0,1-2-38 0 0,-1 2 65 0 0,0 0 0 0 0,0 0 0 0 0,1 1 0 0 0,0-1 0 0 0,0 0 0 0 0,0 0-1 0 0,0 1 1 0 0,0-1 0 0 0,1 0 0 0 0,0 0 0 0 0,0 0 0 0 0,2 6 0 0 0,-3-10-29 0 0,1 1 0 0 0,-1-1 1 0 0,0 1-1 0 0,1-1 0 0 0,-1 0 1 0 0,1 1-1 0 0,-1-1 0 0 0,1 1 1 0 0,-1-1-1 0 0,1 0 0 0 0,-1 1 0 0 0,1-1 1 0 0,-1 0-1 0 0,1 0 0 0 0,-1 1 1 0 0,1-1-1 0 0,-1 0 0 0 0,1 0 1 0 0,0 0-1 0 0,-1 0 0 0 0,1 0 1 0 0,-1 1-1 0 0,1-1 0 0 0,0 0 0 0 0,0-1 1 0 0,0 1-3 0 0,-1 0 1 0 0,1 0 0 0 0,-1 0-1 0 0,1 0 1 0 0,0 0-1 0 0,-1 0 1 0 0,1 1 0 0 0,-1-1-1 0 0,1 0 1 0 0,0 0 0 0 0,-1 0-1 0 0,1 0 1 0 0,-1 1-1 0 0,1-1 1 0 0,-1 0 0 0 0,1 1-1 0 0,-1-1 1 0 0,1 0-1 0 0,-1 1 1 0 0,1-1 0 0 0,-1 1-1 0 0,0-1 1 0 0,1 0 0 0 0,-1 1-1 0 0,1 0 1 0 0,5 0 100 0 0,17 2-268 0 0,-18-3-116 0 0,0-1 83 0 0,15-3 241 0 0,-15 3-84 0 0,1 0-70 0 0,3-2 183 0 0,-1 0 0 0 0,1-1 0 0 0,14-8 0 0 0,-19 9 34 0 0,-7-26-652 0 0,2 23 818 0 0,-3 4-540 0 0,-42-13-3339 0 0,41 14 1613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56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0 219 2272 0 0,'0'0'14214'0'0,"4"-4"-13935"0"0,10-12 37 0 0,-10 12-113 0 0,0 2-170 0 0,14-5-22 0 0,-14 5 87 0 0,0-1 33 0 0,3-2-131 0 0,0 0 0 0 0,-1 0 0 0 0,0 0 0 0 0,0-1 0 0 0,0 0-1 0 0,-1-1 1 0 0,9-11 0 0 0,-6 2-12 0 0,-6 12-3 0 0,-1-2 33 0 0,7-17 26 0 0,-6 17 21 0 0,-1 1 73 0 0,8-52 598 0 0,-9 50-692 0 0,-2 12-682 0 0,-6 25 686 0 0,2 1 1 0 0,0 0 0 0 0,2 0-1 0 0,0 43 1 0 0,-3 19 33 0 0,-6 81 134 0 0,7-68 153 0 0,-13 206 399 0 0,19-282-709 0 0,0-4-229 0 0,-3-4 61 0 0,2-16-54 0 0,1 0-260 0 0,0 11 210 0 0,0-11-3902 0 0,0 1-4352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5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12 179 1080 0 0,'0'0'5043'0'0,"-2"-5"-3217"0"0,-1 0-1252 0 0,-2-7-83 0 0,4 1 3101 0 0,1 10-3537 0 0,0-1 0 0 0,0 0-1 0 0,1 0 1 0 0,-1 0 0 0 0,1 0 0 0 0,0 0-1 0 0,-1 1 1 0 0,1-1 0 0 0,0 0-1 0 0,0 1 1 0 0,0-1 0 0 0,2-2-1 0 0,0 0 60 0 0,-1 0-75 0 0,1-1 0 0 0,0 0 0 0 0,0 1-1 0 0,0 0 1 0 0,0 0 0 0 0,1 0 0 0 0,-1 0-1 0 0,1 0 1 0 0,0 1 0 0 0,8-6 0 0 0,47-21-3548 0 0,-12 7-1358 0 0,-22 10 2813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56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65 1176 0 0,'0'0'3572'0'0,"0"-5"-2222"0"0,-2-6-1341 0 0,-6-28 7288 0 0,6 35-6300 0 0,-3 3-846 0 0,-16-3-40 0 0,15 3 13 0 0,0 2-166 0 0,-17 0 270 0 0,17-1 323 0 0,0 1-444 0 0,5-1-71 0 0,-2 0-6 0 0,1-1 0 0 0,-1 1 0 0 0,0 1 0 0 0,0-1 0 0 0,0 0-1 0 0,1 0 1 0 0,-1 1 0 0 0,0 0 0 0 0,1 0 0 0 0,-1-1 0 0 0,0 2 0 0 0,1-1 0 0 0,-1 0-1 0 0,1 0 1 0 0,0 1 0 0 0,-1-1 0 0 0,1 1 0 0 0,-4 3 0 0 0,-17 55 413 0 0,11-11 82 0 0,-8 83-1 0 0,14-83-484 0 0,-10 178 368 0 0,9-96 105 0 0,-7 151 499 0 0,14-276-924 0 0,-1 2 44 0 0,-1 21-72 0 0,1-22-293 0 0,1-1-800 0 0,-2 17 413 0 0,1-17-330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57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2 154 556 0 0,'0'0'5325'0'0,"0"-6"-3478"0"0,-1-17-488 0 0,1 17 2361 0 0,2 2-3019 0 0,5-16-201 0 0,-6 15 72 0 0,3 0-189 0 0,33-30-347 0 0,-1 13-3380 0 0,-30 18 2415 0 0,20-7-3834 0 0,4-1 2228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59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149 139 548 0 0,'0'0'16558'0'0,"2"-4"-16760"0"0,6-12 196 0 0,-5 12-51 0 0,8-14-67 0 0,-9 14 6 0 0,1-1-276 0 0,-2 1 375 0 0,1-1-1 0 0,-1 0 0 0 0,0 0 0 0 0,0 0 0 0 0,0 0 0 0 0,-1 0 0 0 0,0-10 0 0 0,0 10-81 0 0,-3 2-294 0 0,-10-10 390 0 0,10 10-7 0 0,0 1-422 0 0,-13-8 415 0 0,12 7 6 0 0,-1 3-126 0 0,-18 0 97 0 0,18 0 67 0 0,0 1-158 0 0,-22 2 496 0 0,24 1-413 0 0,-26 31-197 0 0,26-31 474 0 0,1 0-369 0 0,-7 11 144 0 0,7-11 40 0 0,0 0-110 0 0,-6 12 135 0 0,6-12 170 0 0,0 1-346 0 0,-7 15 262 0 0,7-15 125 0 0,1 0-142 0 0,-2 16-272 0 0,2-15 150 0 0,2-1 94 0 0,1 17-1 0 0,-1-16 178 0 0,1-2-140 0 0,29 41 150 0 0,-27-41-279 0 0,-3-4 0 0 0,-1 0 0 0 0,1 0 0 0 0,0 0 0 0 0,-1 1 0 0 0,1-1 0 0 0,0 0 0 0 0,-1 0 0 0 0,1 0 0 0 0,0 1 0 0 0,-1-1 0 0 0,1 0 0 0 0,0 0 0 0 0,-1 1 0 0 0,1-1 0 0 0,-1 1 0 0 0,1-1 0 0 0,0 0 0 0 0,-1 1 0 0 0,1 0 0 0 0,16 11 47 0 0,3-2-82 0 0,-15-8 100 0 0,0 0 94 0 0,17 5-125 0 0,-17-5 23 0 0,10 1 147 0 0,10 2-3203 0 0,2-3 1612 0 0,-20-2-517 0 0,-2-1-3595 0 0,20-6 3172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6:59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18 612 0 0,'-3'-3'2076'0'0,"-15"-12"12916"0"0,16 19-14598 0 0,-1 0-290 0 0,2-3-55 0 0,0 0 0 0 0,0 0 0 0 0,0 1 0 0 0,1-1 0 0 0,-1 0 1 0 0,0 1-1 0 0,1-1 0 0 0,-1 0 0 0 0,1 1 0 0 0,-1-1 0 0 0,1 1 0 0 0,0-1 0 0 0,0 0 0 0 0,0 1 1 0 0,-1 2-1 0 0,-2 22 122 0 0,-2 28-335 0 0,1-30-175 0 0,3-17-247 0 0,1-1-1087 0 0,0 1 1158 0 0,-1 5-7 0 0,1 1-8156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00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31 125 2396 0 0,'-1'-5'2752'0'0,"-4"-13"-281"0"0,3 13-106 0 0,0-1-362 0 0,-4-16-360 0 0,4 16 1058 0 0,1 1-1710 0 0,-10-47 599 0 0,10 46-2184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00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61 1168 0 0,'0'0'15348'0'0,"5"-1"-15229"0"0,12-5 120 0 0,-12 4 261 0 0,-3-2-535 0 0,7-12 108 0 0,-6 12-55 0 0,-2 0-161 0 0,5-20-166 0 0,-12 25 179 0 0,-20 0 44 0 0,25-1 88 0 0,1 0 0 0 0,0 0 0 0 0,-1 0 0 0 0,1 0 0 0 0,-1 0 1 0 0,1 0-1 0 0,-1 0 0 0 0,1 0 0 0 0,0 0 0 0 0,-1 0 1 0 0,1 0-1 0 0,-1 0 0 0 0,1 1 0 0 0,0-1 0 0 0,-1 0 0 0 0,1 0 1 0 0,-1 0-1 0 0,1 1 0 0 0,0-1 0 0 0,-1 0 0 0 0,1 0 0 0 0,0 1 1 0 0,0-1-1 0 0,-1 0 0 0 0,1 1 0 0 0,-14 15-59 0 0,0 0 1 0 0,2 1-1 0 0,0 1 0 0 0,1-1 0 0 0,-9 21 1 0 0,18-33 15 0 0,2-4 53 0 0,0 0 1 0 0,0 0-1 0 0,0 0 1 0 0,-1 0-1 0 0,1 0 1 0 0,0 0-1 0 0,0 0 1 0 0,-1 0-1 0 0,1 0 1 0 0,0 0-1 0 0,-1 0 1 0 0,1 0-1 0 0,-1 0 1 0 0,1 0-1 0 0,-1-1 1 0 0,0 2-1 0 0,0-1-12 0 0,0 0-1 0 0,1 0 1 0 0,-1 0 0 0 0,1 0 0 0 0,-1 0-1 0 0,1 0 1 0 0,-1 0 0 0 0,1 0 0 0 0,0 0-1 0 0,-1 0 1 0 0,1 0 0 0 0,0 0 0 0 0,0 0-1 0 0,0 0 1 0 0,0 1 0 0 0,0-1-1 0 0,0 0 1 0 0,0 0 0 0 0,0 0 0 0 0,0 0-1 0 0,1 0 1 0 0,-1 2 0 0 0,1-1 16 0 0,-1 0 0 0 0,0 1 0 0 0,1-1 0 0 0,0 0 0 0 0,-1 0 0 0 0,1 0 0 0 0,0 1 0 0 0,0-1 0 0 0,0 0 0 0 0,0 0 0 0 0,1 0 0 0 0,-1-1 0 0 0,0 1 0 0 0,1 0 0 0 0,-1 0 0 0 0,1-1 0 0 0,0 1 0 0 0,0-1 0 0 0,-1 1 0 0 0,1-1 0 0 0,0 0 0 0 0,0 0 0 0 0,3 1 0 0 0,1 1-104 0 0,1 0 1 0 0,0-1-1 0 0,0 0 1 0 0,0 0-1 0 0,0-1 1 0 0,0 0-1 0 0,0 0 1 0 0,0 0-1 0 0,11-2 1 0 0,-2 0-168 0 0,1-2 0 0 0,0 0-1 0 0,-1-1 1 0 0,18-7 0 0 0,-25 9 165 0 0,2-1 57 0 0,0 1 1 0 0,-1-2-1 0 0,0 0 1 0 0,0 0-1 0 0,10-5 1 0 0,65-45 3835 0 0,-82 51-3012 0 0,0 7-818 0 0,15 42-1246 0 0,-17-41 435 0 0,6 19-9422 0 0,-6-19 6901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01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97 2792 0 0,'-7'-34'7029'0'0,"3"1"-2781"0"0,-1 3-4796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02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44 104 1888 0 0,'0'0'11519'0'0,"-1"5"-10957"0"0,-1 11 550 0 0,2-16-1048 0 0,1 0-1 0 0,-1 0 1 0 0,1 0-1 0 0,0 0 1 0 0,-1 0 0 0 0,1 0-1 0 0,-1 0 1 0 0,1 0-1 0 0,-1 0 1 0 0,1 0 0 0 0,-1 0-1 0 0,1 0 1 0 0,-1 0-1 0 0,1 0 1 0 0,-1-1 0 0 0,1 1-1 0 0,-1 0 1 0 0,1 0-1 0 0,-1-1 1 0 0,1 1 0 0 0,-1 0-1 0 0,0-1 1 0 0,1 1 0 0 0,-1 0-1 0 0,0-1 1 0 0,1 1-1 0 0,-1-1 1 0 0,1 0 0 0 0,2-1 200 0 0,3 0-524 0 0,15-7 96 0 0,-16 7 116 0 0,-1-1 99 0 0,33-26-829 0 0,-33 26 1044 0 0,-1-1-284 0 0,9-13 4 0 0,-10 12-76 0 0,0 1-436 0 0,5-16 389 0 0,-5 15 153 0 0,-5 3-4 0 0,0 0-9 0 0,1 1 0 0 0,0 0-1 0 0,0 0 1 0 0,-1-1 0 0 0,1 2-1 0 0,-1-1 1 0 0,1 0 0 0 0,-1 0-1 0 0,1 1 1 0 0,-1-1 0 0 0,0 1 0 0 0,1 0-1 0 0,-1 0 1 0 0,1 0 0 0 0,-6 1-1 0 0,3-1 56 0 0,0 3 19 0 0,-5 3-48 0 0,0 1 0 0 0,0 0 0 0 0,1 1 1 0 0,0 0-1 0 0,-13 15 0 0 0,-1 10 151 0 0,22-27-164 0 0,-1-2-1 0 0,0 1 50 0 0,-3 14 190 0 0,3-14 226 0 0,3-4-468 0 0,0 1 0 0 0,0-1 1 0 0,-1 1-1 0 0,1-1 0 0 0,-1 1 0 0 0,1-1 1 0 0,-1 1-1 0 0,1-1 0 0 0,-1 1 0 0 0,0-1 1 0 0,0 1-1 0 0,0 3 0 0 0,0-3-2 0 0,1 3-103 0 0,4-2-186 0 0,37 21-1334 0 0,-38-22 653 0 0,3 1-121 0 0,46 22-4500 0 0,-49-22 3351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03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1 406 128 0 0,'0'0'2747'0'0,"3"-3"-436"0"0,11-12 7158 0 0,-14 16-9443 0 0,0 0 1 0 0,0-1-1 0 0,0 1 0 0 0,0 0 0 0 0,0-1 0 0 0,1 1 0 0 0,-1-1 1 0 0,0 1-1 0 0,0 0 0 0 0,1-1 0 0 0,-1 1 0 0 0,0-1 0 0 0,0 1 0 0 0,1-1 1 0 0,-1 1-1 0 0,1 0 0 0 0,-1-1 0 0 0,0 0 0 0 0,1 1 0 0 0,-1-1 0 0 0,1 1 1 0 0,0 0-1 0 0,0-1-6 0 0,-1 0 1 0 0,1 1 0 0 0,0-1 0 0 0,-1 1-1 0 0,0-1 1 0 0,1 1 0 0 0,-1-1-1 0 0,1 1 1 0 0,-1-1 0 0 0,0 1-1 0 0,1-1 1 0 0,-1 1 0 0 0,0-1 0 0 0,1 1-1 0 0,-1 0 1 0 0,0-1 0 0 0,0 1-1 0 0,0-1 1 0 0,1 1 0 0 0,-1 0-1 0 0,0-1 1 0 0,0 2 191 0 0,-1 4-91 0 0,-2 60 364 0 0,6-37-265 0 0,-2-23 193 0 0,5-7-923 0 0,17-3 461 0 0,-17 3 149 0 0,-2-4-48 0 0,9-14 62 0 0,-10 14 98 0 0,-3 3-201 0 0,1 0 0 0 0,0 1 0 0 0,-1-1 0 0 0,1 1-1 0 0,0-1 1 0 0,0 0 0 0 0,0 1 0 0 0,0 0 0 0 0,0-1 0 0 0,1 1 0 0 0,-1 0-1 0 0,2-2 1 0 0,-1 2 7 0 0,1-4 17 0 0,0 1-149 0 0,10-10-32 0 0,-10 10 100 0 0,0 1 62 0 0,29-32-444 0 0,-29 31 663 0 0,23 8-126 0 0,-21-3 108 0 0,-1 3-6 0 0,21 24-179 0 0,-9-10 220 0 0,0-1-1 0 0,21 17 0 0 0,-33-31-222 0 0,1 0-1 0 0,-1-1 1 0 0,1 1-1 0 0,0-1 0 0 0,0 0 1 0 0,0 0-1 0 0,0-1 1 0 0,1 0-1 0 0,-1 0 1 0 0,6 1-1 0 0,-6-1-59 0 0,3-1 56 0 0,0 1-1 0 0,-1-1 1 0 0,1 0-1 0 0,0-1 1 0 0,-1 0-1 0 0,1 0 1 0 0,14-4-1 0 0,51-21 26 0 0,-68 24-97 0 0,9-4 32 0 0,-1 0-1 0 0,0-1 1 0 0,-1-1 0 0 0,0 0 0 0 0,0-1-1 0 0,0 0 1 0 0,-1-1 0 0 0,9-11-1 0 0,-4 3-230 0 0,0 0 0 0 0,-2-1 1 0 0,23-41-1 0 0,-23 31-10 0 0,-5-1 182 0 0,8-16 174 0 0,3-61 412 0 0,-19 99 78 0 0,-1 2-272 0 0,-4-58-94 0 0,2 83-74 0 0,-1-1-1 0 0,-7 25 1 0 0,0 0-150 0 0,7-26-48 0 0,-1 8 85 0 0,0-1 1 0 0,2 1-1 0 0,0 0 0 0 0,2 0 1 0 0,1 0-1 0 0,4 26 0 0 0,-4-43-290 0 0,1 0 0 0 0,0 0-1 0 0,0 0 1 0 0,1-1-1 0 0,5 11 1 0 0,-6-14-716 0 0,1 0-1 0 0,-1 0 1 0 0,1 0-1 0 0,0 0 1 0 0,0 0-1 0 0,1-1 1 0 0,5 6-1 0 0,-6-7-2298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03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3140 0 0,'0'0'14948'0'0,"3"-3"-14531"0"0,-1 1-456 0 0,0 0 0 0 0,-1 0 0 0 0,1 1 0 0 0,0-1 0 0 0,1 1 0 0 0,-1-1 0 0 0,0 1 0 0 0,0 0 0 0 0,4-1 1 0 0,23-4-2963 0 0,27-5-4499 0 0,-51 10 3313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22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13 283 1340 0 0,'0'0'2709'0'0,"-2"-4"-1593"0"0,-5-16-183 0 0,5 15 5103 0 0,2-17-4868 0 0,-1 16-979 0 0,0 1 1419 0 0,2-2-1379 0 0,0-20 40 0 0,-1 21 61 0 0,1 0-98 0 0,0-18 141 0 0,-1 19-41 0 0,0-1-284 0 0,2-18 108 0 0,-2 18 283 0 0,1-1-336 0 0,1-90 1593 0 0,-2 91-1734 0 0,2 12 192 0 0,8 43 54 0 0,-2 0-1 0 0,3 61 0 0 0,-2-8 94 0 0,12 363 421 0 0,-16-217-2136 0 0,-5-242 1145 0 0,1 0-641 0 0,3 19-171 0 0,-3-19-417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22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0 203 2028 0 0,'2'-16'1598'0'0,"2"0"-1"0"0,0-1 1 0 0,9-25 0 0 0,-11 38-679 0 0,1-1-93 0 0,2-4-491 0 0,0 1-1 0 0,0 1 0 0 0,1-1 1 0 0,0 1-1 0 0,0 0 0 0 0,1 0 1 0 0,0 1-1 0 0,0 0 1 0 0,0 0-1 0 0,1 0 0 0 0,0 1 1 0 0,0 1-1 0 0,16-8 0 0 0,-19 10-322 0 0,0 2 40 0 0,16-2 243 0 0,-15 1-177 0 0,-1 3 177 0 0,16 4-156 0 0,-15-5-36 0 0,-1 3 77 0 0,15 10 96 0 0,-15-10-45 0 0,-5-2-210 0 0,1 0 0 0 0,-1-1 1 0 0,1 1-1 0 0,-1 0 0 0 0,1-1 1 0 0,0 1-1 0 0,0-1 1 0 0,0 1-1 0 0,0-1 0 0 0,0 1 1 0 0,0-1-1 0 0,2 3 0 0 0,-1-2 36 0 0,1 3 105 0 0,-2 0-83 0 0,1 16-56 0 0,-1-15 147 0 0,-2-1-36 0 0,-2 4-6 0 0,-1-1 0 0 0,1 1 0 0 0,-1-1 0 0 0,-1 1-1 0 0,0-1 1 0 0,0 0 0 0 0,-7 8 0 0 0,-19 11-889 0 0,28-24 331 0 0,-3-2-320 0 0,-16 7-293 0 0,16-6-394 0 0,0-2-3774 0 0,-20 3 2479 0 0,19-3 53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23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0 132 332 0 0,'3'-3'2691'0'0,"30"-19"3912"0"0,-23 16-6471 0 0,-5 3 911 0 0,-1 1 32 0 0,14-7-228 0 0,-14 7-386 0 0,2 1-250 0 0,2 0 22 0 0,1 0 0 0 0,0 1 0 0 0,-1 0 0 0 0,11 1 1 0 0,-13 0 167 0 0,-2 1 152 0 0,2 1-508 0 0,-1 0 0 0 0,1 0 0 0 0,-1 0 0 0 0,0 1 0 0 0,0 0 0 0 0,-1 0 0 0 0,1 0 0 0 0,-1 0 0 0 0,1 1 0 0 0,-1 0 0 0 0,-1 0-1 0 0,5 6 1 0 0,-2 4 55 0 0,0 1 0 0 0,-1 0 0 0 0,-1 0 0 0 0,4 31 0 0 0,-1-11 43 0 0,-6-30 443 0 0,2-10-864 0 0,19-40 16 0 0,-19 35 287 0 0,2 0 0 0 0,-1 0 0 0 0,1 1 0 0 0,0-1 0 0 0,1 1-1 0 0,0 0 1 0 0,13-13 0 0 0,-9 9-143 0 0,6-7-122 0 0,2 0-1 0 0,0 0 1 0 0,1 2 0 0 0,1 1 0 0 0,0 0-1 0 0,1 1 1 0 0,25-12 0 0 0,-41 24-1190 0 0,26 0-3863 0 0,-25 3 2782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23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0 128 1552 0 0,'0'0'9068'0'0,"5"1"-8626"0"0,14 3-6 0 0,-14-3 78 0 0,0-3-216 0 0,41-18 327 0 0,-42 18-639 0 0,-2 1 17 0 0,-1 0 33 0 0,1 0-1 0 0,0 0 0 0 0,-1 0 1 0 0,1 0-1 0 0,-1 0 0 0 0,1-1 0 0 0,-1 1 1 0 0,1 0-1 0 0,-1-1 0 0 0,2-2 0 0 0,-3 4-18 0 0,4-3 85 0 0,-1-1 108 0 0,-1 1-97 0 0,0-1-1 0 0,1 0 0 0 0,-2 0 1 0 0,1 0-1 0 0,0 0 0 0 0,-1-1 1 0 0,0 1-1 0 0,0 0 1 0 0,0 0-1 0 0,0-1 0 0 0,-1 1 1 0 0,0-1-1 0 0,0 1 0 0 0,-1-8 1 0 0,0 7-46 0 0,-3 3 194 0 0,-14-5-19 0 0,14 5-74 0 0,-2 4-498 0 0,-17 4 65 0 0,18-5 101 0 0,1 2-28 0 0,0 3 251 0 0,-1-1 0 0 0,1 1 0 0 0,0 0 0 0 0,0 0 0 0 0,1 0 0 0 0,0 1 0 0 0,0-1 0 0 0,-3 11 0 0 0,5-11-239 0 0,4-1-188 0 0,11 13-168 0 0,33 20-8108 0 0,-42-34 6155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24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208 589 416 0 0,'3'-5'2514'0'0,"10"-14"-534"0"0,-9 14-265 0 0,-2 0-353 0 0,19-42 3163 0 0,-19 43-3288 0 0,10-63 1875 0 0,-12 67-3099 0 0,0-1 0 0 0,0 0 0 0 0,0 1 0 0 0,0-1 1 0 0,0 0-1 0 0,0 1 0 0 0,0-1 0 0 0,-1 0 0 0 0,1 1 0 0 0,0-1 1 0 0,0 0-1 0 0,-1 1 0 0 0,1-1 0 0 0,0 1 0 0 0,-1-1 0 0 0,1 1 0 0 0,-1-1 1 0 0,1 1-1 0 0,-1-1 0 0 0,0 0 0 0 0,0 0-5 0 0,1 1 0 0 0,-1 0 0 0 0,1-1 0 0 0,0 1 0 0 0,-1-1 0 0 0,1 1 0 0 0,-1-1 0 0 0,1 0 0 0 0,0 1 0 0 0,-1-1 0 0 0,1 1 0 0 0,0-1 0 0 0,-1 0 0 0 0,1 1-1 0 0,0-1 1 0 0,0 0 0 0 0,0 1 0 0 0,0-1 0 0 0,0 0 0 0 0,0 0 0 0 0,-6-2 64 0 0,-15-9 103 0 0,16 9-69 0 0,-1 3-27 0 0,-5 1-101 0 0,0 0 0 0 0,0 0 1 0 0,0 1-1 0 0,0 0 1 0 0,0 1-1 0 0,1 0 1 0 0,-15 7-1 0 0,14-4 53 0 0,-1 2 0 0 0,1-1 0 0 0,0 1 0 0 0,1 1 0 0 0,-1 0 0 0 0,-15 19 0 0 0,23-24-83 0 0,0 1-22 0 0,-9 14 77 0 0,9-14 481 0 0,4 0-366 0 0,4 16-224 0 0,-4-15-85 0 0,27 0-331 0 0,-22-5 298 0 0,1-3-96 0 0,1 1 200 0 0,-5 1 79 0 0,0 0 1 0 0,0-1-1 0 0,0 1 1 0 0,0-1 0 0 0,0 0-1 0 0,-1 0 1 0 0,1 0 0 0 0,0 0-1 0 0,0 0 1 0 0,2-2-1 0 0,1 0 12 0 0,2 0-21 0 0,1-1 0 0 0,-1 0 0 0 0,0 0 0 0 0,0-1 0 0 0,-1 0 0 0 0,1 0 0 0 0,-1-1-1 0 0,0 0 1 0 0,-1 0 0 0 0,1-1 0 0 0,-1 0 0 0 0,0 0 0 0 0,-1 0 0 0 0,0-1 0 0 0,7-13 0 0 0,15-50 437 0 0,-24 63-388 0 0,-1 0 0 0 0,0-1 0 0 0,-1 1 0 0 0,2-15 0 0 0,0-1 377 0 0,4-31-10 0 0,-5 25-254 0 0,0-1-176 0 0,-2-2 92 0 0,9-66 708 0 0,-8 93-685 0 0,-1 0 25 0 0,0-18-4 0 0,0 18-123 0 0,-1 11 217 0 0,-4 13 49 0 0,4-13-84 0 0,0 3-24 0 0,1-3-97 0 0,-4 56 138 0 0,2 1 0 0 0,8 63 0 0 0,-5-113-145 0 0,0 5 37 0 0,0-1-1 0 0,2 0 0 0 0,0 0 1 0 0,1 0-1 0 0,6 17 1 0 0,-7-25 9 0 0,0 0-1 0 0,1 0 1 0 0,0-1 0 0 0,0 0 0 0 0,1 0-1 0 0,0 0 1 0 0,0 0 0 0 0,1-1 0 0 0,0 0 0 0 0,0 0-1 0 0,0 0 1 0 0,0-1 0 0 0,1 0 0 0 0,0 0 0 0 0,0-1-1 0 0,14 7 1 0 0,-19-10-45 0 0,1 0 1 0 0,-1-1-1 0 0,0 1 0 0 0,0 0 1 0 0,0-1-1 0 0,1 0 0 0 0,-1 1 1 0 0,0-1-1 0 0,0 0 1 0 0,1 0-1 0 0,1-1 0 0 0,3 1 15 0 0,0 1-26 0 0,-1-2 108 0 0,9-4-74 0 0,0-1 0 0 0,0-1 0 0 0,22-14 0 0 0,-33 18-124 0 0,1-1 120 0 0,36-32-45 0 0,-37 32-54 0 0,-1 1 214 0 0,11-12-37 0 0,-11 11 638 0 0,1 1-674 0 0,11-12-111 0 0,-12 11 162 0 0,0 2-157 0 0,10-10-177 0 0,-9 10-10 0 0,-2 6 73 0 0,9 15 60 0 0,-8-15 89 0 0,-2 1-25 0 0,14 47 169 0 0,-14-47-55 0 0,1 0-144 0 0,4 17 106 0 0,-5-17-212 0 0,1-1-83 0 0,24 40-3045 0 0,-22-39 1988 0 0,22 2-10618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24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90 3604 0 0,'-6'-23'2879'0'0,"5"18"1470"0"0,1-1-2806 0 0,-14-45 2275 0 0,12 46-3736 0 0,0 39-12929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25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52 432 0 0,'0'0'8870'0'0,"3"-2"-7866"0"0,11-5-332 0 0,-10 3 4501 0 0,-8-13-4591 0 0,-1 3 171 0 0,0 13-576 0 0,-15-4-118 0 0,15 3 164 0 0,2 5-61 0 0,-4 3-139 0 0,0 0-1 0 0,0 0 1 0 0,1 1-1 0 0,0 0 1 0 0,0 0 0 0 0,1 1-1 0 0,0-1 1 0 0,-8 17-1 0 0,11-19-180 0 0,4 0-382 0 0,1 0 446 0 0,-2-4 49 0 0,0 1 0 0 0,0-1 0 0 0,-1 1 0 0 0,1 0 0 0 0,0-1 0 0 0,-1 1 0 0 0,1 0 0 0 0,-1 0 1 0 0,1-1-1 0 0,-1 1 0 0 0,0 2 0 0 0,5-2-470 0 0,5 1-271 0 0,0-1 1 0 0,0 0-1 0 0,1-1 1 0 0,-1 0-1 0 0,0 0 1 0 0,19-2-1 0 0,-7-2-2871 0 0,-6 4 2696 0 0,-6 0 196 0 0,-2-1-1389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26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78 2856 0 0,'0'0'2629'0'0,"-1"-5"-454"0"0,-12-46 4160 0 0,11 47-5311 0 0,2 4-1018 0 0,0 0-1 0 0,0 1 0 0 0,0-1 1 0 0,0 1-1 0 0,0-1 0 0 0,0 0 0 0 0,0 1 1 0 0,0-1-1 0 0,-1 0 0 0 0,1 1 1 0 0,0-1-1 0 0,0 1 0 0 0,0-1 0 0 0,0 0 1 0 0,-1 1-1 0 0,1-1 0 0 0,0 0 1 0 0,0 0-1 0 0,-1 1 0 0 0,1-1 0 0 0,0 0 1 0 0,0 1-1 0 0,-1-1 0 0 0,1 0 1 0 0,0 0-1 0 0,-1 0 0 0 0,1 1 0 0 0,-1-1 1 0 0,0 0 23 0 0,0 1-1 0 0,1-1 1 0 0,-1 1 0 0 0,0 0 0 0 0,0-1 0 0 0,1 1 0 0 0,-1 0 0 0 0,0-1-1 0 0,1 1 1 0 0,-1 0 0 0 0,0 0 0 0 0,1 0 0 0 0,-1 0 0 0 0,1 0-1 0 0,0-1 1 0 0,-1 1 0 0 0,1 0 0 0 0,-1 2 0 0 0,-13 53 878 0 0,-2 25-362 0 0,-7 99-1 0 0,21-157-883 0 0,3 1-92 0 0,-1-22 385 0 0,3 60-653 0 0,-3-56 508 0 0,0 17 199 0 0,0-17 27 0 0,0 0 101 0 0,-1-6-596 0 0,1 0 472 0 0,-1 0 1 0 0,0 0-1 0 0,1 0 0 0 0,-1-1 1 0 0,1 1-1 0 0,-1 0 1 0 0,1 0-1 0 0,-1 0 1 0 0,0-1-1 0 0,1 1 0 0 0,-1 0 1 0 0,1-1-1 0 0,-1 1 1 0 0,1 0-1 0 0,0-1 0 0 0,-1 1 1 0 0,1-1-1 0 0,-1 1 1 0 0,1-1-1 0 0,0 1 0 0 0,-1-1 1 0 0,1 1-1 0 0,0-1 1 0 0,-1 0-1 0 0,1 0-6 0 0,0 1 0 0 0,-1-1 0 0 0,1 1 0 0 0,0-1 0 0 0,0 1 0 0 0,-1-1 0 0 0,1 1 0 0 0,-1-1 0 0 0,1 1 0 0 0,0 0 0 0 0,-1-1 0 0 0,1 1 0 0 0,-1-1 0 0 0,1 1 0 0 0,-1 0 1 0 0,1 0-1 0 0,-1-1 0 0 0,1 1 0 0 0,-1 0 0 0 0,0 0 0 0 0,1-1 0 0 0,-1 1 0 0 0,1 0 0 0 0,-1 0 0 0 0,0 0 0 0 0,2-5 1 0 0,3-5 33 0 0,0-1 0 0 0,1 1 0 0 0,0 1-1 0 0,0-1 1 0 0,1 1 0 0 0,10-12 0 0 0,-4 8-41 0 0,1 2 1 0 0,1 0-1 0 0,0 0 1 0 0,0 2-1 0 0,1-1 0 0 0,22-9 1 0 0,-32 17-154 0 0,1 1 102 0 0,20-4 203 0 0,-19 4 41 0 0,1 1-55 0 0,24-2-204 0 0,-24 2-80 0 0,-1 1 0 0 0,57 8 358 0 0,-59-8 10 0 0,1 0-330 0 0,18 3-27 0 0,-18-3 171 0 0,1 0 52 0 0,21 2-19 0 0,-21-2-198 0 0,1-2-105 0 0,54-8 292 0 0,-58 8-84 0 0,2-1 48 0 0,15-6 467 0 0,36-19-1 0 0,-54 24-719 0 0,1-1 23 0 0,13-9 30 0 0,-13 9 33 0 0,-1 0 136 0 0,13-13 196 0 0,-14 16-87 0 0,-1-1 1 0 0,0 1-1 0 0,0-1 1 0 0,0 0-1 0 0,1 1 0 0 0,-2-1 1 0 0,1 0-1 0 0,0 0 0 0 0,0 0 1 0 0,0 0-1 0 0,-1 0 0 0 0,1 0 1 0 0,-1 0-1 0 0,0 0 0 0 0,1 0 1 0 0,-1-3-1 0 0,-7-24 327 0 0,2 29-287 0 0,-2 0-147 0 0,0 1 0 0 0,1 0 1 0 0,-1 1-1 0 0,1-1 0 0 0,-1 1 0 0 0,1 1 1 0 0,0-1-1 0 0,0 1 0 0 0,0 0 0 0 0,0 0 1 0 0,0 1-1 0 0,-7 5 0 0 0,-1 6 76 0 0,0-1 0 0 0,0 2 0 0 0,-19 29 0 0 0,31-41-181 0 0,0 1-89 0 0,1-1 157 0 0,1-3 21 0 0,0 1-1 0 0,0-1 1 0 0,-1 1 0 0 0,1-1-1 0 0,-1 0 1 0 0,1 1-1 0 0,-1-1 1 0 0,1 1-1 0 0,-1-1 1 0 0,0 0 0 0 0,0 1-1 0 0,-1 1 1 0 0,4 3-272 0 0,7 18 54 0 0,-9-23 220 0 0,0 0 0 0 0,1 0-1 0 0,-1 0 1 0 0,0 0-1 0 0,1 0 1 0 0,-1-1 0 0 0,1 1-1 0 0,-1 0 1 0 0,1 0-1 0 0,0 0 1 0 0,-1 0 0 0 0,1-1-1 0 0,0 1 1 0 0,0 0-1 0 0,0-1 1 0 0,-1 1 0 0 0,1 0-1 0 0,0-1 1 0 0,0 1-1 0 0,0-1 1 0 0,0 0 0 0 0,0 1-1 0 0,1 0 1 0 0,0-1-51 0 0,7 5-186 0 0,0-1-1 0 0,0 0 0 0 0,1-1 0 0 0,-1 0 1 0 0,1 0-1 0 0,19 2 0 0 0,-19-3-101 0 0,45 6-2033 0 0,8-3 708 0 0,-40-5 1144 0 0,3-4 135 0 0,-6-2 1061 0 0,0-1 0 0 0,0 0 0 0 0,-1-2 0 0 0,0 0 0 0 0,27-19 0 0 0,10-15 1842 0 0,-52 40-1374 0 0,-9 6-1237 0 0,-14 11 31 0 0,15-10 111 0 0,0 0-121 0 0,-53 55-262 0 0,54-55 442 0 0,1 0-72 0 0,-8 16 24 0 0,8-16 240 0 0,4 2-66 0 0,6 15-106 0 0,-6-16 213 0 0,4-3-279 0 0,0 0 1 0 0,0-1-1 0 0,1 0 1 0 0,-1 0-1 0 0,0-1 1 0 0,1 1-1 0 0,-1-1 1 0 0,0-1-1 0 0,8-1 1 0 0,-10 2-82 0 0,4-1-40 0 0,-1-1 88 0 0,5-1-35 0 0,-4 2 88 0 0,0-1-1 0 0,0 0 1 0 0,0-1-1 0 0,0 0 1 0 0,-1 0-1 0 0,0-1 1 0 0,1 0-1 0 0,-1 0 1 0 0,0 0-1 0 0,-1-1 1 0 0,1 0-1 0 0,-1-1 1 0 0,7-7-1 0 0,-8 8 109 0 0,0-1-1 0 0,-1 0 0 0 0,0 0 0 0 0,0-1 0 0 0,0 1 0 0 0,-1-1 0 0 0,0 0 0 0 0,-1 0 0 0 0,1 0 0 0 0,-1 0 0 0 0,0-1 0 0 0,-1 1 0 0 0,0 0 1 0 0,0-1-1 0 0,-1 1 0 0 0,0-1 0 0 0,0 1 0 0 0,0-1 0 0 0,-1 1 0 0 0,0-1 0 0 0,-3-9 0 0 0,-7-15 60 0 0,-1 1 0 0 0,-28-51 0 0 0,23 55-790 0 0,1 8-966 0 0,5 3-244 0 0,8 12-1523 0 0,0 0-1066 0 0,-6-12 366 0 0,7 12-714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27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0 164 1848 0 0,'0'0'2714'0'0,"2"-6"-375"0"0,-1 0-2620 0 0,14-35 8370 0 0,-13 37-6134 0 0,3 6-1728 0 0,14 6-122 0 0,-14-6-31 0 0,-5-1-60 0 0,0 0 0 0 0,0 0 0 0 0,0 0 0 0 0,0 0 0 0 0,0 0-1 0 0,0-1 1 0 0,1 1 0 0 0,-1 0 0 0 0,0 0 0 0 0,1 0 0 0 0,-1 0 0 0 0,1 0-1 0 0,-1-1 1 0 0,1 1 0 0 0,-1 0 0 0 0,1 0 0 0 0,0 0 0 0 0,11 16 48 0 0,5 25 90 0 0,-15-38 3 0 0,0 1-54 0 0,31 65 2033 0 0,-31-66 7 0 0,1 0-1488 0 0,12 8-170 0 0,-12-9 553 0 0,3-6-827 0 0,1 1-153 0 0,-1-1 1 0 0,1-1 0 0 0,-1 1 0 0 0,0-1 0 0 0,1-1 0 0 0,-2 1 0 0 0,1-1-1 0 0,0 0 1 0 0,-1 0 0 0 0,7-8 0 0 0,54-71-1111 0 0,3-2-2621 0 0,-21 34-3087 0 0,-44 48 3222 0 0,0 2 367 0 0,16-10-266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27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0 174 1956 0 0,'0'0'4555'0'0,"4"2"-3193"0"0,14 3-158 0 0,-13-3 1485 0 0,0-4-1879 0 0,15-7-437 0 0,-15 7-117 0 0,0 0-42 0 0,2-1-109 0 0,4-1 244 0 0,0-1 1 0 0,0 0 0 0 0,-1-1 0 0 0,0 0-1 0 0,11-9 1 0 0,-5 0-1 0 0,-12 11-31 0 0,-2 0-119 0 0,20-39 194 0 0,-20 39-26 0 0,-1-2-328 0 0,1-18-188 0 0,-1 18 120 0 0,-5 3 100 0 0,3 2-112 0 0,0-1 0 0 0,0 1 1 0 0,0-1-1 0 0,0 1 0 0 0,0 0 1 0 0,-1 0-1 0 0,1 0 0 0 0,0 0 1 0 0,-1 0-1 0 0,-2-2 0 0 0,-2 5 36 0 0,0 0 0 0 0,1 0 0 0 0,-1 0 0 0 0,1 1 0 0 0,-1 0 0 0 0,1 0 0 0 0,-6 5 0 0 0,7-6-34 0 0,-2 3 61 0 0,0 0 0 0 0,0 0 1 0 0,0 1-1 0 0,-6 7 0 0 0,2-2-20 0 0,4-3 120 0 0,0 0 0 0 0,0 0 0 0 0,1 1 0 0 0,0-1 0 0 0,0 1 0 0 0,-5 16 0 0 0,8-20 198 0 0,3 2-188 0 0,4 21-48 0 0,0-18-350 0 0,18 8-2735 0 0,1-1-1 0 0,40 20 0 0 0,-50-32 252 0 0,20 1 43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28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72 1292 0 0,'3'-3'2224'0'0,"-2"2"-2180"0"0,5-5 3676 0 0,11-14 10535 0 0,-13 14-13318 0 0,-3 0-3778 0 0,-6-24 2588 0 0,-3 32 211 0 0,-21 4-156 0 0,27-6 192 0 0,0 0 0 0 0,0 0 0 0 0,0 1 0 0 0,-1 0 0 0 0,1-1-1 0 0,0 1 1 0 0,0 0 0 0 0,1 0 0 0 0,-1 0 0 0 0,0 0 0 0 0,0 0-1 0 0,0 0 1 0 0,1 0 0 0 0,-1 1 0 0 0,-2 2 0 0 0,-1 1 24 0 0,-6 2-46 0 0,1 1 1 0 0,0 1-1 0 0,0 0 0 0 0,-9 10 1 0 0,-2 3-1 0 0,19-21 45 0 0,0 1-1 0 0,0 0 0 0 0,0-1 0 0 0,0 1 1 0 0,1 0-1 0 0,-1 0 0 0 0,1 0 0 0 0,-1 0 1 0 0,1 0-1 0 0,-2 4 0 0 0,-9 17-39 0 0,9-20-19 0 0,2-2 48 0 0,0 0 0 0 0,0 0 0 0 0,0 0 0 0 0,0 1 0 0 0,0-1 0 0 0,1 0 0 0 0,-1 0 0 0 0,0 1 0 0 0,0-1 0 0 0,1 1 0 0 0,-1-1 0 0 0,1 0 0 0 0,-1 1 0 0 0,1-1 0 0 0,0 1 0 0 0,0-1 0 0 0,-1 4 0 0 0,-1 18-138 0 0,1-18-186 0 0,6 0-70 0 0,-1-1 243 0 0,-3-3 98 0 0,0 1 0 0 0,0-1 0 0 0,0 1 0 0 0,0-1 0 0 0,0 0 0 0 0,1 0 0 0 0,-1 1 0 0 0,1-1 0 0 0,-1 0 0 0 0,1 0 0 0 0,-1 0 0 0 0,1-1 0 0 0,-1 1 0 0 0,1 0 0 0 0,0-1 1 0 0,-1 1-1 0 0,4 0 0 0 0,16 4-725 0 0,0-1 0 0 0,0-1 0 0 0,0-1 0 0 0,23 0 0 0 0,-4-3-3016 0 0,56-8-1 0 0,-51 1 1368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29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68 572 0 0,'0'0'3666'0'0,"-1"-6"-690"0"0,-2-20-1196 0 0,2 20 708 0 0,-1 1-1593 0 0,1 1-586 0 0,-3-7-234 0 0,4 1 2784 0 0,-5 13-2744 0 0,-11 7 161 0 0,12-8 135 0 0,4-1-399 0 0,0 1 0 0 0,0-1-1 0 0,0 0 1 0 0,0 0 0 0 0,0 0 0 0 0,-1 1-1 0 0,1-1 1 0 0,0 0 0 0 0,0 0-1 0 0,-1 1 1 0 0,1-1 0 0 0,-1 0 0 0 0,1 0-1 0 0,-1 0 1 0 0,0 0 0 0 0,0 1 0 0 0,-1 1 8 0 0,1-1-1 0 0,-1 1 1 0 0,1 0 0 0 0,-1 0 0 0 0,1-1 0 0 0,0 1 0 0 0,0 0 0 0 0,0 5 0 0 0,-17 72-228 0 0,-15 154 1 0 0,32-228 26 0 0,2-4 121 0 0,0 0 0 0 0,0 0 1 0 0,-1 0-1 0 0,1 1 0 0 0,-1-1 0 0 0,1 0 0 0 0,-1 1 0 0 0,0-1 0 0 0,0 0 0 0 0,0 0 0 0 0,-1 5 0 0 0,0-1-127 0 0,2 2-409 0 0,0-3-20 0 0,3 33-1841 0 0,-2-10 6272 0 0,-6-31-3426 0 0,-12-9-380 0 0,12 9-147 0 0,3-5 125 0 0,2 1 46 0 0,-1-1 1 0 0,1 1 0 0 0,0 0-1 0 0,1-1 1 0 0,-1 1 0 0 0,1 0-1 0 0,1 0 1 0 0,0 0 0 0 0,0 0-1 0 0,0 1 1 0 0,0-1 0 0 0,1 1-1 0 0,0 0 1 0 0,1 0 0 0 0,-1 0-1 0 0,1 0 1 0 0,8-6-1 0 0,-12 11-24 0 0,16-16-28 0 0,1 1 1 0 0,34-24 0 0 0,-39 32 0 0 0,0 1 0 0 0,0 1-1 0 0,1 0 1 0 0,0 0 0 0 0,16-3 0 0 0,-20 6-30 0 0,10-3 351 0 0,40 6-204 0 0,-23 4-283 0 0,-31-3 164 0 0,-1 1 70 0 0,43 15-119 0 0,-44-15 175 0 0,-1 2-130 0 0,-1-3 80 0 0,0 0-1 0 0,-1 0 0 0 0,1 0 0 0 0,-1 0 0 0 0,0 0 0 0 0,1 1 0 0 0,-1-1 0 0 0,0 0 0 0 0,0 1 0 0 0,2 1 0 0 0,-6 27 113 0 0,2-24-107 0 0,-3-2 5 0 0,-94 96 33 0 0,95-97-173 0 0,0 1 210 0 0,-12 13-59 0 0,12-13 63 0 0,1 0-37 0 0,-7 14 162 0 0,7-13 279 0 0,6-1-334 0 0,-4-4-212 0 0,1 1-9 0 0,1 0 0 0 0,-1 0-1 0 0,1 0 1 0 0,-1 1 0 0 0,0-1 0 0 0,0 1-1 0 0,1-1 1 0 0,-1 1 0 0 0,0-1 0 0 0,0 1-1 0 0,1 2 1 0 0,3-3 18 0 0,15 3-28 0 0,-15-3-146 0 0,2 0 181 0 0,66 3-572 0 0,-66-4 618 0 0,-1-2 65 0 0,2 0-116 0 0,0 0 0 0 0,0-1 0 0 0,0 0 0 0 0,10-6 0 0 0,-14 6 114 0 0,-3 1-138 0 0,-1 0 1 0 0,1 1-1 0 0,0-1 0 0 0,-1 1 1 0 0,1-1-1 0 0,0 1 0 0 0,0-1 1 0 0,0 1-1 0 0,0 0 0 0 0,1 0 1 0 0,-1-1-1 0 0,2 0 0 0 0,-2 1-9 0 0,2-3-42 0 0,-1-1 254 0 0,5-14-36 0 0,-5 14-27 0 0,-1 0 116 0 0,3-14-132 0 0,-2 14 354 0 0,0 0-319 0 0,17-40 588 0 0,-17 40-685 0 0,6-3 40 0 0,3-6-4 0 0,3 4-109 0 0,-10 7 84 0 0,1 1-128 0 0,53-14 53 0 0,-52 15-61 0 0,1 3 143 0 0,-4-2-94 0 0,2 1 27 0 0,0-1-1 0 0,0 1 0 0 0,0 0 0 0 0,-1 1 1 0 0,1-1-1 0 0,0 1 0 0 0,-1 0 0 0 0,1 0 0 0 0,-1 0 1 0 0,0 1-1 0 0,0-1 0 0 0,0 1 0 0 0,0 0 1 0 0,0 1-1 0 0,-1-1 0 0 0,1 0 0 0 0,-1 1 0 0 0,0 0 1 0 0,0 0-1 0 0,0 0 0 0 0,0 0 0 0 0,3 8 1 0 0,2 8 178 0 0,-6-15-132 0 0,-1 2-152 0 0,0 19 136 0 0,-1-19-62 0 0,0-2 106 0 0,-1 18-72 0 0,0-17 464 0 0,0-1-99 0 0,-2 18-48 0 0,2-17 1113 0 0,38-43-1506 0 0,1 2 0 0 0,46-32 0 0 0,-63 53-896 0 0,0 1 0 0 0,28-12 0 0 0,-31 17-1068 0 0,0 1 0 0 0,1 1-1 0 0,28-5 1 0 0,-16 5-1759 0 0,-3-2-600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54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0 392 0 0,'0'0'15203'0'0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55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461 241 2176 0 0,'0'0'13435'0'0,"-4"2"-13437"0"0,-14 7 10 0 0,14-7 305 0 0,-1 0-296 0 0,-15 5 5 0 0,15-5 266 0 0,0-1-196 0 0,-5 0 88 0 0,1-1 0 0 0,0 0-1 0 0,0-1 1 0 0,-1 0-1 0 0,1 0 1 0 0,0-1-1 0 0,-13-4 1 0 0,16 4-58 0 0,2-2 48 0 0,-13-13-130 0 0,13 13 95 0 0,1 0 18 0 0,-25-45-537 0 0,26 44 395 0 0,0 0 100 0 0,-12-48 127 0 0,14 48-413 0 0,-2-1 1 0 0,-5-61 245 0 0,4 39-329 0 0,2 22 20 0 0,5 12 102 0 0,-1 1 119 0 0,0-1-1 0 0,0 1 1 0 0,0 0 0 0 0,-1 0 0 0 0,0 0-1 0 0,2 14 1 0 0,-2-12 27 0 0,14 62 101 0 0,-4 1 0 0 0,4 80 0 0 0,-8 142-93 0 0,-19-57-217 0 0,5-190 245 0 0,-1 0-1 0 0,-28 90 1 0 0,13-76 284 0 0,21-57-283 0 0,-1 1 0 0 0,-1-1 0 0 0,1 0 0 0 0,-1 0 0 0 0,1 0 0 0 0,-1 0-1 0 0,0 0 1 0 0,-1 0 0 0 0,-6 5 0 0 0,4-2 47 0 0,2-3-154 0 0,-2-1 129 0 0,-16 10 95 0 0,16-10-84 0 0,1-2-112 0 0,-14 0 298 0 0,0-1-1 0 0,-37-3 0 0 0,51 1-310 0 0,-24 0-2260 0 0,23 2 626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56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 1800 0 0,'0'0'9706'0'0,"1"-6"-8790"0"0,1-15-17 0 0,-1 16 2319 0 0,5 6-3612 0 0,16 4 191 0 0,-17-3 455 0 0,-2 2-658 0 0,23 39 416 0 0,-24-38 307 0 0,0-1-655 0 0,3 15 304 0 0,-3-15-90 0 0,0 1 72 0 0,6 11 44 0 0,-6-11 1015 0 0,0-1-1422 0 0,5 10 574 0 0,-7-10-3562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57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19 630 1176 0 0,'0'0'13033'0'0,"1"-7"-12513"0"0,5-15-89 0 0,0 0 0 0 0,13-27 0 0 0,-7 17-368 0 0,-2 8 2 0 0,0-2 0 0 0,-2 1-1 0 0,-1-1 1 0 0,-2 0 0 0 0,0 0 0 0 0,-2-1-1 0 0,1-34 1 0 0,-3 52-77 0 0,-1 5 12 0 0,1 0 1 0 0,-1 0-1 0 0,0 1 1 0 0,0-1-1 0 0,-1 0 1 0 0,1 0-1 0 0,-2-6 1 0 0,-8-42-208 0 0,-30-73 669 0 0,38 121-450 0 0,0-1-99 0 0,0 1 63 0 0,1 3 8 0 0,0 0 0 0 0,0-1-1 0 0,0 1 1 0 0,0 0 0 0 0,1-1 0 0 0,-1 1 0 0 0,0-1-1 0 0,1 1 1 0 0,0-1 0 0 0,-1 1 0 0 0,1-1-1 0 0,-1-1 1 0 0,-2 6-103 0 0,-13 11-7 0 0,11-1 180 0 0,-8 93 190 0 0,1 210-1 0 0,24 72-346 0 0,-1-13 545 0 0,-10-306-365 0 0,3 2-184 0 0,-3-64-504 0 0,-2-2-1614 0 0,1 2 1644 0 0,-1 3-15 0 0,0 1-6955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57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15 278 2900 0 0,'-8'-23'2466'0'0,"7"18"2760"0"0,0 0-4034 0 0,-3-17-260 0 0,3 17 595 0 0,2-1-1046 0 0,5-16 15 0 0,0 0 0 0 0,16-34-1 0 0,-16 47-493 0 0,-1 0-1 0 0,2 0 0 0 0,-1 0 0 0 0,1 1 0 0 0,1 0 1 0 0,-1 0-1 0 0,1 1 0 0 0,1 0 0 0 0,9-6 0 0 0,23-10-3369 0 0,-28 22 55 0 0,12 6 334 0 0,-19-4-156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58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16 596 0 0,'0'0'7425'0'0,"3"-4"-6565"0"0,5-8 4624 0 0,-13 17-2382 0 0,-1 3-4570 0 0,5-8 1454 0 0,0 1 0 0 0,0 0 1 0 0,0 0-1 0 0,1 0 0 0 0,-1 0 1 0 0,0 0-1 0 0,0 0 0 0 0,1 1 1 0 0,-1-1-1 0 0,1 0 0 0 0,-1 0 1 0 0,1 0-1 0 0,-1 1 0 0 0,1-1 1 0 0,0 0-1 0 0,0 0 0 0 0,-1 3 0 0 0,-2 16 186 0 0,-10 42 125 0 0,1 16-1137 0 0,10-70 1063 0 0,2 14-172 0 0,-1-16-100 0 0,1 0 323 0 0,1-1-215 0 0,4 15-135 0 0,-4-15 161 0 0,4-4-73 0 0,20 6-279 0 0,-25-8 265 0 0,1 1-1 0 0,0 0 1 0 0,-1 0 0 0 0,1 0 0 0 0,-1 0 0 0 0,1 0-1 0 0,0 0 1 0 0,-1-1 0 0 0,1 1 0 0 0,-1 0 0 0 0,1 0-1 0 0,-1-1 1 0 0,1 1 0 0 0,-1-1 0 0 0,1 1 0 0 0,-1 0-1 0 0,0-1 1 0 0,1 1 0 0 0,-1-1 0 0 0,1 1 0 0 0,-1-1-1 0 0,0 1 1 0 0,1-1 0 0 0,-1 1 0 0 0,0-1 0 0 0,1 0 6 0 0,-1 1 1 0 0,0-1-1 0 0,0 1 1 0 0,1-1-1 0 0,-1 1 1 0 0,0-1-1 0 0,1 1 1 0 0,-1-1 0 0 0,1 1-1 0 0,-1-1 1 0 0,1 1-1 0 0,-1 0 1 0 0,1-1-1 0 0,-1 1 1 0 0,1 0 0 0 0,-1-1-1 0 0,1 1 1 0 0,-1 0-1 0 0,1 0 1 0 0,-1-1-1 0 0,1 1 1 0 0,-1 0-1 0 0,1 0 1 0 0,0 0 0 0 0,0 0-1 0 0,0 0 3 0 0,-1 0 0 0 0,1 0 0 0 0,-1-1 0 0 0,1 1 0 0 0,-1 0 0 0 0,1 0 0 0 0,0 0 0 0 0,-1-1 0 0 0,1 1 1 0 0,-1 0-1 0 0,1 0 0 0 0,-1-1 0 0 0,1 1 0 0 0,-1-1 0 0 0,0 1 0 0 0,1 0 0 0 0,-1-1 0 0 0,1 1 0 0 0,-1-1 0 0 0,0 1 0 0 0,1-1 0 0 0,-1 1 0 0 0,0-1 0 0 0,1 1 0 0 0,-1-1 0 0 0,0 0 0 0 0,0 0 8 0 0,1 1 0 0 0,-1-1 0 0 0,0 1 0 0 0,0-1-1 0 0,1 1 1 0 0,-1-1 0 0 0,0 1 0 0 0,1-1 0 0 0,-1 1 0 0 0,0-1-1 0 0,1 1 1 0 0,-1-1 0 0 0,1 1 0 0 0,-1 0 0 0 0,1-1 0 0 0,-1 1-1 0 0,1 0 1 0 0,-1-1 0 0 0,1 1 0 0 0,-1 0 0 0 0,1 0 0 0 0,-1-1-1 0 0,1 1 1 0 0,0 0 0 0 0,-1 0 0 0 0,1 0 0 0 0,3-4 219 0 0,10-11-284 0 0,-10 11 5 0 0,-3 2-97 0 0,-1 1 161 0 0,1-1 0 0 0,0 1 1 0 0,-1-1-1 0 0,1 1 1 0 0,0-1-1 0 0,0 1 1 0 0,0 0-1 0 0,0-1 0 0 0,0 1 1 0 0,1 0-1 0 0,1-1 1 0 0,-2 1 24 0 0,1-3 561 0 0,4 5-1565 0 0,16 5 890 0 0,-16-5-201 0 0,-6 0 215 0 0,0 0 44 0 0,0-1 1 0 0,0 1-1 0 0,0 0 1 0 0,1 0 0 0 0,-1-1-1 0 0,0 1 1 0 0,0 0-1 0 0,1 0 1 0 0,-1-1-1 0 0,0 1 1 0 0,1 0 0 0 0,-1-1-1 0 0,1 1 1 0 0,-1 0-1 0 0,1-1 1 0 0,-1 1-1 0 0,1 0 1 0 0,10 13-277 0 0,-2 2 78 0 0,-7-12 538 0 0,0-4-327 0 0,-1 1 0 0 0,1-1-1 0 0,-1 1 1 0 0,1-1-1 0 0,-1 1 1 0 0,1 0-1 0 0,-1 0 1 0 0,0-1-1 0 0,0 1 1 0 0,1 0-1 0 0,-1 0 1 0 0,2 2 0 0 0,-2-1-16 0 0,4 1 490 0 0,0-4-313 0 0,16-3-138 0 0,-16 3 0 0 0,-5 0-15 0 0,0 1-1 0 0,1-1 0 0 0,-1 1 0 0 0,0-1 0 0 0,1 1 0 0 0,-1 0 1 0 0,0-1-1 0 0,1 1 0 0 0,-1 0 0 0 0,0-1 0 0 0,1 1 0 0 0,-1 0 1 0 0,1-1-1 0 0,-1 1 0 0 0,0 0 0 0 0,1 0 0 0 0,-1-1 0 0 0,1 1 0 0 0,-1 0 1 0 0,1 0-1 0 0,-1 0 0 0 0,1 0 0 0 0,-1 0 0 0 0,1 0 0 0 0,0 0 1 0 0,-1 0 10 0 0,1 0 1 0 0,-1 0 0 0 0,1-1 0 0 0,-1 1 0 0 0,1 0-1 0 0,-1 0 1 0 0,1 0 0 0 0,-1 0 0 0 0,1 0 0 0 0,-1-1 0 0 0,1 1-1 0 0,-1 0 1 0 0,0 0 0 0 0,1-1 0 0 0,-1 1 0 0 0,1 0 0 0 0,-1-1-1 0 0,0 1 1 0 0,1 0 0 0 0,-1-1 0 0 0,0 1 0 0 0,1-1-1 0 0,-1 1 1 0 0,0 0 0 0 0,1-1 0 0 0,-1 0-8 0 0,0 1 0 0 0,0-1 1 0 0,0 1-1 0 0,0-1 0 0 0,0 1 0 0 0,0-1 1 0 0,0 1-1 0 0,0-1 0 0 0,0 1 0 0 0,0-1 1 0 0,0 1-1 0 0,1-1 0 0 0,-1 1 0 0 0,0 0 1 0 0,0-1-1 0 0,1 1 0 0 0,-1-1 0 0 0,0 1 1 0 0,0 0-1 0 0,1-1 0 0 0,-1 1 1 0 0,0 0-1 0 0,2-1 0 0 0,-1 0-2 0 0,0 0 0 0 0,-1 0 0 0 0,1 0 0 0 0,0 0 0 0 0,0 0-1 0 0,0 0 1 0 0,-1 0 0 0 0,1 0 0 0 0,0 0 0 0 0,-1 0 0 0 0,1 0 0 0 0,-1-1 0 0 0,1-1 0 0 0,5-17-16 0 0,-4 15 202 0 0,-2-2-741 0 0,0-19 163 0 0,0 19-462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7:58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26 181 612 0 0,'0'0'3094'0'0,"3"-3"-2027"0"0,13-9-91 0 0,-12 9-93 0 0,3-6 84 0 0,6-2 598 0 0,-1-4-786 0 0,-10 11 180 0 0,1 0 149 0 0,21-38 2185 0 0,-22 37-2632 0 0,-1 0-482 0 0,4-17-97 0 0,-4 16 612 0 0,-2 1-545 0 0,-7-21-532 0 0,3 25 458 0 0,-13-5 63 0 0,13 4-196 0 0,1 6 11 0 0,-5 4 69 0 0,1 1 0 0 0,0 1 1 0 0,0-1-1 0 0,-9 16 0 0 0,-2 19-94 0 0,17-39 177 0 0,1 1-107 0 0,-3 16 143 0 0,2-16-78 0 0,5-1-333 0 0,-1-3 141 0 0,-1 0 33 0 0,0-1 1 0 0,0 0 0 0 0,0 0 0 0 0,0 1-1 0 0,-1-1 1 0 0,1 0 0 0 0,0 1-1 0 0,-1-1 1 0 0,1 1 0 0 0,-1-1-1 0 0,1 1 1 0 0,-1 2 0 0 0,6-1-1880 0 0,0 0 905 0 0,4 3-405 0 0,5 1-2635 0 0,10 4 667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8:00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17 278 1544 0 0,'0'0'6605'0'0,"-3"-4"-5437"0"0,-8-7-958 0 0,9 6 4492 0 0,6 3-4498 0 0,14-6 48 0 0,-14 6 254 0 0,1-1-421 0 0,14-7-204 0 0,-14 8-49 0 0,0-2 392 0 0,15-14 12 0 0,0-1-1 0 0,31-38 0 0 0,-48 53-395 0 0,-2-1 217 0 0,16-46 82 0 0,-16 45 245 0 0,-1 0-962 0 0,-2-19 456 0 0,2 19-83 0 0,-2 2-250 0 0,-5-12 276 0 0,6 12 41 0 0,-3 7-239 0 0,-9 9 377 0 0,10-9-1 0 0,1 3 50 0 0,-5 18-55 0 0,6-19 192 0 0,1 1-33 0 0,11 83 67 0 0,-10-84-191 0 0,1 1-415 0 0,0-1 341 0 0,1 0 1 0 0,0 0-1 0 0,0 0 0 0 0,0 0 0 0 0,0 0 0 0 0,8 8 0 0 0,-7-10-101 0 0,2-2-572 0 0,17 2 398 0 0,-17-2-31 0 0,-2-3-349 0 0,11-7 338 0 0,-11 7 154 0 0,-3 0-42 0 0,-1 1 219 0 0,1-1-1 0 0,0 1 0 0 0,-1-1 1 0 0,1 1-1 0 0,0-1 1 0 0,0 1-1 0 0,0 0 1 0 0,0-1-1 0 0,0 1 1 0 0,0 0-1 0 0,3-2 1 0 0,-3 1-19 0 0,2-2-46 0 0,0-1 82 0 0,9-16-28 0 0,-9 16-30 0 0,0 0-54 0 0,8-17 70 0 0,-8 16 74 0 0,0 1-22 0 0,28-37 322 0 0,-28 39-234 0 0,1-2-31 0 0,0-1 29 0 0,2 0-1 0 0,-1 0 1 0 0,1 0 0 0 0,7-5 0 0 0,-10 9 111 0 0,1-1 46 0 0,3 1 104 0 0,-1-1-1 0 0,1 1 0 0 0,0 1 1 0 0,0-1-1 0 0,11 0 1 0 0,-11 2-54 0 0,-3 1-171 0 0,14 4 169 0 0,-14-4 85 0 0,0 1 82 0 0,36 24-390 0 0,-37-23 119 0 0,1 3-142 0 0,12 15-122 0 0,-13-16 78 0 0,1 1-24 0 0,8 16 190 0 0,-9-16 80 0 0,-1 0-94 0 0,7 17-51 0 0,-6-17-132 0 0,-2-1-46 0 0,3 14-78 0 0,-2-14-146 0 0,-1 0 206 0 0,-1-5 50 0 0,0 1 0 0 0,-1-1-1 0 0,1 1 1 0 0,0 0-1 0 0,0-1 1 0 0,0 1 0 0 0,1-1-1 0 0,-1 1 1 0 0,0-1-1 0 0,0 1 1 0 0,0 0 0 0 0,0-1-1 0 0,0 1 1 0 0,1-1 0 0 0,-1 1-1 0 0,0-1 1 0 0,0 1-1 0 0,1-1 1 0 0,-1 0 0 0 0,0 1-1 0 0,1-1 1 0 0,-1 1-1 0 0,1-1 1 0 0,-1 1 0 0 0,1-1-1 0 0,-1 0 1 0 0,0 1-1 0 0,1-1 1 0 0,0 0 0 0 0,7-17-703 0 0,-8 17 829 0 0,2-6-156 0 0,0 1 152 0 0,51-96 303 0 0,-49 96-378 0 0,-1 0 1 0 0,1 0-1 0 0,0 0 1 0 0,1 1-1 0 0,4-4 1 0 0,-1 0 91 0 0,-5 5-20 0 0,18-12 551 0 0,-17 13-42 0 0,-3 1-506 0 0,1 1 0 0 0,-1-1 0 0 0,1 1 0 0 0,-1-1-1 0 0,1 1 1 0 0,0 0 0 0 0,-1 0 0 0 0,1 0 0 0 0,0 0-1 0 0,-1 0 1 0 0,1 0 0 0 0,1 1 0 0 0,1-1 47 0 0,2 0-60 0 0,-1 2-76 0 0,18 8 260 0 0,-18-7 95 0 0,0 0-107 0 0,12 12-85 0 0,-12-11-352 0 0,-1 0 24 0 0,11 12-34 0 0,-11-12 53 0 0,-4-4 156 0 0,1 1 0 0 0,-1-1 0 0 0,1 0 0 0 0,-1 0 0 0 0,1 0 0 0 0,-1 1 0 0 0,1-1 0 0 0,-1 0 0 0 0,1 1 0 0 0,-1-1 0 0 0,1 0 0 0 0,-1 1 0 0 0,0-1 0 0 0,1 1 0 0 0,-1-1 0 0 0,1 0 0 0 0,-1 1 0 0 0,0-1 0 0 0,0 1 0 0 0,1-1 0 0 0,-1 1 0 0 0,0-1 0 0 0,0 1 0 0 0,1 0 0 0 0,-1 0 11 0 0,0-1-1 0 0,0 0 1 0 0,0 1 0 0 0,0-1-1 0 0,0 1 1 0 0,1-1-1 0 0,-1 1 1 0 0,0-1-1 0 0,0 0 1 0 0,1 1-1 0 0,-1-1 1 0 0,0 1-1 0 0,1-1 1 0 0,-1 0-1 0 0,0 1 1 0 0,1-1 0 0 0,-1 0-1 0 0,0 0 1 0 0,1 1-1 0 0,-1-1 1 0 0,1 0-1 0 0,-1 0 1 0 0,1 1-1 0 0,-1-1 1 0 0,1 0-1 0 0,-1 0 1 0 0,1 0 0 0 0,2 4 254 0 0,8 10-235 0 0,-9-11-740 0 0,1 2-1508 0 0,-1-3 1495 0 0,5 8 542 0 0,-5-1-6525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8:00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65 892 0 0,'-14'-23'8737'0'0,"0"-2"-5517"0"0,-8 8-4592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8:02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192 589 1120 0 0,'0'0'14113'0'0,"-3"3"-14253"0"0,-7 10 170 0 0,7-10 326 0 0,2 2-274 0 0,1-4-101 0 0,-6 16 209 0 0,6-18-169 0 0,-1 1 1 0 0,1 0-1 0 0,-1 0 0 0 0,1-1 1 0 0,-1 1-1 0 0,1 0 0 0 0,0-1 1 0 0,-1 1-1 0 0,1 0 1 0 0,-1-1-1 0 0,1 1 0 0 0,0-1 1 0 0,-1 1-1 0 0,1 0 0 0 0,0-1 1 0 0,0 1-1 0 0,-1-1 0 0 0,1 1 1 0 0,0-1-1 0 0,0 1 1 0 0,0-1-1 0 0,-1 1 0 0 0,1-1 1 0 0,0 0-1 0 0,0 1 0 0 0,0-1 1 0 0,0 1-1 0 0,0-2 1 0 0,-1-2 274 0 0,-4 1-405 0 0,-12-7 164 0 0,12 7 131 0 0,-1 4-512 0 0,-17 4 237 0 0,17-3 164 0 0,2 1-17 0 0,-7 13-80 0 0,0-1 0 0 0,0 1 0 0 0,1 1 0 0 0,1 0 0 0 0,1 0 0 0 0,1 1 1 0 0,-7 23-1 0 0,12-36 51 0 0,2-4-29 0 0,-1 0 0 0 0,0-1 0 0 0,1 1 1 0 0,-1 0-1 0 0,1 0 0 0 0,-1-1 0 0 0,1 1 0 0 0,0 0 0 0 0,-1 0 0 0 0,1 0 0 0 0,0 0 0 0 0,-1 0 1 0 0,1-1-1 0 0,0 1 0 0 0,0 0 0 0 0,0 0 0 0 0,0 0 0 0 0,0 0 0 0 0,0 2 0 0 0,-3 14 204 0 0,3-15-199 0 0,-1 0 0 0 0,1-1 0 0 0,0 1 0 0 0,0 0 0 0 0,0 0 0 0 0,0 0 0 0 0,0 0 0 0 0,0-1 0 0 0,1 1 0 0 0,-1 0 0 0 0,1 0 0 0 0,0 3 0 0 0,0-3 20 0 0,0 4 152 0 0,-1-6-171 0 0,0 0-1 0 0,1 0 1 0 0,-1 0 0 0 0,1 0-1 0 0,-1 0 1 0 0,1 0 0 0 0,-1 0 0 0 0,0 0-1 0 0,1 0 1 0 0,-1 0 0 0 0,1 0 0 0 0,-1 1-1 0 0,0-1 1 0 0,1 0 0 0 0,-1 0-1 0 0,1 0 1 0 0,-1 1 0 0 0,0-1 0 0 0,1 0-1 0 0,-1 0 1 0 0,0 1 0 0 0,0-1-1 0 0,1 0 1 0 0,-1 1 0 0 0,0-1 0 0 0,1 0-1 0 0,-1 1 1 0 0,1 0-4 0 0,-1 0 1 0 0,1 0-1 0 0,-1-1 0 0 0,1 1 1 0 0,-1-1-1 0 0,1 1 0 0 0,0 0 0 0 0,-1-1 1 0 0,1 1-1 0 0,0-1 0 0 0,-1 0 1 0 0,1 1-1 0 0,0-1 0 0 0,0 1 1 0 0,0-1-1 0 0,-1 0 0 0 0,1 0 0 0 0,0 0 1 0 0,0 1-1 0 0,0-1 0 0 0,0 0 1 0 0,-1 0-1 0 0,2 0 0 0 0,12 0-21 0 0,0 1-1 0 0,0-2 1 0 0,0 0 0 0 0,0-1-1 0 0,0 0 1 0 0,-1-1-1 0 0,1-1 1 0 0,16-6 0 0 0,-9 2-128 0 0,0-1 0 0 0,-1-1 0 0 0,38-25-1 0 0,-49 27 129 0 0,0 0 0 0 0,-1 0 0 0 0,1-1 0 0 0,-2 0 0 0 0,1-1 0 0 0,-1 0 0 0 0,-1 0 0 0 0,8-16 0 0 0,-6 13-147 0 0,-5 9 141 0 0,-1-1-1 0 0,0 1 1 0 0,0-1 0 0 0,0 1 0 0 0,0-1 0 0 0,-1 1-1 0 0,2-10 1 0 0,9-44 61 0 0,-2 14-362 0 0,-2-1 0 0 0,3-83 0 0 0,-9 73 46 0 0,-2-1 497 0 0,1 4-177 0 0,-4-55 650 0 0,3 101-496 0 0,1 4-179 0 0,-1 0 1 0 0,1 0-1 0 0,-1 1 0 0 0,0-1 0 0 0,1 0 0 0 0,-1 0 0 0 0,0 0 0 0 0,0 0 0 0 0,0 0 0 0 0,-1 0 0 0 0,1 0 0 0 0,-1-3 0 0 0,0 1 6 0 0,1-2 194 0 0,0 0-302 0 0,0 4 90 0 0,-1-16-206 0 0,0 18 197 0 0,1 0 0 0 0,-1 0-1 0 0,1 0 1 0 0,-1 1 0 0 0,0-1-1 0 0,1 0 1 0 0,0 0 0 0 0,-1 1-1 0 0,1-1 1 0 0,-1 0 0 0 0,1 0-1 0 0,-1 1 1 0 0,1-1 0 0 0,-1 0 0 0 0,1 1-1 0 0,0-1 1 0 0,-1 1 0 0 0,1-1-1 0 0,0 1 1 0 0,0-1 0 0 0,-1 1-1 0 0,1-1 1 0 0,0 1 0 0 0,0-1-1 0 0,-1 1 1 0 0,1-1 0 0 0,0 1-1 0 0,0-1 1 0 0,0 2 0 0 0,-1-1 15 0 0,0 1 1 0 0,0 0 0 0 0,0 0-1 0 0,0 0 1 0 0,1 0 0 0 0,-1 0-1 0 0,1 0 1 0 0,-1 0 0 0 0,1 0-1 0 0,0 0 1 0 0,-1 0-1 0 0,1 0 1 0 0,1 4 0 0 0,-1 4 94 0 0,-15 132 158 0 0,5 0 1 0 0,11 150-1 0 0,0-265-532 0 0,5 10 72 0 0,-3-24 236 0 0,0 0 0 0 0,2 0 0 0 0,0 0-1 0 0,0-1 1 0 0,1 0 0 0 0,12 20 0 0 0,-15-29-47 0 0,2 0 8 0 0,1 0 50 0 0,1-1 1 0 0,0 0 0 0 0,-1 0 0 0 0,1-1 0 0 0,0 0 0 0 0,12 1 0 0 0,-12-2 20 0 0,-2-2-42 0 0,4-3-57 0 0,0 1 0 0 0,-1-1-1 0 0,0 0 1 0 0,0 0 0 0 0,-1-1 0 0 0,1 0 0 0 0,12-14 0 0 0,-19 18 33 0 0,15-19-179 0 0,21-37 0 0 0,2-14 315 0 0,-37 68 87 0 0,1-1 62 0 0,8-17-99 0 0,-9 17-92 0 0,0 0-71 0 0,7-14 62 0 0,-7 14 282 0 0,-1 5-398 0 0,1 1 33 0 0,0-1-1 0 0,-1 1 1 0 0,1-1-1 0 0,-1 1 0 0 0,1 0 1 0 0,-1 0-1 0 0,0-1 1 0 0,1 1-1 0 0,-1 0 0 0 0,0 0 1 0 0,2 2-1 0 0,-1-1 10 0 0,2 0 47 0 0,0 24-53 0 0,-3-21-47 0 0,1 1 126 0 0,3 11-50 0 0,8 32-23 0 0,-11-44 130 0 0,8 15-34 0 0,-8-15-185 0 0,0-4 69 0 0,0 0 0 0 0,-1 1 1 0 0,1-1-1 0 0,-1 0 0 0 0,0 0 0 0 0,1 1 0 0 0,-1-1 0 0 0,0 0 0 0 0,0 1 0 0 0,0-1 0 0 0,0 1 0 0 0,2 2 0 0 0,-2-2-5 0 0,2 2-52 0 0,3-2-13 0 0,18 7 53 0 0,-19-7 59 0 0,-4-3-95 0 0,0 1 53 0 0,0 0 0 0 0,0-1 0 0 0,0 1-1 0 0,0 0 1 0 0,0 0 0 0 0,0 0 0 0 0,0 0 0 0 0,0 0 0 0 0,-1 0 0 0 0,1 0 0 0 0,0 0 0 0 0,0 1 0 0 0,0-1 0 0 0,0 0-1 0 0,0 0 1 0 0,1 2 0 0 0,0-2 8 0 0,-1 1-1 0 0,0-1 0 0 0,0 1 1 0 0,1-1-1 0 0,-1 0 0 0 0,0 0 1 0 0,1 1-1 0 0,-1-1 0 0 0,0 0 1 0 0,1 0-1 0 0,-1 0 0 0 0,1-1 1 0 0,-1 1-1 0 0,0 0 0 0 0,1 0 1 0 0,-1-1-1 0 0,0 1 0 0 0,2-1 1 0 0,46-20 188 0 0,-45 19-217 0 0,0-2 92 0 0,10-11-86 0 0,-10 12 26 0 0,-4 1-10 0 0,1 0 0 0 0,0 1 1 0 0,-1 0-1 0 0,1-1 0 0 0,0 1 0 0 0,0-1 0 0 0,0 1 0 0 0,0 0 1 0 0,0 0-1 0 0,1-1 0 0 0,-1 1 0 0 0,2-1 0 0 0,-3 2 3 0 0,3-4 50 0 0,-1 0-38 0 0,7-12-97 0 0,-7 12-7 0 0,0-1 148 0 0,7-14 42 0 0,-6 14 310 0 0,-2 0-394 0 0,6-13-12 0 0,-5 13-65 0 0,14 24-104 0 0,-14-10-27 0 0,0 1-1 0 0,1-1 1 0 0,-1 0-1 0 0,2 0 1 0 0,0 0 0 0 0,0-1-1 0 0,0 1 1 0 0,1-1-1 0 0,0 0 1 0 0,1 0-1 0 0,7 8 1 0 0,7-1-4439 0 0,33 17 1 0 0,-49-30 1447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8:03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252 432 2420 0 0,'0'0'2468'0'0,"3"-4"-293"0"0,-2 3-1242 0 0,8-9-888 0 0,-6 1 7782 0 0,-7-19-7464 0 0,3 22 179 0 0,-6 6-581 0 0,-19-2-3 0 0,20 1 138 0 0,-1 3 70 0 0,-7 5-156 0 0,-1 0 1 0 0,1 1-1 0 0,0 1 1 0 0,1 0 0 0 0,0 0-1 0 0,0 2 1 0 0,1-1-1 0 0,0 2 1 0 0,1-1 0 0 0,0 2-1 0 0,1-1 1 0 0,1 1-1 0 0,0 1 1 0 0,0 0 0 0 0,2 0-1 0 0,-1 1 1 0 0,2 0-1 0 0,-9 31 1 0 0,13-42 341 0 0,4 2-351 0 0,4 16 6 0 0,-6-21-1 0 0,0 0-1 0 0,0 0 1 0 0,1-1-1 0 0,-1 1 1 0 0,0 0 0 0 0,0 0-1 0 0,1-1 1 0 0,-1 1 0 0 0,1 0-1 0 0,-1-1 1 0 0,0 1 0 0 0,1-1-1 0 0,-1 1 1 0 0,1 0-1 0 0,-1-1 1 0 0,1 1 0 0 0,0-1-1 0 0,-1 1 1 0 0,1-1 0 0 0,0 0-1 0 0,-1 1 1 0 0,1-1-1 0 0,0 0 1 0 0,-1 1 0 0 0,1-1-1 0 0,0 0 1 0 0,1 1 0 0 0,7 3 55 0 0,-3-3-71 0 0,2-1 33 0 0,1-1 0 0 0,-1 1 0 0 0,1-1 0 0 0,-1-1 0 0 0,0 1 0 0 0,0-1 0 0 0,0-1 0 0 0,0 1 0 0 0,0-2 0 0 0,0 1 0 0 0,8-6 0 0 0,-9 6-25 0 0,-4 1 10 0 0,-1 1 0 0 0,0 0 0 0 0,1-1 0 0 0,-1 1 0 0 0,0-1 0 0 0,0 0 0 0 0,0 0 0 0 0,0 0 0 0 0,0 0 0 0 0,3-4 0 0 0,8-10-87 0 0,-1 0-1 0 0,0-1 0 0 0,-2 0 0 0 0,0-1 1 0 0,-1 0-1 0 0,0-1 0 0 0,-2 0 0 0 0,0 0 0 0 0,-1 0 1 0 0,5-30-1 0 0,-2-19 191 0 0,-3 0 1 0 0,-3-79 0 0 0,-4 80 306 0 0,0 60-340 0 0,1 1-295 0 0,-1-18 219 0 0,0 18 25 0 0,-1 10-67 0 0,-7 17 101 0 0,1 1-1 0 0,1 1 1 0 0,-8 42-1 0 0,-6 78-24 0 0,18-118-118 0 0,0-6 121 0 0,2 0-1 0 0,0 0 0 0 0,0 0 1 0 0,2 0-1 0 0,1 0 0 0 0,0 0 0 0 0,1 0 1 0 0,7 21-1 0 0,-9-37-31 0 0,0 0 0 0 0,0 0 1 0 0,1 0-1 0 0,-1 0 0 0 0,1-1 0 0 0,-1 1 1 0 0,1-1-1 0 0,0 1 0 0 0,4 3 0 0 0,0 1 6 0 0,-4-5 0 0 0,-1 0 1 0 0,1 0-1 0 0,-1 0 0 0 0,1 0 1 0 0,0 0-1 0 0,-1 0 1 0 0,1-1-1 0 0,0 1 1 0 0,0-1-1 0 0,0 1 0 0 0,0-1 1 0 0,1 0-1 0 0,-1 0 1 0 0,4 2-1 0 0,3 1 18 0 0,-1 0-6 0 0,1 0 1 0 0,0-1 0 0 0,0 0-1 0 0,0-1 1 0 0,1 0 0 0 0,-1 0-1 0 0,0-1 1 0 0,1 0 0 0 0,10 0-1 0 0,5-2 41 0 0,-1 0 0 0 0,35-8 0 0 0,-34 4-37 0 0,1 0 1 0 0,-1-2 0 0 0,0-1-1 0 0,0-1 1 0 0,-1-2-1 0 0,0 0 1 0 0,42-27-1 0 0,-63 36 32 0 0,-2 0-51 0 0,-1 1 0 0 0,1-1 0 0 0,0 1-1 0 0,-1 0 1 0 0,1-1 0 0 0,0 1 0 0 0,0 0 0 0 0,0 0 0 0 0,0 0 0 0 0,0-1-1 0 0,0 1 1 0 0,2-1 0 0 0,-2 2 13 0 0,1-4 113 0 0,0-1-149 0 0,4-14 122 0 0,-5 14 173 0 0,-3 0-108 0 0,-6-15-109 0 0,6 15-86 0 0,1 4 31 0 0,0-1-1 0 0,1 0 1 0 0,-1 1 0 0 0,0-1 0 0 0,0 1-1 0 0,0 0 1 0 0,0-1 0 0 0,0 1 0 0 0,-1 0-1 0 0,1-1 1 0 0,-3-1 0 0 0,4 3-8 0 0,-3-4-72 0 0,-17-2-89 0 0,16 4 112 0 0,0 0-97 0 0,0 5 283 0 0,-13 10-10 0 0,13-10-95 0 0,4-1-33 0 0,-1 0 0 0 0,1-1 1 0 0,0 1-1 0 0,-1 0 0 0 0,1 0 0 0 0,-1 0 0 0 0,1-1 0 0 0,-1 1 0 0 0,0 0 0 0 0,0-1 1 0 0,-1 3-1 0 0,-1 1 9 0 0,1 0 71 0 0,2 1 248 0 0,2 36 19 0 0,-1-38-356 0 0,-1 0-1 0 0,1 0 0 0 0,0-1 0 0 0,0 1 1 0 0,1 0-1 0 0,-1-1 0 0 0,1 1 1 0 0,0-1-1 0 0,-1 1 0 0 0,1-1 0 0 0,1 0 1 0 0,3 5-1 0 0,11 7-1040 0 0,2 0 0 0 0,25 16 0 0 0,-32-24-742 0 0,0 0 0 0 0,1-1 0 0 0,0 0 0 0 0,0-1 0 0 0,25 7 0 0 0,-8-7-1862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8:05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52 317 1636 0 0,'7'-9'1949'0'0,"9"-13"10555"0"0,-12 18-11343 0 0,-2 1-3382 0 0,1-1 3161 0 0,1 1-982 0 0,11-9 170 0 0,-11 9-205 0 0,0-1 34 0 0,116-99 612 0 0,-117 100-411 0 0,1-1-218 0 0,12-13 126 0 0,-13 12-160 0 0,-2 4 95 0 0,0-1-1 0 0,0 1 1 0 0,0-1-1 0 0,0 1 1 0 0,0-1-1 0 0,0 1 1 0 0,0 0 0 0 0,1 0-1 0 0,-1 0 1 0 0,3-2-1 0 0,-1-1 11 0 0,13-16 425 0 0,-11 1-420 0 0,-3 15-15 0 0,0-1 200 0 0,-4 1-141 0 0,0 1-74 0 0,0 0 1 0 0,0 0-1 0 0,0 0 1 0 0,0 1-1 0 0,-1-1 0 0 0,1 0 1 0 0,-1 1-1 0 0,0 0 1 0 0,0-1-1 0 0,-5-2 1 0 0,3 2 119 0 0,1 2-11 0 0,-48-11-54 0 0,46 11-109 0 0,0 2-31 0 0,-20-1 106 0 0,20 1-82 0 0,1 1-10 0 0,-5 2 104 0 0,0 0 1 0 0,0 1 0 0 0,0 1 0 0 0,1 0 0 0 0,0 0-1 0 0,-16 14 1 0 0,17-10-22 0 0,0 0 1 0 0,0 0-1 0 0,1 0 0 0 0,0 1 0 0 0,1 0 0 0 0,0 1 1 0 0,1-1-1 0 0,1 1 0 0 0,0 0 0 0 0,-5 21 0 0 0,8-28 10 0 0,2-3 11 0 0,-1 0 0 0 0,1-1 0 0 0,-1 1 0 0 0,0 0 0 0 0,0 0 1 0 0,1 0-1 0 0,-1 0 0 0 0,0 0 0 0 0,-1 0 0 0 0,1-1 1 0 0,0 1-1 0 0,-1 3 0 0 0,0-1 2 0 0,1 3-15 0 0,2-3 120 0 0,5 14-43 0 0,-5-13 101 0 0,0-5-175 0 0,-1 1 0 0 0,0-1 0 0 0,1 1 0 0 0,-1 0 0 0 0,1-1 0 0 0,-1 1 0 0 0,0 0 0 0 0,0 0 0 0 0,0 0 0 0 0,1 0 0 0 0,-1 0 0 0 0,1 2 0 0 0,-1-2-5 0 0,3 1-32 0 0,3-1-44 0 0,20 3 105 0 0,-20-3 141 0 0,-2-3-83 0 0,10-4-78 0 0,-1 0 0 0 0,0-1 0 0 0,14-8 0 0 0,-25 12 81 0 0,2-2-194 0 0,12-12 89 0 0,-12 13 161 0 0,-2 0-56 0 0,10-11-123 0 0,-10 11 179 0 0,0 0-17 0 0,9-10-242 0 0,-9 10 202 0 0,1 7-135 0 0,12 7-44 0 0,-13-7 97 0 0,-1 2-28 0 0,0 5-51 0 0,0 0 0 0 0,1 0 1 0 0,0 0-1 0 0,0-1 0 0 0,1 1 0 0 0,1-1 1 0 0,-1 0-1 0 0,2 0 0 0 0,-1-1 0 0 0,1 1 1 0 0,0-1-1 0 0,1-1 0 0 0,0 1 0 0 0,0-1 0 0 0,1 0 1 0 0,11 8-1 0 0,39 15-2517 0 0,-40-23 402 0 0,0-1 0 0 0,0-1 0 0 0,27 5 1 0 0,-12-7-497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8:06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4 100 1096 0 0,'3'-26'2754'0'0,"-2"21"1422"0"0,-2-2-2753 0 0,1-50 3151 0 0,1 52-3034 0 0,-7 55-1024 0 0,5 183 407 0 0,9-34-839 0 0,-1-79 385 0 0,-5-34-234 0 0,4-62-15 0 0,-5-19-80 0 0,3-8-446 0 0,1-2 219 0 0,0 0 0 0 0,0 0 1 0 0,0-1-1 0 0,7-11 1 0 0,11-15-565 0 0,-21 30 671 0 0,63-72-428 0 0,-62 71 279 0 0,2 0 24 0 0,14-9 234 0 0,-14 9 40 0 0,0 2-309 0 0,20-4 51 0 0,-23 5 66 0 0,-1 1 0 0 0,0-1 1 0 0,1 1-1 0 0,-1-1 0 0 0,1 1 0 0 0,-1-1 0 0 0,0 1 1 0 0,1 0-1 0 0,-1-1 0 0 0,0 1 0 0 0,0 0 1 0 0,3 2-1 0 0,-2-1 3 0 0,3 0 246 0 0,-2 3 181 0 0,0 2-478 0 0,1 1-1 0 0,-1 0 0 0 0,0-1 1 0 0,3 14-1 0 0,-5-16 21 0 0,-2 2 133 0 0,0 4 15 0 0,0-1-1 0 0,0 0 0 0 0,-1 0 0 0 0,0 0 1 0 0,0 0-1 0 0,-2 0 0 0 0,1-1 0 0 0,-1 1 1 0 0,0-1-1 0 0,-1 0 0 0 0,0 0 0 0 0,-1-1 0 0 0,1 1 1 0 0,-14 14-1 0 0,-15 6 595 0 0,30-26-199 0 0,0-6-320 0 0,-13-10-220 0 0,13 10-66 0 0,4 2 107 0 0,0-1 0 0 0,0 0 0 0 0,0 0 0 0 0,0 0 0 0 0,0 0 0 0 0,0 0 0 0 0,-1 0 0 0 0,1 1 1 0 0,-1-1-1 0 0,1 0 0 0 0,-1 0 0 0 0,-1-2 0 0 0,0 0-5 0 0,1-2-72 0 0,2-1-63 0 0,3-18-16 0 0,-2 19 137 0 0,0 1-188 0 0,7-14 58 0 0,-7 15 93 0 0,3 2-164 0 0,15-2 306 0 0,-15 3-45 0 0,0 3-147 0 0,88 45 205 0 0,-88-44-39 0 0,0-1-1 0 0,0 0 0 0 0,0 0 1 0 0,0 0-1 0 0,1-1 1 0 0,-1 0-1 0 0,1 0 0 0 0,-1 0 1 0 0,1-1-1 0 0,-1 0 1 0 0,1 0-1 0 0,8-1 0 0 0,-1-2 20 0 0,0 0 0 0 0,0 0 0 0 0,17-8 0 0 0,-20 7-106 0 0,4-2 29 0 0,0-1 0 0 0,-1 0 1 0 0,0-1-1 0 0,0-1 0 0 0,-1 0 0 0 0,0-1 0 0 0,0 0 1 0 0,-1-1-1 0 0,14-17 0 0 0,8-16 744 0 0,-31 40-549 0 0,1 0-124 0 0,6-11 93 0 0,-7 11 138 0 0,0 5-297 0 0,-1 1 1 0 0,0-1-1 0 0,-1 1 0 0 0,1-1 1 0 0,0 0-1 0 0,0 1 0 0 0,-1 0 1 0 0,1-1-1 0 0,0 1 0 0 0,-1-1 1 0 0,0 1-1 0 0,1 1 1 0 0,0 2-9 0 0,1 0 99 0 0,-3 2-105 0 0,-6 56-108 0 0,6-57-198 0 0,1 0-1022 0 0,0 19 440 0 0,0-19-465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8:06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95 2020 0 0,'-2'-5'3596'0'0,"-3"-10"-2259"0"0,-11-34 11343 0 0,13 34-15136 0 0,1 4-7643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8:07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298 135 276 0 0,'0'0'2182'0'0,"0"-6"-566"0"0,-1-9-242 0 0,-5-37 10133 0 0,1 29-11719 0 0,3 19 585 0 0,1 2-362 0 0,0 0 1 0 0,0 1 0 0 0,0-1 0 0 0,-1 1 0 0 0,1 0 0 0 0,0-1 0 0 0,-1 1 0 0 0,1 0-1 0 0,-1 0 1 0 0,-1-1 0 0 0,-1-2 610 0 0,1 2-558 0 0,-13-8-12 0 0,12 7-40 0 0,-2 4-408 0 0,-18 3 313 0 0,17-3 264 0 0,2 0-100 0 0,-46 16-100 0 0,47-15-115 0 0,0 0 101 0 0,-13 12-19 0 0,0 0 1 0 0,1 0-1 0 0,1 2 1 0 0,0 0-1 0 0,-17 25 1 0 0,29-37 9 0 0,3-2 43 0 0,0 0-1 0 0,-1-1 0 0 0,1 1 1 0 0,-1 0-1 0 0,0-1 0 0 0,1 1 1 0 0,-1-1-1 0 0,0 1 0 0 0,0-1 0 0 0,0 1 1 0 0,0-1-1 0 0,-2 3 0 0 0,1-1-3 0 0,-1 2 272 0 0,2 0-223 0 0,-5 17-76 0 0,5-16 99 0 0,3-1-213 0 0,4 16 161 0 0,-4-16-193 0 0,1-3-194 0 0,1-1 374 0 0,-1 1 1 0 0,1-1 0 0 0,-1 0 0 0 0,1 0 0 0 0,-1 0-1 0 0,1 0 1 0 0,-1 0 0 0 0,1-1 0 0 0,0 0 0 0 0,-1 0-1 0 0,1 0 1 0 0,0 0 0 0 0,0 0 0 0 0,-1-1 0 0 0,1 1-1 0 0,-1-1 1 0 0,1 0 0 0 0,-1 0 0 0 0,1-1 0 0 0,-1 1-1 0 0,1-1 1 0 0,-1 0 0 0 0,3-2 0 0 0,14-10 138 0 0,-16 11-25 0 0,1-1-206 0 0,11-10 157 0 0,-12 10-30 0 0,0 1-167 0 0,28-32 496 0 0,-29 31-449 0 0,-1 1 130 0 0,-1 2-42 0 0,-1 1 0 0 0,0-1 0 0 0,0 1 0 0 0,1-1-1 0 0,-1 1 1 0 0,0-1 0 0 0,1 1 0 0 0,-1-1 0 0 0,0 1 0 0 0,1-1-1 0 0,-1 1 1 0 0,1 0 0 0 0,-1-1 0 0 0,1 1 0 0 0,-1 0 0 0 0,1-1-1 0 0,-1 1 1 0 0,1 0 0 0 0,-1 0 0 0 0,1 0 0 0 0,-1-1 0 0 0,1 1-1 0 0,-1 0 1 0 0,1 0 0 0 0,-1 0 0 0 0,1 0 0 0 0,-1 0 0 0 0,2 0-1 0 0,5 15 41 0 0,-7-15-47 0 0,2 5-113 0 0,-2 1 17 0 0,-2 17 220 0 0,2-17 27 0 0,1-1-210 0 0,1 17-2 0 0,-1-16 133 0 0,0-5-62 0 0,1 1 0 0 0,-1-1 0 0 0,0 1-1 0 0,0 0 1 0 0,0-1 0 0 0,0 1 0 0 0,0 0 0 0 0,-1 0 0 0 0,1 0-1 0 0,0 0 1 0 0,-1-1 0 0 0,1 3 0 0 0,4-2-89 0 0,15 4-42 0 0,-14-5 46 0 0,-2-2 133 0 0,10-7-128 0 0,0 0-1 0 0,0 0 0 0 0,-1-1 0 0 0,-1-1 0 0 0,15-13 1 0 0,2-1 166 0 0,-26 21 42 0 0,0 0-146 0 0,28-32-331 0 0,-27 31 626 0 0,1 3-153 0 0,22-1-445 0 0,-24 6 362 0 0,8 11 10 0 0,-8-12-124 0 0,-1 2-53 0 0,20 46 100 0 0,-19-46 202 0 0,-1-1 13 0 0,6 12-31 0 0,-6-12 173 0 0,1 0-341 0 0,-3-2-1 0 0,2 2 29 0 0,0 0 1 0 0,0 0-1 0 0,0-1 0 0 0,0 1 1 0 0,0-1-1 0 0,1 1 1 0 0,-1-1-1 0 0,1 0 1 0 0,0 0-1 0 0,3 3 1 0 0,1-7-152 0 0,18-3 51 0 0,-20 3 105 0 0,-1-1 0 0 0,0 0 0 0 0,0 0 0 0 0,0 0 0 0 0,0-1 0 0 0,0 1 1 0 0,0-1-1 0 0,-1 0 0 0 0,1 0 0 0 0,-1 0 0 0 0,6-7 0 0 0,-8 8-45 0 0,58-54-387 0 0,-6 10 658 0 0,-49 43-263 0 0,0 0-6 0 0,15-10-42 0 0,-15 10 508 0 0,2 2-146 0 0,0-2-190 0 0,16-2 542 0 0,-20 5-636 0 0,0 1-1 0 0,0-1 1 0 0,-1 0-1 0 0,1 1 1 0 0,0-1-1 0 0,0 1 1 0 0,0-1-1 0 0,-1 1 0 0 0,1 0 1 0 0,0 0-1 0 0,2 1 1 0 0,0 1 33 0 0,2-1 71 0 0,-1 1 90 0 0,0 0-258 0 0,3 3 68 0 0,0-1-1 0 0,0-1 0 0 0,1 1 0 0 0,-1-1 1 0 0,1-1-1 0 0,0 0 0 0 0,1 0 0 0 0,10 2 1 0 0,-9-3-224 0 0,35 1-900 0 0,0-5-917 0 0,-25 1-969 0 0,0-2-1 0 0,25-5 1 0 0,-7-3-2223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8:09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 1792 0 0,'0'0'2054'0'0,"0"-6"-281"0"0,-1-21 10295 0 0,4 32-11965 0 0,10 19 67 0 0,13 32-1 0 0,9 20-186 0 0,-15-39-281 0 0,2-1 0 0 0,46 60 1 0 0,-64-92-309 0 0,0 0-1 0 0,-1-1 1 0 0,1 0 0 0 0,1 0 0 0 0,-1 0-1 0 0,0 0 1 0 0,1-1 0 0 0,7 4 0 0 0,-8-5 91 0 0,0 2-2472 0 0,2-2 459 0 0,20 4 223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8:09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360 117 1832 0 0,'12'-23'2406'0'0,"-10"18"-29"0"0,0 0-234 0 0,8-15-289 0 0,-8 15 710 0 0,0 0-1709 0 0,14-44 3456 0 0,-14 44-3832 0 0,-5 9-380 0 0,-40 66 35 0 0,4 2 0 0 0,-42 104-1 0 0,24-48-26 0 0,-48 132 111 0 0,89-206-90 0 0,-15 21 66 0 0,28-71-286 0 0,2 1-57 0 0,-5 15-58 0 0,5-16-259 0 0,-1 1-120 0 0,-7 14-171 0 0,7-14-191 0 0,1 1-4464 0 0,-5 16 2363 0 0,4-17 505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8:10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1 163 612 0 0,'7'28'12477'0'0,"-6"-24"-12015"0"0,6 12 104 0 0,-5-12 4105 0 0,3-6-4405 0 0,14-4-17 0 0,-14 5-54 0 0,-2-4-51 0 0,11-12-135 0 0,-10 13-48 0 0,-1-1 140 0 0,12-15-114 0 0,-12 15 133 0 0,1-1-112 0 0,52-84-88 0 0,-54 86 2 0 0,1 0 124 0 0,8-14-38 0 0,-9 13-62 0 0,1 1-220 0 0,8-11 174 0 0,-8 11 75 0 0,2 5-253 0 0,21 3 205 0 0,-20-2 116 0 0,0 1-1 0 0,0 0 1 0 0,0 1 0 0 0,-1-1 0 0 0,0 1-1 0 0,1 0 1 0 0,-1 1 0 0 0,5 6 0 0 0,6 4 102 0 0,71 71 42 0 0,-57-53-138 0 0,-26-30 0 0 0,-1 0 62 0 0,10 12-159 0 0,-10-12-210 0 0,1 1-502 0 0,4 3 879 0 0,22 18-6704 0 0,-26-22 3318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8:10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56 136 0 0,'0'0'17137'0'0,"3"3"-16932"0"0,9 8-203 0 0,-9-8 63 0 0,1-4-134 0 0,57-16-1346 0 0,-37 9-1798 0 0,-1-1-1 0 0,29-14 0 0 0,-27 8 222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8:11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2152 0 0,'-4'3'3176'0'0,"-17"11"9233"0"0,28-15-12624 0 0,6-2 262 0 0,29-5-3290 0 0,-3 3-4710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12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1 752 0 0,'0'0'17894'0'0,"-3"2"-18580"0"0,2-1 675 0 0,0 0 3 0 0,0 0 0 0 0,0 0-1 0 0,0 0 1 0 0,0 0 0 0 0,0 0 0 0 0,0-1 0 0 0,0 1-1 0 0,0 0 1 0 0,-1-1 0 0 0,1 1 0 0 0,0-1 0 0 0,-2 1-1 0 0,5 3-22 0 0,29 43 43 0 0,2-2 0 0 0,77 79 0 0 0,-107-120 94 0 0,1 0 71 0 0,11 12-177 0 0,-11-12-7 0 0,1-1 4 0 0,1 1 0 0 0,-1 0 1 0 0,0 0-1 0 0,0 0 0 0 0,7 8 0 0 0,-8-8 300 0 0,-4-4-253 0 0,0 0 0 0 0,0 1 0 0 0,0-1 0 0 0,0 1 0 0 0,0-1 0 0 0,1 1 0 0 0,-1-1 0 0 0,0 1-1 0 0,0-1 1 0 0,1 0 0 0 0,-1 1 0 0 0,0-1 0 0 0,1 1 0 0 0,-1-1 0 0 0,0 0 0 0 0,1 1 0 0 0,-1-1 0 0 0,0 0 0 0 0,1 0 0 0 0,-1 1 0 0 0,1-1 0 0 0,-1 0 0 0 0,1 0 0 0 0,-1 0-1 0 0,0 1 1 0 0,2-1 0 0 0,5 4-3168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13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496 1 2272 0 0,'0'0'12869'0'0,"-3"4"-13117"0"0,-17 39 2039 0 0,19-38-845 0 0,-6 14-926 0 0,5-15-51 0 0,0 0-68 0 0,0 1-71 0 0,-264 529 678 0 0,145-331-131 0 0,112-186-322 0 0,6-13 116 0 0,1 0 114 0 0,-9 14 9 0 0,9-13 330 0 0,0-1-279 0 0,-7 12-9 0 0,7-11 415 0 0,-1-1-559 0 0,-7 14-21 0 0,7-13-75 0 0,0-2-1268 0 0,-7 13 389 0 0,7-13-208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14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47 480 0 0,'0'0'4662'0'0,"-3"2"-3689"0"0,-17 9 5849 0 0,16-9-6308 0 0,-15 4-215 0 0,15-5 3402 0 0,9-3-3776 0 0,56-19-1955 0 0,66-14-1 0 0,-105 27 153 0 0,-13 5 657 0 0,5 4-3741 0 0,20 4 3136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14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72 1784 0 0,'0'0'6723'0'0,"-4"2"-5876"0"0,2 0-642 0 0,1-1-113 0 0,0 0-1 0 0,0 0 0 0 0,0 0 0 0 0,0-1 1 0 0,0 1-1 0 0,-1 0 0 0 0,1-1 0 0 0,0 1 1 0 0,0 0-1 0 0,0-1 0 0 0,-1 0 0 0 0,-2 1 2424 0 0,9-2-2053 0 0,38-16 771 0 0,-39 15-1089 0 0,2 0-49 0 0,18-8-68 0 0,-18 7 113 0 0,-1 0 90 0 0,50-22-75 0 0,-50 22-103 0 0,10-1-251 0 0,6-4-434 0 0,-16 6 8 0 0,8-2 795 0 0,5 4-9065 0 0,11 5 6798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18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464 58 96 0 0,'9'-31'15885'0'0,"-11"27"-15663"0"0,-5-14-154 0 0,5 13 67 0 0,-4 7-208 0 0,-175 55 318 0 0,116-42 67 0 0,60-14-360 0 0,-1 0 0 0 0,-22 3 116 0 0,21-3 14 0 0,0 0 115 0 0,-98 2 428 0 0,99-3-465 0 0,1 2-563 0 0,0 0 377 0 0,-15 3-248 0 0,18-1 395 0 0,-5 13-109 0 0,5-13-18 0 0,2 2-144 0 0,-5 58 94 0 0,10 92-97 0 0,-1-79 346 0 0,19 718 323 0 0,-19-610-414 0 0,-1-132 156 0 0,12 173-266 0 0,-14-220-42 0 0,-1 1 180 0 0,3 24-1 0 0,0 16-104 0 0,-2-40-67 0 0,-1 2 34 0 0,3 29-144 0 0,3 75 106 0 0,-3-12 91 0 0,-3-94-156 0 0,0 0 37 0 0,0 19 96 0 0,0-20-60 0 0,1 1 96 0 0,-1 193 548 0 0,-1-192-735 0 0,1-2-39 0 0,-1 22 71 0 0,0-22 40 0 0,1 0 174 0 0,-1 17-129 0 0,1-17 285 0 0,0 2-146 0 0,0 21-245 0 0,0-22 122 0 0,-2 31 42 0 0,2-30 68 0 0,0-2 6 0 0,-1 17-116 0 0,-1 18-368 0 0,1-34 265 0 0,1 0 176 0 0,-1 188-30 0 0,1-188-166 0 0,-1 43 58 0 0,0-25 271 0 0,-3 57-167 0 0,-1-19 1245 0 0,5-58-788 0 0,-1 1-470 0 0,-1 16 98 0 0,1-17 128 0 0,0 0-147 0 0,-3 21 417 0 0,9-25-484 0 0,-1 0-39 0 0,1-1 0 0 0,-1 0 1 0 0,0 0-1 0 0,0 0 0 0 0,0 0 1 0 0,0-1-1 0 0,0 1 0 0 0,0-1 1 0 0,8-3-1 0 0,35-14-36 0 0,87-20 0 0 0,-67 21-12 0 0,-13 4-124 0 0,-33 8 120 0 0,-15 3 161 0 0,0 1-126 0 0,19-3-54 0 0,-19 2 45 0 0,0 2 68 0 0,16-4-94 0 0,-16 4 36 0 0,-1-2-35 0 0,14-2 112 0 0,-15 3-84 0 0,1 0-898 0 0,0 1 70 0 0,7-1 1391 0 0,-6-1-4498 0 0,1-3-4161 0 0,18-12 3765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19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0 224 96 0 0,'14'-42'8751'0'0,"-11"30"-9087"0"0,-2 6 2955 0 0,-1 1-1879 0 0,2-15 95 0 0,-1 14 757 0 0,-1 1-1274 0 0,8-50 1148 0 0,-7 50-883 0 0,0 0-551 0 0,3-22 28 0 0,0 30-88 0 0,6 7 78 0 0,-1 1 0 0 0,0 0 1 0 0,-1 0-1 0 0,0 0 1 0 0,-1 1-1 0 0,7 15 1 0 0,30 46-22 0 0,-35-63-17 0 0,0 0 0 0 0,1-1 0 0 0,15 12 0 0 0,-21-19 133 0 0,0 0-15 0 0,13 5-91 0 0,-13-5 12 0 0,2-2-131 0 0,0 1 50 0 0,-4 0 27 0 0,0-1 1 0 0,0 0-1 0 0,-1 1 0 0 0,1-1 1 0 0,0 0-1 0 0,0 0 1 0 0,0 0-1 0 0,0-1 0 0 0,0 1 1 0 0,-1 0-1 0 0,1-1 0 0 0,0 1 1 0 0,0-1-1 0 0,0 1 1 0 0,1-2-1 0 0,22-7 86 0 0,-19 6-111 0 0,-3-1 52 0 0,8-8-109 0 0,-2-1-1 0 0,0 0 0 0 0,11-22 1 0 0,1-11 66 0 0,2-20 332 0 0,-21 61-281 0 0,-1-2-66 0 0,0 1 0 0 0,0-1 1 0 0,1 1-1 0 0,0-1 1 0 0,5-10-1 0 0,-5 13 33 0 0,0-1 1 0 0,-1 10-313 0 0,1 8 376 0 0,0 1 0 0 0,-2 0 0 0 0,1 0 0 0 0,-2 0 0 0 0,-4 27 0 0 0,1-2-52 0 0,-16 174 294 0 0,11-131-349 0 0,-9 39 124 0 0,-4 12 302 0 0,20-126-274 0 0,1-2 82 0 0,-3 16-147 0 0,2-16 54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19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 3044 0 0,'0'0'12974'0'0,"-2"5"-12678"0"0,0 5-255 0 0,-2 8 222 0 0,1-1 1 0 0,2 1 0 0 0,-1 19 0 0 0,-3 75 429 0 0,4-104-490 0 0,1-1-239 0 0,0 22 83 0 0,0-21 280 0 0,0-2-167 0 0,1 50-3927 0 0,0-51-99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20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36 1660 0 0,'0'0'9568'0'0,"-2"-4"-8798"0"0,-3-14-255 0 0,3 13 1513 0 0,5 9-1824 0 0,10 10-64 0 0,-10-10-86 0 0,-2-3-34 0 0,-1 1 0 0 0,1 0 0 0 0,0-1 1 0 0,0 1-1 0 0,0 0 0 0 0,0-1 0 0 0,0 1 0 0 0,0-1 1 0 0,1 0-1 0 0,-1 1 0 0 0,0-1 0 0 0,3 1 0 0 0,-4-1 10 0 0,17 22 186 0 0,-12-14-100 0 0,1-1 0 0 0,0-1-1 0 0,0 1 1 0 0,1-1 0 0 0,8 7-1 0 0,27 16 252 0 0,-38-28-265 0 0,2 0 44 0 0,17 4-114 0 0,-18-5 190 0 0,2-1-35 0 0,49-11-78 0 0,-52 9-146 0 0,2-1 191 0 0,4-5-152 0 0,-1 1 1 0 0,1-2-1 0 0,-1 1 0 0 0,-1-1 1 0 0,1-1-1 0 0,8-12 1 0 0,-15 18 75 0 0,0 0-10 0 0,6-14-46 0 0,-6 13-50 0 0,1 2-37 0 0,5-13 40 0 0,-6 13 479 0 0,0-2-219 0 0,6-12-98 0 0,-5 13 326 0 0,-3 11-517 0 0,2 0 33 0 0,-1-4 30 0 0,0 0 0 0 0,-1 0 0 0 0,1-1 0 0 0,-1 1 0 0 0,0 0 0 0 0,0 0 0 0 0,0 0 0 0 0,0 0 1 0 0,0-1-1 0 0,-1 5 0 0 0,-6 62 578 0 0,6-57-636 0 0,-4 47 156 0 0,-14 72 1 0 0,18-126 105 0 0,1 1-79 0 0,-2 51-2298 0 0,2-51 765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21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56 2052 0 0,'0'0'11084'0'0,"5"-1"-10556"0"0,15-4-47 0 0,-15 4 1536 0 0,-4 0-2000 0 0,0-1 1 0 0,0 1-1 0 0,0-1 0 0 0,1 1 0 0 0,-1 0 1 0 0,0 0-1 0 0,1-1 0 0 0,-1 1 1 0 0,4-1-1 0 0,-2-1 194 0 0,1 0-285 0 0,13-10 70 0 0,-13 9 194 0 0,0 3 65 0 0,13-7-155 0 0,-13 6-135 0 0,3 2-113 0 0,20 0 269 0 0,-20 0 84 0 0,-3 3-99 0 0,0 0-68 0 0,0 1-1 0 0,-1 0 1 0 0,1 0-1 0 0,-1 0 0 0 0,0 1 1 0 0,0-1-1 0 0,0 1 1 0 0,-1-1-1 0 0,1 1 1 0 0,-1 0-1 0 0,-1 0 1 0 0,1 0-1 0 0,0 0 0 0 0,-1 0 1 0 0,0 1-1 0 0,0 9 1 0 0,0 5 79 0 0,-1 0 1 0 0,-1 0-1 0 0,-3 24 1 0 0,-6 33-77 0 0,-18 69-225 0 0,27-141 125 0 0,0 1 175 0 0,-15 88 2252 0 0,30-79-2347 0 0,-11-12 106 0 0,66-10-25 0 0,-63 6-272 0 0,0 0 127 0 0,17-1 114 0 0,-17 2 36 0 0,0-1-1676 0 0,19 0 914 0 0,-18 1-876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21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1580 0 0,'0'0'9542'0'0,"-5"0"-8172"0"0,-17 3-200 0 0,16-3 1976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21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1 816 0 0,'0'0'1397'0'0,"0"5"-246"0"0,1 18-280 0 0,-1-17 5008 0 0,1-1-7128 0 0,4 20-2900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22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0 454 104 0 0,'0'-30'1968'0'0,"0"25"1673"0"0,1-2-2199 0 0,4-21-289 0 0,-4 21 726 0 0,0 1-1062 0 0,2-15-81 0 0,-2 16 578 0 0,0 0-741 0 0,10-43 1299 0 0,-10 43-269 0 0,6 5-1613 0 0,28 1 214 0 0,-33-1-206 0 0,-1 0 0 0 0,1 1 0 0 0,-1-1 0 0 0,0 0 0 0 0,1 1 1 0 0,-1 0-1 0 0,0-1 0 0 0,1 1 0 0 0,-1 0 0 0 0,0-1 1 0 0,0 1-1 0 0,2 2 0 0 0,0-1 12 0 0,2 0 248 0 0,0 0-258 0 0,50 22 115 0 0,-50-21-124 0 0,23-3 200 0 0,-21 1-164 0 0,0-1-1 0 0,1 0 0 0 0,-1-1 1 0 0,1 0-1 0 0,-1 0 0 0 0,0 0 1 0 0,0-1-1 0 0,1 0 1 0 0,-1 0-1 0 0,0-1 0 0 0,-1 0 1 0 0,1 0-1 0 0,7-5 0 0 0,48-36-210 0 0,-59 41 150 0 0,2-1 38 0 0,0-1 0 0 0,0 1 0 0 0,-1-1 1 0 0,0 0-1 0 0,0 0 0 0 0,5-10 0 0 0,-6 11-22 0 0,0 0-101 0 0,0-1-19 0 0,19-40 341 0 0,-21 40 254 0 0,1 0-445 0 0,5-16 81 0 0,-5 16 197 0 0,-1-2-117 0 0,2-17-49 0 0,-2 18-225 0 0,1 4-112 0 0,-1 0 246 0 0,1 0-1 0 0,-1 0 1 0 0,0 0 0 0 0,1 0 0 0 0,-1 0 0 0 0,0 0-1 0 0,0 0 1 0 0,0 0 0 0 0,0-3 0 0 0,4-29 248 0 0,-2 11-673 0 0,-5 23 271 0 0,-5 11 199 0 0,5-7 45 0 0,1 1-101 0 0,-19 139 924 0 0,3-48-789 0 0,-31 157 1394 0 0,46-247-1324 0 0,1 1 24 0 0,-5 20 44 0 0,5-20-52 0 0,-1-1 11 0 0,-5 16-37 0 0,5-16 244 0 0,0-1-235 0 0,-5 16-63 0 0,5-16 79 0 0,-1-1-149 0 0,-35 32-1138 0 0,33-34 591 0 0,4 0 355 0 0,-1-1 0 0 0,0 0 0 0 0,1 1-1 0 0,-1-1 1 0 0,0 0 0 0 0,0 0 0 0 0,0 0 0 0 0,0-1-1 0 0,0 1 1 0 0,0 0 0 0 0,-3 0 0 0 0,0 1-169 0 0,-2 0-651 0 0,-11 3 134 0 0,8-1-969 0 0,-6-2-5002 0 0,-7-2 3102 0 0,18 0-518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26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79 768 0 0,'0'0'13042'0'0,"-4"2"-12587"0"0,-9 8 111 0 0,10-7 3060 0 0,-2-5-3846 0 0,2 1 239 0 0,-1 0 0 0 0,1-1-1 0 0,-1 0 1 0 0,1 0 0 0 0,-1 0 0 0 0,1 0 0 0 0,0 0-1 0 0,0-1 1 0 0,-4-4 0 0 0,4 4 199 0 0,2-2-164 0 0,-5-55-973 0 0,13 61 845 0 0,17 1 37 0 0,-18-2 5 0 0,-2 4 36 0 0,24 38-4 0 0,-25-38 117 0 0,-3-2-131 0 0,0 0 1 0 0,0 0-1 0 0,0-1 1 0 0,1 1 0 0 0,-1 0-1 0 0,1 0 1 0 0,-1-1-1 0 0,1 1 1 0 0,0 0 0 0 0,0-1-1 0 0,1 3 1 0 0,0 0 8 0 0,0 2 103 0 0,0 0-113 0 0,4 18 4 0 0,-5-18 121 0 0,1 0-15 0 0,2 19 24 0 0,-3-18-43 0 0,-1-5-185 0 0,0-1 112 0 0,0 1 1 0 0,0 0-1 0 0,0 0 1 0 0,0 0 0 0 0,1-1-1 0 0,-1 1 1 0 0,0 0 0 0 0,1 0-1 0 0,-1 0 1 0 0,1-1-1 0 0,1 3 1 0 0,-2-3 1 0 0,1 5 36 0 0,0-7-1197 0 0,1 0 1151 0 0,-1 1-1 0 0,1-1 0 0 0,-1 0 0 0 0,0 0 1 0 0,0 1-1 0 0,1-1 0 0 0,-1 0 0 0 0,0 0 1 0 0,0 0-1 0 0,0-1 0 0 0,1-1 0 0 0,2 0-85 0 0,-3 1 98 0 0,0 1 1 0 0,0-1-1 0 0,1 1 0 0 0,-2-1 0 0 0,1 1 0 0 0,0-1 1 0 0,0 0-1 0 0,0 0 0 0 0,-1 1 0 0 0,1-1 0 0 0,0-3 1 0 0,0 0 11 0 0,2 0 10 0 0,-1-1-116 0 0,6-16-67 0 0,-6 16 58 0 0,-1 4 95 0 0,0 0 1 0 0,0 1-1 0 0,0-1 1 0 0,-1 0-1 0 0,1 0 1 0 0,0 0 0 0 0,-1 0-1 0 0,1 0 1 0 0,-1 0-1 0 0,0-2 1 0 0,2 0-43 0 0,0-1-66 0 0,6-16 211 0 0,-6 16-187 0 0,0 1-5 0 0,5-13 23 0 0,-5 12 87 0 0,14 8 119 0 0,-15-2-130 0 0,0-1-1 0 0,0 1 0 0 0,0-1 0 0 0,1 0 0 0 0,-1 0 1 0 0,0 0-1 0 0,0 1 0 0 0,0-1 0 0 0,1 0 0 0 0,-1 0 1 0 0,0-1-1 0 0,0 1 0 0 0,0 0 0 0 0,2-1 1 0 0,-2 2 0 0 0,1 1 0 0 0,-1-1 0 0 0,0 0 0 0 0,0 0 1 0 0,1 1-1 0 0,-1-1 0 0 0,0 1 0 0 0,-1-1 1 0 0,1 1-1 0 0,0-1 0 0 0,0 3 0 0 0,26 41 619 0 0,-24-41-609 0 0,-1 2 153 0 0,9 16-1 0 0,-8-16-75 0 0,-2-1 24 0 0,6 13 6 0 0,-5-13 12 0 0,0 0-186 0 0,7 14-249 0 0,-7-14-34 0 0,1-2-3555 0 0,8 12 426 0 0,-8-11 275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28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0 140 2160 0 0,'0'0'15510'0'0,"1"-5"-15592"0"0,5-16 51 0 0,-5 16 119 0 0,2 2 34 0 0,9-4-141 0 0,0-1 1 0 0,1 2 0 0 0,0-1-1 0 0,0 2 1 0 0,0 0-1 0 0,16-4 1 0 0,-20 5-17 0 0,28-5 28 0 0,141-21 237 0 0,-172 29-212 0 0,20-4-1 0 0,-19 3-28 0 0,-1 0-117 0 0,1 2-62 0 0,22-1 340 0 0,-22 0 172 0 0,-2 1-231 0 0,0-2-87 0 0,-3 2-6 0 0,0-1 0 0 0,0 1 0 0 0,-1 0 0 0 0,1-1-1 0 0,0 1 1 0 0,0 0 0 0 0,-1 0 0 0 0,1 0-1 0 0,0 0 1 0 0,3 1 0 0 0,10 9-89 0 0,-12-7 93 0 0,0-1 167 0 0,-1 4-79 0 0,9 22-73 0 0,-2 1 0 0 0,9 42 0 0 0,4 62 185 0 0,34 223 440 0 0,-28-159-129 0 0,21 169 225 0 0,-19-138-271 0 0,-3-32-14 0 0,-6-41-113 0 0,5 65-158 0 0,1 24 44 0 0,-19-174-202 0 0,0-9 44 0 0,17 180 50 0 0,-24-179 45 0 0,3 1-108 0 0,-3-57 5 0 0,-1 1-86 0 0,1 22 97 0 0,-1-22-72 0 0,0 0 57 0 0,2 21-78 0 0,-2-20 188 0 0,0-3-36 0 0,-2 52 246 0 0,2-52-241 0 0,0 2-176 0 0,-1 19-20 0 0,1-20-46 0 0,-2 0-67 0 0,-5 16 154 0 0,5-17 47 0 0,1 1-92 0 0,-12 53 29 0 0,11-53-49 0 0,1-1 83 0 0,-4 17 53 0 0,4-16-93 0 0,-1 0 6 0 0,-5 20 74 0 0,5-19-49 0 0,1-2 39 0 0,-12 54 39 0 0,11-53-105 0 0,1 0 54 0 0,-10 48-64 0 0,9-49 26 0 0,1 3 52 0 0,-6 37-28 0 0,-2 101 40 0 0,9-139 30 0 0,-1 0-91 0 0,-4 61 3 0 0,5-61 31 0 0,0-1-47 0 0,0 17 28 0 0,0-17-20 0 0,-1 0-32 0 0,-1 15 75 0 0,2-15 2 0 0,0 0-26 0 0,2 85 1186 0 0,-2-85-28 0 0,-1-6-1152 0 0,1 0 0 0 0,-1 0 0 0 0,1 0 0 0 0,-1 0 1 0 0,1 0-1 0 0,0 0 0 0 0,-1 0 0 0 0,1 0 0 0 0,-1 0 0 0 0,1 0 1 0 0,-1 0-1 0 0,1 1 0 0 0,0-1 0 0 0,-1 0 0 0 0,1 0 0 0 0,0 0 1 0 0,-1 1-1 0 0,1-1 0 0 0,0 0 0 0 0,-1 1 0 0 0,1-1 0 0 0,0 0 1 0 0,-1 1-1 0 0,1-1 0 0 0,0 0 0 0 0,0 1 0 0 0,-1-1 1 0 0,1 0-1 0 0,0 1 0 0 0,-1 0 0 0 0,1 0 0 0 0,-1 0 0 0 0,1 0 0 0 0,-1-1 1 0 0,1 1-1 0 0,-1 0 0 0 0,0-1 0 0 0,1 1 0 0 0,-1 0 0 0 0,0-1 0 0 0,1 1 0 0 0,-1-1 1 0 0,0 1-1 0 0,0-1 0 0 0,0 1 0 0 0,0-1 0 0 0,1 0 0 0 0,-1 1 0 0 0,0-1 1 0 0,0 0-1 0 0,0 0 0 0 0,-2 0 0 0 0,-234 52-128 0 0,173-35 156 0 0,9-3 6 0 0,51-13-1 0 0,-2 1-14 0 0,-15 3 43 0 0,16-4-84 0 0,-1 0-256 0 0,-18 3-186 0 0,18-3-312 0 0,-17-8-14544 0 0,18 5 10237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45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0 181 1464 0 0,'0'0'6553'0'0,"2"-4"-6096"0"0,5-18 5309 0 0,-6 17-5524 0 0,3-15-117 0 0,-3 15 398 0 0,2 1-548 0 0,7-12 63 0 0,-7 12 69 0 0,0 1-276 0 0,3-2 154 0 0,-1 1-1 0 0,0 0 1 0 0,1 0 0 0 0,0 1 0 0 0,0 0 0 0 0,0 0 0 0 0,0 0 0 0 0,0 0 0 0 0,1 1 0 0 0,-1 0-1 0 0,1 1 1 0 0,0 0 0 0 0,-1 0 0 0 0,11-1 0 0 0,-15 3 20 0 0,0 0 0 0 0,0 0 0 0 0,0-1 0 0 0,0 1 1 0 0,-1 0-1 0 0,1 0 0 0 0,0 1 0 0 0,0-1 0 0 0,-1 0 0 0 0,1 1 0 0 0,2 2 0 0 0,-1 0 106 0 0,18 43-72 0 0,-20-43 201 0 0,-1 4-175 0 0,-1 19-3 0 0,-2 0-1 0 0,-1-1 0 0 0,-1 1 1 0 0,-12 37-1 0 0,10-46 144 0 0,0 0 1 0 0,-12 23-1 0 0,-1 0 94 0 0,18-37-257 0 0,-1 2-6 0 0,-7 14-6 0 0,7-15-138 0 0,-8 13-89 0 0,9-14 92 0 0,2-5-126 0 0,0 1 226 0 0,0-1-1 0 0,0 1 0 0 0,0-1 1 0 0,0 0-1 0 0,0 1 1 0 0,0-1-1 0 0,0 0 0 0 0,-1 1 1 0 0,1-1-1 0 0,0 1 1 0 0,0-1-1 0 0,-1 1 0 0 0,1-1 1 0 0,-1 1-1 0 0,1-1 1 0 0,0 1-1 0 0,-1-1 0 0 0,1 1 1 0 0,-1-1-1 0 0,0 0 1 0 0,-7-10-104 0 0,9 10 122 0 0,-1-1-1 0 0,1 0 1 0 0,0 0-1 0 0,0 0 1 0 0,-1 1-1 0 0,1-1 0 0 0,0 0 1 0 0,1 1-1 0 0,-1-1 1 0 0,2-1-1 0 0,-1-2-36 0 0,1 1 59 0 0,8-12-109 0 0,-9 12 88 0 0,2 0-96 0 0,25-35-268 0 0,-26 35 412 0 0,0-1 77 0 0,50-63-145 0 0,-50 65 74 0 0,-1-1-51 0 0,70-105-277 0 0,-69 104 202 0 0,-3 3 70 0 0,1 1-1 0 0,-1-1 0 0 0,1 0 0 0 0,0 0 0 0 0,-1 1 1 0 0,1-1-1 0 0,0 1 0 0 0,0-1 0 0 0,0 1 0 0 0,0-1 1 0 0,0 1-1 0 0,3-3 0 0 0,-2 2 11 0 0,1-3 65 0 0,-1 1-108 0 0,21-40 205 0 0,-20 40-62 0 0,-3 2-224 0 0,1 1 89 0 0,-1 0-1 0 0,1-1 0 0 0,0 1 0 0 0,-1 0 0 0 0,1 0 0 0 0,0 0 0 0 0,0 0 0 0 0,0-1 0 0 0,0 1 0 0 0,0 0 0 0 0,1-1 0 0 0,-1 1-6 0 0,2-2 199 0 0,-2-2 35 0 0,5-13-68 0 0,-5 14-104 0 0,0-1 87 0 0,4-13-97 0 0,-3 13 869 0 0,-3 5-1232 0 0,1 0 327 0 0,-1 0 1 0 0,0 0-1 0 0,1 1 0 0 0,-1-1 0 0 0,0 0 0 0 0,1 0 0 0 0,-1-1 0 0 0,0 1 0 0 0,1 0 1 0 0,-1 0-1 0 0,1 0 0 0 0,-1 0 0 0 0,0 0 0 0 0,1-1 0 0 0,-1 1 0 0 0,1 0 1 0 0,-1-1-1 0 0,1 1 0 0 0,-1 0 0 0 0,1-1 0 0 0,-2 0 0 0 0,-10-4 200 0 0,9 9-175 0 0,-13 23-271 0 0,4-9 246 0 0,2 0-1 0 0,0 1 1 0 0,1 1 0 0 0,-11 34-1 0 0,-3 31-10 0 0,22-80-26 0 0,0 1 185 0 0,-3 17 45 0 0,3-17-100 0 0,2 0 112 0 0,1 20-103 0 0,-2-25-92 0 0,0 1 0 0 0,0-1 0 0 0,0 1-1 0 0,0 0 1 0 0,1-1 0 0 0,-1 1 0 0 0,0-1 0 0 0,1 1 0 0 0,-1-1 0 0 0,1 1 0 0 0,0-1 0 0 0,0 1-1 0 0,-1-1 1 0 0,3 3 0 0 0,0 0 32 0 0,-1 1 37 0 0,2-2 31 0 0,29 28 24 0 0,-29-28-192 0 0,0 0 105 0 0,62 39-263 0 0,-62-39 226 0 0,14 10-23 0 0,-15-11 103 0 0,2 1-353 0 0,0-1 289 0 0,0 1 1 0 0,0 0-1 0 0,0 0 0 0 0,-1 0 0 0 0,8 7 0 0 0,-8-7 84 0 0,16 7-5516 0 0,-16-8 2217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46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1 276 0 0,'0'0'17040'0'0,"-2"5"-16860"0"0,-6 51 780 0 0,-3 131-159 0 0,11-181-810 0 0,0 1 120 0 0,-2 99 556 0 0,2-100-815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46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12 956 0 0,'13'-12'12327'0'0,"-13"28"-5237"0"0,-1 3-9540 0 0,-1 6 2541 0 0,1-19-1 0 0,0 2 32 0 0,-19 227 2614 0 0,19-182-6849 0 0,0 3-5023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48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0 124 768 0 0,'0'0'13333'0'0,"2"-5"-13167"0"0,-1 2-76 0 0,0 0 0 0 0,0 1 1 0 0,1-1-1 0 0,-1 0 0 0 0,1 1 1 0 0,0-1-1 0 0,0 1 0 0 0,0-1 0 0 0,0 1 1 0 0,0 0-1 0 0,1 0 0 0 0,3-3 1 0 0,-1 2 493 0 0,-1 1-252 0 0,15-5-98 0 0,-14 5-124 0 0,0 0-299 0 0,15-4 97 0 0,-15 5 290 0 0,2 2-316 0 0,9 2 60 0 0,0 1 0 0 0,0 1 0 0 0,22 10 1 0 0,-34-13 51 0 0,0 2 46 0 0,13 10-36 0 0,-13-10 203 0 0,-1 1-123 0 0,9 18-218 0 0,-9-17 13 0 0,-2 0 125 0 0,1 2 41 0 0,0 1 0 0 0,-1 0 0 0 0,0 0 0 0 0,-1 0 1 0 0,0 0-1 0 0,0 0 0 0 0,-1 0 0 0 0,0 0 0 0 0,-2 9 0 0 0,-2-2-71 0 0,0-1 0 0 0,0 0 1 0 0,-2 0-1 0 0,-10 18 0 0 0,15-29 53 0 0,-1 0-47 0 0,-9 14-13 0 0,9-13-60 0 0,-1-2-198 0 0,-11 11 265 0 0,11-10 19 0 0,1 0-106 0 0,-33 31 118 0 0,33-32-10 0 0,2-2-237 0 0,1 0 233 0 0,-1 0 0 0 0,1 0 0 0 0,-1 0 0 0 0,0 0 0 0 0,0 0 1 0 0,1-1-1 0 0,-1 1 0 0 0,0 0 0 0 0,0 0 0 0 0,0 0 0 0 0,0-1 0 0 0,0 1 0 0 0,1 0 0 0 0,-3 0 0 0 0,2 0-75 0 0,8-12-101 0 0,1 1 0 0 0,1 0 0 0 0,0 0 0 0 0,13-10 0 0 0,21-22-440 0 0,191-207 480 0 0,-230 246 302 0 0,-1-2-31 0 0,11-16-44 0 0,-11 16-85 0 0,0 1 200 0 0,24-31 889 0 0,-24 31-113 0 0,-1 0-899 0 0,6-13-65 0 0,-6 13 352 0 0,-8 5-450 0 0,-18 2 322 0 0,23-3-215 0 0,0 1 0 0 0,0-1-1 0 0,0 0 1 0 0,0 0 0 0 0,0 1 0 0 0,0-1-1 0 0,0 0 1 0 0,0 1 0 0 0,0-1 0 0 0,0 1-1 0 0,0 0 1 0 0,0-1 0 0 0,0 1 0 0 0,1 0-1 0 0,-1-1 1 0 0,0 1 0 0 0,0 0 0 0 0,0 0-1 0 0,1 0 1 0 0,-1-1 0 0 0,1 1 0 0 0,-2 2-1 0 0,1-1 43 0 0,-9 9 97 0 0,1 0 1 0 0,0 1-1 0 0,-14 26 1 0 0,15-24-88 0 0,-26 54 308 0 0,32-65-341 0 0,1 0 0 0 0,-1-1 0 0 0,1 1 0 0 0,0 0 0 0 0,-1 0 0 0 0,1-1 0 0 0,0 1 0 0 0,1 0 0 0 0,-1 0 0 0 0,0 0 0 0 0,1 5 0 0 0,-2 13 468 0 0,-9 39 235 0 0,10-54-615 0 0,1 0 0 0 0,-1 0-1 0 0,1 1 1 0 0,1-1 0 0 0,-1 0-1 0 0,1 0 1 0 0,2 10 0 0 0,0-5-11 0 0,-2-4-8 0 0,1 0 0 0 0,0 0 0 0 0,0 0 0 0 0,1-1 0 0 0,0 1 0 0 0,7 10 0 0 0,-7-12-114 0 0,-2-2 29 0 0,0 0 0 0 0,0 0 0 0 0,1 0 0 0 0,-1-1 0 0 0,1 1 0 0 0,0 0 0 0 0,0-1 0 0 0,0 1 0 0 0,4 3 0 0 0,13 13 160 0 0,72 66 118 0 0,-88-82-243 0 0,2 1 2 0 0,13 9-16 0 0,-14-10-55 0 0,0 1 87 0 0,13 11-70 0 0,-13-12 184 0 0,-2-2-189 0 0,-1 0-1 0 0,1 0 1 0 0,-1 0 0 0 0,1 0-1 0 0,-1 0 1 0 0,1 1 0 0 0,-1-1-1 0 0,0 0 1 0 0,1 1 0 0 0,1 2-1 0 0,0-1 27 0 0,1 0-1952 0 0,11 6 875 0 0,-11-6-178 0 0,14-20-10290 0 0,-14 14 7323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48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1236 0 0,'0'0'16525'0'0,"1"6"-16713"0"0,-1 58 528 0 0,-9 60 725 0 0,0-30-433 0 0,8-88-643 0 0,1 0 84 0 0,0 55 303 0 0,0-55-916 0 0,15-28-11835 0 0,-12 18 8670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49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28 448 0 0,'0'0'14675'0'0,"4"-2"-14617"0"0,15-4 56 0 0,-14 5 52 0 0,-1-1-221 0 0,13-4 40 0 0,-13 4 363 0 0,0 1-387 0 0,14-5 56 0 0,-14 5 363 0 0,2 1-462 0 0,53 8-178 0 0,-53-6 360 0 0,-2 0-22 0 0,-1 1-1 0 0,0-1 1 0 0,0 1-1 0 0,-1 0 1 0 0,1 0-1 0 0,0 0 1 0 0,-1 0-1 0 0,0 1 1 0 0,0-1-1 0 0,0 1 0 0 0,2 4 1 0 0,-1-3 31 0 0,-4 2-123 0 0,-1 12 44 0 0,-1 1-1 0 0,-1-1 0 0 0,-1 0 1 0 0,-14 35-1 0 0,12-37 81 0 0,5-13-5 0 0,0 2 55 0 0,-5 16 90 0 0,5-17 154 0 0,1 0 0 0 0,0 0-160 0 0,0 0 0 0 0,0 0 0 0 0,1 0-1 0 0,0 0 1 0 0,0 0 0 0 0,0 0 0 0 0,2 7 0 0 0,-1-7-260 0 0,5-5-109 0 0,19 1 173 0 0,-19-1 73 0 0,-1-1-51 0 0,61-3-306 0 0,-46 4 355 0 0,0 1 0 0 0,0 1 0 0 0,0 1 0 0 0,31 8 1 0 0,-46-9-110 0 0,23 0-13205 0 0,-22-1 8939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51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60 3100 0 0,'0'0'7746'0'0,"2"-4"-6413"0"0,3-2-716 0 0,20-26 8888 0 0,-17 21-8311 0 0,-5 7-2830 0 0,0 1 671 0 0,7 4-11970 0 0,0 1 11865 0 0,-4-1 208 0 0,0 0-1737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52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1400 0 0,'0'0'1305'0'0,"5"1"-106"0"0,18 6 7901 0 0,-18-6-8771 0 0,8 1-1086 0 0,19-3-7096 0 0,-25 0 8277 0 0,-1 0-2143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52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2160 0 0,'4'4'440'0'0,"8"12"1257"0"0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52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1208 0 0,'0'0'9505'0'0,"-1"6"-7991"0"0,1 1-1889 0 0,-1 32 8351 0 0,0-29-11226 0 0,1-1-5680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53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96 1160 0 0,'0'0'15915'0'0,"2"-5"-15684"0"0,5-13-68 0 0,-5 13-221 0 0,24 1 274 0 0,-20 3-191 0 0,-1 2-213 0 0,18 4 165 0 0,-18-3-56 0 0,-1 0 253 0 0,13 7-34 0 0,-13-6 94 0 0,-1 1-147 0 0,10 13-71 0 0,-9-12-91 0 0,-3-1 27 0 0,6 15 176 0 0,-5-14-37 0 0,-2 2 51 0 0,0-3-91 0 0,1 9-70 0 0,-2 0 1 0 0,0 0-1 0 0,0-1 1 0 0,-1 1-1 0 0,0-1 1 0 0,-1 1 0 0 0,-1-1-1 0 0,-6 15 1 0 0,-34 67-175 0 0,42-90 124 0 0,2-4-83 0 0,0 1 165 0 0,0 0-1 0 0,0 0 0 0 0,0-1 1 0 0,0 1-1 0 0,0 0 1 0 0,0 0-1 0 0,-1-1 1 0 0,1 1-1 0 0,0 0 0 0 0,-1-1 1 0 0,1 1-1 0 0,0 0 1 0 0,-1-1-1 0 0,1 1 1 0 0,-1 0-1 0 0,1-1 1 0 0,-1 2-1 0 0,-10 14-562 0 0,10-13 500 0 0,1-3 32 0 0,-1 1 0 0 0,1 0 0 0 0,-1 0 0 0 0,1-1 0 0 0,-1 1 0 0 0,1 0 0 0 0,0 0 0 0 0,0 0 0 0 0,-1 0 1 0 0,1 0-1 0 0,0 0 0 0 0,0-1 0 0 0,0 1 0 0 0,0 0 0 0 0,0 0 0 0 0,0 0 0 0 0,0 1 0 0 0,12-7-165 0 0,17-20 5 0 0,180-209-1249 0 0,-175 192 1339 0 0,2-4-50 0 0,-34 43 180 0 0,1-1 244 0 0,35-57 1430 0 0,-36 57-681 0 0,-3 4-1028 0 0,-1 0 0 0 0,1 0-1 0 0,-1 0 1 0 0,1 0 0 0 0,-1 0-1 0 0,1 0 1 0 0,-1 1 0 0 0,1-1-1 0 0,-1 0 1 0 0,1 1 0 0 0,0 0-1 0 0,-3 0 1 0 0,1 1-12 0 0,-2-1-12 0 0,1 3 174 0 0,-12 13 38 0 0,0 1-1 0 0,2 1 1 0 0,0 0 0 0 0,1 1 0 0 0,0 1 0 0 0,2-1 0 0 0,1 2 0 0 0,-13 36 0 0 0,17-42 80 0 0,2 1-150 0 0,3 0 30 0 0,1 41 443 0 0,2-47-512 0 0,1-1 0 0 0,1 1 0 0 0,0-1 0 0 0,0 1 0 0 0,1-1 0 0 0,0-1 0 0 0,1 1 0 0 0,0-1 0 0 0,12 14 0 0 0,20 15 85 0 0,-22-25-78 0 0,48 36 127 0 0,-60-46-251 0 0,0 0 103 0 0,11 7-66 0 0,-11-7-5 0 0,0 0-11 0 0,10 10 76 0 0,-10-10 99 0 0,-1 0-109 0 0,0 0-960 0 0,19 17-2029 0 0,-14-15-1347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54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 2108 0 0,'0'0'19303'0'0,"-3"4"-19211"0"0,-9 12 74 0 0,9-12-70 0 0,-4 99 817 0 0,0-20-201 0 0,1-32-225 0 0,4-38-465 0 0,1-7 221 0 0,0-1-142 0 0,-2 16-10 0 0,2-16-151 0 0,3-10-4545 0 0,0 3 3526 0 0,5-8 1331 0 0,-5 5-3909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55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 1432 0 0,'0'0'14710'0'0,"0"6"-14483"0"0,-4 97 1348 0 0,4-95-1425 0 0,0-1 18 0 0,1 21-97 0 0,-1-20 5 0 0,-1-2-39 0 0,-2 20 4 0 0,2-20 253 0 0,1 1-257 0 0,0 55 253 0 0,0-56-89 0 0,0 0-189 0 0,-3 23 1284 0 0,7-31-1242 0 0,14-5-118 0 0,-14 5 32 0 0,-1-2 42 0 0,44-49-152 0 0,-44 49 174 0 0,2 0-129 0 0,14-14 92 0 0,-14 13-4 0 0,-1 1-2 0 0,14-14 68 0 0,-14 13-127 0 0,-2 5 61 0 0,0-1 1 0 0,-1 0-1 0 0,1 0 1 0 0,0 0-1 0 0,-1 0 1 0 0,1 0-1 0 0,-1-1 1 0 0,1 1-1 0 0,-1 0 0 0 0,0-1 1 0 0,2-2-1 0 0,-2 4 1 0 0,3-3-51 0 0,-1-1 80 0 0,13-11-105 0 0,-12 12 82 0 0,-1 0-89 0 0,13-9-93 0 0,-12 9 218 0 0,-1 0-113 0 0,12-9 90 0 0,-12 9 31 0 0,1 0-196 0 0,11-8-104 0 0,-11 8 30 0 0,0 0-2218 0 0,12-7 1687 0 0,-13 8-32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55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 1776 0 0,'-27'9'12527'0'0,"23"-7"-12083"0"0,-14 6 18 0 0,14-5 1116 0 0,0 9-1263 0 0,4-11-218 0 0,-1 0 0 0 0,0 0-1 0 0,1 0 1 0 0,-1 0-1 0 0,1 0 1 0 0,-1 0 0 0 0,1 0-1 0 0,0 0 1 0 0,-1 0 0 0 0,1 1-1 0 0,0-1 1 0 0,0 0 0 0 0,0 0-1 0 0,0 0 1 0 0,0 0-1 0 0,0 1 1 0 0,0 0 0 0 0,-1 4 16 0 0,1-4-79 0 0,-1 0 1 0 0,1 0-1 0 0,0 0 1 0 0,-1 0 0 0 0,1 0-1 0 0,0 0 1 0 0,0 0 0 0 0,1 0-1 0 0,-1-1 1 0 0,0 1-1 0 0,1 0 1 0 0,-1 0 0 0 0,1 0-1 0 0,-1 0 1 0 0,3 3-1 0 0,3 8 204 0 0,1-1-1 0 0,0 0 1 0 0,1 0-1 0 0,18 20 0 0 0,41 37 91 0 0,-64-66-400 0 0,1 0 99 0 0,33 29 212 0 0,-33-28-57 0 0,-4-4-135 0 0,0 1 0 0 0,0-1 0 0 0,1 1 0 0 0,-1-1 0 0 0,0 1 0 0 0,0-1 0 0 0,1 1 0 0 0,-1-1 0 0 0,0 1 0 0 0,1-1 0 0 0,-1 1 0 0 0,1-1 0 0 0,-1 0 0 0 0,0 1 0 0 0,1-1 0 0 0,-1 0 0 0 0,1 1 0 0 0,-1-1 0 0 0,1 0 0 0 0,-1 0 0 0 0,1 1 0 0 0,-1-1 0 0 0,2 0 0 0 0,4 4-2158 0 0,33-9-14877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57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547 67 1604 0 0,'0'0'9604'0'0,"-3"-4"-8726"0"0,-10-14 6842 0 0,17 4-7620 0 0,2 0 163 0 0,0 13-207 0 0,18-3-98 0 0,-18 3 98 0 0,1 0-42 0 0,101-5-271 0 0,-101 5 398 0 0,-1 1-19 0 0,17 0-99 0 0,-17 0 26 0 0,0 0 12 0 0,86-3 726 0 0,-87 3-503 0 0,-4 6-16 0 0,4 17-34 0 0,-3-18-72 0 0,-1 2-19 0 0,6 47 555 0 0,0 103 0 0 0,-16 65-102 0 0,1 3-86 0 0,0 168 846 0 0,6-332-1256 0 0,2 4-55 0 0,-1-4-2 0 0,1-7-5 0 0,0-6-35 0 0,-2-2 23 0 0,4 1 4 0 0,-1-1-37 0 0,0 0 81 0 0,0 1 76 0 0,-1 11-142 0 0,-3 8-10 0 0,-7 127 54 0 0,1-74 132 0 0,-16 119-131 0 0,17-170-43 0 0,-3 17-19 0 0,-12 139 34 0 0,-8 72 307 0 0,6-63-310 0 0,15-157-23 0 0,-7 51 17 0 0,0 12 58 0 0,-8 59 50 0 0,25-192-165 0 0,-8 68 33 0 0,7-68-7 0 0,0 0 63 0 0,-7 64-25 0 0,4-36-7 0 0,-1-1 1 0 0,-9 33-1 0 0,13-61-21 0 0,0 1-57 0 0,-3 20 52 0 0,3-19 80 0 0,0-2-23 0 0,-13 132-74 0 0,13-130-2 0 0,1-1-14 0 0,-6 51 86 0 0,5-52-20 0 0,1 1-4 0 0,-6 54-57 0 0,5-53 1 0 0,1-2 73 0 0,-5 50-6 0 0,5-49 81 0 0,0 0-229 0 0,0 18 139 0 0,0-18-8 0 0,-1 0-164 0 0,0 18 250 0 0,1-18 176 0 0,-5-6-372 0 0,-17-2 60 0 0,17 1 50 0 0,1-1-43 0 0,-13-7 27 0 0,13 7-111 0 0,-1-1 8 0 0,-15-7 55 0 0,15 7-44 0 0,1 2 42 0 0,-14-5 24 0 0,14 4-7 0 0,-4 1-15 0 0,-25-6-23 0 0,-41-2 0 0 0,-76-1 246 0 0,142 10-240 0 0,1 0 41 0 0,-61-5-38 0 0,61 4 55 0 0,1 1-16 0 0,-19-3 33 0 0,19 2-3 0 0,1 1-1978 0 0,-15-4 1025 0 0,14 3-303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59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79 728 0 0,'0'0'12066'0'0,"-2"-5"-11755"0"0,-14-38 1761 0 0,14 39-504 0 0,0 0-1495 0 0,0 0 96 0 0,-3-6-359 0 0,4 1 3372 0 0,1 10-3180 0 0,0-1 0 0 0,0 1-1 0 0,0-1 1 0 0,0 1 0 0 0,0-1-1 0 0,0 1 1 0 0,-1-1 0 0 0,1 1-1 0 0,0-1 1 0 0,0 1 0 0 0,0-1 0 0 0,0 1-1 0 0,-1-1 1 0 0,1 0 0 0 0,0 1-1 0 0,0-1 1 0 0,-1 1 0 0 0,1-1 0 0 0,0 0-1 0 0,-1 1 1 0 0,1-1 0 0 0,0 0-1 0 0,-1 1 1 0 0,1-1 0 0 0,-1 0-1 0 0,1 1 1 0 0,0-1 0 0 0,-1 0 0 0 0,0 1-1 0 0,0-1 2 0 0,0 0-1 0 0,0 1 1 0 0,1-1 0 0 0,-1 1-1 0 0,0-1 1 0 0,0 1-1 0 0,1 0 1 0 0,-1-1-1 0 0,1 1 1 0 0,-1 0 0 0 0,0-1-1 0 0,1 1 1 0 0,-1 0-1 0 0,1 0 1 0 0,0 0-1 0 0,-1-1 1 0 0,1 1 0 0 0,-1 0-1 0 0,1 0 1 0 0,0 0-1 0 0,0 0 1 0 0,0 0 0 0 0,0 0-1 0 0,-1-1 1 0 0,1 1-1 0 0,0 1 1 0 0,-8 434 1678 0 0,11-361-900 0 0,-3-68-413 0 0,0-1-147 0 0,0 19-101 0 0,0-19-112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01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45 1120 0 0,'0'0'16682'0'0,"-1"-5"-16364"0"0,-1 0-103 0 0,-1-5-214 0 0,2 1 3947 0 0,18-4-3979 0 0,-13 11-28 0 0,2 3-44 0 0,18 3 109 0 0,-19-3-41 0 0,0 1-110 0 0,13 6 131 0 0,-14-5 30 0 0,1 0-24 0 0,3 2-5 0 0,-1 0 1 0 0,1 1-1 0 0,-1 0 1 0 0,0 1-1 0 0,0 0 1 0 0,-1 0-1 0 0,0 0 1 0 0,0 1-1 0 0,-1-1 1 0 0,0 1-1 0 0,0 1 1 0 0,-1-1-1 0 0,0 1 1 0 0,0 0-1 0 0,-1-1 1 0 0,0 2-1 0 0,3 15 1 0 0,-4-11-39 0 0,0 0 0 0 0,-1 0 0 0 0,-1 1-1 0 0,0-1 1 0 0,-1 0 0 0 0,-4 25 0 0 0,4-33-6 0 0,-9 39-113 0 0,10-37 160 0 0,-17 41-202 0 0,-3 3 91 0 0,18-47 105 0 0,0-1-199 0 0,0-3 27 0 0,1 0 53 0 0,0 0 0 0 0,0 0-1 0 0,0 0 1 0 0,1 1 0 0 0,-1-1 0 0 0,0 0-1 0 0,0 0 1 0 0,1 0 0 0 0,-1 1 0 0 0,1-1-1 0 0,-1 0 1 0 0,0 3 0 0 0,-18-20-432 0 0,21 12 459 0 0,11-19-276 0 0,33-41 0 0 0,-33 46 355 0 0,17-10-30 0 0,26-42-296 0 0,2-19 626 0 0,-55 85-267 0 0,-1-1-105 0 0,9-16 195 0 0,-8 16 141 0 0,-1 1-181 0 0,7-12-46 0 0,-6 12-76 0 0,-1 0-95 0 0,5-12 56 0 0,-5 12 210 0 0,0 0 138 0 0,9-15-23 0 0,-9 14 846 0 0,0 1-851 0 0,5-14 54 0 0,-5 13 296 0 0,-8 8-886 0 0,-17 9 196 0 0,22-12 129 0 0,0 1 0 0 0,0-1 0 0 0,0 1 0 0 0,0 0 0 0 0,0-1 0 0 0,0 1 0 0 0,0 0 0 0 0,0 0 0 0 0,0-1 0 0 0,1 1 0 0 0,-1 0 1 0 0,0 0-1 0 0,1 0 0 0 0,-1 0 0 0 0,0 0 0 0 0,1 0 0 0 0,0 0 0 0 0,-1 0 0 0 0,1 0 0 0 0,-1 0 0 0 0,1 0 0 0 0,0 1 0 0 0,0 1 0 0 0,-1-2 14 0 0,-10 21 11 0 0,4-7-40 0 0,0 0 1 0 0,1 0-1 0 0,-6 20 0 0 0,11-29 48 0 0,-30 121 592 0 0,30-121-492 0 0,1 1-73 0 0,1 56 344 0 0,0-57-350 0 0,0-1 66 0 0,1 2-32 0 0,0-1 0 0 0,0 1 1 0 0,1-1-1 0 0,0 0 0 0 0,1 1 1 0 0,-1-1-1 0 0,1-1 1 0 0,7 10-1 0 0,-7-12 116 0 0,0 0-221 0 0,34 22-141 0 0,-34-23 96 0 0,1 0 96 0 0,17 8-78 0 0,-17-8-26 0 0,-1 0-4 0 0,11 8 76 0 0,-11-7-34 0 0,-4-3 9 0 0,0 1 18 0 0,1-1 1 0 0,-1 0-1 0 0,0 1 1 0 0,0-1-1 0 0,1 1 1 0 0,-1-1-1 0 0,0 0 0 0 0,1 1 1 0 0,-1-1-1 0 0,0 0 1 0 0,1 1-1 0 0,-1-1 1 0 0,1 0-1 0 0,-1 0 0 0 0,0 1 1 0 0,1-1-1 0 0,-1 0 1 0 0,1 0-1 0 0,-1 0 1 0 0,1 1-1 0 0,-1-1 0 0 0,1 0 1 0 0,-1 0-1 0 0,1 0 1 0 0,0 0 1 0 0,-1 0 0 0 0,1 0 0 0 0,-1 0-1 0 0,1 0 1 0 0,-1 0 0 0 0,1 0 0 0 0,-1 0 0 0 0,1 1 0 0 0,-1-1 0 0 0,1 0 0 0 0,-1 0 0 0 0,0 1 0 0 0,1-1 0 0 0,-1 0 0 0 0,1 0 0 0 0,-1 1 0 0 0,0-1-1 0 0,1 0 1 0 0,-1 1 0 0 0,0-1 0 0 0,1 1 0 0 0,-1-1 0 0 0,0 0 0 0 0,0 1 0 0 0,1 0 0 0 0,3 1-247 0 0,13 7-96 0 0,-13-7-253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04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93 1684 0 0,'0'0'8865'0'0,"-3"-3"-8216"0"0,-7-10-93 0 0,8 10 2142 0 0,-2 6-2600 0 0,-12 10 182 0 0,12-11-273 0 0,2-1 32 0 0,0 0-1 0 0,0 0 0 0 0,0-1 0 0 0,-1 1 0 0 0,1 0 1 0 0,0-1-1 0 0,-1 0 0 0 0,1 1 0 0 0,0-1 0 0 0,-1 0 1 0 0,1 0-1 0 0,0-1 0 0 0,-1 1 0 0 0,1 0 0 0 0,0-1 1 0 0,-4 0-1 0 0,2-1 563 0 0,2-2-674 0 0,-5-13 61 0 0,5 12 40 0 0,3 5-32 0 0,-1 0 1 0 0,1 0-1 0 0,-1-1 0 0 0,0 1 1 0 0,1 0-1 0 0,-1 0 1 0 0,1-1-1 0 0,-1 1 0 0 0,0 0 1 0 0,0 0-1 0 0,1-1 1 0 0,-1 1-1 0 0,0-1 0 0 0,1 1 1 0 0,-1 0-1 0 0,0-1 1 0 0,0 1-1 0 0,0 0 0 0 0,0-1 1 0 0,1 1-1 0 0,-1-1 1 0 0,0 1-1 0 0,0-1 0 0 0,0 1 1 0 0,0 0-1 0 0,0-1 1 0 0,0 0-1 0 0,0 0-6 0 0,0 0 1 0 0,0 0-1 0 0,0 0 1 0 0,1 0-1 0 0,-1 0 1 0 0,0 1-1 0 0,0-1 1 0 0,1 0-1 0 0,-1 0 1 0 0,1 0-1 0 0,-1 0 0 0 0,0 1 1 0 0,1-1-1 0 0,0 0 1 0 0,-1 1-1 0 0,1-1 1 0 0,-1 0-1 0 0,1 1 1 0 0,0-1-1 0 0,0 0 0 0 0,61-36-124 0 0,-58 35 111 0 0,2 2-224 0 0,16 2 311 0 0,-16-2-133 0 0,-3 3-250 0 0,13 9 235 0 0,-12-9 88 0 0,-2 2-476 0 0,-1-2 475 0 0,1 0 0 0 0,-1 1 1 0 0,0-1-1 0 0,0 1 1 0 0,0-1-1 0 0,0 1 1 0 0,-1-1-1 0 0,1 1 0 0 0,-1 0 1 0 0,0-1-1 0 0,0 1 1 0 0,0 0-1 0 0,-1-1 0 0 0,1 1 1 0 0,-1-1-1 0 0,-1 5 1 0 0,-4 15 16 0 0,5-17-118 0 0,-2 0-17 0 0,-6 15 238 0 0,7-15-108 0 0,-1-1 84 0 0,-9 16-105 0 0,9-15 80 0 0,0-1-146 0 0,-10 14 108 0 0,10-14 62 0 0,-1-1-125 0 0,-10 12 112 0 0,10-11-109 0 0,1 0 55 0 0,0 0 0 0 0,-1 0 1 0 0,0 0-1 0 0,0-1 0 0 0,0 1 1 0 0,-6 5-1 0 0,6-6-121 0 0,2-1-38 0 0,-26 31 301 0 0,25-31 3 0 0,0 1-351 0 0,3-4 199 0 0,-1 0 0 0 0,1 0 0 0 0,0 0 1 0 0,-1 1-1 0 0,1-1 0 0 0,-1 0 0 0 0,1 0 0 0 0,0 1 0 0 0,-1-1 0 0 0,1 0 0 0 0,0 0 1 0 0,0 1-1 0 0,-1-1 0 0 0,1 1 0 0 0,0-1 0 0 0,0 0 0 0 0,-1 1 0 0 0,1-1 0 0 0,0 0 1 0 0,0 1-1 0 0,0-1 0 0 0,0 1 0 0 0,0-1 0 0 0,0 0 0 0 0,-1 1 0 0 0,1-1 0 0 0,0 1 1 0 0,0-1-1 0 0,0 1 0 0 0,0-1 0 0 0,1 1 0 0 0,-1-1 0 0 0,0 0 0 0 0,0 1 0 0 0,0-1 1 0 0,0 1-1 0 0,0-1 0 0 0,0 0 0 0 0,1 1 0 0 0,25 2 390 0 0,-25-3-413 0 0,0 0-1 0 0,0 0 1 0 0,0 0-1 0 0,0 0 1 0 0,0 0-1 0 0,0 0 1 0 0,0 0-1 0 0,0-1 1 0 0,0 1-1 0 0,0 0 1 0 0,0-1-1 0 0,0 1 1 0 0,0-1-1 0 0,0 1 1 0 0,-1-1-1 0 0,3 0 1 0 0,17-10-4 0 0,-2 5 1 0 0,-14 4-79 0 0,1 1 16 0 0,41-17 29 0 0,-42 17 104 0 0,1-1-68 0 0,42-16 569 0 0,-42 16-213 0 0,24 2-11355 0 0,-23 0 8342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05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0 760 0 0,'0'0'17250'0'0,"2"6"-17128"0"0,1 5-62 0 0,-1 1 0 0 0,-1-1 0 0 0,1 22 0 0 0,-3-25-107 0 0,1 0 98 0 0,-1 23 37 0 0,1-23-80 0 0,0-2-100 0 0,-2 60 605 0 0,0-38-355 0 0,2-22 333 0 0,1-1-1170 0 0,5 15 254 0 0,-4-14-396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06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67 166 1572 0 0,'0'0'5516'0'0,"-2"-4"-4150"0"0,-18-26 4550 0 0,15 22-6361 0 0,2 4 1607 0 0,3-3-1026 0 0,-2-18 168 0 0,2 19 420 0 0,1 1-772 0 0,5-13-14 0 0,-4 14 58 0 0,10-14 552 0 0,-10 15-330 0 0,1-1-321 0 0,12-10 36 0 0,-12 11 272 0 0,2 1-403 0 0,11-6 226 0 0,-12 6 212 0 0,0 5-256 0 0,11 8 52 0 0,-11-8-137 0 0,-4-1 65 0 0,0 0 54 0 0,0-1 1 0 0,1 1 0 0 0,-1 0-1 0 0,1 0 1 0 0,-1-1-1 0 0,1 1 1 0 0,0 0-1 0 0,-1-1 1 0 0,1 1 0 0 0,2 2-1 0 0,-1 0 41 0 0,0 2 246 0 0,-2 2-285 0 0,0 24-7 0 0,0-24 118 0 0,0 0-58 0 0,-5 21-25 0 0,-2 1-1 0 0,0-1 0 0 0,-2 0 0 0 0,-1 0 1 0 0,-1-1-1 0 0,-2-1 0 0 0,-17 30 0 0 0,27-52 1 0 0,3-4-31 0 0,-1 1-1 0 0,1-1 1 0 0,-1 0-1 0 0,0 1 1 0 0,1-1-1 0 0,-1 1 1 0 0,0-1-1 0 0,0 0 1 0 0,1 0-1 0 0,-1 1 1 0 0,0-1-1 0 0,-2 1 1 0 0,1 1-12 0 0,-1 2-84 0 0,1-2-23 0 0,-8 11 57 0 0,8-10 105 0 0,-1-1-383 0 0,-7 8-76 0 0,18-22-425 0 0,-5 8 784 0 0,1-2-64 0 0,53-54-895 0 0,81-97 521 0 0,-108 116 380 0 0,-27 36 162 0 0,-2 3-64 0 0,-1 1-1 0 0,1 0 1 0 0,-1-1 0 0 0,0 1 0 0 0,1 0 0 0 0,-1-1-1 0 0,1 1 1 0 0,-1-1 0 0 0,0 1 0 0 0,1 0 0 0 0,-1-1-1 0 0,0 1 1 0 0,1-1 0 0 0,-1 1 0 0 0,0-1 0 0 0,0 0 0 0 0,1 1-1 0 0,-1-1 1 0 0,0 1 0 0 0,0-1 0 0 0,0 1 0 0 0,0-1-1 0 0,0 0 1 0 0,0 0-15 0 0,0 1-1 0 0,0-1 0 0 0,0 1 1 0 0,0-1-1 0 0,0 1 1 0 0,0-1-1 0 0,1 1 0 0 0,-1-1 1 0 0,0 1-1 0 0,0-1 1 0 0,0 1-1 0 0,0 0 0 0 0,1-1 1 0 0,-1 1-1 0 0,0-1 0 0 0,1 1 1 0 0,-1 0-1 0 0,0-1 1 0 0,1 1-1 0 0,-1-1 0 0 0,0 1 1 0 0,1 0-1 0 0,-1 0 1 0 0,1-1-1 0 0,-1 1 0 0 0,1 0 1 0 0,2-5-111 0 0,9-13 192 0 0,-9 14 764 0 0,-1 0-555 0 0,6-11-54 0 0,-6 11 768 0 0,0-1-695 0 0,4-13-251 0 0,-5 14 521 0 0,-5 6-481 0 0,-22 17-23 0 0,22-10-100 0 0,3-5 24 0 0,-8 13 131 0 0,1 0 1 0 0,0 1-1 0 0,1 0 1 0 0,-5 22-1 0 0,-4 48 1085 0 0,16-82-925 0 0,0-6-271 0 0,0 1-1 0 0,1-1 1 0 0,-1 0-1 0 0,0 1 0 0 0,0-1 1 0 0,1 0-1 0 0,-1 1 0 0 0,0-1 1 0 0,0 1-1 0 0,1-1 0 0 0,-1 0 1 0 0,0 1-1 0 0,0-1 0 0 0,0 1 1 0 0,0-1-1 0 0,1 0 0 0 0,-1 1 1 0 0,0-1-1 0 0,0 1 0 0 0,0-1 1 0 0,0 1-1 0 0,0-1 0 0 0,0 1 1 0 0,0-1-1 0 0,0 0 0 0 0,-1 1 1 0 0,1-1-1 0 0,0 1 1 0 0,0 0-3 0 0,-1 0 0 0 0,1 0 1 0 0,0 0-1 0 0,0 0 1 0 0,0 0-1 0 0,0 0 1 0 0,0-1-1 0 0,0 1 0 0 0,0 0 1 0 0,0 0-1 0 0,0 0 1 0 0,1 0-1 0 0,-1 0 1 0 0,0-1-1 0 0,1 1 0 0 0,-1 0 1 0 0,0 0-1 0 0,1 0 1 0 0,-1-1-1 0 0,1 1 1 0 0,-1 0-1 0 0,1-1 0 0 0,1 2 1 0 0,12 16-218 0 0,-11-13-235 0 0,-1-5 326 0 0,0 1-1 0 0,-1 0 1 0 0,1-1-1 0 0,0 1 1 0 0,-1 0 0 0 0,1 0-1 0 0,-1 0 1 0 0,1 0-1 0 0,-1 0 1 0 0,1 0-1 0 0,-1 0 1 0 0,2 3 0 0 0,-1-2-131 0 0,3 1-949 0 0,0-1-342 0 0,2 1 886 0 0,3 2-119 0 0,6 2-5994 0 0,9 5 3746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07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9 128 0 0,'0'0'4329'0'0,"-4"2"-2733"0"0,-6 6 5215 0 0,17-12-2966 0 0,3-3-5081 0 0,-4 6 1193 0 0,16-4-33 0 0,-16 4 357 0 0,-1 2 20 0 0,20 6 128 0 0,-22-2-445 0 0,7 14 197 0 0,-7-14 234 0 0,-3 2-353 0 0,-2 14 1 0 0,-1 0 0 0 0,-2 0-1 0 0,0-1 1 0 0,-10 29 0 0 0,9-31 88 0 0,5-14-56 0 0,-1 2-84 0 0,-13 51 155 0 0,14-51 214 0 0,2-2-122 0 0,1 0-188 0 0,4 14 270 0 0,0-19-267 0 0,19 0-162 0 0,-19 1 36 0 0,-1-1-4 0 0,18-1 139 0 0,-18 1-156 0 0,1 0-86 0 0,17-1 233 0 0,-17 2 41 0 0,23-1-12168 0 0,-23 1 8835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07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2028 0 0,'0'0'12651'0'0,"4"-2"-12541"0"0,13-5-79 0 0,-13 5-26 0 0,2 2 90 0 0,17 2-64 0 0,-17-2-13 0 0,-3 3 25 0 0,27 33 1122 0 0,-27-32-870 0 0,-2 0-21 0 0,5 15-38 0 0,-4-14-157 0 0,-3 0-164 0 0,-1 18 271 0 0,1-17 220 0 0,-1-1-430 0 0,-6 18 158 0 0,6-18-26 0 0,0 0-188 0 0,-17 45 168 0 0,17-45-233 0 0,2-3 80 0 0,-1-1 79 0 0,1 0-1 0 0,0 1 1 0 0,-1-1-1 0 0,1 0 1 0 0,-1 1 0 0 0,1-1-1 0 0,-1 0 1 0 0,0 1 0 0 0,0-1-1 0 0,1 0 1 0 0,-3 2 0 0 0,1 0 1 0 0,0 1 517 0 0,1 1-554 0 0,-2 17 125 0 0,2-16 13 0 0,2-1-467 0 0,1 0 405 0 0,4 15 408 0 0,0-20-571 0 0,54 0 188 0 0,-54-1 272 0 0,92-8-463 0 0,-93 9-121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09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14 2728 0 0,'0'0'5661'0'0,"-5"-1"-3130"0"0,-19-5 7536 0 0,19 5-9102 0 0,-15-3-243 0 0,15 3 1643 0 0,17 5-13230 0 0,-1 0 9212 0 0,6 0-3145 0 0,12 3 503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09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1020 0 0,'6'0'2313'0'0,"19"-1"-182"0"0,-19 1 2511 0 0,0 0-3538 0 0,17-1-264 0 0,-17 1 1673 0 0,1 0-2203 0 0,17-1-89 0 0,-18 1 1 0 0,0 0-1045 0 0,18 1-289 0 0,-18-1-683 0 0,0-1-1236 0 0,18-2 397 0 0,-19 2 141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09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2696 0 0,'0'0'8761'0'0,"30"12"-9209"0"0,-1-6-7133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09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2480 0 0,'0'0'12167'0'0,"5"1"-11339"0"0,14 4-258 0 0,-14-4 529 0 0,34 0-14815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10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36 2716 0 0,'0'0'10647'0'0,"-2"-3"-10121"0"0,-9-12-118 0 0,8 11 1983 0 0,7 2-2353 0 0,-1 0-28 0 0,-1 0 1 0 0,1 1-1 0 0,0 0 1 0 0,0-1-1 0 0,1 1 1 0 0,-1 0-1 0 0,0 1 1 0 0,0-1-1 0 0,0 1 1 0 0,1-1-1 0 0,-1 1 1 0 0,7 0-1 0 0,-4 1 254 0 0,-1 1-344 0 0,18 7 153 0 0,-18-7-23 0 0,0 1-37 0 0,12 9-49 0 0,-10-6 38 0 0,0 0-1 0 0,0 1 1 0 0,-1-1 0 0 0,0 1-1 0 0,0 1 1 0 0,-1-1-1 0 0,6 10 1 0 0,-9-13 71 0 0,1 0-11 0 0,-1 2 132 0 0,5 18-58 0 0,-6-18-194 0 0,0 1 65 0 0,2 19 214 0 0,-3-19-25 0 0,0 1-146 0 0,-2 10 10 0 0,-1-1-1 0 0,0 0 0 0 0,-2 0 0 0 0,0 0 1 0 0,0 0-1 0 0,-13 24 0 0 0,-22 32 10 0 0,38-69-54 0 0,-1 0 44 0 0,-22 41-31 0 0,14-23-265 0 0,12-21-93 0 0,6-11-198 0 0,-5 7 302 0 0,2-2-77 0 0,78-118-742 0 0,-37 60 856 0 0,43-64-40 0 0,-78 111 299 0 0,-8 12 94 0 0,2-1-202 0 0,11-16 182 0 0,-11 16-46 0 0,-2 1-92 0 0,23-32 1095 0 0,-22 32 302 0 0,-8 6-1414 0 0,2-1 35 0 0,-1 0-1 0 0,1 0 1 0 0,0 1-1 0 0,0-1 1 0 0,-1 1-1 0 0,1 0 1 0 0,0-1-1 0 0,0 2 1 0 0,1-1-1 0 0,-1 0 1 0 0,0 0-1 0 0,1 1 1 0 0,0-1-1 0 0,-1 1 1 0 0,1 0-1 0 0,-3 4 1 0 0,-14 24 279 0 0,0 0 0 0 0,2 2-1 0 0,1 0 1 0 0,2 0 0 0 0,1 1 0 0 0,-9 42 0 0 0,21-71-86 0 0,1 2-107 0 0,0 18 84 0 0,0-20-165 0 0,0 1 0 0 0,1-1 0 0 0,0 1 0 0 0,0-1 0 0 0,0 0 0 0 0,1 1 0 0 0,0-1 0 0 0,0 0 0 0 0,0 0-1 0 0,3 5 1 0 0,2-1-430 0 0,-1 1-1 0 0,1-1 0 0 0,1 0 1 0 0,-1-1-1 0 0,15 12 0 0 0,-8-7-450 0 0,-10-10-313 0 0,0 0-236 0 0,14 9-79 0 0,-14-9-531 0 0,0-1-1245 0 0,10 8 377 0 0,-10-7-74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11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17 588 0 0,'-21'19'15247'0'0,"23"-23"-15169"0"0,-1 1-91 0 0,1 1-1 0 0,-1 0 1 0 0,1-1-1 0 0,0 1 1 0 0,-1 0-1 0 0,1 0 1 0 0,0 0-1 0 0,1 0 0 0 0,-1 1 1 0 0,0-1-1 0 0,0 1 1 0 0,1-1-1 0 0,-1 1 1 0 0,3-1-1 0 0,0 0 132 0 0,0 2-230 0 0,18 2 43 0 0,-17-2 403 0 0,-6 1-336 0 0,0-1 1 0 0,0 0 0 0 0,0 1-1 0 0,0-1 1 0 0,0 1-1 0 0,0-1 1 0 0,0 0-1 0 0,0 1 1 0 0,0-1 0 0 0,0 1-1 0 0,1-1 1 0 0,-1 0-1 0 0,0 1 1 0 0,0-1-1 0 0,0 1 1 0 0,1-1 0 0 0,-1 0-1 0 0,0 1 1 0 0,0-1-1 0 0,1 0 1 0 0,-1 0-1 0 0,0 1 1 0 0,1-1 0 0 0,-1 0-1 0 0,0 0 1 0 0,1 1-1 0 0,-1-1 1 0 0,1 0-1 0 0,-1 0 1 0 0,1 0 0 0 0,0 1 8 0 0,-1-1 0 0 0,1 0 0 0 0,0 1 1 0 0,-1-1-1 0 0,1 1 0 0 0,-1-1 1 0 0,1 0-1 0 0,0 1 0 0 0,-1 0 1 0 0,1-1-1 0 0,-1 1 0 0 0,0-1 0 0 0,1 1 1 0 0,-1-1-1 0 0,1 1 0 0 0,-1 0 1 0 0,0-1-1 0 0,1 1 0 0 0,-1 0 1 0 0,0-1-1 0 0,0 1 0 0 0,0 0 0 0 0,1 0 1 0 0,-1-1-1 0 0,0 1 0 0 0,0 0 1 0 0,0 0-1 0 0,0 0 0 0 0,1 21 48 0 0,-1-16-3 0 0,-5 18 30 0 0,3-17-69 0 0,0-1-4 0 0,0 6 56 0 0,-2-1 0 0 0,0 1-1 0 0,0-1 1 0 0,-1 1 0 0 0,0-1 0 0 0,-13 18 0 0 0,18-28-65 0 0,-2 2 37 0 0,0 3 18 0 0,-21 44 84 0 0,20-46 126 0 0,1 0-77 0 0,0-1-125 0 0,-5 14 276 0 0,7-16-331 0 0,0-1 0 0 0,0 1 0 0 0,0-1 0 0 0,0 1-1 0 0,0-1 1 0 0,0 1 0 0 0,0-1 0 0 0,0 1 0 0 0,1-1 0 0 0,-1 0 0 0 0,0 1 0 0 0,0-1-1 0 0,1 1 1 0 0,-1-1 0 0 0,0 1 0 0 0,1-1 0 0 0,-1 0 0 0 0,0 1 0 0 0,1-1 0 0 0,-1 0 0 0 0,0 1-1 0 0,1-1 1 0 0,0 1 0 0 0,-1-1 4 0 0,1 0 0 0 0,-1 0 0 0 0,1 1 0 0 0,-1-1 0 0 0,0 0 0 0 0,1 1-1 0 0,-1-1 1 0 0,0 0 0 0 0,1 1 0 0 0,-1-1 0 0 0,0 1 0 0 0,1-1 0 0 0,-1 0 0 0 0,0 1 0 0 0,0-1 0 0 0,0 1-1 0 0,1-1 1 0 0,-1 1 0 0 0,0-1 0 0 0,0 1 0 0 0,0-1 0 0 0,0 1 0 0 0,0 0 0 0 0,8-1-22 0 0,21 0-46 0 0,-21 0 148 0 0,-3-1-147 0 0,16-4 104 0 0,-16 4 17 0 0,1 0-296 0 0,17-2 308 0 0,-18 2-23 0 0,1 1-571 0 0,7-1 1522 0 0,15-5-12076 0 0,-17 2 8877 0 0,-6 2 31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12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39 1292 0 0,'0'0'14270'0'0,"-3"-4"-13753"0"0,-6-13 276 0 0,8 16-727 0 0,0-1 0 0 0,0 1 0 0 0,0 0 0 0 0,1 0 0 0 0,-1 0 0 0 0,0 0 0 0 0,0 0 0 0 0,0 0 0 0 0,-1 0 0 0 0,1 0 0 0 0,0 0 0 0 0,0 0 0 0 0,-1 0 0 0 0,1 1 0 0 0,0-1 0 0 0,-1 0 0 0 0,-1 0 350 0 0,1 6-955 0 0,-5 12 453 0 0,6-13 119 0 0,-4 30 7 0 0,4-27 54 0 0,0-1-38 0 0,-8 62-128 0 0,4-38 247 0 0,4-24-274 0 0,0-1 29 0 0,-6 54 279 0 0,7-53-51 0 0,-2 23 170 0 0,2-24 1222 0 0,3-3-1374 0 0,13 5-118 0 0,-12-5 57 0 0,0-5-61 0 0,25-25-279 0 0,27-30 0 0 0,-19 18-544 0 0,12-11-2123 0 0,-45 48 1732 0 0,13-12-1457 0 0,-14 11 1862 0 0,1 0-2388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12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1 392 0 0,'-23'14'14379'0'0,"20"-12"-13765"0"0,-12 9 11 0 0,12-8 875 0 0,5 1-1136 0 0,5 11-84 0 0,-5-11-16 0 0,0 0 54 0 0,11 10-275 0 0,0 0 1 0 0,19 16-1 0 0,13 5-7666 0 0,-36-29 3975 0 0,15 6-519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17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48 1356 0 0,'0'0'16960'0'0,"3"-4"-16972"0"0,-1 0 36 0 0,1 1 0 0 0,0-1-1 0 0,0 1 1 0 0,0 0-1 0 0,1 0 1 0 0,-1 0 0 0 0,1 0-1 0 0,-1 0 1 0 0,6-2-1 0 0,-4 3-118 0 0,2 0 144 0 0,56-4 25 0 0,-57 6 6 0 0,-2 3-17 0 0,12 6-116 0 0,-11-7 135 0 0,-1 2-31 0 0,-1-1-45 0 0,0 1 0 0 0,1-1 0 0 0,-2 0 0 0 0,1 1 0 0 0,0 0 0 0 0,-1 0 0 0 0,1 0 0 0 0,-1 0 0 0 0,0 0 0 0 0,0 0 0 0 0,-1 0 0 0 0,1 1 0 0 0,-1-1 0 0 0,0 0-1 0 0,0 1 1 0 0,-1 0 0 0 0,1 7 0 0 0,-4 17-43 0 0,-2-1 0 0 0,-1 0-1 0 0,-15 45 1 0 0,-19 24-14 0 0,38-93 45 0 0,-5 19 55 0 0,5-18-50 0 0,0 0-160 0 0,0-1-57 0 0,-6 12 178 0 0,6-12-158 0 0,3-9-680 0 0,3-5 815 0 0,0 0-1 0 0,1 0 1 0 0,0 0 0 0 0,0 1-1 0 0,1 0 1 0 0,10-12 0 0 0,112-148-668 0 0,-101 121 775 0 0,-25 44-8 0 0,0-1 40 0 0,7-15 45 0 0,-7 15 207 0 0,-1 0-196 0 0,4-14 238 0 0,-4 14 478 0 0,-1 0-696 0 0,3-16 90 0 0,-3 16 190 0 0,-16-14-173 0 0,12 24-75 0 0,-7 8 127 0 0,1 0 0 0 0,1 1 0 0 0,-13 23 0 0 0,12-14-126 0 0,4-9-6 0 0,0-1-1 0 0,0 1 1 0 0,1 0 0 0 0,1 0-1 0 0,1 1 1 0 0,0-1 0 0 0,1 1-1 0 0,0 0 1 0 0,1 15 0 0 0,0-22-141 0 0,1 0 0 0 0,1 0 0 0 0,0 0 0 0 0,0 0 0 0 0,1 0 1 0 0,-1-1-1 0 0,2 1 0 0 0,-1 0 0 0 0,5 9 0 0 0,-4-12-402 0 0,0 0 0 0 0,0-1 0 0 0,1 0-1 0 0,-1 1 1 0 0,1-1 0 0 0,0 0 0 0 0,0-1 0 0 0,0 1 0 0 0,0-1 0 0 0,9 6-1 0 0,-10-8 304 0 0,19 13-2817 0 0,-20-12 1914 0 0,1-1 0 0 0,0 0-1 0 0,-1 0 1 0 0,1 0 0 0 0,0 0 0 0 0,0 0 0 0 0,-1 0 0 0 0,5 0-1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18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0 972 0 0,'0'0'16063'0'0,"-4"4"-15879"0"0,-12 11-61 0 0,13-11 47 0 0,1 25 246 0 0,-1-1 1 0 0,-8 33 0 0 0,4-25-4 0 0,-1 19 235 0 0,8-49-254 0 0,-1 0-7 0 0,-2 18-28 0 0,2-19 1649 0 0,5-7-2352 0 0,1-2 177 0 0,-1 1 1 0 0,0-1 0 0 0,1 0 0 0 0,-2 0-1 0 0,1 0 1 0 0,0 0 0 0 0,3-7 0 0 0,57-98-4924 0 0,-62 105 3954 0 0,3-7 545 0 0,16-18-7333 0 0,-16 23 6458 0 0,-2 3-196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19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1 488 0 0,'-12'22'16907'0'0,"10"-17"-16466"0"0,-4 14 152 0 0,5-14 730 0 0,3 0-849 0 0,9 14-163 0 0,-8-15 73 0 0,0 0-42 0 0,13 10-171 0 0,1-2 0 0 0,-1 0 0 0 0,2 0 1 0 0,0-2-1 0 0,0 0 0 0 0,22 7 0 0 0,-17-4-197 0 0,-19-11 72 0 0,1 1-92 0 0,15 7 11 0 0,-15-8 120 0 0,0 1-111 0 0,15 6 65 0 0,-15-7-14 0 0,-1 0-433 0 0,13 7 69 0 0,-13-7-322 0 0,28-9-17026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22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0 848 0 0,'0'0'15248'0'0,"-2"4"-15066"0"0,0 4-102 0 0,0 0 1 0 0,0 0-1 0 0,1 0 0 0 0,-1 11 1 0 0,2-13 113 0 0,0 0-254 0 0,-4 88 702 0 0,4-88-601 0 0,1-1 118 0 0,5 53-189 0 0,-6-52-30 0 0,1-1-42 0 0,10 126 895 0 0,-10-125-575 0 0,-1 1-308 0 0,-1 18-32 0 0,1-18 593 0 0,0-1-823 0 0,0 18 504 0 0,0-18 353 0 0,1-1-360 0 0,3 15-123 0 0,-3-15 1108 0 0,3-8-1104 0 0,12-8-135 0 0,-13 9 85 0 0,-1-2-174 0 0,17-44 250 0 0,-16 43-120 0 0,-2 0 178 0 0,16-48-70 0 0,-16 47 11 0 0,1 1-94 0 0,12-45 61 0 0,-13 45 184 0 0,1 0-422 0 0,5-16 58 0 0,-5 15 49 0 0,-1 2 249 0 0,6-15-83 0 0,-6 15-63 0 0,1-2-82 0 0,3-10-179 0 0,2 0-1 0 0,12-22 0 0 0,-16 35 634 0 0,2 3-333 0 0,45 14-569 0 0,-45-12 591 0 0,-4-1-119 0 0,1 0 80 0 0,0 0 0 0 0,-1 0 0 0 0,1 0 0 0 0,-1 0-1 0 0,1 1 1 0 0,-1-1 0 0 0,0 1 0 0 0,1-1 0 0 0,1 3-1 0 0,0 0 25 0 0,-2-2-46 0 0,0-1-1 0 0,0 1 0 0 0,0 0 0 0 0,0-1 0 0 0,0 1 0 0 0,1-1 1 0 0,-1 1-1 0 0,0-1 0 0 0,1 0 0 0 0,-1 0 0 0 0,2 2 0 0 0,1 1-93 0 0,-2-1 67 0 0,26 29-52 0 0,-25-29 169 0 0,0 1-6 0 0,22 34 425 0 0,-23-34-456 0 0,1-1 124 0 0,6 13-86 0 0,-6-12 27 0 0,-1 0 42 0 0,23 33 198 0 0,-22-33-21 0 0,0 0-276 0 0,8 11 108 0 0,-8-12 31 0 0,1 0-68 0 0,36 20-448 0 0,-36-21-72 0 0,2-2-4360 0 0,1 0 3966 0 0,4 1-223 0 0,0-1-6198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25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 1388 0 0,'0'0'18226'0'0,"1"5"-17972"0"0,1 16-106 0 0,-1-16 67 0 0,-3 2-4 0 0,-30 213 2048 0 0,31-214-2061 0 0,1 2-88 0 0,-1 2-1718 0 0,-3 37 5600 0 0,2-25-4777 0 0,1-4-4434 0 0,1-3-6288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27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68 353 1056 0 0,'0'0'11448'0'0,"0"-6"-10934"0"0,-3-16 116 0 0,3 17 911 0 0,2 0-1187 0 0,5-14 34 0 0,-5 14-33 0 0,0 1-165 0 0,27-36 682 0 0,-25 36-663 0 0,14-15 8 0 0,-1 6-416 0 0,-13 10 414 0 0,-2 3-216 0 0,-1-1 0 0 0,1 1 0 0 0,-1-1 1 0 0,0 0-1 0 0,1 0 0 0 0,-1 0 0 0 0,0 0 0 0 0,1 0 0 0 0,-1 0 0 0 0,0 0 0 0 0,0 0 0 0 0,2-2 0 0 0,-3 2 2 0 0,4-2 306 0 0,0 5-366 0 0,13 5 16 0 0,-13-5 512 0 0,-5 5-516 0 0,-2 10 86 0 0,0 0 0 0 0,-1-1 1 0 0,-13 33-1 0 0,-7-4-7 0 0,-2-1 0 0 0,-42 53 1 0 0,65-93-8 0 0,-1 1 22 0 0,-10 16-166 0 0,11-16-56 0 0,2-4 160 0 0,1 1 1 0 0,-1-1-1 0 0,0 1 1 0 0,0-1-1 0 0,0 0 1 0 0,0 0-1 0 0,0 1 1 0 0,0-1-1 0 0,0 0 1 0 0,0 0 0 0 0,-2 1-1 0 0,3-1 7 0 0,-3 2 48 0 0,-9 12-876 0 0,26-35 252 0 0,26-30-1 0 0,11-10-606 0 0,55-89-1 0 0,-44 49 853 0 0,-59 94 515 0 0,-3 5-177 0 0,1-1 1 0 0,-1 1 0 0 0,1-1-1 0 0,-1 1 1 0 0,1 0 0 0 0,-1-1 0 0 0,1 1-1 0 0,0-1 1 0 0,-1 1 0 0 0,1 0 0 0 0,0 0-1 0 0,2-2 1 0 0,-1 0 11 0 0,0-2 298 0 0,1 0-146 0 0,6-15 39 0 0,-7 15-62 0 0,0 2-199 0 0,7-13-25 0 0,-7 12 212 0 0,0-1-121 0 0,6-11-78 0 0,-6 12-25 0 0,0 0-142 0 0,22-38 964 0 0,-22 38-194 0 0,0 0-594 0 0,7-11 4 0 0,-7 11 2517 0 0,-5 7-2451 0 0,-9 12-17 0 0,9-12 336 0 0,0 3-104 0 0,-48 120 506 0 0,38-78-577 0 0,0 3-289 0 0,8-24 362 0 0,1 1 0 0 0,1-1 0 0 0,2 1-1 0 0,2 44 1 0 0,-1-67-166 0 0,1 1 0 0 0,0-1 0 0 0,0 1-1 0 0,0-1 1 0 0,1 1 0 0 0,0-1 0 0 0,0 0 0 0 0,0 0-1 0 0,1 1 1 0 0,-1-2 0 0 0,1 1 0 0 0,1 0 0 0 0,-1-1 0 0 0,6 6-1 0 0,-1-2-1 0 0,0-1-1 0 0,0 0 1 0 0,1-1-1 0 0,0 0 1 0 0,15 8-1 0 0,-20-12-94 0 0,-2-2 44 0 0,0 1 0 0 0,0-1 0 0 0,-1 0 1 0 0,1 1-1 0 0,0-1 0 0 0,0 1 0 0 0,-1 0 0 0 0,1 0 1 0 0,0-1-1 0 0,-1 1 0 0 0,1 0 0 0 0,1 2 0 0 0,1-1 9 0 0,2 1-11 0 0,-2-1 32 0 0,14 5-67 0 0,-14-5 54 0 0,1 0-45 0 0,38 19-365 0 0,-39-19 82 0 0,14 3-8071 0 0,-14-3 7191 0 0,0 0-2447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28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66 1012 0 0,'1'-5'1720'0'0,"1"-17"-536"0"0,-1 16 3496 0 0,2 2-3579 0 0,-2 3-626 0 0,8-9-469 0 0,-6 2 3971 0 0,3 8-3635 0 0,23 3 263 0 0,-27 1-338 0 0,8 13-138 0 0,-7-13-59 0 0,8 52 562 0 0,-11-50-679 0 0,1 0 51 0 0,0 17 82 0 0,0-17 103 0 0,-1 0-15 0 0,0 18-1 0 0,0-17 110 0 0,-1-1-187 0 0,0 22 33 0 0,0-22-20 0 0,1 0-467 0 0,-13 41-160 0 0,11-43 478 0 0,1-9-324 0 0,-3-16 359 0 0,3 16-54 0 0,3 0-224 0 0,28-77-1145 0 0,-28 77 1584 0 0,10-15 40 0 0,-9 16-56 0 0,0-1 25 0 0,26-33 738 0 0,-27 35-815 0 0,2-1-80 0 0,12-13-9 0 0,-12 13 172 0 0,1 0-41 0 0,15-12-114 0 0,-15 12-80 0 0,-1 2-42 0 0,11-8-3 0 0,-11 8 1 0 0,1 0 11 0 0,13-7 91 0 0,-13 7 417 0 0,1 2-147 0 0,24 0 330 0 0,-29 1-579 0 0,1 0-1 0 0,0 0 1 0 0,-1 0-1 0 0,1 0 1 0 0,-1 0-1 0 0,1 0 1 0 0,-1 0-1 0 0,1 0 1 0 0,-1 1-1 0 0,0-1 1 0 0,2 3-1 0 0,-3-4-4 0 0,15 17 98 0 0,-13-13-94 0 0,1 0 80 0 0,-1 2 67 0 0,23 75 551 0 0,-24-76-514 0 0,1 2 35 0 0,2 21-164 0 0,-3-20-102 0 0,0-2 9 0 0,2 19 92 0 0,-2-18 226 0 0,0-1-445 0 0,1 20-86 0 0,-1-20-105 0 0,-2 1-1969 0 0,1 18 713 0 0,-1-19-786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28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60 332 0 0,'0'0'13732'0'0,"4"-2"-13579"0"0,11-8 55 0 0,-11 8 904 0 0,0-1-744 0 0,11-7 28 0 0,-11 7-169 0 0,0 0-259 0 0,14-8 187 0 0,-14 8 211 0 0,2 1-313 0 0,14-7-40 0 0,-15 7 133 0 0,1 3-217 0 0,16 2 159 0 0,-16-3 253 0 0,-4 4-117 0 0,10 12-75 0 0,-9-12-58 0 0,-2 2 105 0 0,-1 52 312 0 0,-5-27-513 0 0,-1-1 1 0 0,-2 1-1 0 0,-1-1 0 0 0,-19 44 1 0 0,14-38-6 0 0,13-32 204 0 0,-2 2 4 0 0,-5 15 52 0 0,6-16 311 0 0,4-1-431 0 0,0-2-127 0 0,-1-1-1 0 0,0 1 1 0 0,0-1 0 0 0,0 1-1 0 0,0 0 1 0 0,0-1-1 0 0,0 1 1 0 0,0 0 0 0 0,-1 0-1 0 0,2 3 1 0 0,4-6 130 0 0,16-3-94 0 0,-16 3-156 0 0,1 0 87 0 0,20-4 70 0 0,-20 4-166 0 0,-1 0 151 0 0,21-4 64 0 0,-20 4-171 0 0,0 0-95 0 0,19-1 50 0 0,-20 1 315 0 0,0 1-46 0 0,19 2 10 0 0,-18-2 893 0 0,-3 2-925 0 0,0 0-801 0 0,5 3 1587 0 0,-4-4-5448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29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49 4072 0 0,'0'0'10003'0'0,"-2"-4"-8271"0"0,1 4-1173 0 0,-8-9-420 0 0,5 1 5451 0 0,9 6-6606 0 0,15-6-389 0 0,-15 6-583 0 0,0 1-688 0 0,1 0 1448 0 0,3-1-410 0 0,5-2-2994 0 0,14-4 548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29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3056 0 0,'0'0'2427'0'0,"5"2"-511"0"0,15 3-63 0 0,-15-3 2776 0 0,1-2-3934 0 0,56-4 1145 0 0,-56 3-2051 0 0,0-1-1916 0 0,5-2 1603 0 0,28-10-6895 0 0,-35 12 4712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29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27 824 0 0,'0'0'12627'0'0,"4"2"-11312"0"0,14 4-29 0 0,-14-4 2815 0 0,2-3-4753 0 0,18-3-120 0 0,-18 3-727 0 0,-1-1-960 0 0,1-1 1261 0 0,3-1-413 0 0,6-4-2935 0 0,12-6 558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29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1372 0 0,'0'0'3669'0'0,"4"2"-960"0"0,17 10 4991 0 0,-17-10-6508 0 0,11 7-99 0 0,-11-7 2802 0 0,2-2-3665 0 0,19-1-65 0 0,-19 0-246 0 0,-1 0-2714 0 0,1-1 1961 0 0,3-1-179 0 0,1 1-8078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31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68 136 0 0,'0'0'10800'0'0,"2"-6"-10030"0"0,4-17 18 0 0,-5 18-209 0 0,3 3 20 0 0,13-6 22 0 0,-13 6-193 0 0,0 0-21 0 0,14-7 67 0 0,-14 7 125 0 0,3 1-466 0 0,19-5 85 0 0,-20 4 90 0 0,1 3-274 0 0,4 0 5 0 0,-1 2 0 0 0,1 0 0 0 0,13 5 0 0 0,-19-6-68 0 0,0 1 88 0 0,15 9 163 0 0,-16-9-162 0 0,1 0 0 0 0,-1 0 0 0 0,0 0-1 0 0,0 1 1 0 0,0 0 0 0 0,-1 0 0 0 0,1 0 0 0 0,-1 0 0 0 0,4 6 0 0 0,-6-8-35 0 0,1 2 147 0 0,1 2-105 0 0,7 19 24 0 0,-8-19 218 0 0,-2 2-168 0 0,0 4-41 0 0,0 1 0 0 0,-1 0 0 0 0,-1-1 0 0 0,0 1-1 0 0,0-1 1 0 0,-1 0 0 0 0,-1 0 0 0 0,0 0 0 0 0,-11 22-1 0 0,-68 97-563 0 0,80-127 430 0 0,-15 18 66 0 0,15-18 18 0 0,-10 13-1453 0 0,73-77 517 0 0,-33 32 516 0 0,28-39 0 0 0,-36 44 378 0 0,-5 5-13 0 0,21-32 0 0 0,16-36-3 0 0,-49 82 90 0 0,1-2-96 0 0,9-16 121 0 0,-9 17 186 0 0,0 0-163 0 0,8-13 159 0 0,-8 14 2010 0 0,-5 4-2218 0 0,0 1 0 0 0,1-1 0 0 0,-1 1 1 0 0,0-1-1 0 0,0 1 0 0 0,1 0 0 0 0,-1 0 0 0 0,0 0 0 0 0,1 0 0 0 0,-1 0 0 0 0,1 0 1 0 0,-1 0-1 0 0,1 1 0 0 0,-1-1 0 0 0,1 0 0 0 0,0 1 0 0 0,-2 2 0 0 0,-20 32 699 0 0,20-30-688 0 0,-9 16 231 0 0,1 0-1 0 0,1 1 0 0 0,1 1 1 0 0,1-1-1 0 0,-7 38 1 0 0,14-55-196 0 0,-5 40 6 0 0,13-23-716 0 0,-5-17 384 0 0,0 0-579 0 0,19 14-1896 0 0,-8-9-866 0 0,-1 0-4071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32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56 1572 0 0,'0'0'16825'0'0,"1"4"-16860"0"0,5 16 70 0 0,-4-16 40 0 0,-1 1-190 0 0,5 16 138 0 0,-4-16 190 0 0,-2 0-282 0 0,3 17 9 0 0,-3-17 366 0 0,0 1-142 0 0,0 19-76 0 0,0-19 200 0 0,0-1-200 0 0,-4 17-11 0 0,0-1 0 0 0,-1 0 1 0 0,-10 26-1 0 0,13-43-271 0 0,-1-7-1293 0 0,-9-10 1253 0 0,9 10-129 0 0,4-3-232 0 0,4-20 477 0 0,1 0 1 0 0,1 0-1 0 0,1 1 0 0 0,1 0 0 0 0,2 1 0 0 0,18-33 0 0 0,-27 54 334 0 0,-2 1-201 0 0,1 1 0 0 0,-1 0 0 0 0,0-1 0 0 0,1 1 0 0 0,-1 0 0 0 0,1 0 0 0 0,-1 0 0 0 0,1-1 0 0 0,0 1-1 0 0,-1 0 1 0 0,1 0 0 0 0,0 0 0 0 0,0 0 0 0 0,0 0 0 0 0,1-1 0 0 0,6-8-42 0 0,22-23 636 0 0,-27 30 641 0 0,0 7-1002 0 0,11 11 58 0 0,-10-11 140 0 0,-2 1-287 0 0,5 18 72 0 0,-6-17-35 0 0,0-1-136 0 0,0 18-8 0 0,-1-18 96 0 0,1 2-15 0 0,2 21-131 0 0,-2-21 78 0 0,0 0 16 0 0,0 17-115 0 0,-1-18 68 0 0,2 0 67 0 0,8 56-1726 0 0,-9-56 914 0 0,1-3-2365 0 0,-1-1 2665 0 0,-1-1 0 0 0,1 1 0 0 0,0-1 0 0 0,-1 1 0 0 0,1 0 0 0 0,-1-1 0 0 0,0 1 0 0 0,1 0 0 0 0,-1 0 0 0 0,0 3 0 0 0,0-2-504 0 0,1 2-2251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32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25 104 0 0,'2'-4'2266'0'0,"12"-17"11752"0"0,-14 21-14003 0 0,0 1-1 0 0,0-1 1 0 0,0 1-1 0 0,0-1 1 0 0,0 1-1 0 0,0-1 1 0 0,0 1-1 0 0,0-1 1 0 0,1 0-1 0 0,-1 1 1 0 0,0-1-1 0 0,0 1 1 0 0,0-1 0 0 0,1 0-1 0 0,-1 1 1 0 0,0-1-1 0 0,1 0 1 0 0,-1 1-1 0 0,0-1 1 0 0,1 0-1 0 0,-1 1 1 0 0,0-1-1 0 0,1 0 1 0 0,-1 0-1 0 0,1 1 1 0 0,-1-1-1 0 0,0 0 1 0 0,1 0-1 0 0,0 0 10 0 0,0 1-1 0 0,-1-1 0 0 0,1 0 0 0 0,-1 1 0 0 0,1-1 0 0 0,-1 0 0 0 0,1 1 0 0 0,-1-1 1 0 0,1 0-1 0 0,-1 1 0 0 0,1-1 0 0 0,-1 1 0 0 0,0-1 0 0 0,1 1 0 0 0,-1-1 0 0 0,0 1 0 0 0,1-1 1 0 0,-1 1-1 0 0,0 0 0 0 0,0-1 0 0 0,1 1 0 0 0,-1-1 0 0 0,0 1 0 0 0,0 0 0 0 0,0-1 1 0 0,0 1-1 0 0,0-1 0 0 0,0 1 0 0 0,0 0 0 0 0,0-1 0 0 0,0 1 0 0 0,0-1 0 0 0,-1 2 1 0 0,-1 19 98 0 0,2-16 265 0 0,-5 65 630 0 0,4-64-741 0 0,1 1-91 0 0,0 20-48 0 0,0-21 64 0 0,0 0-15 0 0,0 17 19 0 0,0-17 522 0 0,25-1-729 0 0,-20-4-128 0 0,0-5 25 0 0,81-66-867 0 0,-83 68 796 0 0,-1 1 149 0 0,0 0-1 0 0,-1 0 1 0 0,1-1-1 0 0,-1 1 1 0 0,1 0-1 0 0,-1 0 1 0 0,1-1-1 0 0,-1 1 1 0 0,0-1-1 0 0,2-2 1 0 0,1 1-183 0 0,-3 1-33 0 0,0 1 206 0 0,0-1 0 0 0,0 1 0 0 0,0-1 0 0 0,0 1 0 0 0,1 0 0 0 0,-1-1 0 0 0,0 1 0 0 0,1 0-1 0 0,1-1 1 0 0,1-1 382 0 0,-6 3-270 0 0,0 0 0 0 0,0 1 0 0 0,0-1 0 0 0,0 1 0 0 0,1 0 0 0 0,-1-1 0 0 0,0 1 0 0 0,0 0 0 0 0,-2 2-1 0 0,0-1 1375 0 0,5 4-1017 0 0,3 20-74 0 0,-3-20-119 0 0,1 1 29 0 0,4 6-126 0 0,0 0 0 0 0,1 0 0 0 0,0-1 0 0 0,1 0 1 0 0,0 0-1 0 0,1-1 0 0 0,0 0 0 0 0,20 17 0 0 0,33 22-3240 0 0,4-7-8377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8:11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29 1048 0 0,'-27'-10'2550'0'0,"22"9"1468"0"0,1-1-2318 0 0,-14-5-396 0 0,14 5 3023 0 0,-1 1-3895 0 0,-19-4 2057 0 0,24 12-2182 0 0,-1 0-204 0 0,1-4-54 0 0,0-1 1 0 0,-1 1 0 0 0,1-1 0 0 0,0 0 0 0 0,0 1 0 0 0,1-1 0 0 0,-1 1 0 0 0,0-1 0 0 0,1 0 0 0 0,0 1 0 0 0,-1-1 0 0 0,1 0-1 0 0,2 4 1 0 0,13 38 357 0 0,119 290 1990 0 0,-112-287-2708 0 0,1-2 1 0 0,2-1 0 0 0,2-1 0 0 0,2-1 0 0 0,36 39-1 0 0,-59-74-673 0 0,0-1 0 0 0,1 0-1 0 0,0 0 1 0 0,12 8 0 0 0,-16-12-2831 0 0,0 0 192 0 0,15 9-508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8:12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573 57 2280 0 0,'0'0'1932'0'0,"-1"-6"50"0"0,-1-5-1843 0 0,-7-16 8700 0 0,4 18-7930 0 0,3 5-334 0 0,-14 18 59 0 0,7-5-393 0 0,0 1 0 0 0,1-1 0 0 0,0 2 0 0 0,1-1 0 0 0,-11 20 0 0 0,-7 10 100 0 0,-121 179 861 0 0,-17 22-876 0 0,130-197-253 0 0,-68 98 743 0 0,98-138-1009 0 0,1 0-954 0 0,1 0 379 0 0,-2 6 1183 0 0,1-7-4398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8:13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0 719 2020 0 0,'0'0'11859'0'0,"3"4"-11381"0"0,1 4-230 0 0,-1 0-1 0 0,1 0 0 0 0,-2 1 1 0 0,1-1-1 0 0,-1 1 1 0 0,0-1-1 0 0,-1 1 0 0 0,0 0 1 0 0,-1-1-1 0 0,0 18 0 0 0,2 30 655 0 0,2-33-823 0 0,4 52 3187 0 0,-3-110-3430 0 0,-1 0 1 0 0,-2-1 0 0 0,-4-61 0 0 0,1-16-285 0 0,9-4 115 0 0,4 0 1 0 0,6 0 0 0 0,35-123-1 0 0,-51 235 447 0 0,-1-2-173 0 0,1-1 0 0 0,0 1 0 0 0,0 0 1 0 0,0-1-1 0 0,5-8 0 0 0,-5 12-30 0 0,0 3 29 0 0,0 0 45 0 0,1-1 0 0 0,-1 1 0 0 0,0-1 1 0 0,0 1-1 0 0,-1-1 0 0 0,1 0 0 0 0,3-4 0 0 0,-1 10-27 0 0,11 9 185 0 0,-11-10-47 0 0,-3 3-48 0 0,6 50-254 0 0,-6-50 176 0 0,-1 3 202 0 0,-5 63-238 0 0,4-66 70 0 0,1 1 174 0 0,-4 23-82 0 0,4-22-212 0 0,-1-2 135 0 0,-3 19 109 0 0,3-18-271 0 0,1 0-85 0 0,-1 27-220 0 0,1-32 435 0 0,0 0 1 0 0,1 0 0 0 0,0 0 0 0 0,0 0 0 0 0,-1 1-1 0 0,1-1 1 0 0,0 0 0 0 0,1 0 0 0 0,-1-1 0 0 0,0 1-1 0 0,0 0 1 0 0,3 1 0 0 0,16 8-347 0 0,-15-9 548 0 0,0 1-110 0 0,16 8-123 0 0,-16-8-130 0 0,1 0 261 0 0,17 9 10 0 0,-18-9-38 0 0,-1 1-74 0 0,13 12 95 0 0,-13-12-36 0 0,-1 1-198 0 0,13 14 112 0 0,-12-14 177 0 0,-2 1-13 0 0,9 16-72 0 0,-8-16-94 0 0,-2 1 25 0 0,4 19-50 0 0,-4-19 227 0 0,-2 0 52 0 0,-1 6-26 0 0,-1-1 0 0 0,0 1 1 0 0,-1-1-1 0 0,-1 0 0 0 0,0 0 0 0 0,0-1 1 0 0,-1 1-1 0 0,0-1 0 0 0,-1 0 0 0 0,-10 11 0 0 0,9-10 56 0 0,3-5-66 0 0,0-1 1 0 0,0 0-1 0 0,-1 0 0 0 0,0-1 0 0 0,-8 7 0 0 0,5-4 23 0 0,5-5 66 0 0,-1 0-14 0 0,-15 9-219 0 0,15-9-466 0 0,-12 0 416 0 0,9-1-2863 0 0,-1-2-7067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8:14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82 180 0 0,'0'0'17787'0'0,"-5"0"-17897"0"0,-50 7 207 0 0,49-6 2366 0 0,12-3-2336 0 0,40-12-48 0 0,0 2 0 0 0,1 2 1 0 0,63-5-1 0 0,-12 2 17 0 0,-40 4-148 0 0,-52 8 208 0 0,54-7 966 0 0,-55 7-881 0 0,1 0-536 0 0,0 0-131 0 0,4-1 190 0 0,-6 2-4521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8:15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57 2280 0 0,'0'0'19817'0'0,"0"-6"-19757"0"0,0-17 28 0 0,0 17 531 0 0,-1 1-556 0 0,-2-11-131 0 0,3 16 67 0 0,0 0 0 0 0,0 0 0 0 0,0 1 0 0 0,0-1 0 0 0,0 0 1 0 0,0 0-1 0 0,0 0 0 0 0,0 0 0 0 0,0 0 0 0 0,0 0 0 0 0,0 0 1 0 0,0 0-1 0 0,0 0 0 0 0,0 0 0 0 0,0 0 0 0 0,0 0 1 0 0,-1 0-1 0 0,1 0 0 0 0,0 0 0 0 0,0 0 0 0 0,0 0 0 0 0,0 0 1 0 0,0 0-1 0 0,0 0 0 0 0,0 0 0 0 0,0 0 0 0 0,0 0 0 0 0,0 0 1 0 0,0 0-1 0 0,0 0 0 0 0,0 0 0 0 0,0 0 0 0 0,-1 0 1 0 0,1 0-1 0 0,0 0 0 0 0,0 0 0 0 0,0 0 0 0 0,0 0 0 0 0,0 0 1 0 0,0 0-1 0 0,0 0 0 0 0,0 0 0 0 0,0 0 0 0 0,0 0 0 0 0,0 0 1 0 0,0 0-1 0 0,0 0 0 0 0,0 0 0 0 0,0 0 0 0 0,0 0 0 0 0,-1 0 1 0 0,1 0-1 0 0,0 0 0 0 0,0 0 0 0 0,0-1 0 0 0,0 1 1 0 0,0 0-1 0 0,0 0 0 0 0,0 0 0 0 0,0 0 0 0 0,0 0 0 0 0,0 0 1 0 0,0 0-1 0 0,0 0 0 0 0,0 0 0 0 0,0 0 0 0 0,-6 28-70 0 0,0 40 86 0 0,6-67-9 0 0,-4 59-99 0 0,-3 79 183 0 0,7-133-54 0 0,0 0-27 0 0,0 18-59 0 0,0-18 92 0 0,-1 0-110 0 0,-2 90 708 0 0,3-90-603 0 0,1-1-5183 0 0,0 2 4507 0 0,0 3 38 0 0,0 1-9210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8:22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313 64 228 0 0,'3'4'2694'0'0,"2"1"180"0"0,5 0 9418 0 0,-3-10-3956 0 0,-5-2-7648 0 0,-3-5-3716 0 0,-1-10 3190 0 0,1 16 468 0 0,-1 2-496 0 0,-6-11-78 0 0,6 12-2 0 0,-4 2-153 0 0,-18-2 17 0 0,23 3 79 0 0,-1 0 0 0 0,1 0 1 0 0,0 0-1 0 0,-1 0 0 0 0,1 0 0 0 0,0 1 0 0 0,-1-1 0 0 0,1 0 1 0 0,0 1-1 0 0,-1-1 0 0 0,1 1 0 0 0,0-1 0 0 0,0 1 1 0 0,0 0-1 0 0,-1-1 0 0 0,1 1 0 0 0,0 0 0 0 0,0 0 1 0 0,0 0-1 0 0,-1 1 0 0 0,-2 2 2 0 0,-12 7-13 0 0,2 1 0 0 0,-1 1 0 0 0,1 0 0 0 0,1 1 0 0 0,1 0 1 0 0,-20 29-1 0 0,-50 101-69 0 0,75-130 107 0 0,-3 10-71 0 0,0 1-1 0 0,1 0 1 0 0,-6 34-1 0 0,6-24 7 0 0,8-32 35 0 0,0 0 1 0 0,0 1-1 0 0,0-1 1 0 0,1 0-1 0 0,0 1 1 0 0,-1-1-1 0 0,1 1 1 0 0,0-1-1 0 0,1 6 1 0 0,0 0-46 0 0,-2-6 28 0 0,1 1-1 0 0,0-1 1 0 0,0 0-1 0 0,0 1 1 0 0,0-1-1 0 0,1 0 1 0 0,-1 1-1 0 0,1-1 1 0 0,1 4-1 0 0,0 1 12 0 0,-1-6 11 0 0,-1 0 0 0 0,0 1 0 0 0,1-1 1 0 0,-1 1-1 0 0,1-1 0 0 0,0 1 0 0 0,0-1 0 0 0,0 0 1 0 0,0 1-1 0 0,0-1 0 0 0,0 0 0 0 0,1 0 0 0 0,2 3 1 0 0,1 1-18 0 0,-4-3 19 0 0,0-1-1 0 0,0 1 0 0 0,1-1 1 0 0,-1 1-1 0 0,1-1 1 0 0,-1 0-1 0 0,1 0 1 0 0,0 0-1 0 0,0 0 0 0 0,0 0 1 0 0,0 0-1 0 0,1 0 1 0 0,2 1-1 0 0,4 3-14 0 0,-4-1-10 0 0,0-1 0 0 0,0 0 0 0 0,1 0 0 0 0,0 0 0 0 0,-1-1 1 0 0,1 0-1 0 0,0 0 0 0 0,1 0 0 0 0,-1-1 0 0 0,8 2 1 0 0,113 26-1066 0 0,-123-29 1045 0 0,2 0-82 0 0,17 3 56 0 0,-18-3 102 0 0,1 0-55 0 0,15 5 112 0 0,-16-5-23 0 0,0 0-90 0 0,15 4 54 0 0,-14-4-64 0 0,-1-1-3006 0 0,17 2 2057 0 0,-16-2-511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18:23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0 116 1244 0 0,'0'0'20904'0'0,"3"-5"-20719"0"0,6-13 13 0 0,-7 13-98 0 0,3 3-36 0 0,147-55 163 0 0,-138 52-180 0 0,-8 3-73 0 0,-1 1 188 0 0,21-5-5 0 0,-1 1 1112 0 0,-9 2-3559 0 0,-5 0-3071 0 0,-3-1-4254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30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46 170 924 0 0,'0'0'1710'0'0,"-1"-5"-344"0"0,-6-14-110 0 0,5 15 831 0 0,0-1-1154 0 0,-5-14-157 0 0,5 14 782 0 0,0 0-914 0 0,-16-41 2749 0 0,17 41-1873 0 0,0 0-1004 0 0,0 1-317 0 0,0 0 0 0 0,1 0 0 0 0,0 0-1 0 0,0 0 1 0 0,0-1 0 0 0,0 1 0 0 0,1 0 0 0 0,0 0 0 0 0,1-6 0 0 0,-2 9-198 0 0,0 1 0 0 0,0 0 1 0 0,0 0-1 0 0,0 0 0 0 0,0 0 0 0 0,0 0 1 0 0,0-1-1 0 0,1 1 0 0 0,-1 0 1 0 0,0 0-1 0 0,0 0 0 0 0,0 0 0 0 0,0 0 1 0 0,0 0-1 0 0,0-1 0 0 0,0 1 1 0 0,0 0-1 0 0,0 0 0 0 0,0 0 0 0 0,0 0 1 0 0,0 0-1 0 0,0 0 0 0 0,1 0 1 0 0,-1 0-1 0 0,0-1 0 0 0,0 1 0 0 0,0 0 1 0 0,0 0-1 0 0,0 0 0 0 0,0 0 0 0 0,0 0 1 0 0,1 0-1 0 0,-1 0 0 0 0,0 0 1 0 0,0 0-1 0 0,0 0 0 0 0,0 0 0 0 0,0 0 1 0 0,1 0-1 0 0,-1 0 0 0 0,0 0 1 0 0,0 0-1 0 0,0 0 0 0 0,0 0 0 0 0,0 0 1 0 0,0 0-1 0 0,1 0 0 0 0,-1 0 1 0 0,0 0-1 0 0,0 0 0 0 0,0 0 0 0 0,0 0 1 0 0,0 1-1 0 0,0-1 0 0 0,0 0 1 0 0,1 0-1 0 0,-1 0 0 0 0,0 0 0 0 0,0 0 1 0 0,0 0-1 0 0,0 0 0 0 0,0 0 1 0 0,0 0-1 0 0,0 1 0 0 0,0-1 0 0 0,0 0 1 0 0,17 13 166 0 0,0 0-1 0 0,-2 1 1 0 0,29 32 0 0 0,38 60 218 0 0,-52-67-296 0 0,230 344 251 0 0,-243-354-677 0 0,24 59 0 0 0,-40-84 28 0 0,8 15-5014 0 0,-7-15 4413 0 0,0 1-2578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30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369 33 2344 0 0,'0'0'6742'0'0,"-1"-5"-5496"0"0,-1-17-1 0 0,1 16 4325 0 0,-3 11-5217 0 0,0-1-263 0 0,2-3-73 0 0,1 0 0 0 0,-1 0 0 0 0,1 1 0 0 0,0-1 0 0 0,0 0 0 0 0,0 1 0 0 0,-1-1 1 0 0,1 1-1 0 0,0-1 0 0 0,1 1 0 0 0,-1 0 0 0 0,0-1 0 0 0,0 1 0 0 0,1 0 0 0 0,-1 0 0 0 0,1 0 0 0 0,-1 2 0 0 0,-128 394 882 0 0,82-271-549 0 0,-73 137 0 0 0,92-196 6 0 0,26-63-139 0 0,0 0-77 0 0,-7 9 651 0 0,7-9-4449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31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22 1760 0 0,'0'0'1607'0'0,"-2"4"-276"0"0,-2 4 274 0 0,7 1 5579 0 0,12-9-2375 0 0,2-7-7428 0 0,-4 1 2522 0 0,20-9-4884 0 0,-5 2 467 0 0,-23 11 1857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31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27 2528 0 0,'-4'3'2931'0'0,"-14"10"11269"0"0,23-17-14117 0 0,4-1-631 0 0,0 0 1 0 0,0 0-1 0 0,1 1 0 0 0,12-4 1 0 0,28-3-9225 0 0,-45 10 5968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36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610 17 1832 0 0,'0'0'16566'0'0,"-3"-2"-16659"0"0,-12-10-10 0 0,12 9 363 0 0,-2 5-207 0 0,-15 2-110 0 0,15-2-16 0 0,0-1 190 0 0,-124 48 41 0 0,125-48-247 0 0,-2 2 22 0 0,-18 5 166 0 0,18-6 24 0 0,0 0-95 0 0,-20 6-69 0 0,19-6 100 0 0,2-1 10 0 0,-16 4-218 0 0,16-4 12 0 0,-1 1 116 0 0,-6 1 87 0 0,-41 9-94 0 0,51-12 33 0 0,1 0 0 0 0,0 0 1 0 0,0 0-1 0 0,0 0 0 0 0,0 0 0 0 0,0 0 0 0 0,0 0 0 0 0,0 1 0 0 0,0-1 0 0 0,0 0 0 0 0,0 1 0 0 0,0-1 0 0 0,0 1 0 0 0,0-1 0 0 0,-1 2 0 0 0,-22 7-150 0 0,2-3 181 0 0,16-5-16 0 0,2 1-118 0 0,-15 3 38 0 0,14-4 120 0 0,-1 1-136 0 0,-105 28 1467 0 0,106-29-869 0 0,1 1-519 0 0,-11 7-94 0 0,11-7 220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36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1 1424 0 0,'0'0'7340'0'0,"-5"1"-7130"0"0,-12 6-52 0 0,12-5 1450 0 0,0-1-1413 0 0,-14 4 68 0 0,15-3 774 0 0,-1 0-896 0 0,-38 18 1706 0 0,39-17-701 0 0,0-2-923 0 0,-11 5 431 0 0,30-9 554 0 0,-11 2-1190 0 0,1-1 122 0 0,16-2-118 0 0,-16 3-88 0 0,0-1 99 0 0,45-7 114 0 0,-45 8-253 0 0,1 0 49 0 0,17-4-62 0 0,-17 4 108 0 0,0 0-210 0 0,18-3 97 0 0,-18 4-254 0 0,-1 0-2893 0 0,1 1 2688 0 0,4 1-115 0 0,0-1-5535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37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 16 0 0,'0'0'2214'0'0,"-1"4"-436"0"0,-6 19 9116 0 0,9-18-10754 0 0,6 11 84 0 0,-6-12 681 0 0,26-1-392 0 0,-22-3-364 0 0,0-1-115 0 0,18-4 135 0 0,6-5 287 0 0,-25 8-320 0 0,0 1-68 0 0,41-13-339 0 0,-41 12 70 0 0,13 0-588 0 0,-12-1-1932 0 0,4 0-4378 0 0,12-4 3912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40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707 1 1988 0 0,'0'0'7564'0'0,"-1"5"-7151"0"0,-3 24 281 0 0,1-27-488 0 0,-13 7-97 0 0,12-6 29 0 0,-14 8 211 0 0,-6 6 20 0 0,20-15-116 0 0,-1 1-99 0 0,-14 7 10 0 0,-9 6 320 0 0,-38 14-1 0 0,-12 2-504 0 0,19-5 145 0 0,-9-2 2 0 0,61-23 24 0 0,1 1-66 0 0,-18 7-75 0 0,17-8 140 0 0,2 0 59 0 0,-17 4 137 0 0,16-5 324 0 0,0 0-350 0 0,-18 0-235 0 0,18 0 531 0 0,0-1-363 0 0,-20 1-143 0 0,19-1 386 0 0,2-1-378 0 0,-82-10 577 0 0,82 10-66 0 0,0 0-409 0 0,-3-1-259 0 0,-36-10 947 0 0,44 17-882 0 0,-3 17-167 0 0,3-17 166 0 0,1 1-69 0 0,18 110 325 0 0,-9-42-327 0 0,46 310 627 0 0,-13-37 426 0 0,-17-127-844 0 0,21 404 689 0 0,-44-557-737 0 0,-2 15 95 0 0,6 178 125 0 0,-11-103-113 0 0,-3-50-103 0 0,7-101-115 0 0,0 2 71 0 0,-5 72 172 0 0,4-73-196 0 0,1 0-80 0 0,-1 62 96 0 0,0-61-83 0 0,-5 64 33 0 0,5-66-50 0 0,1-1 60 0 0,-3 57-34 0 0,3-56 8 0 0,1 5-1 0 0,0 1 11 0 0,-1-1 0 0 0,0 0 1 0 0,-3 15-1 0 0,0 19 21 0 0,-2 47-40 0 0,5-85 44 0 0,0-2-11 0 0,1 19-9 0 0,0-19 95 0 0,-1 2-168 0 0,2 20 26 0 0,-2-20 20 0 0,0 0 56 0 0,-2 21-85 0 0,2-22 109 0 0,0 2-47 0 0,2 22-65 0 0,-2-23 44 0 0,0 1-20 0 0,3 59 75 0 0,-3-61-110 0 0,1 1 17 0 0,0 22 57 0 0,-1-21 40 0 0,0-1-76 0 0,3 21 27 0 0,-3-21 13 0 0,1-1-38 0 0,0 18 8 0 0,-1-18 39 0 0,1 0 28 0 0,10 86-130 0 0,-10-87 41 0 0,-1 2 37 0 0,0 19 11 0 0,0-19-6 0 0,0 0-6 0 0,1 20 19 0 0,-1-20-20 0 0,1 0 35 0 0,3 22-8 0 0,-3-21-21 0 0,-1-1 41 0 0,1 21 32 0 0,-1-21-27 0 0,1 0-71 0 0,1 21 21 0 0,-1-21 19 0 0,-1 0-26 0 0,2 20 9 0 0,-2-21-1 0 0,1 2 9 0 0,4 22 34 0 0,-4-22-64 0 0,-1-2-16 0 0,3 21 96 0 0,-3-21 14 0 0,1 0-10 0 0,2 54 221 0 0,-3-54-179 0 0,0-1 10 0 0,3 16-34 0 0,-3-15-20 0 0,1 0-27 0 0,0 17-1 0 0,-1-17 57 0 0,1 1-81 0 0,3 60 70 0 0,-4-61-69 0 0,1 0 22 0 0,0 20 44 0 0,-1-20-86 0 0,1 0 15 0 0,0 64 155 0 0,7-12-98 0 0,-7-53-64 0 0,-1 1-21 0 0,-2 58 2245 0 0,8-65-2271 0 0,3-3 48 0 0,-1 0 1 0 0,1 0-1 0 0,-1 0 0 0 0,10-8 0 0 0,10-6-116 0 0,35-20 23 0 0,-13 10-19 0 0,90-32-344 0 0,-135 58 481 0 0,-1 0-53 0 0,14-5 41 0 0,-13 5-8 0 0,0 0-175 0 0,15-6 136 0 0,-15 6 55 0 0,0 0-17 0 0,15-4 21 0 0,-15 4 328 0 0,-1 0-315 0 0,14-4-97 0 0,-14 4-13 0 0,1 0-4591 0 0,14-8 3103 0 0,-14 8-1254 0 0,-1-2-2021 0 0,11-14 221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2:42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28 119 1740 0 0,'0'0'11525'0'0,"-1"-5"-11033"0"0,-5-13-234 0 0,5 14 1590 0 0,0-1-1796 0 0,-10-47 1049 0 0,10 46 139 0 0,0 1-1104 0 0,-3-14-193 0 0,2 14 301 0 0,2 11-140 0 0,7 101-4 0 0,1 24-95 0 0,5 185 2884 0 0,-13-310-2579 0 0,0 1-165 0 0,0-2-1708 0 0,1 9 3428 0 0,0 3-33 0 0,0-4-3764 0 0,0-2-3204 0 0,-1-1-4367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14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 2256 0 0,'0'0'7561'0'0,"2"-4"-5914"0"0,8-17 6295 0 0,-9 26-11252 0 0,0 1 2663 0 0,1 4-243 0 0,-2 1-3409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14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0 1948 0 0,'0'0'2626'0'0,"-1"7"-123"0"0,-5 18-411 0 0,4-18 1126 0 0,1-2-2131 0 0,-18 77 1157 0 0,18-77-3531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14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0 1456 0 0,'0'0'10330'0'0,"-3"4"-8811"0"0,-8 10-211 0 0,9-10 1580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15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29 189 2292 0 0,'0'0'20073'0'0,"0"-5"-20259"0"0,3-16 35 0 0,-3 16 83 0 0,0-2-67 0 0,2-20 51 0 0,-2 20 31 0 0,0 2 42 0 0,4-65-177 0 0,-4 36 71 0 0,0 27-12 0 0,1 12-433 0 0,10 52 629 0 0,2 206 439 0 0,-12-192-376 0 0,-1-63 20 0 0,0-1-121 0 0,0 22 63 0 0,0-21 89 0 0,0-2-76 0 0,0 3-59 0 0,-1 0 1 0 0,0 0 0 0 0,-1 0 0 0 0,-3 10 0 0 0,4-15-30 0 0,-4-2-403 0 0,-12 5 361 0 0,12-5 0 0 0,1 0-388 0 0,-14 4 391 0 0,14-5 1231 0 0,10-2-1375 0 0,59-11-3209 0 0,13 0-8163 0 0,-42 8 7515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42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 1472 0 0,'0'0'9104'0'0,"-4"2"-8980"0"0,-12 8-64 0 0,13-7 1298 0 0,1 2-1255 0 0,-12 42 1763 0 0,12-42-1110 0 0,1 0-720 0 0,-4 16 156 0 0,4-16 460 0 0,2 0-326 0 0,5 22-114 0 0,-1-25-41 0 0,40 4 4 0 0,1-2-1 0 0,77-2 1 0 0,-100-2-193 0 0,-17 0-26 0 0,1 0-26 0 0,65-1 130 0 0,-64 1 1 0 0,59 4-152 0 0,-62-3 90 0 0,-3-2 11 0 0,-1 1 41 0 0,0-1 1 0 0,0 1-1 0 0,1 0 0 0 0,-1-1 0 0 0,0 1 0 0 0,0 0 0 0 0,1 0 0 0 0,-1 0 0 0 0,0 0 0 0 0,0 0 0 0 0,1 0 0 0 0,-1 0 1 0 0,0 1-1 0 0,2-1 0 0 0,4 2-2939 0 0,0-2-5081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43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48 1228 0 0,'0'0'18544'0'0,"-2"-4"-18402"0"0,-5-19-106 0 0,7 23-41 0 0,0-1 0 0 0,0 1 1 0 0,1 0-1 0 0,-1-1 0 0 0,0 1 0 0 0,0-1 0 0 0,0 1 1 0 0,0-1-1 0 0,1 1 0 0 0,-1-1 0 0 0,0 1 1 0 0,0 0-1 0 0,1-1 0 0 0,-1 1 0 0 0,0 0 0 0 0,1-1 1 0 0,-1 1-1 0 0,0 0 0 0 0,1-1 0 0 0,-1 1 1 0 0,1 0-1 0 0,-1 0 0 0 0,0-1 0 0 0,1 1 1 0 0,-1 0-1 0 0,1 0 0 0 0,0 0 1 0 0,-1-1 0 0 0,1 1 0 0 0,-1 0-1 0 0,0 0 1 0 0,1 0 0 0 0,-1-1 0 0 0,1 1 0 0 0,-1 0 0 0 0,0 0-1 0 0,1-1 1 0 0,-1 1 0 0 0,0 0 0 0 0,1-1 0 0 0,-1 1 0 0 0,0 0-1 0 0,1-1 1 0 0,-1 1 0 0 0,0-1 0 0 0,0 1 0 0 0,0-1 0 0 0,1 1-1 0 0,-1 0 1 0 0,0-1 0 0 0,0 1 0 0 0,0-1 0 0 0,0 0-1 0 0,7 1-105 0 0,19-1 156 0 0,-20 0 56 0 0,2 2-155 0 0,140 25 142 0 0,-65-11-59 0 0,50 2 317 0 0,-127-16-465 0 0,22 4 130 0 0,-23-4 126 0 0,0 0-38 0 0,15 4-45 0 0,-15-4 98 0 0,1 0-1476 0 0,0 0 799 0 0,4 1 181 0 0,0-1-9991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45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34 900 572 0 0,'0'0'3491'0'0,"3"3"-2090"0"0,12 12 6771 0 0,-14-10-7760 0 0,4 20 307 0 0,-2 0-1 0 0,-1 1 1 0 0,0 25 0 0 0,-1-2 85 0 0,0-43-635 0 0,-1 0 31 0 0,2 16-193 0 0,-1-17 230 0 0,-1 1-206 0 0,0 16 137 0 0,0-16 979 0 0,0 0-599 0 0,1 18-67 0 0,-1-18 1591 0 0,0-11-1970 0 0,-1-17-52 0 0,1 16 13 0 0,-1-2-75 0 0,-32-283-1040 0 0,7 83 720 0 0,20 132-43 0 0,3 24 103 0 0,3 10 70 0 0,2 0 0 0 0,1 1 0 0 0,13-57 0 0 0,8-4 428 0 0,-23 97-306 0 0,0-2-89 0 0,16-47 202 0 0,-15 50 117 0 0,3-23-308 0 0,-3 22-5 0 0,-1 0 126 0 0,17-78-288 0 0,-17 78 250 0 0,3 2-511 0 0,8-10 473 0 0,-9 10 372 0 0,3 3-396 0 0,18-1 65 0 0,-17 1 104 0 0,-2 1-267 0 0,15 2 110 0 0,-15-2 150 0 0,0 1 22 0 0,42 17-68 0 0,-43-17 111 0 0,1 2-42 0 0,13 9 48 0 0,-14-10-3 0 0,-3-1-99 0 0,0-1 0 0 0,0 1 1 0 0,0 0-1 0 0,0-1 0 0 0,0 1 0 0 0,0-1 0 0 0,0 1 0 0 0,1-1 0 0 0,-1 1 0 0 0,1-1 0 0 0,1 2 0 0 0,-2-3 1 0 0,2 4-40 0 0,0 1 0 0 0,0 0 0 0 0,0 0 0 0 0,-1 0-1 0 0,0 1 1 0 0,0-1 0 0 0,2 8 0 0 0,-2-7 51 0 0,0-1-7 0 0,-1 1 0 0 0,1 0 0 0 0,-1 0-1 0 0,0 0 1 0 0,-1 0 0 0 0,1 0 0 0 0,-1 0 0 0 0,-1 8 0 0 0,0-8-52 0 0,1 2-3 0 0,0 1 0 0 0,-1 0 0 0 0,0 0 0 0 0,-1 0 1 0 0,-3 9-1 0 0,3-8 3 0 0,-3 15-31 0 0,-3-5-8 0 0,-7 25 66 0 0,7-29 10 0 0,1 2 16 0 0,5-14-61 0 0,0 0 77 0 0,1-2-14 0 0,-3 3 51 0 0,1 0 1 0 0,1-1-1 0 0,-1 1 1 0 0,1 0-1 0 0,0 0 0 0 0,0 1 1 0 0,-2 6-1 0 0,4-12-51 0 0,0 1-1 0 0,0-1 1 0 0,0 1-1 0 0,1-1 1 0 0,-1 1-1 0 0,0-1 1 0 0,0 1-1 0 0,0-1 1 0 0,0 0-1 0 0,1 1 1 0 0,-1-1-1 0 0,0 1 0 0 0,1-1 1 0 0,-1 0-1 0 0,0 1 1 0 0,1-1-1 0 0,-1 0 1 0 0,0 1-1 0 0,1-1 1 0 0,-1 0-1 0 0,0 1 1 0 0,1-1-1 0 0,-1 0 1 0 0,1 0-1 0 0,-1 0 1 0 0,1 1-1 0 0,0-1-8 0 0,-1 0-1 0 0,0 0 1 0 0,1 0-1 0 0,-1 1 1 0 0,1-1 0 0 0,-1 0-1 0 0,1 0 1 0 0,-1 1-1 0 0,0-1 1 0 0,1 0 0 0 0,-1 1-1 0 0,0-1 1 0 0,1 0-1 0 0,-1 1 1 0 0,0-1 0 0 0,1 0-1 0 0,-1 1 1 0 0,0-1 0 0 0,0 1-1 0 0,0-1 1 0 0,1 1-1 0 0,-1-1 1 0 0,0 1 0 0 0,0-1-1 0 0,0 0 1 0 0,0 1-1 0 0,6 0-94 0 0,20-1 114 0 0,-20 1-15 0 0,-1 0-94 0 0,18 4 19 0 0,-18-4 83 0 0,1 3-30 0 0,15 9-79 0 0,-16-10-7 0 0,-1 1 127 0 0,22 44 392 0 0,-24-43-206 0 0,-2 2-45 0 0,0 1-106 0 0,0-1 0 0 0,-1 1 0 0 0,0 0 0 0 0,-1 0 0 0 0,1 0 0 0 0,-2 0 0 0 0,1-1 0 0 0,-1 1 1 0 0,0-1-1 0 0,0 0 0 0 0,-6 9 0 0 0,0-2 83 0 0,0-1 1 0 0,-1-1 0 0 0,0 1-1 0 0,-1-2 1 0 0,-12 12-1 0 0,12-14-102 0 0,-1 0 0 0 0,0-1-1 0 0,-1-1 1 0 0,0 1 0 0 0,0-2-1 0 0,-24 9 1 0 0,32-13-660 0 0,3-3-230 0 0,0 0 719 0 0,0 1 1 0 0,1-1 0 0 0,-1 1 0 0 0,0-1-1 0 0,0 1 1 0 0,0 0 0 0 0,0 0 0 0 0,1 0 0 0 0,-1 0-1 0 0,-2 0 1 0 0,-2 0-367 0 0,1-1-1872 0 0,-11-22-8306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45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6 149 620 0 0,'-5'-29'17506'0'0,"5"23"-17387"0"0,0-23-272 0 0,4 26 197 0 0,4-4-154 0 0,0 0 0 0 0,1 1 1 0 0,0 0-1 0 0,0 1 0 0 0,12-6 0 0 0,57-19-4464 0 0,-73 29 4185 0 0,13-5-3664 0 0,-7 5 2922 0 0,-4 0 196 0 0,-1 0-2032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46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2132 0 0,'0'0'2487'0'0,"-3"3"-61"0"0,-13 10 10963 0 0,22-14-13426 0 0,36-4-497 0 0,50-4-11406 0 0,-85 8 7445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51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885 129 1300 0 0,'3'-18'-66'0'0,"2"-16"12084"0"0,-3 23-10648 0 0,-2 6 2643 0 0,-1 0-3918 0 0,-3-13 143 0 0,2 13 606 0 0,-3 4-750 0 0,-18-4-38 0 0,17 4 149 0 0,0 1-149 0 0,-17-1-92 0 0,17 1-23 0 0,1 0-24 0 0,-58-1-139 0 0,57 1 166 0 0,0 0 68 0 0,-54-2 313 0 0,55 1-473 0 0,-1 1 164 0 0,-16-2-5 0 0,16 2-50 0 0,0-1 300 0 0,-87-11-363 0 0,87 11 402 0 0,1 0-492 0 0,3 1 139 0 0,1-1 20 0 0,-1 1 0 0 0,0-1 0 0 0,1 1 0 0 0,-1-1 0 0 0,0 1 0 0 0,1 0 0 0 0,-1-1-1 0 0,0 1 1 0 0,0 0 0 0 0,1 0 0 0 0,-1 0 0 0 0,-3 1 0 0 0,-5 6-221 0 0,9-6 272 0 0,0 0 0 0 0,0 0 0 0 0,0-1 0 0 0,1 1-1 0 0,-1-1 1 0 0,0 1 0 0 0,0 0 0 0 0,0-1 0 0 0,0 0 0 0 0,0 1 0 0 0,-1-1-1 0 0,1 0 1 0 0,0 1 0 0 0,0-1 0 0 0,-2 0 0 0 0,2 8 126 0 0,-7 37-10 0 0,-23 402-203 0 0,13-29 471 0 0,6 241 106 0 0,1-149-70 0 0,-17-297 373 0 0,25-190-728 0 0,-5 41 261 0 0,6-12-36 0 0,-4 11-299 0 0,3-13-12 0 0,-3 13-21 0 0,-10 60 138 0 0,-26 126 341 0 0,24-142-235 0 0,11-72 66 0 0,5-5-210 0 0,0-9-88 0 0,-1-2-1 0 0,-1 0-28 0 0,-67 315 1236 0 0,50-244-1012 0 0,-1 3-70 0 0,0-1 283 0 0,21-87-334 0 0,0 1-11 0 0,-5 15 41 0 0,4-15 33 0 0,1 0-38 0 0,-4 17-66 0 0,4-17 126 0 0,0 0-123 0 0,-4 19 80 0 0,4-19-2 0 0,0-1-76 0 0,-4 16-71 0 0,3-15 6 0 0,1 0 33 0 0,-3 17 55 0 0,2-17-50 0 0,1 1 34 0 0,-3 18 69 0 0,2-19-5 0 0,2 0-123 0 0,-4 19 1 0 0,3-19 20 0 0,0 0 53 0 0,-8 56 412 0 0,8-55-502 0 0,1-1 43 0 0,-4 20 91 0 0,4-19-2 0 0,-1-2-36 0 0,-2 19-26 0 0,2-18-113 0 0,0-1 72 0 0,-8 46 423 0 0,9-45-385 0 0,-1 0-26 0 0,-14 130 596 0 0,15-129-444 0 0,-1-1-134 0 0,-2 17-70 0 0,2-17 383 0 0,0 0-340 0 0,-3 16 86 0 0,3-16 686 0 0,1 0-691 0 0,0 25 80 0 0,1-31-150 0 0,-1 0 1 0 0,0 1-1 0 0,0-1 1 0 0,0 1-1 0 0,0-1 1 0 0,0 1-1 0 0,1-1 1 0 0,-1 0 0 0 0,0 1-1 0 0,1-1 1 0 0,-1 0-1 0 0,0 1 1 0 0,0-1-1 0 0,1 0 1 0 0,-1 1-1 0 0,1-1 1 0 0,-1 0-1 0 0,0 1 1 0 0,1-1-1 0 0,-1 0 1 0 0,1 0 0 0 0,-1 0-1 0 0,0 1 1 0 0,1-1-1 0 0,-1 0 1 0 0,1 0-1 0 0,0 0 0 0 0,-1 0 0 0 0,1 0 0 0 0,-1 0 1 0 0,1 1-1 0 0,-1-1 0 0 0,1 0 0 0 0,-1 0 0 0 0,0 0 0 0 0,1 1 0 0 0,-1-1 0 0 0,1 0 0 0 0,-1 0 0 0 0,0 1 0 0 0,1-1 0 0 0,-1 0 1 0 0,0 1-1 0 0,1-1 0 0 0,-1 0 0 0 0,0 1 0 0 0,0-1 0 0 0,1 1 0 0 0,-1-1 0 0 0,0 0 0 0 0,0 1 0 0 0,0-1 0 0 0,1 1 0 0 0,6-1 53 0 0,290-39-129 0 0,-92 7-74 0 0,-199 31 157 0 0,-1 0-5 0 0,33-3-53 0 0,-20 3-31 0 0,0-1 1 0 0,29-8-1 0 0,-42 9-601 0 0,-1-5-5703 0 0,-3 6 6238 0 0,-1 0 1 0 0,1 0 0 0 0,-1-1-1 0 0,1 1 1 0 0,-1 0-1 0 0,1 0 1 0 0,-1 0-1 0 0,1-1 1 0 0,-1 1 0 0 0,1 0-1 0 0,0 0 1 0 0,7-3-1813 0 0,-3-6-7718 0 0,12-14 3997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54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43 424 2076 0 0,'0'0'9268'0'0,"-1"5"-8823"0"0,-5 23 206 0 0,2 0 1 0 0,-2 47-1 0 0,1 7-89 0 0,-5 40 126 0 0,4-73 41 0 0,3-40 101 0 0,1-44-598 0 0,8-42-74 0 0,3 20-109 0 0,3-1 0 0 0,2 2 1 0 0,3 0-1 0 0,2 0 0 0 0,3 2 0 0 0,2 1 0 0 0,2 0 0 0 0,2 2 0 0 0,58-78 1 0 0,-68 103-15 0 0,-16 21-166 0 0,2 1 91 0 0,9-14 234 0 0,-10 14-230 0 0,11-11-204 0 0,-11 12 304 0 0,2 1-52 0 0,14-5 107 0 0,-14 5 47 0 0,0 3-193 0 0,20 6-73 0 0,-23-3 3 0 0,1 2 105 0 0,-1 1 0 0 0,1-1 1 0 0,-2 1-1 0 0,1 0 0 0 0,-1-1 1 0 0,1 9-1 0 0,-2-9 59 0 0,-1 0-121 0 0,-11 49-4 0 0,11-50-66 0 0,-1 1 36 0 0,-8 19 74 0 0,7-19-76 0 0,1-1 127 0 0,-7 16-86 0 0,6-16-73 0 0,2 0 30 0 0,-26 66 478 0 0,25-66-322 0 0,5-2-190 0 0,31 25 116 0 0,-30-26 0 0 0,0 0 90 0 0,7 8-182 0 0,1 1 0 0 0,17 23 1 0 0,-26-31 190 0 0,-1 3-91 0 0,8 17 120 0 0,-8-18-52 0 0,-1 1-51 0 0,2 16-40 0 0,-2-17 207 0 0,-2 3-21 0 0,-2 12-149 0 0,-1 0 1 0 0,-1-1-1 0 0,-11 30 1 0 0,13-43 47 0 0,0 2 8 0 0,-1 0 0 0 0,0-1 0 0 0,0 1 0 0 0,-1-1 0 0 0,0 0 1 0 0,-11 12-1 0 0,5-8 197 0 0,1 0 0 0 0,-2-2 0 0 0,1 1 0 0 0,-1-1 0 0 0,-25 13 0 0 0,33-20-177 0 0,-2-2 65 0 0,-17 1-103 0 0,17-1 18 0 0,0-2-230 0 0,-43-21-859 0 0,45 20 447 0 0,-14-9-1187 0 0,15 10 157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55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40 376 0 0,'0'0'9124'0'0,"-1"-5"-8306"0"0,-2-22 3499 0 0,-2 25-4067 0 0,-15-2-110 0 0,15 3 478 0 0,-1 2-460 0 0,-3 3-82 0 0,0 0-1 0 0,1 0 1 0 0,-1 0 0 0 0,1 1 0 0 0,0 0 0 0 0,0 1 0 0 0,-11 11 0 0 0,9-7-12 0 0,-1 1 1 0 0,2 0 0 0 0,0 1 0 0 0,0 0 0 0 0,-7 14 0 0 0,13-19-63 0 0,-16 35 428 0 0,18-39-383 0 0,0 0 1 0 0,0 0-1 0 0,0 0 0 0 0,0 1 1 0 0,1-1-1 0 0,-1 0 1 0 0,1 0-1 0 0,0 0 0 0 0,0 1 1 0 0,0-1-1 0 0,0 0 1 0 0,1 0-1 0 0,0 4 0 0 0,6 10-58 0 0,-5-12 116 0 0,2-2-125 0 0,3 0 92 0 0,0 1 0 0 0,0-1 0 0 0,0-1 0 0 0,1 1-1 0 0,-1-1 1 0 0,0-1 0 0 0,1 1 0 0 0,0-1 0 0 0,10 0-1 0 0,-12-2 100 0 0,-1 0-151 0 0,16-6 124 0 0,-15 6-144 0 0,-2-2 181 0 0,14-8-89 0 0,-13 8 154 0 0,-3-1-118 0 0,6-12 46 0 0,-6 13-68 0 0,-3-5-35 0 0,1 4-29 0 0,-1-1-41 0 0,1 0 1 0 0,-1 0 0 0 0,1 0 0 0 0,-1 0-1 0 0,-1 0 1 0 0,1 1 0 0 0,-1-1 0 0 0,0 0 0 0 0,0 1-1 0 0,0-1 1 0 0,-4-4 0 0 0,6 8-10 0 0,-27-31-422 0 0,13 22-386 0 0,0-2 224 0 0,10 9-434 0 0,-2 1-1202 0 0,-17-6-1614 0 0,17 6 234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56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70 579 40 0 0,'0'0'5026'0'0,"1"-5"-3386"0"0,1-16-400 0 0,-1 16 4673 0 0,-3 10-5647 0 0,-7 16-130 0 0,7-16 90 0 0,0 2-90 0 0,-15 62 571 0 0,15-62-646 0 0,-3 21-16 0 0,3-20-11 0 0,0-1 63 0 0,1-1-95 0 0,-14 49 516 0 0,14-49 1181 0 0,-1-11-1746 0 0,-1-2 75 0 0,1 0 0 0 0,0 0 0 0 0,1-1-1 0 0,0 1 1 0 0,0 0 0 0 0,0-1 0 0 0,1 1 0 0 0,0-1 0 0 0,0 1 0 0 0,1-1 0 0 0,2-8 0 0 0,0-15-220 0 0,8-76-41 0 0,-4 45 235 0 0,3 0 1 0 0,2 0-1 0 0,35-103 0 0 0,-46 162 21 0 0,12-28 58 0 0,0 5 34 0 0,-5 9-141 0 0,1 0 1 0 0,2 0-1 0 0,-1 1 1 0 0,18-20-1 0 0,-25 33 136 0 0,-2 3-107 0 0,1-1 0 0 0,-1 1 0 0 0,1-1 0 0 0,-1 1 0 0 0,0-1 0 0 0,1 0 0 0 0,-1 1 0 0 0,0-1 0 0 0,0 0 0 0 0,1 0 0 0 0,-1 0 0 0 0,2-2 0 0 0,-2 2-5 0 0,3-2-93 0 0,26 6 226 0 0,-24-3-74 0 0,-6 1-54 0 0,0-1 1 0 0,0 0-1 0 0,0 1 1 0 0,0-1-1 0 0,1 0 0 0 0,-1 1 1 0 0,0-1-1 0 0,0 0 1 0 0,0 1-1 0 0,0-1 0 0 0,1 0 1 0 0,-1 1-1 0 0,0-1 1 0 0,0 0-1 0 0,1 1 1 0 0,-1-1-1 0 0,0 0 0 0 0,1 0 1 0 0,-1 0-1 0 0,0 1 1 0 0,1-1-1 0 0,-1 0 0 0 0,0 0 1 0 0,1 0-1 0 0,-1 0 1 0 0,0 0-1 0 0,1 1 0 0 0,-1-1 1 0 0,0 0-1 0 0,1 0 1 0 0,0 0-8 0 0,0 0 0 0 0,0 0 0 0 0,0 1 0 0 0,-1-1 0 0 0,1 0 0 0 0,0 1 0 0 0,0-1 0 0 0,0 0 1 0 0,-1 1-1 0 0,1-1 0 0 0,0 1 0 0 0,-1-1 0 0 0,1 1 0 0 0,0 0 0 0 0,-1-1 0 0 0,1 1 0 0 0,-1-1 0 0 0,1 1 1 0 0,-1 0-1 0 0,1 0 0 0 0,-1-1 0 0 0,1 3 0 0 0,15 51-49 0 0,-16-48 108 0 0,0 1 58 0 0,-17 90-29 0 0,16-91-79 0 0,-1-1-192 0 0,-6 15 47 0 0,6-15 278 0 0,0 0-275 0 0,-8 19-593 0 0,14-21 719 0 0,38 16-297 0 0,-38-18 298 0 0,0 2 96 0 0,36 34 557 0 0,-36-33-386 0 0,11 16-64 0 0,-12-16-102 0 0,2 16 255 0 0,-3-15-246 0 0,-1 0 202 0 0,-2 0 112 0 0,1-4-413 0 0,-1 6 150 0 0,1-1 0 0 0,-2 1 0 0 0,1-1 0 0 0,-1 0 0 0 0,0 0 0 0 0,0 0 0 0 0,-1 0 1 0 0,1 0-1 0 0,-1 0 0 0 0,-1 0 0 0 0,1-1 0 0 0,-7 9 0 0 0,-1-5 2 0 0,0 1 0 0 0,0-1 0 0 0,-1-1 0 0 0,0 0 0 0 0,0-1 0 0 0,-1 0 0 0 0,-15 6 0 0 0,23-12-87 0 0,4-1-94 0 0,-1 0 1 0 0,0-1-1 0 0,0 1 0 0 0,1 0 0 0 0,-1 0 0 0 0,0 1 0 0 0,0-1 0 0 0,1 0 0 0 0,-1 0 0 0 0,0 1 1 0 0,-2 0-1 0 0,-1 1-90 0 0,0-2-465 0 0,-2 0-2783 0 0,-19-1 918 0 0,20 0-1564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57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10 2020 0 0,'0'0'9756'0'0,"3"-3"-8233"0"0,-3 2-1386 0 0,0 1 1 0 0,0 0 0 0 0,0-1 0 0 0,1 1 0 0 0,-1 0-1 0 0,0-1 1 0 0,1 1 0 0 0,-1 0 0 0 0,0-1 0 0 0,0 1-1 0 0,1 0 1 0 0,-1 0 0 0 0,0-1 0 0 0,1 1 0 0 0,-1 0 0 0 0,1 0-1 0 0,-1 0 1 0 0,0-1 0 0 0,1 1 0 0 0,-1 0 0 0 0,1 0-1 0 0,-1 0 1 0 0,0 0 0 0 0,1 0 0 0 0,-1 0 0 0 0,1 0-1 0 0,-1 0 1 0 0,0 0 0 0 0,1 0 0 0 0,-1 0 0 0 0,1 0 0 0 0,-1 0-1 0 0,1 0 1 0 0,-1 0 0 0 0,0 1 0 0 0,1-1 0 0 0,0 0-1 0 0,-1 2 20 0 0,0 0-1 0 0,1 1 1 0 0,-1-1-1 0 0,0 0 1 0 0,0 0-1 0 0,0 0 1 0 0,0 1-1 0 0,0-1 1 0 0,-1 0-1 0 0,1 0 1 0 0,-1 0-1 0 0,0 4 1 0 0,-15 51 550 0 0,2 5 85 0 0,-22 87 1008 0 0,30-129-1591 0 0,4-15-35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57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51 4692 0 0,'0'0'5173'0'0,"14"-24"2004"0"0,-1-2-6465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58.0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1416 0 0,'-3'29'2895'0'0,"2"-23"-489"0"0,0 0-546 0 0,-6 21-309 0 0,5-20-185 0 0,0-2-450 0 0,-16 47 1151 0 0,16-48-2203 0 0,2 2-1015 0 0,0 40-6363 0 0,0-34 7781 0 0,0-6-288 0 0,1 0 353 0 0,2 54 3730 0 0,-3-54-2152 0 0,-2 0-1020 0 0,-12 46 2576 0 0,12-47-2422 0 0,0 0-868 0 0,-5 16-131 0 0,6-15-108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59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19 808 2236 0 0,'0'0'11936'0'0,"-2"3"-11327"0"0,-9 10 103 0 0,8-9 1007 0 0,6 23-969 0 0,-2-21 74 0 0,2 60 386 0 0,-3-61 529 0 0,-2-20-1676 0 0,1 14-61 0 0,0-1 0 0 0,1 1 0 0 0,-1-1-1 0 0,0 1 1 0 0,1-1 0 0 0,0 1 0 0 0,-1-1 0 0 0,1 0-1 0 0,0 1 1 0 0,0-1 0 0 0,0 0 0 0 0,0-3-1 0 0,-2-69-94 0 0,1 52 61 0 0,4-43 1 0 0,-1 42 39 0 0,4-37-50 0 0,2 1 0 0 0,25-94 0 0 0,-21 114 76 0 0,2 0 0 0 0,1 1 0 0 0,3 0 1 0 0,35-58-1 0 0,-24 48-75 0 0,44-51-37 0 0,-70 96 48 0 0,0-1 10 0 0,11-11-75 0 0,-10 11 65 0 0,-3 4-48 0 0,1 0 67 0 0,-1-1 0 0 0,1 1 0 0 0,-1-1 0 0 0,0 1 0 0 0,0-1 0 0 0,1 0 0 0 0,-1 1 0 0 0,0-1 0 0 0,0 0 0 0 0,1 0 0 0 0,1-1 0 0 0,-1 0-5 0 0,2-1 30 0 0,1 5-84 0 0,17 2 86 0 0,-17-3 105 0 0,5 25-43 0 0,-8-21 42 0 0,-3-3-116 0 0,1 0 0 0 0,-1 0 0 0 0,1 0 1 0 0,-1 0-1 0 0,1 0 0 0 0,0 0 0 0 0,0 0 0 0 0,0 0 1 0 0,0 0-1 0 0,0 0 0 0 0,0 0 0 0 0,1 3 1 0 0,0 0 3 0 0,-1 2 58 0 0,-2 0-65 0 0,-7 25 41 0 0,-21 50 0 0 0,28-78-83 0 0,-1 1 69 0 0,-5 8 206 0 0,-5 10-1052 0 0,16-18 364 0 0,11-8 350 0 0,-9 1 93 0 0,1 2-180 0 0,2 1 184 0 0,0 0 0 0 0,0 1 0 0 0,-1-1-1 0 0,1 2 1 0 0,10 3 0 0 0,-13-4 2 0 0,12 16 66 0 0,-13-5-88 0 0,-3-12 47 0 0,-1 0 0 0 0,1 0-1 0 0,0 0 1 0 0,-1 0 0 0 0,1 0 0 0 0,-1 0-1 0 0,0 0 1 0 0,1 0 0 0 0,-1 0 0 0 0,0 0-1 0 0,0 1 1 0 0,1-1 0 0 0,-1 0 0 0 0,0 0-1 0 0,0 0 1 0 0,0 0 0 0 0,0 0 0 0 0,-1 0-1 0 0,1 3 1 0 0,0 2 56 0 0,0 3 54 0 0,-1-1 0 0 0,1 1 0 0 0,-1 0 0 0 0,-1-1 0 0 0,0 1 0 0 0,0-1 0 0 0,0 1 0 0 0,-1-1 0 0 0,0 0 0 0 0,-1 0 0 0 0,0 0 0 0 0,0-1 0 0 0,-7 10 0 0 0,6-10-22 0 0,0-1-1 0 0,0 1 1 0 0,-1-1-1 0 0,0-1 0 0 0,0 1 1 0 0,0-1-1 0 0,-1 0 0 0 0,0 0 1 0 0,0-1-1 0 0,0 0 1 0 0,0 0-1 0 0,-1-1 0 0 0,1 0 1 0 0,-1 0-1 0 0,0-1 0 0 0,0 1 1 0 0,0-2-1 0 0,-13 2 1 0 0,-1-1-215 0 0,16-2-176 0 0,0-1-351 0 0,-18-3-234 0 0,18 3-393 0 0,2-1-3336 0 0,-15-6 217 0 0,14 6 239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3:59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0 122 324 0 0,'0'0'10506'0'0,"1"-6"-9568"0"0,0 0-598 0 0,0-5-9 0 0,0 0 3560 0 0,-1 11-3884 0 0,0-1 1 0 0,0 1-1 0 0,0-1 1 0 0,0 0-1 0 0,0 1 1 0 0,1-1-1 0 0,-1 1 1 0 0,0-1-1 0 0,0 1 1 0 0,1-1-1 0 0,-1 1 1 0 0,0-1-1 0 0,0 1 1 0 0,1 0-1 0 0,-1-1 1 0 0,1 1-1 0 0,-1-1 1 0 0,0 1-1 0 0,1 0 1 0 0,-1-1-1 0 0,1 1 1 0 0,-1 0-1 0 0,1-1 1 0 0,-1 1-1 0 0,2 0 1 0 0,-2-1 35 0 0,1 1 1 0 0,-1 0-1 0 0,1 0 1 0 0,-1 0-1 0 0,1-1 1 0 0,-1 1-1 0 0,1 0 1 0 0,-1-1-1 0 0,1 1 1 0 0,-1-1-1 0 0,0 1 1 0 0,1 0-1 0 0,-1-1 1 0 0,1 1-1 0 0,-1-1 1 0 0,0 1-1 0 0,0-1 1 0 0,1 1-1 0 0,-1-1 1 0 0,0 1-1 0 0,0-1 1 0 0,0 1-1 0 0,1-1 1 0 0,-1 1-1 0 0,0-2 1 0 0,4 0 29 0 0,14-7 14 0 0,-14 6 610 0 0,2 4-454 0 0,16 0-69 0 0,-16-1 292 0 0,-3 4-187 0 0,0 0-190 0 0,0 0 0 0 0,0 0 0 0 0,0 1 0 0 0,0-1 0 0 0,-1 1 1 0 0,0-1-1 0 0,0 1 0 0 0,0 0 0 0 0,-1 0 0 0 0,0 0 0 0 0,2 10 0 0 0,0 7 100 0 0,-2-16-17 0 0,0 0 22 0 0,1 20-13 0 0,-1-19 106 0 0,-1-1-170 0 0,-2 18 56 0 0,2-17 387 0 0,2-13-898 0 0,9-21 139 0 0,-2 2 72 0 0,1 0-1 0 0,24-40 1 0 0,-1 26 634 0 0,-22 28-319 0 0,7-4 215 0 0,-13 12-321 0 0,-1 0 283 0 0,1 2 156 0 0,20-5 577 0 0,-24 7-1029 0 0,1-1 1 0 0,0 0 0 0 0,0 1 0 0 0,0-1 0 0 0,-1 1-1 0 0,1 0 1 0 0,0 0 0 0 0,-1 0 0 0 0,1-1-1 0 0,0 2 1 0 0,-1-1 0 0 0,3 2 0 0 0,-1-1 69 0 0,7 7 256 0 0,-4-3-268 0 0,13 22 373 0 0,42 122-428 0 0,-41-89-4841 0 0,-18-57 1921 0 0,2 6-4135 0 0,6 0 5289 0 0,-9-9 534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01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77 1408 0 0,'-6'0'3089'0'0,"-22"-2"7999"0"0,34 0-11004 0 0,57-11 510 0 0,182-20 156 0 0,-144 17-753 0 0,-96 15 138 0 0,57-8 214 0 0,-57 8-13 0 0,1 3-254 0 0,15 5 65 0 0,-16-5-120 0 0,3 49 393 0 0,7 305 388 0 0,12 533 1007 0 0,-78 410 1562 0 0,4-670-2581 0 0,31-497-517 0 0,-4 49-35 0 0,16-148-204 0 0,-9 37-1 0 0,9-51-32 0 0,-18 97 76 0 0,20-112-15 0 0,-4 20-79 0 0,5-19-9 0 0,0 0 51 0 0,-2 14-2 0 0,2-14-17 0 0,0 0-27 0 0,-22 83 183 0 0,22-83-226 0 0,0 1 18 0 0,-4 20-3 0 0,4-19-6 0 0,0-2 13 0 0,-1 15 23 0 0,1-14 21 0 0,0 0 37 0 0,-15 88-1 0 0,16-87-28 0 0,-1 0 24 0 0,-8 61 18 0 0,8-61-3 0 0,0-2-22 0 0,-24 213-174 0 0,24-210 112 0 0,0 0 10 0 0,-2 21-3 0 0,2-22 24 0 0,1-1 2 0 0,-3 18-25 0 0,3-18 9 0 0,-1 0 14 0 0,0 17-5 0 0,1-17 41 0 0,-1 0 31 0 0,-4 20 18 0 0,4-19 25 0 0,-1-2-130 0 0,-4 18-37 0 0,5-18 23 0 0,0 2-4 0 0,-1 18 39 0 0,1-19 20 0 0,0-1 12 0 0,-5 14 10 0 0,4-14 55 0 0,1 1-58 0 0,-4 16 56 0 0,4-17-26 0 0,1 1-112 0 0,0 26 893 0 0,-4-33-801 0 0,-15-5 28 0 0,14 5 34 0 0,-1 0-108 0 0,-17-3-74 0 0,17 3 78 0 0,-22 3 58 0 0,22-2-116 0 0,-1 1-56 0 0,-14 5 459 0 0,-40 9-5718 0 0,50-13 1997 0 0,0 0 1 0 0,0 0-1 0 0,-16-1 1 0 0,-7-2-2320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05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567 99 612 0 0,'0'0'8398'0'0,"-1"-5"-7547"0"0,-5-13-52 0 0,5 14 2837 0 0,-1 3-3523 0 0,1 0-1 0 0,-1-1 1 0 0,1 1 0 0 0,0 0 0 0 0,-1-1-1 0 0,1 1 1 0 0,0 0 0 0 0,0-1 0 0 0,-2-3-1 0 0,0 2 1204 0 0,2 1-1292 0 0,0 1 1 0 0,1-1-1 0 0,-1 1 1 0 0,0 0-1 0 0,0-1 1 0 0,0 1-1 0 0,-1-1 1 0 0,1 1-1 0 0,0 0 1 0 0,0 0-1 0 0,-3-2 1 0 0,4 3-13 0 0,-3-3 417 0 0,0 0-317 0 0,-13-7 61 0 0,12 8 122 0 0,0 0-317 0 0,-8-1 38 0 0,0 0 1 0 0,1 0-1 0 0,-1 1 1 0 0,-1 1 0 0 0,1 0-1 0 0,0 0 1 0 0,0 2 0 0 0,0-1-1 0 0,0 1 1 0 0,0 1-1 0 0,-16 4 1 0 0,14-2-30 0 0,-1 0 0 0 0,1 1 1 0 0,1 1-1 0 0,-1 0 0 0 0,1 0 0 0 0,0 2 0 0 0,0 0 1 0 0,1 0-1 0 0,-17 15 0 0 0,8 0 150 0 0,1 0 0 0 0,0 2-1 0 0,2 0 1 0 0,1 1 0 0 0,1 0 0 0 0,2 2 0 0 0,0 0 0 0 0,-15 47-1 0 0,22-58 115 0 0,2 10-159 0 0,4-14-68 0 0,0-7-47 0 0,0 0 43 0 0,0 0 1 0 0,1 0-1 0 0,-1 0 0 0 0,1 0 0 0 0,1 0 0 0 0,-1 1 1 0 0,1-1-1 0 0,0 0 0 0 0,0 0 0 0 0,3 7 0 0 0,-1-4 8 0 0,12 25 86 0 0,-11-26-79 0 0,-2-4-21 0 0,0 0 1 0 0,0 0-1 0 0,0 0 0 0 0,1 0 1 0 0,0-1-1 0 0,5 7 0 0 0,64 64 169 0 0,-68-70-239 0 0,1 0-80 0 0,14 12 145 0 0,-15-12 67 0 0,14 8-186 0 0,-14-9 251 0 0,-2-3-153 0 0,-1 1-1 0 0,1 0 1 0 0,-1 0 0 0 0,0 1 0 0 0,1-1-1 0 0,-1 0 1 0 0,0 0 0 0 0,0 1 0 0 0,0-1-1 0 0,2 3 1 0 0,0-1-52 0 0,0 0-1988 0 0,6 10 1523 0 0,-6-10-3033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06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4 2076 0 0,'0'0'7408'0'0,"-6"-1"-6519"0"0,-22-2 9009 0 0,36 3-9803 0 0,124 5-22 0 0,-126-4-193 0 0,-1-1 22 0 0,17 3 75 0 0,-16-3 193 0 0,0 0-73 0 0,55 0 279 0 0,-55 0-343 0 0,-1 2-1841 0 0,0 0 1073 0 0,6 1 460 0 0,-6-2-3339 0 0,1-1-3320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06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47 1072 0 0,'0'0'19629'0'0,"2"-5"-19625"0"0,3-15-110 0 0,-3 15-32 0 0,3 3-784 0 0,18-7 499 0 0,-17 7-295 0 0,-1 1-3034 0 0,16-1-9 0 0,-16 1 252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07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1 384 0 0,'0'0'5797'0'0,"-3"3"-3787"0"0,3-3-1860 0 0,-1 1 0 0 0,1-1-1 0 0,0 0 1 0 0,-1 0 0 0 0,1 1-1 0 0,0-1 1 0 0,-1 0 0 0 0,1 0-1 0 0,0 1 1 0 0,-1-1-1 0 0,1 0 1 0 0,0 1 0 0 0,0-1-1 0 0,-1 0 1 0 0,1 1 0 0 0,0-1-1 0 0,0 1 1 0 0,0-1 0 0 0,-1 0-1 0 0,1 1 1 0 0,0-1-1 0 0,0 1 1 0 0,0-1 0 0 0,0 0-1 0 0,0 1 1 0 0,0-1 0 0 0,0 1-1 0 0,0-1 1 0 0,0 1 0 0 0,0-1-1 0 0,0 0 1 0 0,0 1 0 0 0,0-1-1 0 0,0 1 1 0 0,1-1-1 0 0,-1 0 1 0 0,0 1 0 0 0,0-1-1 0 0,0 1 1 0 0,1 0 0 0 0,17 1 4606 0 0,-13-2-6161 0 0,2 0 1540 0 0,-2-1-38 0 0,15-2 135 0 0,-15 2-247 0 0,3 0-42 0 0,62-7-3220 0 0,-53 7-1597 0 0,-5 6 3566 0 0,-7-3 167 0 0,0-1-2901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11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854 64 2060 0 0,'0'0'2127'0'0,"3"-4"-50"0"0,10-15 7223 0 0,-11 15-8419 0 0,8-10-62 0 0,-8 11 1315 0 0,-5 0-2187 0 0,-7-10-14 0 0,8 10-58 0 0,-6 3 6 0 0,-131 12-676 0 0,133-11 847 0 0,-2-1-102 0 0,-64 6 238 0 0,65-5 7 0 0,-18 1-200 0 0,18-1 10 0 0,0 0 121 0 0,2-1-78 0 0,-16 1-72 0 0,15 0-105 0 0,0-1-198 0 0,-23 4 771 0 0,26-1-579 0 0,-8 12 119 0 0,9-11-61 0 0,0 2-43 0 0,-21 238 195 0 0,20-189 234 0 0,-13 204-178 0 0,-22 317 453 0 0,25-431-138 0 0,-18 279 1030 0 0,-1 27-355 0 0,30-423-1108 0 0,-31 374 639 0 0,20-279-619 0 0,-5 91 19 0 0,7-76 400 0 0,10-133-482 0 0,2 4-136 0 0,-1-1 175 0 0,-1 0-1 0 0,1 1 1 0 0,-1-1 0 0 0,-4 14 0 0 0,4-16 21 0 0,-1 0 116 0 0,2-1-121 0 0,-3 52-261 0 0,3-51 303 0 0,-1 0-52 0 0,-6 53 88 0 0,6-53-131 0 0,0 1 10 0 0,-7 58 20 0 0,-9 57 162 0 0,-1-9 150 0 0,10-49 22 0 0,-43 214 494 0 0,43-227-607 0 0,-36 135 446 0 0,28-90-402 0 0,15-91-250 0 0,0 3-38 0 0,-32 151 234 0 0,20-112 205 0 0,2 5-170 0 0,11-47-264 0 0,-2 0 33 0 0,-3 21 111 0 0,-5 44 0 0 0,8-43 567 0 0,1-22 95 0 0,3-1-659 0 0,0-1-88 0 0,-1-2-24 0 0,0 0-1 0 0,0 0 0 0 0,0 0 1 0 0,-1 0-1 0 0,1 0 0 0 0,0 1 1 0 0,-1-1-1 0 0,1 0 0 0 0,-1 0 1 0 0,1 1-1 0 0,-1-1 0 0 0,1 3 1 0 0,4-3-41 0 0,15 4 80 0 0,-15-4-6 0 0,1-2-67 0 0,199-30 86 0 0,-148 22-35 0 0,-32 4-43 0 0,-19 4 40 0 0,0 0-30 0 0,20-5-30 0 0,-19 5 39 0 0,-2 0-5 0 0,15-3-84 0 0,-15 3-103 0 0,0 0-622 0 0,17-8-785 0 0,-18 8 88 0 0,-1-1-1 0 0,0-1 1 0 0,-1 1-1 0 0,1 0 1 0 0,0-1-1 0 0,0 1 1 0 0,-1-1-1 0 0,0 0 1 0 0,4-5-1 0 0,3-11-1065 0 0,-1-12-3547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13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329 104 1004 0 0,'0'0'5285'0'0,"-1"-6"-5089"0"0,-1-17-60 0 0,1 17 2418 0 0,0 1-2186 0 0,-1-18 344 0 0,2 21-658 0 0,-1 0-1 0 0,1 0 1 0 0,0 0-1 0 0,-1 1 1 0 0,1-1-1 0 0,-1 0 1 0 0,0 0 0 0 0,1 0-1 0 0,-1 1 1 0 0,0-1-1 0 0,0 0 1 0 0,0 1-1 0 0,0-1 1 0 0,-1 1 0 0 0,1-1-1 0 0,-2-1 1 0 0,-14-4-82 0 0,13 5 12 0 0,-1 3-134 0 0,-47 10 26 0 0,47-10 138 0 0,0 1 31 0 0,-17 4-1 0 0,17-5-35 0 0,1 1-62 0 0,-14 4 30 0 0,13-5 49 0 0,1 2 44 0 0,-12 7-51 0 0,0 2 0 0 0,2 0-1 0 0,-1 0 1 0 0,1 2 0 0 0,1 0-1 0 0,1 0 1 0 0,-20 29 0 0 0,29-39 6 0 0,1 1-28 0 0,-7 15 71 0 0,7-15 2 0 0,1 0-16 0 0,-5 13-13 0 0,4-13 66 0 0,2 0 38 0 0,-3 18-108 0 0,3-17-56 0 0,1-1-58 0 0,4 18 62 0 0,-4-17-72 0 0,1-2-40 0 0,8 11 188 0 0,-8-11-75 0 0,0-3-296 0 0,0 0 322 0 0,-1 0-1 0 0,1 1 1 0 0,-1-1-1 0 0,0 1 1 0 0,0-1-1 0 0,1 1 1 0 0,-1 0-1 0 0,1 2 1 0 0,1-1 363 0 0,13 12-8 0 0,-13-12 806 0 0,0 0-1241 0 0,6 13 26 0 0,-7-13 4649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15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504 17 572 0 0,'0'0'10150'0'0,"-3"-2"-10038"0"0,-12-12 640 0 0,10 15-620 0 0,-18 3-14 0 0,18-2 448 0 0,-1 0-240 0 0,-39 16 1757 0 0,-64 37 0 0 0,105-53-1749 0 0,-1 2-46 0 0,-18 11-292 0 0,0 1 0 0 0,1 2 0 0 0,1 0 0 0 0,1 1 0 0 0,0 1 0 0 0,2 1 0 0 0,0 1 1 0 0,1 0-1 0 0,2 1 0 0 0,-15 28 0 0 0,-12 51 223 0 0,40-97-203 0 0,0 2 47 0 0,0 0-17 0 0,0-4-30 0 0,1 0 0 0 0,0 0 0 0 0,0 0 0 0 0,1 0 0 0 0,-1 0 0 0 0,1 1 0 0 0,-1-1-1 0 0,1 6 1 0 0,-1 20 220 0 0,1-22 346 0 0,2-1-302 0 0,6 18-68 0 0,-6-17-83 0 0,2-3-65 0 0,6 8-26 0 0,0-1 0 0 0,1 0 0 0 0,0-1-1 0 0,0-1 1 0 0,1 1 0 0 0,0-2 0 0 0,1 0 0 0 0,0 0-1 0 0,17 7 1 0 0,-25-14 109 0 0,15 5 84 0 0,-15-3-192 0 0,0-2 178 0 0,0 1-148 0 0,15 6-56 0 0,-15-6-103 0 0,0 1-309 0 0,11 7 508 0 0,-12-8-27 0 0,1-3-3094 0 0,17-2 1795 0 0,-17 2-384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16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42 2400 0 0,'0'0'7812'0'0,"-2"-3"-6806"0"0,-12-15 5893 0 0,18 15-6823 0 0,-4 3-66 0 0,1-1 6 0 0,0-1 0 0 0,0 1-1 0 0,0 0 1 0 0,1-1 0 0 0,-1 1-1 0 0,0 0 1 0 0,1 0-1 0 0,-1 0 1 0 0,0 0 0 0 0,1 0-1 0 0,2-1 69 0 0,2 2-194 0 0,18-2 27 0 0,-19 1 59 0 0,3 1-69 0 0,23 1 264 0 0,-24-1-26 0 0,-5 1-170 0 0,1 0 12 0 0,-1-1 0 0 0,0 1 0 0 0,0-1 0 0 0,0 0 0 0 0,0 1 0 0 0,0-1 0 0 0,0 0 0 0 0,0 0 0 0 0,1 0 0 0 0,-1-1 0 0 0,2 1 0 0 0,2-1 9 0 0,1 1 420 0 0,-1 1-385 0 0,27 1-475 0 0,22 5-4772 0 0,-50-6 1817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16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1 2376 0 0,'0'0'17620'0'0,"0"8"-17271"0"0,-2 12-43 0 0,-1 0 0 0 0,-1-1 0 0 0,-1 1 0 0 0,0-1-1 0 0,-12 29 1 0 0,-2 6 423 0 0,-4 6 138 0 0,21-54-654 0 0,1 0-153 0 0,-6 15-29 0 0,5-15 87 0 0,0-3-28 0 0,-7 12-61 0 0,7-11-130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17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43 728 0 0,'0'0'7104'0'0,"2"-4"-6230"0"0,7-19 5745 0 0,-11 22-6584 0 0,1 1 0 0 0,0-1 0 0 0,-1 0 0 0 0,1 0 0 0 0,0 1 0 0 0,0-1 0 0 0,0 0 0 0 0,-1 0 0 0 0,1 0 0 0 0,0-1 0 0 0,-1-1 0 0 0,2 3 7 0 0,-4-3 482 0 0,-2 4-574 0 0,-17 2 68 0 0,17-2 167 0 0,1 2-152 0 0,-27 21 103 0 0,1 2 1 0 0,0 1-1 0 0,2 1 0 0 0,1 1 1 0 0,2 2-1 0 0,1 0 0 0 0,-34 56 1 0 0,53-75 50 0 0,0-1 1 0 0,0 1 0 0 0,1 0-1 0 0,1 1 1 0 0,0-1 0 0 0,1 1-1 0 0,0 0 1 0 0,1 0 0 0 0,0 0-1 0 0,0 24 1 0 0,3-32-128 0 0,-1 0 0 0 0,1 0 0 0 0,0 0 0 0 0,0-1 1 0 0,1 1-1 0 0,-1 0 0 0 0,1-1 0 0 0,0 1 0 0 0,0-1 1 0 0,1 0-1 0 0,2 5 0 0 0,3 1-42 0 0,0-1 0 0 0,0 1-1 0 0,19 14 1 0 0,14 10-1253 0 0,-36-31 746 0 0,-2 1-388 0 0,11 12-127 0 0,-10-12-450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17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76 2516 0 0,'0'0'12330'0'0,"2"-4"-11844"0"0,1 0-397 0 0,0 0 1 0 0,0 0-1 0 0,0 1 0 0 0,1-1 0 0 0,0 1 1 0 0,-1 0-1 0 0,1 0 0 0 0,1 0 1 0 0,-1 0-1 0 0,0 1 0 0 0,0 0 0 0 0,1 0 1 0 0,0 0-1 0 0,-1 0 0 0 0,10-1 0 0 0,-5 0-339 0 0,-5 1-47 0 0,2 0-771 0 0,1-2 395 0 0,5-2 70 0 0,6 2-6553 0 0,12 0 3871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18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9 324 0 0,'0'0'4970'0'0,"5"-1"-2953"0"0,15-4-658 0 0,-15 4 3698 0 0,1 1-4742 0 0,16-1-22 0 0,-16 0 627 0 0,-3 5-590 0 0,-1 0-209 0 0,0 0-1 0 0,0 1 1 0 0,0-1-1 0 0,-1 1 1 0 0,1-1-1 0 0,-1 1 1 0 0,0-1-1 0 0,1 8 1 0 0,-2-6 175 0 0,-1 2 11 0 0,-13 42 387 0 0,-20 50 1 0 0,20-62 8 0 0,13-34 195 0 0,1 2-500 0 0,-2 21 745 0 0,8-23-902 0 0,4 1-147 0 0,-1 0-1 0 0,1-1 0 0 0,0 0 1 0 0,1-1-1 0 0,-1 0 0 0 0,1 0 1 0 0,-1-1-1 0 0,16 1 0 0 0,77 3 167 0 0,-97-6-318 0 0,0 1-105 0 0,17 2-263 0 0,-17-3 119 0 0,-4 1-217 0 0,-1 0 415 0 0,0 0 0 0 0,1-1 0 0 0,-1 1 0 0 0,1-1 1 0 0,-1 1-1 0 0,1-1 0 0 0,-1 0 0 0 0,1 1 0 0 0,0-1 1 0 0,-1 0-1 0 0,4 0 0 0 0,-3 0-123 0 0,3 1-669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18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4700 0 0,'0'0'11152'0'0,"1"6"-10108"0"0,2 15-156 0 0,-2-15 707 0 0,-1 0-7432 0 0,-1 2 4759 0 0,0 4-400 0 0,1 0-2636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18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 1228 0 0,'0'0'3124'0'0,"-9"32"2081"0"0,0 8-2069 0 0,2-3-2112 0 0,4-4-908 0 0,-3 6-2272 0 0,1 4-4449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18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 3076 0 0,'0'0'2613'0'0,"-1"5"-347"0"0,-1 17-273 0 0,1-16 937 0 0,0-1-1651 0 0,-3 18-243 0 0,4-17 927 0 0,-2-1-1608 0 0,0 2-972 0 0,-4 22 1935 0 0,4-15-5001 0 0,1 1-4379 0 0,0 16 5023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19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466 113 2336 0 0,'0'0'9476'0'0,"2"-4"-8550"0"0,5-13-168 0 0,-5 12 2321 0 0,4-20-2268 0 0,-5 19 1978 0 0,-2 1-2398 0 0,-4-17-68 0 0,4 16 906 0 0,-3 4-1153 0 0,-10-9-141 0 0,11 8 218 0 0,-12 0-96 0 0,14 2-53 0 0,-1 0 1 0 0,1 1 0 0 0,0 0 0 0 0,0-1 0 0 0,0 1 0 0 0,-1 0 0 0 0,1-1-1 0 0,0 1 1 0 0,0 0 0 0 0,0 0 0 0 0,-1 0 0 0 0,1 0 0 0 0,0 0-1 0 0,0 1 1 0 0,-1-1 0 0 0,1 0 0 0 0,0 0 0 0 0,0 1 0 0 0,-3 0-1 0 0,-58 21 286 0 0,39-12-193 0 0,1 2-1 0 0,0 1 0 0 0,1 0 0 0 0,-25 22 1 0 0,16-13 73 0 0,7-4-60 0 0,0 1 0 0 0,2 1 0 0 0,0 0-1 0 0,1 2 1 0 0,1 1 0 0 0,-26 40 0 0 0,35-40 110 0 0,9-18-157 0 0,0 0 145 0 0,0 1-58 0 0,-1 18-49 0 0,2-23-90 0 0,0 1-1 0 0,-1-1 1 0 0,1 0 0 0 0,0 0 0 0 0,0 0 0 0 0,1 0 0 0 0,-1 0 0 0 0,0 0 0 0 0,0 0 0 0 0,0 0-1 0 0,1 1 1 0 0,-1-1 0 0 0,1 0 0 0 0,-1 0 0 0 0,1 0 0 0 0,-1 0 0 0 0,1 0 0 0 0,-1-1 0 0 0,1 1 0 0 0,0 0-1 0 0,-1 0 1 0 0,2 1 0 0 0,0-1 39 0 0,3 8 154 0 0,2-1-163 0 0,1 1 1 0 0,-1-1 0 0 0,1 0-1 0 0,1 0 1 0 0,-1-1 0 0 0,1 0 0 0 0,17 10-1 0 0,-6-5-43 0 0,63 38-28 0 0,-69-41-152 0 0,-11-6-140 0 0,1-1-650 0 0,10 7 252 0 0,-10-6-282 0 0,21 1-13390 0 0,-20-3 9717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20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87 856 0 0,'0'0'9120'0'0,"-4"-2"-7522"0"0,-19-5 10439 0 0,28 3-11606 0 0,2-3-235 0 0,1 1 0 0 0,-1 1 0 0 0,2-1 0 0 0,-1 2 0 0 0,0-1 0 0 0,1 1 0 0 0,0 0 0 0 0,11-3 0 0 0,39-6-307 0 0,5 1-5936 0 0,-58 12 3411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20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2480 0 0,'0'0'15033'0'0,"6"0"-14888"0"0,21 1 467 0 0,-27-1-607 0 0,0 1 1 0 0,0 0 0 0 0,0-1 0 0 0,0 1 0 0 0,0 0-1 0 0,0-1 1 0 0,1 1 0 0 0,-1 0 0 0 0,0 0 0 0 0,0-1-1 0 0,0 1 1 0 0,1 0 0 0 0,-1-1 0 0 0,0 1-1 0 0,1-1 1 0 0,-1 1 0 0 0,0 0 0 0 0,1-1 0 0 0,0 1-1 0 0,0 1 17 0 0,-1-1-1 0 0,1 0 1 0 0,0 0-1 0 0,0 0 1 0 0,-1 0-1 0 0,1 1 0 0 0,-1-1 1 0 0,1 0-1 0 0,-1 1 1 0 0,1-1-1 0 0,-1 0 1 0 0,0 1-1 0 0,0-1 1 0 0,0 1-1 0 0,0 1 0 0 0,3 22 86 0 0,-3-19 242 0 0,1 1-238 0 0,2 17-21 0 0,-2-18 596 0 0,1-1-454 0 0,4 15 52 0 0,-5-15 322 0 0,3-9-428 0 0,13-10-29 0 0,-13 10-84 0 0,0 0-1 0 0,47-52 457 0 0,-48 53-240 0 0,1-1 41 0 0,10-12-55 0 0,-10 12-62 0 0,-3 3-172 0 0,1 0-1 0 0,-1 1 0 0 0,1-1 1 0 0,-1 0-1 0 0,1 0 0 0 0,-1 0 1 0 0,1 0-1 0 0,-1 0 0 0 0,0 0 1 0 0,0 0-1 0 0,0 0 0 0 0,2-2 1 0 0,0-1 53 0 0,1 1 552 0 0,2 1-356 0 0,56-2 400 0 0,-55 5-621 0 0,-1 1-25 0 0,41 24-921 0 0,-44-23 52 0 0,-2-3 771 0 0,0 0-1 0 0,0 0 1 0 0,0 0 0 0 0,0 1 0 0 0,-1-1-1 0 0,1 0 1 0 0,0 0 0 0 0,0 1 0 0 0,-1-1-1 0 0,1 1 1 0 0,0-1 0 0 0,0 1 0 0 0,-1-1 0 0 0,1 1-1 0 0,-1-1 1 0 0,1 1 0 0 0,0 0 0 0 0,5 4-2268 0 0,2 2-6181 0 0,7 2 4654 0 0,-12-7-630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22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768 8 824 0 0,'0'0'16696'0'0,"5"-1"-16472"0"0,14-4-203 0 0,-14 4-46 0 0,0 2 55 0 0,15 4 112 0 0,-15-4 365 0 0,1 0-302 0 0,19 1 51 0 0,-19-2-79 0 0,0 0-162 0 0,19 0 129 0 0,-18 0 723 0 0,-2 1-948 0 0,18 2-119 0 0,-18-2 42 0 0,-3 3 147 0 0,8 15 240 0 0,-1 1 0 0 0,0 0-1 0 0,-2 0 1 0 0,-1 1 0 0 0,5 26-1 0 0,13 116-84 0 0,-21-138-125 0 0,45 908 1056 0 0,-102 1 823 0 0,-145 377-544 0 0,134-999-1103 0 0,62-298-182 0 0,-6 44-114 0 0,8-53 13 0 0,0 0 18 0 0,-1 16-6 0 0,1-15 4 0 0,1-1 0 0 0,-3 16 22 0 0,3-15 42 0 0,-1 0-7 0 0,-2 17 4 0 0,2-17-31 0 0,0 0 30 0 0,-3 15-22 0 0,3-16-60 0 0,0 0 36 0 0,-2 15 53 0 0,2-15-34 0 0,0 2-75 0 0,-11 90 66 0 0,11-91 11 0 0,0-1-20 0 0,-6 58 1 0 0,6-56 21 0 0,0-1-28 0 0,-4 21 34 0 0,4-21-7 0 0,0 1-48 0 0,-64 322 293 0 0,63-318-337 0 0,1 3 127 0 0,-1-1 0 0 0,0 1 0 0 0,-1-1 0 0 0,-8 26 0 0 0,-1-4-183 0 0,-7 50-31 0 0,18-80 203 0 0,0 0-82 0 0,-3 7 39 0 0,-10 43 5 0 0,13-46 13 0 0,0-1 1 0 0,-1 0-1 0 0,0 1 0 0 0,-5 13 0 0 0,5-17-32 0 0,1 0 7 0 0,0 0 45 0 0,-4 13 10 0 0,4-13 60 0 0,-1 0-66 0 0,-2 5 14 0 0,-1 1 181 0 0,0 1 0 0 0,1-1 1 0 0,1 1-1 0 0,-3 13 1 0 0,0-25-45 0 0,-17 1 20 0 0,17-1 175 0 0,0-2-250 0 0,-63-5 568 0 0,-84 10-640 0 0,96-2-1096 0 0,8-2-1337 0 0,40 1 1837 0 0,-5 0-106 0 0,-11-4-2691 0 0,11 1 593 0 0,1 0 0 0 0,0 0 0 0 0,-19-9 0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38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16 392 988 0 0,'0'0'10576'0'0,"0"-6"-9650"0"0,-3-36 5457 0 0,-3-66-5463 0 0,5 73-783 0 0,0 27-140 0 0,1 1 4 0 0,-1-57 262 0 0,1 58-186 0 0,0-1 157 0 0,-3-95 822 0 0,2 95-999 0 0,3 15-350 0 0,25 185 251 0 0,12 70 265 0 0,-30-226-277 0 0,-8-31 5 0 0,0 1 123 0 0,1 21-71 0 0,-1-21 75 0 0,0-2-57 0 0,6 48-180 0 0,-7-48-183 0 0,1 0-651 0 0,1 6-504 0 0,3 23-9538 0 0,-4-28 11128 0 0,-1-1-4308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38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13 301 3236 0 0,'0'0'2343'0'0,"-2"-4"-166"0"0,0 1-1669 0 0,0-1-1 0 0,1 1 0 0 0,0-1 1 0 0,0 1-1 0 0,0-1 1 0 0,0 0-1 0 0,1 1 1 0 0,-1-1-1 0 0,1 0 1 0 0,0 0-1 0 0,0 1 1 0 0,0-1-1 0 0,1 0 1 0 0,0-5-1 0 0,2-5-118 0 0,1-1-1 0 0,8-18 1 0 0,0 11-230 0 0,0 0 1 0 0,2 1-1 0 0,30-37 1 0 0,-34 51-324 0 0,-2 2 49 0 0,28-13-497 0 0,-29 14 452 0 0,-4 3 65 0 0,-1-1 0 0 0,1 1-1 0 0,-1 0 1 0 0,1-1 0 0 0,0 1-1 0 0,-1 1 1 0 0,1-1 0 0 0,0 0-1 0 0,0 1 1 0 0,0-1 0 0 0,3 1-1 0 0,40-6-2187 0 0,78 7-5539 0 0,-115 0 6378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39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46 2028 0 0,'0'0'11315'0'0,"-4"-2"-10985"0"0,-16-7 336 0 0,28 1-680 0 0,-8 7-2 0 0,0 1 0 0 0,1-1 0 0 0,-1 0 0 0 0,0 0 0 0 0,1 1 0 0 0,-1-1 0 0 0,1 0 0 0 0,-1 1 0 0 0,1-1 0 0 0,-1 0 0 0 0,1 1 0 0 0,0-1 0 0 0,-1 1 0 0 0,1-1 0 0 0,0 1 0 0 0,-1 0 0 0 0,1-1 0 0 0,0 1 0 0 0,0 0 0 0 0,-1-1 0 0 0,1 1 0 0 0,0 0 0 0 0,1-1 0 0 0,10-2-614 0 0,-1 0 0 0 0,1 0-1 0 0,0 1 1 0 0,-1 1 0 0 0,1 0-1 0 0,16 0 1 0 0,37 12-3909 0 0,-35-3 2977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40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32 1324 0 0,'0'0'9442'0'0,"-3"-4"-9064"0"0,-5-14 9 0 0,6 14 664 0 0,-3 3-1035 0 0,-20-4 237 0 0,23 5-265 0 0,1 1 1 0 0,-1-1 0 0 0,0 1-1 0 0,1-1 1 0 0,-1 1 0 0 0,1 0 0 0 0,-1-1-1 0 0,1 1 1 0 0,-1 0 0 0 0,1 0 0 0 0,-1 0-1 0 0,-1 2 1 0 0,0-1-13 0 0,-2 1-55 0 0,1 1-21 0 0,-11 12 139 0 0,11-12-4 0 0,1 1-67 0 0,-45 106-212 0 0,46-104 190 0 0,1-3 33 0 0,-4 16-33 0 0,4-16 108 0 0,0 2-55 0 0,0 1 76 0 0,0 1 1 0 0,0 0-1 0 0,1 0 0 0 0,1 12 0 0 0,0-15 464 0 0,4-3-529 0 0,14 5 97 0 0,-14-5 65 0 0,-2-4-180 0 0,29-35-18 0 0,-29 32-72 0 0,0 0-57 0 0,21-38 479 0 0,-6 8-98 0 0,39-55-1 0 0,-54 87-327 0 0,0-1 58 0 0,13-12 12 0 0,-12 12 19 0 0,0 1-3 0 0,-1 1 19 0 0,0 0 1 0 0,1 1-1 0 0,-1-1 0 0 0,0 1 1 0 0,0-1-1 0 0,1 1 1 0 0,-1 0-1 0 0,1 0 0 0 0,-1 0 1 0 0,1 1-1 0 0,-1-1 0 0 0,1 1 1 0 0,0 0-1 0 0,-1 0 0 0 0,1 0 1 0 0,-1 0-1 0 0,1 1 1 0 0,3 0-1 0 0,0 2 12 0 0,0-1 1 0 0,-1 1-1 0 0,1 0 0 0 0,-1 0 0 0 0,0 1 1 0 0,0 0-1 0 0,0 0 0 0 0,0 0 1 0 0,-1 1-1 0 0,0 0 0 0 0,0 0 1 0 0,0 0-1 0 0,0 0 0 0 0,-1 1 0 0 0,0 0 1 0 0,0 0-1 0 0,-1 0 0 0 0,6 11 1 0 0,-2 1-144 0 0,-5-14 38 0 0,-1 2 68 0 0,5 18-16 0 0,-5-18 96 0 0,0 0-116 0 0,0-1-378 0 0,1 10 1760 0 0,-4-15-257 0 0,-6-8-788 0 0,6 4-299 0 0,3-1-2 0 0,2-18-18 0 0,-2 18-22 0 0,2-1-19 0 0,0 0-156 0 0,1 0 0 0 0,1 0 0 0 0,-1 0 0 0 0,10-9 0 0 0,-12 12-301 0 0,1 1 0 0 0,0 0 1 0 0,0 0-1 0 0,-1 0 1 0 0,1 0-1 0 0,0 1 0 0 0,0-1 1 0 0,1 1-1 0 0,-1 0 0 0 0,5-1 1 0 0,14-3-2145 0 0,-17 4 97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10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70 257 1440 0 0,'0'0'4678'0'0,"-3"-2"-3613"0"0,-15-10 5068 0 0,16 8-5402 0 0,-3-13-185 0 0,3 12 760 0 0,1 0-1023 0 0,-15-78 2530 0 0,15 78-2183 0 0,0 0-346 0 0,-10-50 831 0 0,9 49-30 0 0,2 4-1060 0 0,1 0 1 0 0,-1 0-1 0 0,0 0 1 0 0,0 0-1 0 0,-1 0 0 0 0,1 0 1 0 0,0 1-1 0 0,-1-1 1 0 0,1 0-1 0 0,-1 0 1 0 0,1 0-1 0 0,-2-2 1 0 0,2 3 18 0 0,-1-4 863 0 0,-1 0-929 0 0,1-15-100 0 0,11 31-169 0 0,15 36 90 0 0,-25-46 231 0 0,96 172 159 0 0,-59-108-116 0 0,-2-8 149 0 0,-33-53-190 0 0,-2-2-35 0 0,1-1 0 0 0,-1 1 1 0 0,1 0-1 0 0,-1-1 0 0 0,1 1 0 0 0,0 0 1 0 0,0-1-1 0 0,0 1 0 0 0,0-1 1 0 0,0 1-1 0 0,0-1 0 0 0,2 3 0 0 0,-1-2-13 0 0,1 3-64 0 0,11 16 166 0 0,-12-16-164 0 0,1-2-1214 0 0,8 11 583 0 0,-9-11-110 0 0,26-7-12306 0 0,-22 4 9321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11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401 19 2076 0 0,'0'0'4273'0'0,"3"-3"-2682"0"0,11-12 10912 0 0,-18 19-12487 0 0,-9 14 20 0 0,1 1 1 0 0,0 0-1 0 0,1 1 0 0 0,1 1 1 0 0,-11 32-1 0 0,11-29-16 0 0,-209 594 266 0 0,160-436-141 0 0,40-121 363 0 0,18-57-176 0 0,1-2-285 0 0,0 0 1 0 0,0-1-1 0 0,0 1 1 0 0,0 0-1 0 0,-1 0 0 0 0,1-1 1 0 0,0 1-1 0 0,-1 0 1 0 0,1-1-1 0 0,-1 1 0 0 0,0 0 1 0 0,-1 2-1 0 0,0-1 64 0 0,1 3 685 0 0,-1-1-485 0 0,0 3 2574 0 0,-1 5-3716 0 0,-7 50-16988 0 0,9-57 13210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54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25 306 1652 0 0,'0'0'13851'0'0,"4"-3"-13527"0"0,12-9 4689 0 0,-14 7-4811 0 0,6-12-72 0 0,-6 12 153 0 0,-1-4-240 0 0,1 0 1 0 0,-1 0-1 0 0,6-16 1 0 0,-5 18-65 0 0,-1 1-60 0 0,1 0-10 0 0,4-22-71 0 0,-5 22 93 0 0,0-2-67 0 0,1-24 86 0 0,-1 25-94 0 0,0-1 150 0 0,4-54-130 0 0,-4 57 116 0 0,-1-1-85 0 0,-2-18 26 0 0,2 18-134 0 0,-5 9-425 0 0,-15 11 636 0 0,13-6-106 0 0,-23 91 140 0 0,27-89-14 0 0,-4 19-19 0 0,4-2 50 0 0,-11 91 33 0 0,16-113-83 0 0,-1 1-1 0 0,1-1 1 0 0,0 1-1 0 0,0-1 1 0 0,0 0 0 0 0,1 0-1 0 0,6 9 1 0 0,-4-9-55 0 0,-1 0 1 0 0,1 0 0 0 0,1-1 0 0 0,-1 0 0 0 0,0 0 0 0 0,1 0 0 0 0,0-1 0 0 0,0 0-1 0 0,0 0 1 0 0,0 0 0 0 0,1-1 0 0 0,-1 0 0 0 0,1 0 0 0 0,8 1 0 0 0,-7-1-58 0 0,16 3-1061 0 0,1-1-1 0 0,30 1 0 0 0,-49-4 11 0 0,1-2-171 0 0,7-1 923 0 0,35-6-6573 0 0,-43 6 4484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55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39 1740 0 0,'0'0'2914'0'0,"-1"-7"-815"0"0,0-18-515 0 0,1 19 4654 0 0,0 13-5882 0 0,11 440 1641 0 0,-9-312-2415 0 0,23 153-1 0 0,-24-280 235 0 0,-1-7 158 0 0,0 0-1 0 0,0 1 1 0 0,0-1 0 0 0,0 0-1 0 0,0 1 1 0 0,0-1 0 0 0,1 0 0 0 0,-1 0-1 0 0,1 1 1 0 0,-1-1 0 0 0,1 0-1 0 0,-1 0 1 0 0,2 2 0 0 0,3 16-2867 0 0,0-18 1181 0 0,16 4-1136 0 0,-16-3 384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55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22 102 504 0 0,'0'0'8928'0'0,"-3"-3"-7533"0"0,-12-9-139 0 0,12 9 3130 0 0,3 1-4365 0 0,1 1 0 0 0,-1-1 1 0 0,1 1-1 0 0,0-1 0 0 0,0 0 1 0 0,0 1-1 0 0,0-1 0 0 0,0 1 0 0 0,0 0 1 0 0,0-1-1 0 0,0 1 0 0 0,2-2 1 0 0,-1 2-6 0 0,2-3-180 0 0,0 0 1 0 0,0 1-1 0 0,1-1 0 0 0,-1 1 0 0 0,1 1 1 0 0,0-1-1 0 0,0 0 0 0 0,0 1 0 0 0,0 0 1 0 0,0 0-1 0 0,7-1 0 0 0,-9 2 30 0 0,29-10-3279 0 0,-5 5-1264 0 0,-1-3 1532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55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0 2396 0 0,'0'0'13492'0'0,"-6"0"-12546"0"0,-17 2-200 0 0,17-1 1194 0 0,5 0-1864 0 0,1 1 1 0 0,-1-1-1 0 0,1 1 0 0 0,-1-1 1 0 0,0 0-1 0 0,0 1 1 0 0,1-1-1 0 0,-1 0 1 0 0,0 0-1 0 0,0 1 0 0 0,0-1 1 0 0,-2 2-1 0 0,1-2 51 0 0,0 3 506 0 0,1 1-370 0 0,-3 18-110 0 0,3-17 309 0 0,1-1-458 0 0,-2 9 175 0 0,-2 12-4790 0 0,3-8-6325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41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22 103 2288 0 0,'1'-11'-358'0'0,"-2"-37"8473"0"0,0 43-4841 0 0,0-1-2857 0 0,-2-11 304 0 0,2 18-680 0 0,1-1 1 0 0,-1 0-1 0 0,1 0 0 0 0,-1 1 0 0 0,1-1 0 0 0,-1 1 1 0 0,1-1-1 0 0,-1 0 0 0 0,1 1 0 0 0,-1-1 1 0 0,1 1-1 0 0,0-1 0 0 0,-1 1 0 0 0,1-1 0 0 0,0 1 1 0 0,-1 0-1 0 0,1-1 0 0 0,0 1 0 0 0,0-1 0 0 0,0 1 1 0 0,-1 0-1 0 0,1-1 0 0 0,0 1 0 0 0,0 0 0 0 0,-1 1-35 0 0,0-1-1 0 0,1 1 0 0 0,-1-1 0 0 0,0 1 0 0 0,1-1 0 0 0,-1 1 0 0 0,1 0 1 0 0,-1-1-1 0 0,1 1 0 0 0,0 0 0 0 0,0-1 0 0 0,0 1 0 0 0,0 3 0 0 0,0 23-5 0 0,-2 54 71 0 0,4 1-1 0 0,3-1 0 0 0,19 98 0 0 0,-21-161-100 0 0,-3-16 56 0 0,1 1-1 0 0,0-1 0 0 0,0 0 0 0 0,0 0 0 0 0,0 0 0 0 0,0 0 1 0 0,1 0-1 0 0,-1 0 0 0 0,3 3 0 0 0,-3-4 3 0 0,4 6 49 0 0,1 0 0 0 0,0 0 1 0 0,0-1-1 0 0,0 1 0 0 0,1-2 0 0 0,14 13 0 0 0,-16-17 2 0 0,1 0-224 0 0,-1-1 145 0 0,-1 0-42 0 0,0 0-1 0 0,0 0 0 0 0,0 0 0 0 0,0-1 0 0 0,0 1 0 0 0,1-1 1 0 0,-1 0-1 0 0,0-1 0 0 0,0 1 0 0 0,1-1 0 0 0,-1 1 0 0 0,0-1 1 0 0,6-3-1 0 0,4-3-127 0 0,0-1 0 0 0,0 0 0 0 0,-1-1 0 0 0,0-1 0 0 0,-1 0 0 0 0,0 0 0 0 0,-1-2 0 0 0,0 1-1 0 0,0-1 1 0 0,-1-1 0 0 0,-1 0 0 0 0,0 0 0 0 0,12-26 0 0 0,-3 1-147 0 0,-2-1-1 0 0,-2-1 0 0 0,19-81 1 0 0,-29 86 426 0 0,-4 29-38 0 0,1 0 54 0 0,0-20 93 0 0,-1 19 34 0 0,0 0-196 0 0,2-20 59 0 0,-2 20 337 0 0,0 1-166 0 0,-15-81 1229 0 0,14 82-1411 0 0,-5 7-244 0 0,-16 2 151 0 0,16-3-14 0 0,4 4-61 0 0,-4 10 17 0 0,0 1 0 0 0,1 1 0 0 0,1-1 0 0 0,1 1 0 0 0,-3 28 0 0 0,4-8 81 0 0,6 66 0 0 0,-1-72-13 0 0,2 1 1 0 0,1 0 0 0 0,2-1 0 0 0,0 0-1 0 0,2-1 1 0 0,17 36 0 0 0,-24-61-27 0 0,0 0 0 0 0,0 0-1 0 0,0-1 1 0 0,0 1 0 0 0,1-1 0 0 0,6 7 0 0 0,-5-5 73 0 0,-4-5-61 0 0,0 0 0 0 0,0 0 0 0 0,0 0 0 0 0,0 0 0 0 0,0 0 0 0 0,0 0-1 0 0,0-1 1 0 0,1 1 0 0 0,-1 0 0 0 0,0 0 0 0 0,0-1 0 0 0,1 1-1 0 0,-1-1 1 0 0,3 1 0 0 0,0 1-48 0 0,0 0-205 0 0,1-1 23 0 0,14 5-42 0 0,-15-5-122 0 0,3-1-993 0 0,2-1 438 0 0,0-1 0 0 0,0 0 0 0 0,0-1 0 0 0,13-5-1 0 0,-17 6-196 0 0,-2-2-698 0 0,10-11 445 0 0,-10 11 947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42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1 134 1588 0 0,'4'-33'973'0'0,"-3"26"834"0"0,1 2-849 0 0,21-48 3226 0 0,-20 47-3248 0 0,-1 2-548 0 0,8-11-72 0 0,-8 11 590 0 0,28-2-712 0 0,-28 6-181 0 0,-1 1 0 0 0,1 0 0 0 0,-1 0 0 0 0,1 0 0 0 0,-1 0 0 0 0,1 0 0 0 0,-1 0 0 0 0,0 0 0 0 0,1 0 0 0 0,-1 0 0 0 0,2 3 0 0 0,-3-3 7 0 0,4 2 164 0 0,-1 2-103 0 0,8 18 141 0 0,0 0 0 0 0,-2 0-1 0 0,6 25 1 0 0,17 73 344 0 0,-31-116-577 0 0,0-4 20 0 0,0 0-1 0 0,0 1 1 0 0,-1-1-1 0 0,1 1 1 0 0,0-1-1 0 0,-1 1 1 0 0,1-1-1 0 0,-1 1 0 0 0,1 0 1 0 0,-1-1-1 0 0,0 1 1 0 0,1 2-1 0 0,-1 0 29 0 0,2 1 360 0 0,0 0-387 0 0,0-2-1 0 0,-1-2-8 0 0,0 0 0 0 0,0 1 0 0 0,0-1 0 0 0,0 0 0 0 0,-1 0-1 0 0,1 1 1 0 0,0-1 0 0 0,-1 1 0 0 0,0-1 0 0 0,1 0 0 0 0,-1 1 0 0 0,1 2-1 0 0,-1-5 2 0 0,0 0 0 0 0,0 1 0 0 0,0-1 0 0 0,0 0 0 0 0,0 1 0 0 0,1-1 0 0 0,-1 0 0 0 0,0 1 0 0 0,0-1 0 0 0,1 1 0 0 0,-1-1 0 0 0,0 0 0 0 0,1 1 0 0 0,-1-1 0 0 0,0 1 0 0 0,1-1 0 0 0,-1 1 0 0 0,1 0 0 0 0,-1-1 0 0 0,1 1 0 0 0,0-1 0 0 0,12-14-75 0 0,67-120-438 0 0,-78 131 385 0 0,2 0 205 0 0,12-13 3 0 0,-12 13-135 0 0,0 2 42 0 0,1-1 117 0 0,-1 0 1 0 0,1 1 0 0 0,0 0-1 0 0,1 0 1 0 0,-1 0-1 0 0,0 1 1 0 0,0-1-1 0 0,9 0 1 0 0,-8 5-67 0 0,10 8 188 0 0,1 1 0 0 0,-1 0 0 0 0,-1 1 1 0 0,14 15-1 0 0,-7-8-38 0 0,-19-17-120 0 0,1-1 0 0 0,0 1 0 0 0,0-1 0 0 0,0 1 0 0 0,0-1-1 0 0,0 0 1 0 0,0-1 0 0 0,0 1 0 0 0,1-1 0 0 0,4 1 0 0 0,-5-1-99 0 0,1 1-11 0 0,2-3-194 0 0,0 0 153 0 0,-1 0 1 0 0,1 0 0 0 0,-1-1 0 0 0,1 0 0 0 0,-1 0 0 0 0,0-1 0 0 0,0 0 0 0 0,0 0 0 0 0,0 0-1 0 0,0-1 1 0 0,-1 1 0 0 0,8-7 0 0 0,0-3 288 0 0,0-1 0 0 0,-1-1 0 0 0,20-30 0 0 0,7-20 1612 0 0,-37 61-1457 0 0,1 0-342 0 0,8-12 61 0 0,-9 12 294 0 0,2 7-319 0 0,9 10-32 0 0,-10-10 101 0 0,-2 4-36 0 0,26 99-1672 0 0,-4-39-7850 0 0,-21-62 6761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42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99 5869 0 0,'0'0'2932'0'0,"-12"-24"4436"0"0,-3-7-3359 0 0,7 1-4245 0 0,32 17-16278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42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66 1972 0 0,'0'0'7662'0'0,"-1"-5"-6448"0"0,0-1-839 0 0,0-4-5 0 0,-1 0 2847 0 0,7 11-3073 0 0,-4-1-136 0 0,2 1 38 0 0,0-1-1 0 0,0 1 0 0 0,0 0 0 0 0,0-1 1 0 0,-1 1-1 0 0,1 1 0 0 0,0-1 0 0 0,-1 0 1 0 0,1 1-1 0 0,-1-1 0 0 0,1 1 0 0 0,-1 0 1 0 0,1 0-1 0 0,-1 0 0 0 0,0 0 0 0 0,0 0 1 0 0,0 0-1 0 0,0 0 0 0 0,1 4 0 0 0,80 137 508 0 0,-31-57 192 0 0,-49-81 672 0 0,-2-4-1248 0 0,1 0-1 0 0,-1 0 1 0 0,1 1 0 0 0,-1-1 0 0 0,0 0 0 0 0,1 1-1 0 0,-1-1 1 0 0,0 1 0 0 0,1 2 0 0 0,1-1 1008 0 0,2-5-915 0 0,0-2-202 0 0,-1 1 1 0 0,0 0-1 0 0,0-1 1 0 0,0 1 0 0 0,0-1-1 0 0,0-1 1 0 0,-1 1 0 0 0,0 0-1 0 0,0-1 1 0 0,5-9-1 0 0,21-59 121 0 0,-18 40-118 0 0,-2 10-56 0 0,0-4-494 0 0,23-43 0 0 0,-30 66-90 0 0,-2 3 466 0 0,0-1 0 0 0,0 0-1 0 0,1 1 1 0 0,-1-1 0 0 0,1 1 0 0 0,-1 0-1 0 0,1-1 1 0 0,0 1 0 0 0,0-1 0 0 0,0 1-1 0 0,-1 0 1 0 0,3-2 0 0 0,-1 0-172 0 0,1-2-734 0 0,-2 5-358 0 0,1 0 1156 0 0,-1 0 1 0 0,1 0 0 0 0,0 0-1 0 0,-1-1 1 0 0,1 1-1 0 0,-1 0 1 0 0,1-1 0 0 0,-1 1-1 0 0,1-1 1 0 0,-1 0-1 0 0,3-1 1 0 0,-1 1-262 0 0,2-1-1628 0 0,1 5-998 0 0,18 9 444 0 0,-17-9 113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44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160 480 1380 0 0,'34'-39'5523'0'0,"-31"36"-3677"0"0,-3 2-1772 0 0,0 0 0 0 0,0 0 1 0 0,0 0-1 0 0,0 1 0 0 0,0-1 0 0 0,0 0 1 0 0,0 0-1 0 0,1 0 0 0 0,-1 0 0 0 0,0 1 1 0 0,0-1-1 0 0,1 0 0 0 0,-1 0 0 0 0,1 1 1 0 0,-1-1-1 0 0,1 0 0 0 0,0-1 0 0 0,10-17 2679 0 0,-10 16-2893 0 0,11-40 3073 0 0,-11 40-2780 0 0,0 0 0 0 0,-1 0 1 0 0,1-1-1 0 0,-1 1 1 0 0,0 0-1 0 0,0-1 1 0 0,0 1-1 0 0,0 0 1 0 0,-1-1-1 0 0,1 1 1 0 0,-1 0-1 0 0,0-1 1 0 0,-2-4-1 0 0,2 6-129 0 0,0 0-1 0 0,0-1 1 0 0,0 1 0 0 0,0 0-1 0 0,0 0 1 0 0,0 0 0 0 0,-1 1-1 0 0,1-1 1 0 0,-1 0 0 0 0,1 0-1 0 0,-1 1 1 0 0,0-1 0 0 0,0 1-1 0 0,0 0 1 0 0,0-1 0 0 0,0 1-1 0 0,0 0 1 0 0,0 0 0 0 0,0 0-1 0 0,0 0 1 0 0,0 1 0 0 0,0-1-1 0 0,-3 0 1 0 0,0 1-35 0 0,1 0 26 0 0,-1 0 0 0 0,1 0 0 0 0,0 1 1 0 0,0-1-1 0 0,-1 1 0 0 0,1 0 0 0 0,0 0 1 0 0,0 1-1 0 0,0-1 0 0 0,0 1 0 0 0,0 0 1 0 0,0 0-1 0 0,-4 4 0 0 0,2-1-52 0 0,0 0 0 0 0,0 0 0 0 0,1 1 0 0 0,-1 0 0 0 0,1 0 1 0 0,1 0-1 0 0,-7 11 0 0 0,6-9-1 0 0,-13 27 92 0 0,-19 70-52 0 0,36-99-151 0 0,0-1 80 0 0,-1 14 241 0 0,1-14 110 0 0,3 0-411 0 0,0-3 101 0 0,-1-1 1 0 0,0 0-1 0 0,0 0 1 0 0,0 1-1 0 0,-1-1 1 0 0,1 0-1 0 0,0 0 1 0 0,-1 0-1 0 0,1 1 1 0 0,-1-1-1 0 0,1 0 1 0 0,-1 1-1 0 0,1 1 1 0 0,3-4-249 0 0,14-7 173 0 0,-14 6 46 0 0,0-2-128 0 0,12-11 40 0 0,5-10 145 0 0,-17 20-114 0 0,-3 4 113 0 0,0-1 0 0 0,-1 1 0 0 0,1-1 0 0 0,0 1 0 0 0,0-1 0 0 0,1 1-1 0 0,-1 0 1 0 0,0 0 0 0 0,0-1 0 0 0,1 1 0 0 0,1-1 0 0 0,-1-1-186 0 0,2 5 61 0 0,-2 0 133 0 0,1 0 0 0 0,-1 0 0 0 0,0 0 0 0 0,0 1 0 0 0,0-1 0 0 0,0 1 0 0 0,0-1 0 0 0,-1 1 0 0 0,1-1 0 0 0,-1 1 1 0 0,1 0-1 0 0,-1 0 0 0 0,0 0 0 0 0,0 0 0 0 0,0 0 0 0 0,0 4 0 0 0,-1-7-25 0 0,15 54-18 0 0,-13-48-58 0 0,0-2 18 0 0,10 13 87 0 0,-9-13 31 0 0,2-2 1 0 0,15 6-27 0 0,-15-6-44 0 0,1-3 27 0 0,1-1 10 0 0,0 0 1 0 0,1-1-1 0 0,-1 0 0 0 0,0 0 1 0 0,0 0-1 0 0,0-1 0 0 0,-1 0 1 0 0,1-1-1 0 0,-1 1 0 0 0,0-1 1 0 0,0 0-1 0 0,-1-1 0 0 0,0 1 1 0 0,8-10-1 0 0,8-17-19 0 0,-1 0 1 0 0,20-43-1 0 0,-19 26 97 0 0,-3-1 0 0 0,-1-1 0 0 0,15-82 0 0 0,-31 128 40 0 0,0-1 107 0 0,2-18-57 0 0,-2 18-7 0 0,-1-1-62 0 0,0-20 162 0 0,0 20-24 0 0,0 5-241 0 0,0 0 0 0 0,0 0 0 0 0,0 0-1 0 0,0 1 1 0 0,-1-1 0 0 0,1 0 0 0 0,-1 0 0 0 0,1 0-1 0 0,-1 0 1 0 0,0 0 0 0 0,-1-1 0 0 0,1-2-49 0 0,-9-3 57 0 0,10 8-9 0 0,-1 0 1 0 0,1 0 0 0 0,-1 0-1 0 0,1-1 1 0 0,-1 1 0 0 0,1 0-1 0 0,-1 0 1 0 0,1-1-1 0 0,-1 1 1 0 0,1 0 0 0 0,-1-1-1 0 0,1 1 1 0 0,0 0 0 0 0,-1-1-1 0 0,1 1 1 0 0,0-1-1 0 0,-1 1 1 0 0,1-1 0 0 0,0 1-1 0 0,0 0 1 0 0,-1-1-1 0 0,1 1 1 0 0,0-2 0 0 0,-5 4-18 0 0,0 0 0 0 0,0 1 1 0 0,0 0-1 0 0,0 0 1 0 0,0 0-1 0 0,-6 7 1 0 0,8-7-44 0 0,0 2 52 0 0,-10 14 17 0 0,9-14-156 0 0,2 0 96 0 0,-9 16-42 0 0,8-16-129 0 0,1 0 7 0 0,-5 13 19 0 0,5-13-17 0 0,5-2 82 0 0,-1-2 106 0 0,0 0 0 0 0,-1 0 1 0 0,1 0-1 0 0,-1 0 0 0 0,0 1 1 0 0,1-1-1 0 0,-1 0 0 0 0,0 1 0 0 0,0-1 1 0 0,2 3-1 0 0,2-5-193 0 0,47-13 62 0 0,-44 10 77 0 0,1 1 0 0 0,0 0 0 0 0,0 0 0 0 0,14-1 0 0 0,-16 2-1 0 0,-2 1-64 0 0,2 0-92 0 0,19-4-28 0 0,-20 4 106 0 0,-1 2-7 0 0,15 3 0 0 0,-15-3 178 0 0,-1 2 161 0 0,1 1-137 0 0,-1 1 0 0 0,0-1 0 0 0,0 1 0 0 0,0 0-1 0 0,5 9 1 0 0,-7-10 140 0 0,-1 4-166 0 0,4 135 953 0 0,-2-44-834 0 0,-3-92-41 0 0,1-1 1 0 0,0 1 0 0 0,1 0 0 0 0,0-1 0 0 0,0 1 0 0 0,4 7 0 0 0,-4-9 9 0 0,-1-2-68 0 0,1 0 1 0 0,0 0 0 0 0,1 0 0 0 0,-1 0-1 0 0,0-1 1 0 0,1 1 0 0 0,-1-1 0 0 0,1 0-1 0 0,0 1 1 0 0,0-1 0 0 0,0-1 0 0 0,0 1-1 0 0,0 0 1 0 0,5 1 0 0 0,-6-2-98 0 0,0 0 32 0 0,0 0-1 0 0,0 1 1 0 0,-1-1 0 0 0,1 0-1 0 0,0 0 1 0 0,0-1-1 0 0,0 1 1 0 0,1 0-1 0 0,-1-1 1 0 0,0 1 0 0 0,2-1-1 0 0,20 4-523 0 0,42 9-1140 0 0,1-6-325 0 0,-5-1-671 0 0,-56-6 2047 0 0,0 1 117 0 0,20-1-42 0 0,-19 1-41 0 0,-1-3 191 0 0,-1 1 390 0 0,0 0-84 0 0,0 0 1 0 0,-1-1 0 0 0,1 1 0 0 0,-1-1-1 0 0,1 0 1 0 0,-1 0 0 0 0,0 0 0 0 0,0-1-1 0 0,0 1 1 0 0,0-1 0 0 0,7-6 0 0 0,6-10 257 0 0,-2 0 1 0 0,24-37 0 0 0,-24 32 1410 0 0,-2-1 0 0 0,12-31 0 0 0,-1 5 1719 0 0,-22 46-1150 0 0,-1 6-2121 0 0,0 0 0 0 0,1-1 0 0 0,-1 1 0 0 0,1 0-1 0 0,-1 0 1 0 0,0 0 0 0 0,0 0 0 0 0,0 0 0 0 0,1 0-1 0 0,-1 0 1 0 0,0 0 0 0 0,1 1 0 0 0,-2-1 11 0 0,5 7 161 0 0,17 75-3323 0 0,-20-78 1577 0 0,-1 1-274 0 0,6 17-1010 0 0,-5-17 401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44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96 4116 0 0,'-23'-34'5625'0'0,"2"11"79"0"0,-2 0-2331 0 0,1 8-3513 0 0,12 40-15110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45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270 893 524 0 0,'3'-6'1031'0'0,"0"2"547"0"0,-1-1 0 0 0,1 1 0 0 0,-1-1-1 0 0,0 0 1 0 0,0 1 0 0 0,-1-1 0 0 0,2-8-1 0 0,-3 13-1556 0 0,0-1-1 0 0,0 0 1 0 0,0 1-1 0 0,0-1 1 0 0,0 0-1 0 0,0 0 1 0 0,0 1-1 0 0,-1-1 1 0 0,1 0-1 0 0,0 1 1 0 0,0-1-1 0 0,-1 0 1 0 0,1 1-1 0 0,0-1 1 0 0,-1 1-1 0 0,1-1 1 0 0,-1 0 0 0 0,1 1-1 0 0,-2-1 1 0 0,-4-13 1276 0 0,0 13-1185 0 0,-15-4 30 0 0,16 3 455 0 0,-1 2-543 0 0,-16-1 21 0 0,16 0 369 0 0,0 2-343 0 0,-18 1-4 0 0,18-1 4 0 0,-18 15-171 0 0,21-15 78 0 0,0 1 1 0 0,0-1 0 0 0,0 1-1 0 0,0 0 1 0 0,0 0-1 0 0,1 0 1 0 0,-1 0-1 0 0,-4 5 1 0 0,-51 72 395 0 0,46-57-225 0 0,1 0 0 0 0,1 0 1 0 0,2 1-1 0 0,0 0 0 0 0,-6 31 0 0 0,12-48-18 0 0,2 0 129 0 0,0 18-46 0 0,0-17-37 0 0,2-3 96 0 0,-1-2-254 0 0,1 0 1 0 0,-1 0 0 0 0,0 0 0 0 0,1 0 0 0 0,-1 0 0 0 0,1-1-1 0 0,0 1 1 0 0,0 0 0 0 0,0-1 0 0 0,0 1 0 0 0,0-1 0 0 0,0 1-1 0 0,0-1 1 0 0,0 0 0 0 0,5 2 0 0 0,-3-2-125 0 0,1-3-86 0 0,6-3 35 0 0,-1-1 0 0 0,0-1 0 0 0,-1 0 0 0 0,0 0-1 0 0,0-1 1 0 0,0 0 0 0 0,12-15 0 0 0,17-17 360 0 0,-35 37-367 0 0,-1-1-63 0 0,13-16 448 0 0,-11 23-158 0 0,14 8 47 0 0,-13-8-7 0 0,-3 2-42 0 0,21 42-90 0 0,-20-42 48 0 0,1-1 99 0 0,10 12 36 0 0,-11-13-101 0 0,17 4-24 0 0,-16-5-26 0 0,1-1 89 0 0,1-2-122 0 0,5-1-19 0 0,0-1 0 0 0,0-1 0 0 0,0 0 1 0 0,0 0-1 0 0,-1-1 0 0 0,0 0 1 0 0,0-1-1 0 0,0 0 0 0 0,16-15 0 0 0,-12 9-95 0 0,-1-1 0 0 0,0-1 0 0 0,-2 0 0 0 0,1 0 0 0 0,15-28 0 0 0,-11 12-73 0 0,-1-1-1 0 0,-2 0 1 0 0,-1-1-1 0 0,-1 0 1 0 0,-2-1-1 0 0,7-49 1 0 0,-6-9 191 0 0,-5 0 0 0 0,-3 0 0 0 0,-5 0 0 0 0,-3 0 0 0 0,-22-104 0 0 0,27 190 62 0 0,0-1 78 0 0,-5-26 25 0 0,1 35-162 0 0,-15 8-18 0 0,20-10 11 0 0,0-1 0 0 0,-1 0-1 0 0,1 0 1 0 0,-1 1-1 0 0,1-1 1 0 0,-1 0 0 0 0,1 1-1 0 0,0-1 1 0 0,-1 0-1 0 0,1 1 1 0 0,0-1-1 0 0,-1 0 1 0 0,1 1 0 0 0,0-1-1 0 0,-1 1 1 0 0,1-1-1 0 0,0 1 1 0 0,0-1 0 0 0,0 1-1 0 0,-1-1 1 0 0,1 1-1 0 0,0-1 1 0 0,0 2-1 0 0,-13 43 160 0 0,2 1-1 0 0,2 0 1 0 0,-4 83-1 0 0,10 151 194 0 0,5-234-220 0 0,2 0 1 0 0,1 0-1 0 0,3 0 1 0 0,21 72 0 0 0,-23-100-61 0 0,1 0 0 0 0,0 0 1 0 0,1-1-1 0 0,1 0 0 0 0,1 0 1 0 0,0-1-1 0 0,1-1 0 0 0,1 0 1 0 0,0 0-1 0 0,1-1 0 0 0,0-1 1 0 0,2 0-1 0 0,29 21 0 0 0,-35-28-55 0 0,0-1 1 0 0,0 0-1 0 0,0 0 0 0 0,0-1 0 0 0,1 0 0 0 0,0-1 0 0 0,-1 0 0 0 0,1 0 1 0 0,0-1-1 0 0,1-1 0 0 0,-1 0 0 0 0,0 0 0 0 0,0-1 0 0 0,1 0 0 0 0,-1-1 1 0 0,0 0-1 0 0,0 0 0 0 0,0-1 0 0 0,13-5 0 0 0,-3-3-9 0 0,-1-1-1 0 0,0 0 1 0 0,-1-2-1 0 0,-1 0 1 0 0,0-1 0 0 0,-1-1-1 0 0,25-28 1 0 0,-21 16-32 0 0,-5 3-137 0 0,-3 5 209 0 0,-1 0 0 0 0,0-1 0 0 0,-2 0 0 0 0,12-36 0 0 0,-21 56-49 0 0,2-5 308 0 0,-2-1-309 0 0,0-23 132 0 0,-6 29-143 0 0,-20 2-81 0 0,22 2 38 0 0,-6 6 49 0 0,0 0 0 0 0,1 1 0 0 0,0 0 0 0 0,-11 18 0 0 0,-2 24 222 0 0,15-32-58 0 0,3 6-16 0 0,3-21-67 0 0,0 1-1 0 0,1 0 0 0 0,0-1 0 0 0,0 1 0 0 0,0 0 1 0 0,1-1-1 0 0,0 1 0 0 0,1 0 0 0 0,-1-1 0 0 0,1 1 1 0 0,0-1-1 0 0,1 0 0 0 0,0 0 0 0 0,0 0 0 0 0,0 0 1 0 0,0 0-1 0 0,8 9 0 0 0,1-3 5 0 0,0-1 0 0 0,0 0 0 0 0,1-1 0 0 0,0 0-1 0 0,1-1 1 0 0,0 0 0 0 0,1-1 0 0 0,27 10 0 0 0,-23-12-259 0 0,2-1 1 0 0,-1-1-1 0 0,25 2 0 0 0,26-4-3726 0 0,-48-4 2297 0 0,14-9-9655 0 0,-33 9 10504 0 0,0 0-2963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46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72 4768 0 0,'-7'1'2686'0'0,"-24"4"-324"0"0,23-4-262 0 0,1-1-215 0 0,-7 1-1698 0 0,-36-2 7796 0 0,45 1-6560 0 0,8-3-883 0 0,12-6-303 0 0,0 1 1 0 0,0 1 0 0 0,20-8-1 0 0,26-4-2795 0 0,-11 8-2697 0 0,-4 5-3691 0 0,-40 6 4249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12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0 424 0 0,'0'0'5174'0'0,"-4"3"-4017"0"0,-4 4-1087 0 0,-17 17 5974 0 0,23-21-3731 0 0,1-3-2263 0 0,0 1 0 0 0,1-1 0 0 0,-1 0 0 0 0,1 1 0 0 0,-1-1 0 0 0,0 1 0 0 0,1-1 0 0 0,-1 0 0 0 0,1 1 0 0 0,-1-1 0 0 0,1 1 0 0 0,-1-1 0 0 0,1 1 0 0 0,0 0 0 0 0,-1-1 0 0 0,1 1 0 0 0,0-1 0 0 0,-1 1 0 0 0,1 0 0 0 0,0-1 0 0 0,0 1 0 0 0,0 0 0 0 0,-1-1 0 0 0,1 1 0 0 0,0 0 0 0 0,0 0 0 0 0,0-1 0 0 0,0 1 0 0 0,0 0 0 0 0,1 0 0 0 0,22-7-825 0 0,43-16-9111 0 0,-60 19 7243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12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37 1348 0 0,'0'0'8440'0'0,"-3"2"-6583"0"0,-7 5 2397 0 0,20-17-1700 0 0,-7 8-3388 0 0,1-2 829 0 0,1 1-596 0 0,5-3 236 0 0,28-12-8640 0 0,-33 16 4790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14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35 3832 0 0,'0'0'4284'0'0,"2"-4"-2626"0"0,1-1-1088 0 0,1-2 34 0 0,0-1 3948 0 0,-9 6-4575 0 0,-15-4 13 0 0,15 4 225 0 0,-1 4-168 0 0,-18 4-7 0 0,18-4 46 0 0,1-1-62 0 0,-80 19-262 0 0,80-19 522 0 0,-1-1-282 0 0,-63 1 1865 0 0,2-6-929 0 0,66 5-939 0 0,1 0 0 0 0,-1 0 0 0 0,1 0 1 0 0,-1 0-1 0 0,1 1 0 0 0,-1-1 0 0 0,0 0 1 0 0,1 0-1 0 0,-1 1 0 0 0,1-1 0 0 0,-1 0 1 0 0,1 1-1 0 0,0-1 0 0 0,-1 0 0 0 0,1 1 0 0 0,-1-1 1 0 0,1 1-1 0 0,0-1 0 0 0,-1 1 0 0 0,1-1 1 0 0,0 1-1 0 0,-1-1 0 0 0,1 1 0 0 0,0-1 1 0 0,-1 1-1 0 0,1 0-2 0 0,0-1 0 0 0,0 1 0 0 0,0-1 0 0 0,-1 1 0 0 0,1-1 0 0 0,0 1 0 0 0,0-1 0 0 0,-1 1 0 0 0,1-1 0 0 0,0 1 0 0 0,-1-1 0 0 0,1 0 0 0 0,-1 1 0 0 0,1-1 0 0 0,0 0 0 0 0,-1 1 0 0 0,1-1 0 0 0,-1 0 0 0 0,1 0 0 0 0,-1 1 0 0 0,1-1 0 0 0,-1 0 0 0 0,1 0 0 0 0,-1 0 0 0 0,1 0 0 0 0,-1 1 0 0 0,0-1 0 0 0,-1 6-89 0 0,-8 58 260 0 0,7-15-225 0 0,4 55 0 0 0,66 480 1186 0 0,-20-241 245 0 0,-25-200-985 0 0,76 412 1038 0 0,-75-385-1179 0 0,-20-145-236 0 0,1 52 190 0 0,1-20-102 0 0,5 21 187 0 0,-10-76-277 0 0,1 0 1 0 0,-1-1 0 0 0,0 1 0 0 0,0 0 0 0 0,1 0-1 0 0,-1-1 1 0 0,0 1 0 0 0,-1 0 0 0 0,1 0 0 0 0,0 0 0 0 0,0-1-1 0 0,-1 1 1 0 0,0 2 0 0 0,0-3-4 0 0,1 1 0 0 0,-1 0 0 0 0,1-1 0 0 0,0 1 0 0 0,0 0 1 0 0,-1-1-1 0 0,1 1 0 0 0,0 0 0 0 0,0-1 0 0 0,1 1 0 0 0,-1 0 0 0 0,0-1 0 0 0,1 3 0 0 0,-1-2-5 0 0,9 143 147 0 0,-7-80-10 0 0,2 30-91 0 0,-2-62 56 0 0,1 196 442 0 0,-3-223-434 0 0,0 0-72 0 0,-2 49 40 0 0,2-49-57 0 0,-1 0-54 0 0,-1 57 82 0 0,2-57 26 0 0,-1 0-29 0 0,0 22 1843 0 0,1-27-1887 0 0,0-1 0 0 0,0 1 0 0 0,0-1-1 0 0,0 1 1 0 0,1-1 0 0 0,-1 1 0 0 0,0-1 0 0 0,0 1-1 0 0,0-1 1 0 0,0 1 0 0 0,1-1 0 0 0,-1 1 0 0 0,0-1 0 0 0,0 0-1 0 0,1 1 1 0 0,-1-1 0 0 0,0 1 0 0 0,1-1 0 0 0,-1 0-1 0 0,1 1 1 0 0,-1-1 0 0 0,0 0 0 0 0,1 1 0 0 0,0-1 0 0 0,0 0 7 0 0,-1 1 0 0 0,0-1 0 0 0,1 0 1 0 0,-1 1-1 0 0,1-1 0 0 0,-1 0 1 0 0,1 1-1 0 0,-1-1 0 0 0,0 0 1 0 0,1 1-1 0 0,-1-1 0 0 0,0 1 1 0 0,0-1-1 0 0,1 1 0 0 0,-1-1 0 0 0,0 0 1 0 0,0 1-1 0 0,1-1 0 0 0,-1 1 1 0 0,0-1-1 0 0,0 1 0 0 0,0 0 1 0 0,0-1-1 0 0,0 1 0 0 0,5-2-23 0 0,17-5 20 0 0,-17 4 83 0 0,2 0-59 0 0,122-39-11 0 0,-68 18 12 0 0,-56 22-90 0 0,1-1 59 0 0,20-6-34 0 0,-19 5-37 0 0,-2 3 22 0 0,14-4 44 0 0,-15 3-61 0 0,2 0 40 0 0,15-3-61 0 0,-15 3 59 0 0,-1 0-84 0 0,8-1 1511 0 0,20-3-5477 0 0,9-1-4704 0 0,-36 6 4568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15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87 1464 0 0,'-2'-5'1302'0'0,"-5"-19"7190"0"0,3-1-7284 0 0,3 20 3064 0 0,-1 1-4254 0 0,-5-15 196 0 0,5 14 1082 0 0,4 9-1698 0 0,7 12 301 0 0,-7-12 68 0 0,1-1 83 0 0,97 101 681 0 0,-72-76-358 0 0,-25-25-212 0 0,1 1-30 0 0,9 11-94 0 0,-10-11 151 0 0,-1-3-215 0 0,-1 0 0 0 0,1 0 0 0 0,-1 0 0 0 0,1 0 0 0 0,-1 1 0 0 0,1-1-1 0 0,-1 0 1 0 0,0 1 0 0 0,1-1 0 0 0,0 3 0 0 0,2 0 107 0 0,-1-1-231 0 0,10 8 598 0 0,27 21-5329 0 0,-36-30 2913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15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421 29 736 0 0,'0'0'10996'0'0,"-2"-4"-10247"0"0,-2-16-134 0 0,3 15 3835 0 0,-4 10-4460 0 0,-9 13 110 0 0,1 0 0 0 0,0 1 1 0 0,2 1-1 0 0,-17 37 0 0 0,9-19 41 0 0,-5 11-51 0 0,-14 28 1334 0 0,-94 140-1 0 0,129-214-1333 0 0,-1 1 39 0 0,-13 10 51 0 0,13-10-49 0 0,0-2-93 0 0,-75 26-3656 0 0,74-27 1103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16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0 2460 0 0,'0'0'16530'0'0,"-1"6"-16340"0"0,-5 16-150 0 0,5-17 86 0 0,0 1-46 0 0,-14 107 1155 0 0,9-74-258 0 0,2 0 1 0 0,1 49-1 0 0,3-82-549 0 0,-1 0-313 0 0,0 0-385 0 0,0 0 2109 0 0,0-2-3643 0 0,1 1-3403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17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26 1588 0 0,'0'0'13041'0'0,"-2"-4"-12570"0"0,-5-13 111 0 0,5 13 1560 0 0,3 9-2644 0 0,4 23 325 0 0,-4-24 136 0 0,19 41 340 0 0,-18-41-338 0 0,1 1-176 0 0,7 14 205 0 0,-8-15 227 0 0,1 0-46 0 0,8 12-104 0 0,-9-12-38 0 0,2 1 41 0 0,35 36-104 0 0,-36-37-37 0 0,-1-2 113 0 0,0 1 1 0 0,-1-1-1 0 0,1 0 1 0 0,0 0-1 0 0,0 0 1 0 0,0-1-1 0 0,1 1 1 0 0,-1 0-1 0 0,0-1 1 0 0,1 1-1 0 0,2 0 1 0 0,10 8 21 0 0,-9-9-122 0 0,18 2-44 0 0,-18-2 219 0 0,-2-2-234 0 0,14-5-20 0 0,-14 5-54 0 0,-4 0 81 0 0,0 1 113 0 0,1 0 0 0 0,-1-1-1 0 0,0 1 1 0 0,0-1-1 0 0,0 1 1 0 0,1-1 0 0 0,-1 1-1 0 0,0 0 1 0 0,1-1 0 0 0,-1 1-1 0 0,0 0 1 0 0,1-1 0 0 0,-1 1-1 0 0,0 0 1 0 0,1-1-1 0 0,-1 1 1 0 0,1 0 0 0 0,-1 0-1 0 0,0-1 1 0 0,1 1 0 0 0,-1 0-1 0 0,1 0 1 0 0,-1 0 0 0 0,1 0-1 0 0,0-1 1 0 0,-1 1-2 0 0,1 0 0 0 0,-1 0 0 0 0,1 0 0 0 0,-1 0 0 0 0,1 0 0 0 0,-1 0 0 0 0,1-1 0 0 0,-1 1 0 0 0,0 0 0 0 0,1 0 0 0 0,-1-1 0 0 0,1 1 0 0 0,-1 0 0 0 0,0 0 0 0 0,1-1 0 0 0,-1 1 0 0 0,0 0 0 0 0,1-1 0 0 0,-1 1 0 0 0,0-1 0 0 0,0 1 0 0 0,1 0 0 0 0,-1-1 0 0 0,0 1 0 0 0,0-1 0 0 0,1 0 0 0 0,-1 0 3 0 0,0 1 0 0 0,0-1 0 0 0,0 1 0 0 0,0-1 0 0 0,0 0 0 0 0,0 1 0 0 0,0-1 0 0 0,0 1 0 0 0,1-1 0 0 0,-1 0 0 0 0,0 1 0 0 0,1-1 0 0 0,-1 1 0 0 0,0-1 0 0 0,1 1 0 0 0,-1-1 0 0 0,0 1 0 0 0,1-1 0 0 0,-1 1 0 0 0,1 0 0 0 0,0-1 0 0 0,11-16 36 0 0,-3-2-86 0 0,-6 14-80 0 0,-1 1 182 0 0,10-49 1046 0 0,-12 48-774 0 0,-3 9-512 0 0,-7 13 321 0 0,1-1 0 0 0,-11 32-1 0 0,-41 131 70 0 0,60-175-292 0 0,-1 1-306 0 0,-2 12-1484 0 0,-3 30-8813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17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 2728 0 0,'0'0'2903'0'0,"3"-3"-460"0"0,10-12-477 0 0,-9 12 1444 0 0,-2-1-2851 0 0,8-10-124 0 0,-7 11 566 0 0,0 0-801 0 0,9-8 112 0 0,-9 8-100 0 0,3 2-77 0 0,24-1 23 0 0,-30 2-153 0 0,1 0 1 0 0,-1 0 0 0 0,0 0-1 0 0,1 0 1 0 0,-1 1 0 0 0,1-1 0 0 0,-1 0-1 0 0,1 0 1 0 0,-1 1 0 0 0,0-1 0 0 0,1 0-1 0 0,-1 1 1 0 0,0-1 0 0 0,1 0-1 0 0,-1 1 1 0 0,0-1 0 0 0,1 1 0 0 0,-1-1-1 0 0,0 0 1 0 0,0 1 0 0 0,1-1 0 0 0,-1 1-1 0 0,0-1 1 0 0,0 1 0 0 0,0-1 0 0 0,0 1-1 0 0,0 0 5 0 0,0-1 0 0 0,1 1 0 0 0,-1-1-1 0 0,0 1 1 0 0,0-1 0 0 0,0 1 0 0 0,0-1-1 0 0,1 0 1 0 0,-1 1 0 0 0,0-1 0 0 0,0 1 0 0 0,1-1-1 0 0,-1 0 1 0 0,0 1 0 0 0,1-1 0 0 0,-1 0-1 0 0,0 1 1 0 0,1-1 0 0 0,-1 0 0 0 0,1 1 0 0 0,-1-1-1 0 0,0 0 1 0 0,1 0 0 0 0,-1 0 0 0 0,1 1-1 0 0,0-1 1 0 0,1 4 120 0 0,4 13 4 0 0,-5-13 33 0 0,0 4 115 0 0,-1 38-28 0 0,-1 1 0 0 0,-3-1 0 0 0,-1 1 0 0 0,-16 61-1 0 0,12-82 72 0 0,6-20-254 0 0,0-1 297 0 0,3 1 2 0 0,-2 17 17 0 0,1-17 431 0 0,1 0-460 0 0,8 44 1220 0 0,-7-46-1168 0 0,3-2-203 0 0,14 6-51 0 0,-13-6 32 0 0,1-1-90 0 0,18 2-54 0 0,-17-2-8 0 0,-2 0 33 0 0,64 1 110 0 0,-50 1 182 0 0,12 6-5785 0 0,-24-6 4397 0 0,-2-2-1900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18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 4664 0 0,'0'0'9029'0'0,"-27"9"-5572"0"0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18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3492 0 0,'0'0'5501'0'0,"1"5"-3539"0"0,4 16-184 0 0,-4-16 2912 0 0,5 21-3782 0 0,-5-21-872 0 0,-2 1-7777 0 0,-1 21 4338 0 0,2-20-392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19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72 2420 0 0,'0'0'10811'0'0,"0"-5"-9904"0"0,-2-17-113 0 0,1 17 3236 0 0,6 6-3695 0 0,13 5-133 0 0,-13-4 53 0 0,-1 1-93 0 0,15 16 126 0 0,38 25 0 0 0,-53-41-344 0 0,1-1-57 0 0,15 5 87 0 0,-15-5-87 0 0,0-3-77 0 0,6-1 111 0 0,0-1 0 0 0,-1 0-1 0 0,0-1 1 0 0,0 0 0 0 0,0-1 0 0 0,0 0 0 0 0,0-1 0 0 0,-1 0-1 0 0,0 0 1 0 0,13-12 0 0 0,-18 15 128 0 0,-1-2 32 0 0,11-12 264 0 0,-10 13 358 0 0,-1 0-269 0 0,9-12-122 0 0,-9 12 338 0 0,3 0-486 0 0,3-3-152 0 0,-9 7-4 0 0,0 0 0 0 0,0 0 1 0 0,0-1-1 0 0,0 1 0 0 0,0 0 0 0 0,0 0 0 0 0,0 0 1 0 0,0 0-1 0 0,0 0 0 0 0,0 0 0 0 0,0 0 0 0 0,1 0 0 0 0,-1 0 1 0 0,0 0-1 0 0,0 0 0 0 0,0 0 0 0 0,0 0 0 0 0,0 0 0 0 0,0 0 1 0 0,0-1-1 0 0,0 1 0 0 0,1 0 0 0 0,-1 0 0 0 0,0 0 0 0 0,0 0 1 0 0,0 0-1 0 0,0 0 0 0 0,0 0 0 0 0,0 1 0 0 0,0-1 0 0 0,1 0 1 0 0,-1 0-1 0 0,0 0 0 0 0,0 0 0 0 0,0 0 0 0 0,0 0 0 0 0,0 0 1 0 0,0 0-1 0 0,0 0 0 0 0,0 0 0 0 0,1 0 0 0 0,-1 0 1 0 0,0 0-1 0 0,0 0 0 0 0,0 0 0 0 0,0 1 0 0 0,0-1 0 0 0,0 0 1 0 0,0 0-1 0 0,0 0 0 0 0,0 0 0 0 0,0 0 0 0 0,0 0 0 0 0,0 0 1 0 0,0 0-1 0 0,0 0 0 0 0,0 1 0 0 0,0-1 0 0 0,0 0 0 0 0,-4 45 220 0 0,-3 0 0 0 0,-1 0-1 0 0,-25 73 1 0 0,27-95-81 0 0,-98 252 4148 0 0,102-269-4086 0 0,-2-2-59 0 0,-10 12-166 0 0,10-12-184 0 0,-1-2-1697 0 0,-14 6 558 0 0,14-5-85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19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1 124 1504 0 0,'0'0'7948'0'0,"0"-6"-6109"0"0,6-49 3839 0 0,-4 50-4871 0 0,-2 4-798 0 0,0 1 1 0 0,0-1 0 0 0,0 1 0 0 0,0-1 0 0 0,0 0-1 0 0,0 1 1 0 0,0-1 0 0 0,1 1 0 0 0,-1-1-1 0 0,0 1 1 0 0,0-1 0 0 0,1 1 0 0 0,-1-1 0 0 0,0 1-1 0 0,1-1 1 0 0,-1 1 0 0 0,1-1 0 0 0,-1 1 0 0 0,0-1-1 0 0,1 1 1 0 0,-1 0 0 0 0,1-1 0 0 0,0 1-1 0 0,8-12 585 0 0,-6 14-567 0 0,11 8 54 0 0,-10-8 80 0 0,-3 3 149 0 0,23 75 652 0 0,-23-75-755 0 0,1 2 1 0 0,4 21-148 0 0,-5-21 79 0 0,0-2-14 0 0,-1-3-208 0 0,1 5 662 0 0,0 0 0 0 0,0 0 1 0 0,0 0-1 0 0,1 0 0 0 0,4 9 0 0 0,-6-17-574 0 0,-1 0-1 0 0,1 1 1 0 0,0-1 0 0 0,0 0-1 0 0,0 1 1 0 0,0-1-1 0 0,0 0 1 0 0,0 1 0 0 0,0-1-1 0 0,0 0 1 0 0,0 1-1 0 0,1-1 1 0 0,-1 1 0 0 0,0-1-1 0 0,0 0 1 0 0,0 1-1 0 0,1-1 1 0 0,-1 0 0 0 0,0 1-1 0 0,1-1 1 0 0,-1 1-1 0 0,1-1 1 0 0,4-12 93 0 0,-2-6-7 0 0,5-7 164 0 0,-4 5-113 0 0,1 0 0 0 0,0 0 0 0 0,16-35 0 0 0,-19 52-110 0 0,-1 3-32 0 0,-1-1 0 0 0,0 1 1 0 0,1-1-1 0 0,0 1 0 0 0,-1-1 1 0 0,1 1-1 0 0,0-1 0 0 0,0 1 1 0 0,0 0-1 0 0,0-1 0 0 0,0 1 1 0 0,2-2-1 0 0,-1 1 3 0 0,0-3 0 0 0,2 3 64 0 0,13-8 72 0 0,-13 7 39 0 0,2 4-142 0 0,20 3 13 0 0,-19-4-24 0 0,0 3-67 0 0,44 18-1205 0 0,7 8-4660 0 0,-54-26 2959 0 0,1 0-1172 0 0,13 7 304 0 0,-14-8-606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21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67 355 376 0 0,'-6'-24'2094'0'0,"5"20"1979"0"0,-2 0-3265 0 0,-7-12 139 0 0,7 12 1048 0 0,1 0-1412 0 0,-19-39 2072 0 0,19 39-1685 0 0,1-1-584 0 0,-16-44 2061 0 0,17 47-2427 0 0,0 0 0 0 0,0 0 0 0 0,0 0 1 0 0,0 1-1 0 0,0-1 0 0 0,0 0 1 0 0,0 0-1 0 0,1 0 0 0 0,-1 0 0 0 0,0 1 1 0 0,1-1-1 0 0,1-3 0 0 0,-2 4 21 0 0,1-5 111 0 0,4 2-136 0 0,18-16 66 0 0,38-24-1 0 0,-57 42-59 0 0,14-10-8 0 0,0 2-1 0 0,1 0 0 0 0,1 1 0 0 0,39-12 1 0 0,44-6-182 0 0,-98 26 46 0 0,1 0 40 0 0,20-1 37 0 0,-20 2 165 0 0,0 0-162 0 0,19 0-72 0 0,-19 0-8 0 0,-1 2 42 0 0,1 3 167 0 0,-1 0-1 0 0,1 0 1 0 0,0 0 0 0 0,-1 1 0 0 0,0-1-1 0 0,-1 1 1 0 0,1 1 0 0 0,-1-1 0 0 0,0 1-1 0 0,-1-1 1 0 0,6 13 0 0 0,4 16 292 0 0,11 40 0 0 0,-24-74-367 0 0,151 745 2858 0 0,-135-648-2599 0 0,100 729 1990 0 0,-59-89-828 0 0,-26-281-1074 0 0,-28-371-203 0 0,-2-25-131 0 0,-1-37 19 0 0,-1-17 8 0 0,2 0 25 0 0,-1 25-13 0 0,1-25-81 0 0,-2-1-4 0 0,1 17 23 0 0,-1-17 69 0 0,1 0-37 0 0,0 18 31 0 0,0-18 301 0 0,0 0-297 0 0,-3 15-37 0 0,3-16 139 0 0,-1 0-185 0 0,-4 17-43 0 0,4-17 28 0 0,-1-1-202 0 0,-19 39 133 0 0,19-39 927 0 0,-12 16 506 0 0,-21-21-1053 0 0,29 1-256 0 0,-2-1 31 0 0,-67-4-620 0 0,-101-22 0 0 0,90 8-3785 0 0,5-2-4898 0 0,55 12 4205 0 0,1-6-1468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21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83 88 0 0,'0'0'22723'0'0,"2"-4"-22431"0"0,-1 2-294 0 0,-1-1 0 0 0,2 1 0 0 0,-1 0 1 0 0,0 0-1 0 0,0 0 0 0 0,1 0 0 0 0,-1 0 0 0 0,1 0 0 0 0,0 0 1 0 0,-1 0-1 0 0,1 1 0 0 0,0-1 0 0 0,0 1 0 0 0,0-1 1 0 0,0 1-1 0 0,0 0 0 0 0,0 0 0 0 0,1 0 0 0 0,-1 0 0 0 0,0 0 1 0 0,3 0-1 0 0,76-24-5002 0 0,-23 13-5210 0 0,-30 7 5797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22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 0 0,'0'0'18767'0'0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24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0 248 2216 0 0,'0'-74'6188'0'0,"0"68"-4859"0"0,6-66 4512 0 0,-5 67-5286 0 0,5-51 3331 0 0,-6 50 300 0 0,1 1-4211 0 0,4-14-25 0 0,-4 14 89 0 0,2 9-184 0 0,57 79 602 0 0,289 383 888 0 0,-318-428-1197 0 0,103 121-8 0 0,-81-94 405 0 0,-50-62-617 0 0,-2-1-22 0 0,1-1 0 0 0,-1 0 0 0 0,1 0 0 0 0,-1 1 0 0 0,0-1 0 0 0,1 1 1 0 0,-1-1-1 0 0,0 1 0 0 0,1 2 0 0 0,1 0-910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24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591 175 784 0 0,'-11'-27'11339'0'0,"10"22"-10080"0"0,-6-13-275 0 0,5 13 2964 0 0,0 1-3398 0 0,-17-39 1467 0 0,17 38-1867 0 0,0 1-310 0 0,-5-17-1576 0 0,9 17 1685 0 0,26-27-878 0 0,-25 29 986 0 0,3 1-479 0 0,16-3 334 0 0,-16 4 140 0 0,-1 0-244 0 0,17 3 349 0 0,-17-3 3983 0 0,-7 5-3818 0 0,-14 21 272 0 0,-1 0 0 0 0,-40 45 0 0 0,8-12-135 0 0,-104 127 261 0 0,-26 35 164 0 0,86-87-484 0 0,63-94-579 0 0,27-36-100 0 0,0 1-158 0 0,-12 17-304 0 0,12-17-177 0 0,0-1-1585 0 0,-8 14 902 0 0,9-14-1157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25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96 3408 0 0,'-23'16'18267'0'0,"19"-14"-17689"0"0,-11 6-65 0 0,11-6 792 0 0,8-6-1114 0 0,12-10-1145 0 0,0 2 0 0 0,31-19 0 0 0,-1 10-753 0 0,34-10-6737 0 0,-57 22 4792 0 0,-19 7-517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25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33 100 112 0 0,'-3'3'4092'0'0,"-10"9"-985"0"0,10-9-634 0 0,0 0-535 0 0,-7 4 6785 0 0,12-13-3825 0 0,2-1-6868 0 0,-2 3 1995 0 0,1 1-1 0 0,0 0 0 0 0,0 0 1 0 0,1 0-1 0 0,-1 0 0 0 0,1 1 1 0 0,-1-1-1 0 0,1 1 0 0 0,0 0 0 0 0,0 0 1 0 0,4-2-1 0 0,-5 3-87 0 0,26-13-2501 0 0,59-21-1 0 0,-41 17-4084 0 0,-35 14 2773 0 0,29-5-644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27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361 117 188 0 0,'1'-5'2690'0'0,"3"-20"7014"0"0,-3 20-9046 0 0,4-14-141 0 0,-4 15 2218 0 0,-3-1-2490 0 0,0 2-197 0 0,1 2-34 0 0,0 0 1 0 0,0-1-1 0 0,1 1 0 0 0,-1 0 0 0 0,0 0 0 0 0,0-1 1 0 0,1 1-1 0 0,-1-1 0 0 0,1 1 0 0 0,0 0 0 0 0,-1-1 0 0 0,1-1 1 0 0,-6 2 26 0 0,-17-2 59 0 0,18 3-173 0 0,-1 0-7 0 0,-15 3 86 0 0,16-2 52 0 0,-1-1 15 0 0,-17 2 41 0 0,17-1-79 0 0,-2-1-29 0 0,-101 3 1014 0 0,104-4-830 0 0,-1 1 111 0 0,-15-4-166 0 0,15 4 137 0 0,1-2-108 0 0,-15-3 87 0 0,15 3 318 0 0,1 1-345 0 0,-41-21 450 0 0,41 25-657 0 0,-11 12 60 0 0,11-11-52 0 0,2 48 234 0 0,25 523 1590 0 0,-14-429-1264 0 0,14 57 279 0 0,-3-35-391 0 0,7 111 105 0 0,16 260-69 0 0,-26-318-388 0 0,-2-46 23 0 0,10 220 285 0 0,-15-164 140 0 0,-9-226-167 0 0,-1 2-402 0 0,-10 128 224 0 0,9-129-162 0 0,1 28-108 0 0,0-27 132 0 0,0-1-83 0 0,1 60 266 0 0,9 3-313 0 0,-5-40 82 0 0,-3-24 46 0 0,-2 0-6 0 0,4 15-48 0 0,-3-15 144 0 0,0 1-132 0 0,11 55 317 0 0,-11-55-146 0 0,1-1-167 0 0,4 16-97 0 0,-5-15 175 0 0,0 0-150 0 0,13 48 123 0 0,-13-50 21 0 0,1 1-36 0 0,3 15-48 0 0,-3-15 281 0 0,0-1-276 0 0,6 12-37 0 0,-6-12 103 0 0,3-1-80 0 0,50 13 50 0 0,-49-16-72 0 0,2 0-45 0 0,1 1 27 0 0,31-4-174 0 0,148-33-5661 0 0,-156 27-1180 0 0,62-26 0 0 0,-56 16 103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28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67 2420 0 0,'0'0'15806'0'0,"1"-6"-15491"0"0,-3-50 3265 0 0,1 51-3064 0 0,1 12-460 0 0,10 294 2415 0 0,-2-157-1219 0 0,-4-88-652 0 0,-3-32-437 0 0,-1-18-54 0 0,1 1 85 0 0,0 2-274 0 0,3 23 520 0 0,-3-8-3122 0 0,1-19 175 0 0,4 0 3724 0 0,1 0-4753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32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84 1552 0 0,'0'0'6787'0'0,"-2"-4"-5452"0"0,-3-4-1205 0 0,-12-24 6044 0 0,15 28-4446 0 0,-1 1-1516 0 0,-18-20 6669 0 0,14 16-7614 0 0,4 5 779 0 0,1 8-519 0 0,-2 17 510 0 0,3-17-72 0 0,0 0 66 0 0,-6 62 447 0 0,2 0-1 0 0,8 111 1 0 0,2-103-40 0 0,4 22 167 0 0,-8-92-496 0 0,0 0 24 0 0,2 21 52 0 0,-2-20-40 0 0,0-2 5 0 0,0 3-1291 0 0,1 8 4196 0 0,0-3-4096 0 0,-1-3-4701 0 0,-1 0-6611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36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1292 0 0,'0'0'14351'0'0,"-5"1"-14267"0"0,-15 3 11 0 0,15-3 195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36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2880 0 0,'0'0'6801'0'0,"-7"33"-2073"0"0,9 1-6004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36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1996 0 0,'0'0'2497'0'0,"1"6"-373"0"0,3 18-478 0 0,-3-18 3191 0 0,-2 0-4226 0 0,-1 17-18 0 0,1-18 1298 0 0,1 1-1901 0 0,-3 18 3 0 0,3-19-289 0 0,6 21-10251 0 0,-5-21 8640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36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0 704 0 0,'0'0'24637'0'0,"-2"5"-24174"0"0,-5 12-98 0 0,5-12-48 0 0,2 0 6 0 0,0 18 45 0 0,0-18-7 0 0,0 4-105 0 0,-10 147 1795 0 0,9-148-1936 0 0,1-1-32 0 0,2 61 310 0 0,-2-61-232 0 0,1-2-239 0 0,1 1-61 0 0,0 4 107 0 0,-2 1-3848 0 0,2-16 475 0 0,5 1 3591 0 0,1-1-3605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56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26 2384 0 0,'0'0'2704'0'0,"1"-7"-358"0"0,-1 6-2643 0 0,-1-16 9931 0 0,-3 29-8808 0 0,2 0-697 0 0,0-1 1 0 0,0 1-1 0 0,2 0 1 0 0,-1 0-1 0 0,3 22 0 0 0,0 1 32 0 0,-4 92 491 0 0,4 142 188 0 0,17-43-2421 0 0,-13-204 135 0 0,-4-17 1061 0 0,-1 0-1019 0 0,2-1-619 0 0,9 13-1376 0 0,-9-12 324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57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17 2084 0 0,'0'0'3588'0'0,"3"-4"-2137"0"0,8-8 109 0 0,-19 26 995 0 0,-21 42 810 0 0,-19 57-2839 0 0,46-111-534 0 0,1-1 0 0 0,1 1 0 0 0,-1 0 1 0 0,0 0-1 0 0,0 0 0 0 0,1 0 0 0 0,-1 0 0 0 0,1-1 1 0 0,0 1-1 0 0,-1 0 0 0 0,1 0 0 0 0,0 0 0 0 0,0 3 1 0 0,-1 23 154 0 0,-2 36 447 0 0,3-56-348 0 0,3-4-160 0 0,-1 0-125 0 0,-1-2 58 0 0,1 0 0 0 0,-1 1 0 0 0,0-1 0 0 0,1 0 0 0 0,0 1-1 0 0,-1-1 1 0 0,1 0 0 0 0,0 0 0 0 0,0 0 0 0 0,0-1 0 0 0,1 1 0 0 0,-1 0 0 0 0,0-1-1 0 0,1 0 1 0 0,-1 1 0 0 0,1-1 0 0 0,-1 0 0 0 0,4 1 0 0 0,-1 0-83 0 0,21 3-470 0 0,16-4 58 0 0,-30-1 354 0 0,9-5-296 0 0,33-4 106 0 0,-49 8 178 0 0,0-2 100 0 0,1 0-78 0 0,-1 0-1 0 0,0 0 0 0 0,0 0 1 0 0,-1-1-1 0 0,1 0 0 0 0,7-8 1 0 0,-9 8 379 0 0,-3-3-226 0 0,-7-54 715 0 0,5 56-434 0 0,0 1-76 0 0,0-1-135 0 0,-1 0 0 0 0,0 0 0 0 0,1-1 0 0 0,0 1 0 0 0,0 0 0 0 0,1-1 0 0 0,-1 1 0 0 0,1-1 0 0 0,0 0 0 0 0,1 1 0 0 0,0-1 0 0 0,-1 0 0 0 0,2 1-1 0 0,-1-1 1 0 0,1 0 0 0 0,0 1 0 0 0,2-10 0 0 0,-1 10-94 0 0,1 1-62 0 0,1-2-13 0 0,1 0 0 0 0,0 0 0 0 0,0 1 0 0 0,1-1 0 0 0,-1 1 0 0 0,1 1 0 0 0,0-1 0 0 0,1 1 0 0 0,11-6 0 0 0,36-7-608 0 0,-23 11 375 0 0,64-3-1 0 0,-28 7 98 0 0,-60 2 258 0 0,0-1 110 0 0,64-1 2289 0 0,-74 6-2333 0 0,-17 19-78 0 0,11-13-41 0 0,0 0 0 0 0,1 1 1 0 0,0 0-1 0 0,1 0 0 0 0,-11 23 1 0 0,16-30 93 0 0,-2 26-132 0 0,4-24 173 0 0,1-1-69 0 0,1-1-47 0 0,-1-1 0 0 0,0 1 0 0 0,1-1 1 0 0,0 0-1 0 0,0 0 0 0 0,0 0 0 0 0,0 0 0 0 0,1 0 0 0 0,-1 0 0 0 0,1 0 0 0 0,-1-1 1 0 0,1 1-1 0 0,0-1 0 0 0,0 0 0 0 0,0 0 0 0 0,1 0 0 0 0,-1 0 0 0 0,0-1 0 0 0,1 1 0 0 0,-1-1 1 0 0,5 1-1 0 0,49 4 171 0 0,-28-8-412 0 0,-7-3 107 0 0,-6 0 99 0 0,0 0 0 0 0,0-1 0 0 0,17-9 0 0 0,-29 12-85 0 0,13-17 15 0 0,-21-12 81 0 0,3 29 2 0 0,0 1 0 0 0,0-1 0 0 0,0 1-1 0 0,-1-1 1 0 0,1 1 0 0 0,-1 0 0 0 0,1-1 0 0 0,-1 1 0 0 0,0 0-1 0 0,0 0 1 0 0,0 0 0 0 0,0 1 0 0 0,0-1 0 0 0,0 0 0 0 0,0 1-1 0 0,-1-1 1 0 0,-4-1 0 0 0,6 2-10 0 0,-2-2-107 0 0,-2 1-112 0 0,2 1-249 0 0,-9-6 955 0 0,2 6-6420 0 0,15-4 1718 0 0,2-10 2277 0 0,-5 11-1095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57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66 1152 0 0,'-1'-6'3229'0'0,"-1"-1"-3262"0"0,-11-41 8229 0 0,11 44-5470 0 0,-3 426-789 0 0,3-367-1078 0 0,4-30-773 0 0,-2-18 207 0 0,3-4-258 0 0,-3-2-6 0 0,2 0 6 0 0,-1 0 0 0 0,0 0 0 0 0,1 0 0 0 0,-1 0 0 0 0,0 0 0 0 0,0 1 0 0 0,0-1 0 0 0,0 1 0 0 0,0-1 0 0 0,0 0 0 0 0,1 4 0 0 0,3-6 172 0 0,5-2-242 0 0,0-1-1 0 0,0 0 1 0 0,0 0 0 0 0,-1-1 0 0 0,0 0 0 0 0,0-1-1 0 0,12-9 1 0 0,3-5-285 0 0,35-36-1 0 0,-3-1 279 0 0,-19 21-137 0 0,-34 33 38 0 0,1 0 34 0 0,10-10 141 0 0,-10 9 210 0 0,-1 1-207 0 0,8-6 366 0 0,-18 14 769 0 0,-26 30 161 0 0,-8 23-405 0 0,28-35-494 0 0,6-3-103 0 0,-2-1-72 0 0,7-14 83 0 0,2 2-22 0 0,-3 26 240 0 0,6-27-345 0 0,8 17-18 0 0,-2-13-52 0 0,15 4-687 0 0,0-1-1 0 0,0-1 0 0 0,1-1 1 0 0,1-2-1 0 0,37 10 0 0 0,25 10-4311 0 0,-59-21 819 0 0,-16-5 2519 0 0,7 5-2370 0 0,12 7 163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4:59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53 383 752 0 0,'-25'9'2676'0'0,"20"-7"2859"0"0,1-1-4172 0 0,3 0-1218 0 0,1-1 1 0 0,-1 0-1 0 0,1 0 0 0 0,-1 1 0 0 0,0-1 0 0 0,1 0 0 0 0,-1 0 0 0 0,1 0 1 0 0,-1 0-1 0 0,0 0 0 0 0,1 0 0 0 0,-1 1 0 0 0,1-1 0 0 0,-1-1 0 0 0,0 1 1 0 0,1 0-1 0 0,-1 0 0 0 0,1 0 0 0 0,-1 0 0 0 0,0 0 0 0 0,1-1 0 0 0,-1 1 1 0 0,1 0-1 0 0,-1 0 0 0 0,1-1 0 0 0,-1 1 0 0 0,1 0 0 0 0,-1-1 1 0 0,0 0-1 0 0,1-1-48 0 0,0 0 1 0 0,0 0 0 0 0,0 0 0 0 0,0 0 0 0 0,1 0 0 0 0,-1 0 0 0 0,1 0-1 0 0,-1 0 1 0 0,1 0 0 0 0,0 0 0 0 0,0 1 0 0 0,0-1 0 0 0,0 0 0 0 0,0 0-1 0 0,0 1 1 0 0,2-3 0 0 0,82-114 394 0 0,22-36-256 0 0,-59 72-518 0 0,-45 77 772 0 0,-33 8-522 0 0,24-3 90 0 0,2 4-6 0 0,-13 11 25 0 0,13-11 68 0 0,-5 29 188 0 0,10-31-320 0 0,-1-1 1 0 0,0 1-1 0 0,1 0 0 0 0,-1-1 1 0 0,1 1-1 0 0,0-1 0 0 0,0 1 1 0 0,-1-1-1 0 0,1 0 0 0 0,0 1 1 0 0,0-1-1 0 0,2 3 0 0 0,-1-2 31 0 0,1 2 7 0 0,0 0 0 0 0,1 0 0 0 0,-1 0 1 0 0,1-1-1 0 0,-1 1 0 0 0,1-1 0 0 0,0 0 1 0 0,1 0-1 0 0,-1-1 0 0 0,0 1 0 0 0,8 2 1 0 0,-4-1-79 0 0,33 21 129 0 0,-13-9 36 0 0,0 2 0 0 0,34 27 0 0 0,-55-38-177 0 0,-5-6 38 0 0,-1 0 0 0 0,1 0 0 0 0,-1 1 0 0 0,1-1 0 0 0,-1 0 0 0 0,0 1 0 0 0,0-1 0 0 0,0 1 0 0 0,1 0 0 0 0,-2-1 0 0 0,1 1 0 0 0,0 0 0 0 0,0 0 0 0 0,0-1 0 0 0,0 4 0 0 0,1 0-14 0 0,11 53 444 0 0,-13-55-396 0 0,1 0-1 0 0,-1-1 1 0 0,0 1-1 0 0,0 0 1 0 0,0 0 0 0 0,-1-1-1 0 0,1 1 1 0 0,-1 0-1 0 0,1-1 1 0 0,-1 1-1 0 0,0 0 1 0 0,-2 4 0 0 0,-1 3 39 0 0,-1 4 86 0 0,-1 0 0 0 0,-1-1 0 0 0,0 1 0 0 0,-1-1 0 0 0,0-1 0 0 0,-1 1 0 0 0,-1-2 0 0 0,0 1 0 0 0,0-1 0 0 0,-1-1 0 0 0,0 0 0 0 0,-1 0 0 0 0,0-1 0 0 0,-1-1 0 0 0,0 0 0 0 0,-20 10 0 0 0,11-8 82 0 0,19-8-252 0 0,0-1 0 0 0,0 0 0 0 0,1 0-1 0 0,-1 0 1 0 0,0 0 0 0 0,0 0 0 0 0,-1-1-1 0 0,1 1 1 0 0,-3-1 0 0 0,-20 2 39 0 0,11-2-3832 0 0,1-1 1 0 0,-28-4 0 0 0,35 3 51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30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80 588 0 0,'0'0'12269'0'0,"-3"-3"-11613"0"0,2 1-179 0 0,0 1 1 0 0,-1-1-1 0 0,1 1 0 0 0,0-1 0 0 0,0 0 1 0 0,1 1-1 0 0,-1-1 0 0 0,0 0 0 0 0,0 0 1 0 0,1 1-1 0 0,-1-1 0 0 0,1 0 0 0 0,0 0 0 0 0,0 0 1 0 0,-1 0-1 0 0,1 0 0 0 0,0 0 0 0 0,0 1 1 0 0,1-4-1 0 0,-1-3 439 0 0,4 6-884 0 0,0 0 51 0 0,0-1 1 0 0,1 1-1 0 0,-1-1 1 0 0,0 1-1 0 0,-1-1 1 0 0,1 0-1 0 0,0-1 1 0 0,3-3 0 0 0,-1 7-99 0 0,17 0-2 0 0,-17 0 93 0 0,0 0-156 0 0,19 0 16 0 0,-19 0-29 0 0,-5 1-60 0 0,1 0 146 0 0,-1 0 0 0 0,0 0 0 0 0,1 0 0 0 0,-1-1 0 0 0,1 1 1 0 0,-1 0-1 0 0,1-1 0 0 0,-1 1 0 0 0,1-1 0 0 0,-1 0 0 0 0,3 1 0 0 0,0 0-16 0 0,1 1-108 0 0,-1 0-106 0 0,28 31-96 0 0,-29-29 267 0 0,0 0 18 0 0,10 15 55 0 0,-9-14-62 0 0,-2 0-2 0 0,7 15 72 0 0,-6-14 26 0 0,-2-1-78 0 0,4 19-22 0 0,-4-18 73 0 0,-1 1-5 0 0,1 2-26 0 0,0 0 19 0 0,-1 1 0 0 0,0-1 1 0 0,0 1-1 0 0,-1-1 0 0 0,-3 15 0 0 0,-7 19 74 0 0,-3-2-27 0 0,8-25-25 0 0,-8 13 104 0 0,-29 48 0 0 0,40-73-93 0 0,0 0 45 0 0,-12 12-36 0 0,12-11 105 0 0,-1-2-175 0 0,-9 11-68 0 0,10-11-32 0 0,-1-15-2487 0 0,1-7 2205 0 0,7 14 7 0 0,107-142-1939 0 0,-77 102 1703 0 0,-6 0 645 0 0,-26 40-167 0 0,1 0 178 0 0,6-16-12 0 0,-7 16-10 0 0,1 1-32 0 0,6-13-54 0 0,-7 12 75 0 0,-1 4 20 0 0,-1-1 0 0 0,1 1 1 0 0,-1-1-1 0 0,1 1 0 0 0,0 0 0 0 0,-1-1 0 0 0,1 1 1 0 0,0 0-1 0 0,0-1 0 0 0,0 1 0 0 0,0 0 1 0 0,2-2-1 0 0,-1 2-12 0 0,0-3 86 0 0,-1 2-62 0 0,-1 1 0 0 0,1 0-1 0 0,-1-1 1 0 0,1 1 0 0 0,-1 0-1 0 0,1-1 1 0 0,0 1-1 0 0,0 0 1 0 0,-1 0 0 0 0,1 0-1 0 0,0 0 1 0 0,2-2 0 0 0,-2 2 28 0 0,2-3 657 0 0,0 0-495 0 0,7-10 169 0 0,-7 10 2534 0 0,-5 0-2860 0 0,0 2-61 0 0,1 1 3 0 0,0 0 1 0 0,0 0 0 0 0,1-1 0 0 0,-1 1 0 0 0,0 0 0 0 0,1 0 0 0 0,-1 0 0 0 0,0 0 0 0 0,1-1 0 0 0,0 1 0 0 0,-1 0 0 0 0,0-3 0 0 0,1 4 6 0 0,0 1 1 0 0,0-1 0 0 0,0 1 0 0 0,-1-1-1 0 0,1 1 1 0 0,0-1 0 0 0,-1 1-1 0 0,1-1 1 0 0,0 0 0 0 0,-1 1 0 0 0,1-1-1 0 0,0 0 1 0 0,-1 1 0 0 0,1-1 0 0 0,-1 0-1 0 0,1 0 1 0 0,-1 1 0 0 0,1-1-1 0 0,0 0 1 0 0,-1 0 0 0 0,1 0 0 0 0,-1 1-1 0 0,1-1 1 0 0,-1 0 0 0 0,0 0 0 0 0,0 0 4 0 0,1 0-1 0 0,-1 0 1 0 0,1 0 0 0 0,-1 0 0 0 0,1 0 0 0 0,-1 0 0 0 0,1 1 0 0 0,-1-1 0 0 0,1 0 0 0 0,-1 0 0 0 0,1 0 0 0 0,-1 1 0 0 0,1-1 0 0 0,0 0 0 0 0,-1 1 0 0 0,1-1 0 0 0,-1 0-1 0 0,1 1 1 0 0,0-1 0 0 0,-1 1 0 0 0,1-1 0 0 0,0 0 0 0 0,0 1 0 0 0,-1-1 0 0 0,1 2 0 0 0,-1-1-1 0 0,1 0 1 0 0,0 1-1 0 0,-1-1 0 0 0,1 0 1 0 0,-1 0-1 0 0,0 0 0 0 0,1 1 0 0 0,-1-1 1 0 0,0 0-1 0 0,0 0 0 0 0,0 0 1 0 0,-2 2-1 0 0,2-2 17 0 0,-1 3 110 0 0,0 1 28 0 0,-4 7 0 0 0,1 0 0 0 0,0 1 0 0 0,1 0 1 0 0,-5 26-1 0 0,5 20 227 0 0,2-39-264 0 0,5 6-10 0 0,-1-19-64 0 0,-2-6-45 0 0,4 15 121 0 0,0 0 0 0 0,1 0-1 0 0,1 0 1 0 0,0-1-1 0 0,15 27 1 0 0,-11-30-40 0 0,0 0 1 0 0,0 0 0 0 0,1-1 0 0 0,0-1 0 0 0,1 0 0 0 0,21 14 0 0 0,43 15 199 0 0,-72-37-299 0 0,2 1 0 0 0,45 19 196 0 0,-46-20-180 0 0,-1 0 99 0 0,14 8 14 0 0,-13-8-109 0 0,-1 0-1326 0 0,15 4 437 0 0,-14-4-96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31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34 332 0 0,'0'0'3296'0'0,"1"-6"-499"0"0,1-21 11395 0 0,-3 31-13736 0 0,-4 17 88 0 0,0 1 1 0 0,2-1 0 0 0,-1 27-1 0 0,-2 9 602 0 0,3-10-247 0 0,0-24-642 0 0,3-17-126 0 0,0 0-14 0 0,-1 19-5 0 0,0-19 254 0 0,1 1-297 0 0,-1 3-1229 0 0,-2 8 4143 0 0,2-3-3919 0 0,0-3-4548 0 0,0 0-6398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33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0 155 2076 0 0,'0'0'12549'0'0,"5"-2"-11890"0"0,12-6-50 0 0,-12 6 227 0 0,12-17 133 0 0,-15 19-938 0 0,0-1 0 0 0,-1 0 0 0 0,1 1 1 0 0,0-1-1 0 0,-1 0 0 0 0,1 0 0 0 0,-1-1 1 0 0,1 1-1 0 0,-1 0 0 0 0,0 0 0 0 0,1-1 1 0 0,0-1-1 0 0,-1 2 2 0 0,4-2-24 0 0,13-9 100 0 0,-15 10-228 0 0,1 0 30 0 0,13-5 90 0 0,-13 5 103 0 0,2 1-18 0 0,0 1-63 0 0,0 1 0 0 0,1-1 0 0 0,-1 1 0 0 0,0 0 0 0 0,0 0 1 0 0,0 1-1 0 0,0 0 0 0 0,0 0 0 0 0,0 0 0 0 0,8 5 0 0 0,-10-4 207 0 0,0 2-7 0 0,2 2-151 0 0,0 0-1 0 0,-1 1 0 0 0,0 0 1 0 0,0 0-1 0 0,-1 0 1 0 0,0 1-1 0 0,0-1 1 0 0,-1 1-1 0 0,0 0 1 0 0,0 0-1 0 0,1 11 0 0 0,-1 0-65 0 0,-2-15 109 0 0,0 1-46 0 0,-1 57 123 0 0,-1-56-69 0 0,2-1-101 0 0,3 25-1304 0 0,0-37 1136 0 0,0 1 0 0 0,0-1 0 0 0,0 1 0 0 0,9-8 0 0 0,43-58-1180 0 0,-39 51 1260 0 0,0 0 0 0 0,15-27 0 0 0,-1-4 273 0 0,-28 46-126 0 0,-1-1 20 0 0,0 0 0 0 0,0 0 1 0 0,0 0-1 0 0,1 0 0 0 0,0 1 0 0 0,4-7 1 0 0,-6 10-117 0 0,2-3 525 0 0,-2 1-247 0 0,6-14-47 0 0,-5 13 1719 0 0,-4 1-1827 0 0,0 2-31 0 0,1 1-31 0 0,0 0 1 0 0,0 0-1 0 0,0 0 1 0 0,0 0-1 0 0,1 0 1 0 0,-1-1-1 0 0,0 1 1 0 0,1 0-1 0 0,-1 0 1 0 0,1-1-1 0 0,-1 1 0 0 0,0-3 1 0 0,-4 7 22 0 0,-15 7 78 0 0,15-8-36 0 0,1 2-23 0 0,-9 11 150 0 0,1-1 0 0 0,0 2 1 0 0,-11 19-1 0 0,23-34-224 0 0,-6 7 47 0 0,1 1 1 0 0,-1 0-1 0 0,2 0 0 0 0,-1 1 1 0 0,2-1-1 0 0,-1 1 1 0 0,1 0-1 0 0,1 0 0 0 0,-1 0 1 0 0,2 0-1 0 0,-1 0 1 0 0,2 0-1 0 0,-1 1 0 0 0,1-1 1 0 0,2 12-1 0 0,-1-16-25 0 0,1 3 31 0 0,-1 0 1 0 0,2 0 0 0 0,-1 0-1 0 0,1-1 1 0 0,1 1-1 0 0,-1-1 1 0 0,1 0 0 0 0,6 9-1 0 0,3 0-13 0 0,2-1 0 0 0,0 0-1 0 0,1-1 1 0 0,0 0-1 0 0,1-1 1 0 0,1-1 0 0 0,0-1-1 0 0,39 19 1 0 0,-10 2-135 0 0,-17-13 132 0 0,-18-9-9084 0 0,-6-10 4951 0 0,16 1 201 0 0,-16-2-644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34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29 1808 0 0,'-12'14'10495'0'0,"18"-18"-4479"0"0,3-4-8162 0 0,-8 7 2165 0 0,1 0 1 0 0,-1 1-1 0 0,1-1 0 0 0,-1 0 1 0 0,1 0-1 0 0,-1 0 0 0 0,1 0 1 0 0,-1 0-1 0 0,0 0 1 0 0,0 0-1 0 0,1-1 0 0 0,0-1 1 0 0,-1 2 16 0 0,3-2 308 0 0,1 1-189 0 0,8-2-228 0 0,-13 4 74 0 0,0 0 0 0 0,0 0 0 0 0,0 0 0 0 0,-1 0-1 0 0,1 0 1 0 0,0 0 0 0 0,0 0 0 0 0,0 0 0 0 0,0 0-1 0 0,0 0 1 0 0,0 0 0 0 0,0 0 0 0 0,0 0 0 0 0,-1 0-1 0 0,1 0 1 0 0,0 0 0 0 0,0 0 0 0 0,0-1 0 0 0,0 1-1 0 0,0 0 1 0 0,0 0 0 0 0,0 0 0 0 0,0 0 0 0 0,0 0-1 0 0,0 0 1 0 0,0 0 0 0 0,0 0 0 0 0,-1 0 0 0 0,1 0 0 0 0,0 0-1 0 0,0-1 1 0 0,0 1 0 0 0,0 0 0 0 0,0 0 0 0 0,0 0-1 0 0,0 0 1 0 0,0 0 0 0 0,0 0 0 0 0,0 0 0 0 0,0 0-1 0 0,0-1 1 0 0,0 1 0 0 0,0 0 0 0 0,0 0 0 0 0,0 0-1 0 0,0 0 1 0 0,0 0 0 0 0,0 0 0 0 0,0 0 0 0 0,0 0-1 0 0,1-1 1 0 0,-1 1 0 0 0,0 0 0 0 0,0 0 0 0 0,0 0 0 0 0,0 0-1 0 0,0 0 1 0 0,0 0 0 0 0,0 0 0 0 0,0 0 0 0 0,0 0-1 0 0,0 0 1 0 0,1 0 0 0 0,-34-1 456 0 0,-137 11-296 0 0,153-7-101 0 0,17-3-59 0 0,0 0 0 0 0,0 0 0 0 0,0 0 1 0 0,0 0-1 0 0,0 0 0 0 0,0 0 0 0 0,0 0 0 0 0,0 0 0 0 0,0 0 0 0 0,0 0 1 0 0,0 0-1 0 0,0 0 0 0 0,0 0 0 0 0,1 0 0 0 0,-1 0 0 0 0,0 0 1 0 0,0 0-1 0 0,0 0 0 0 0,0 0 0 0 0,0 0 0 0 0,0 1 0 0 0,0-1 0 0 0,0 0 1 0 0,0 0-1 0 0,0 0 0 0 0,0 0 0 0 0,0 0 0 0 0,0 0 0 0 0,0 0 0 0 0,0 0 1 0 0,0 0-1 0 0,0 0 0 0 0,0 0 0 0 0,0 0 0 0 0,0 1 0 0 0,0-1 0 0 0,0 0 1 0 0,0 0-1 0 0,0 0 0 0 0,0 0 0 0 0,0 0 0 0 0,0 0 0 0 0,0 0 0 0 0,0 0 1 0 0,-1 0-1 0 0,1 0 0 0 0,0 0 0 0 0,0 0 0 0 0,0 0 0 0 0,0 0 0 0 0,0 0 1 0 0,0 0-1 0 0,0 1 0 0 0,0-1 0 0 0,0 0 0 0 0,0 0 0 0 0,0 0 0 0 0,0 0 1 0 0,0 0-1 0 0,0 0 0 0 0,-1 0 0 0 0,1 0 0 0 0,0 0 0 0 0,0 0 0 0 0,0 0 1 0 0,28 7 166 0 0,-1 0-42 0 0,-17-4-88 0 0,0 0-1 0 0,-1 2 1 0 0,0-1 0 0 0,0 1-1 0 0,14 9 1 0 0,-19-10 0 0 0,0-1 0 0 0,0 1 0 0 0,-1 0 1 0 0,1 0-1 0 0,-1 0 0 0 0,0 1 0 0 0,0-1 0 0 0,0 1 0 0 0,-1-1 1 0 0,1 1-1 0 0,1 7 0 0 0,-2-8-87 0 0,-1 76 986 0 0,-2-73-858 0 0,-4 20 92 0 0,2-20-164 0 0,2 0 85 0 0,-1-1 89 0 0,-8 52 473 0 0,9-51-157 0 0,3-2-464 0 0,1-1-14 0 0,-2-2 4 0 0,-1-1-1 0 0,1 1 1 0 0,0-1 0 0 0,0 1 0 0 0,-1-1 0 0 0,1 1 0 0 0,-1 0 0 0 0,1-1 0 0 0,-1 1 0 0 0,0 0 0 0 0,0 2 0 0 0,6-3-44 0 0,18 4 46 0 0,-19-4 62 0 0,2-1-97 0 0,22 0 79 0 0,-22 0-99 0 0,-1 0 12 0 0,19-2-60 0 0,-18 1 35 0 0,-1 0 128 0 0,20-2-45 0 0,-19 3-117 0 0,-2-1 75 0 0,19-1-90 0 0,-18 1 109 0 0,0 1-135 0 0,19 0 81 0 0,-19 0 0 0 0,0 1 67 0 0,18 1-63 0 0,-18-1 48 0 0,-2 0-939 0 0,15 4 285 0 0,-14-4-365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37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0 111 1388 0 0,'0'0'6235'0'0,"2"-5"-4742"0"0,6-15-17 0 0,-7 16 2189 0 0,0 3-3611 0 0,-1 0 0 0 0,0 1 0 0 0,0-1 0 0 0,0 1 0 0 0,0-1 0 0 0,0 1 0 0 0,0-1 0 0 0,1 1 0 0 0,-1-1 0 0 0,0 1 0 0 0,0-1 0 0 0,1 1 0 0 0,-1-1 0 0 0,0 1 0 0 0,1-1 0 0 0,-1 1 1 0 0,1-1-1 0 0,-1 1 0 0 0,1 0 0 0 0,-1-1 0 0 0,0 1 0 0 0,1 0 0 0 0,-1-1 0 0 0,1 1 0 0 0,0 0 0 0 0,0-1-16 0 0,-1 1 0 0 0,1 0 0 0 0,-1 0 0 0 0,1-1 0 0 0,-1 1 0 0 0,1 0 1 0 0,-1-1-1 0 0,1 1 0 0 0,-1 0 0 0 0,0-1 0 0 0,1 1 0 0 0,-1-1 0 0 0,0 1 0 0 0,1-1 0 0 0,-1 1 0 0 0,0-1 0 0 0,1 1 1 0 0,-1-1-1 0 0,0 1 0 0 0,0-1 0 0 0,0 1 0 0 0,1-1 0 0 0,-1 1 0 0 0,0-1 0 0 0,0 0 0 0 0,17-18 1456 0 0,-11 15-1154 0 0,15-9 7 0 0,-16 9-19 0 0,1 2-176 0 0,16-8-202 0 0,-16 8 293 0 0,1 1-247 0 0,28-1 380 0 0,-33 2-387 0 0,0 0 0 0 0,0 0 1 0 0,0 1-1 0 0,0-1 0 0 0,0 1 1 0 0,-1-1-1 0 0,1 1 0 0 0,0 0 1 0 0,0 0-1 0 0,-1-1 0 0 0,3 3 1 0 0,1 0-26 0 0,0-1 47 0 0,-1 1 0 0 0,0 0 0 0 0,1 1 0 0 0,-1-1 0 0 0,0 1 0 0 0,-1-1 0 0 0,1 1 0 0 0,-1 1 0 0 0,1-1 0 0 0,-1 0 0 0 0,-1 1-1 0 0,5 8 1 0 0,-3-6 129 0 0,-2-5-131 0 0,-1-1 1 0 0,0 1-1 0 0,0 0 0 0 0,0 0 1 0 0,0 0-1 0 0,0 0 1 0 0,0 0-1 0 0,0 0 0 0 0,-1 0 1 0 0,1 1-1 0 0,-1-1 1 0 0,1 0-1 0 0,-1 4 0 0 0,2 15 47 0 0,0-13-11 0 0,-1-5-20 0 0,0 0 1 0 0,-1 0-1 0 0,1 0 0 0 0,-1 0 1 0 0,0 0-1 0 0,0 0 0 0 0,0 0 1 0 0,0 0-1 0 0,-1 5 0 0 0,-5 33 176 0 0,-2 0 1 0 0,-2 0-1 0 0,-21 53 0 0 0,30-89-74 0 0,0-4-108 0 0,1 0-1 0 0,0 1 1 0 0,-1-1-1 0 0,1 0 1 0 0,0 1-1 0 0,-1-1 1 0 0,1 0-1 0 0,-1 0 1 0 0,0 1-1 0 0,1-1 1 0 0,-1 0-1 0 0,-1 2 1 0 0,0-1 9 0 0,0 3 19 0 0,3-12-2138 0 0,3-4 1843 0 0,0 0-1 0 0,0-1 0 0 0,2 1 0 0 0,-1 1 0 0 0,1-1 0 0 0,1 1 0 0 0,8-10 0 0 0,49-66-637 0 0,-46 61 845 0 0,-1 0 1 0 0,21-42-1 0 0,-36 63 422 0 0,0-2-96 0 0,7-17 220 0 0,-6 18 432 0 0,-2-1-729 0 0,4-18 43 0 0,-4 18 756 0 0,-1 0-667 0 0,1-16-37 0 0,0 16 328 0 0,-35 8-288 0 0,24 2-162 0 0,-4 12-44 0 0,1 0 0 0 0,1 0 0 0 0,1 1-1 0 0,0 0 1 0 0,1 1 0 0 0,1 0 0 0 0,1 1-1 0 0,0 0 1 0 0,-5 24 0 0 0,9-9-60 0 0,4-25-94 0 0,-1-8-11 0 0,1 1 1 0 0,0 0-1 0 0,-1 0 0 0 0,1 0 0 0 0,0 0 0 0 0,0 0 0 0 0,0 0 0 0 0,1 0 0 0 0,-1 0 0 0 0,0 0 0 0 0,1 0 0 0 0,-1 0 0 0 0,1-1 0 0 0,0 1 0 0 0,0 2 0 0 0,6 11-689 0 0,-4-9 384 0 0,0-1 0 0 0,1 0 0 0 0,-1 0-1 0 0,1 0 1 0 0,0 0 0 0 0,0 0 0 0 0,1-1-1 0 0,-1 0 1 0 0,1 1 0 0 0,0-2 0 0 0,9 6-1 0 0,6 2-3470 0 0,0-1 0 0 0,23 8-1 0 0,-36-15 370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38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49 1864 0 0,'0'0'10534'0'0,"1"-5"-9243"0"0,0-1-865 0 0,1-3-14 0 0,-1-1 3324 0 0,4 11-3539 0 0,-4-1-147 0 0,0 1 1 0 0,1 0 0 0 0,0 0-1 0 0,-1-1 1 0 0,1 1 0 0 0,0-1 0 0 0,0 1 0 0 0,0-1 0 0 0,-1 0-1 0 0,1 0 1 0 0,0 0 0 0 0,3 0 0 0 0,-5 2-9 0 0,1 0 0 0 0,-1-1 1 0 0,0 1-1 0 0,1 0 0 0 0,-1 0 0 0 0,1-1 1 0 0,-1 1-1 0 0,1-1 0 0 0,0 1 0 0 0,0 0 1 0 0,1 1-1 0 0,1 2 57 0 0,-1 0 204 0 0,0 1 70 0 0,5 17 17 0 0,-6-17 20 0 0,0 0-71 0 0,2 14-38 0 0,-1-6 266 0 0,0 1 0 0 0,1-1 1 0 0,1 1-1 0 0,9 25 0 0 0,-10-44-612 0 0,6-10 38 0 0,-6 10 41 0 0,0-1-51 0 0,10-19 313 0 0,2 1 1 0 0,1 0-1 0 0,1 1 1 0 0,0 1-1 0 0,33-30 1 0 0,-47 48-8 0 0,2 0-49 0 0,45-15 532 0 0,-45 17-590 0 0,3 3-32 0 0,1 1-117 0 0,0 0 0 0 0,0 1 0 0 0,0 0 0 0 0,-1 0 0 0 0,1 1-1 0 0,-1 0 1 0 0,0 1 0 0 0,0-1 0 0 0,-1 2 0 0 0,0-1 0 0 0,0 1 0 0 0,10 13 0 0 0,-5-5-179 0 0,25 38-828 0 0,-15-11-2629 0 0,-20-37 1698 0 0,-1 1-1086 0 0,5 18-1919 0 0,-5-18 246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39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24 170 1572 0 0,'0'0'10875'0'0,"-4"-2"-9697"0"0,-11-6 50 0 0,11 6 3307 0 0,4 1-4503 0 0,0-1-1 0 0,1 0 0 0 0,-1 0 1 0 0,1 0-1 0 0,-1 1 0 0 0,1-1 1 0 0,0 0-1 0 0,0 1 0 0 0,-1-1 1 0 0,1 0-1 0 0,0 1 0 0 0,2-3 1 0 0,0 0 30 0 0,-1 1 0 0 0,0-1-1 0 0,0 0 1 0 0,1 1-1 0 0,0 0 1 0 0,-1-1-1 0 0,1 1 0 0 0,0 0 1 0 0,1 0-1 0 0,-1 1 1 0 0,0-1-1 0 0,7-3 0 0 0,-6 4-47 0 0,12-9-11 0 0,0 0-1 0 0,1 1 1 0 0,0 1-1 0 0,1 0 1 0 0,0 2-1 0 0,0 0 0 0 0,1 1 1 0 0,0 1-1 0 0,23-4 1 0 0,-27 6-81 0 0,6 4 121 0 0,-9 1-47 0 0,-5-1 31 0 0,0 1 0 0 0,0-1 0 0 0,0 1-1 0 0,0 1 1 0 0,0-1 0 0 0,-1 1 0 0 0,1 1-1 0 0,-1-1 1 0 0,0 1 0 0 0,0 0 0 0 0,11 9 0 0 0,-4 5 97 0 0,-1 1-1 0 0,-1 0 1 0 0,-1 1 0 0 0,-1 0 0 0 0,0 0 0 0 0,7 28 0 0 0,26 139 805 0 0,-22-73-573 0 0,97 712 1995 0 0,-111-755-2161 0 0,24 525 1286 0 0,-26-218-661 0 0,5 74-373 0 0,-9-388-417 0 0,-5 198 367 0 0,2-151-501 0 0,-5 55 280 0 0,-5-13-276 0 0,6-53-1 0 0,6-58 52 0 0,1-35 32 0 0,0 1 88 0 0,-2 22-39 0 0,2-23 35 0 0,-1 0-96 0 0,-1 21 52 0 0,2-21 1 0 0,-1-1-53 0 0,-1 16 106 0 0,1-16 10 0 0,0 0-43 0 0,-4 49 249 0 0,4-49 643 0 0,-6-5-879 0 0,-1 1-1 0 0,1 0 0 0 0,0 0 1 0 0,-13 6-1 0 0,14-6-66 0 0,0 0-9 0 0,1-1-11 0 0,-20 8 217 0 0,-68 21-6479 0 0,87-28 2615 0 0,-2-3-1758 0 0,-24 1 385 0 0,24-1-1479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41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49 730 1292 0 0,'0'0'10181'0'0,"0"-6"-9361"0"0,-1-14 790 0 0,-5 37 1721 0 0,4-9-3303 0 0,1 0 1 0 0,0 0 0 0 0,1 0 0 0 0,0 0 0 0 0,0 0-1 0 0,2 14 1 0 0,-1-14 42 0 0,2 51 207 0 0,-2-13-360 0 0,-1 16 191 0 0,-7 84 60 0 0,7-139-140 0 0,-1 0 123 0 0,-3 19-47 0 0,4-20 112 0 0,-1 0-264 0 0,0 18 5 0 0,1-18 581 0 0,-3-11-959 0 0,-1-4 378 0 0,1 1-1 0 0,0-1 1 0 0,0 0-1 0 0,0-1 1 0 0,1 1 0 0 0,-1-11-1 0 0,-2-74-343 0 0,4 67 370 0 0,1-225-802 0 0,6 169 1001 0 0,-4 70-142 0 0,5-56 7 0 0,6-6 17 0 0,3 0 1 0 0,4 1-1 0 0,29-74 0 0 0,-34 114-126 0 0,-2 10 20 0 0,28-53 106 0 0,-39 73-83 0 0,1-1-64 0 0,9-14 47 0 0,-9 14 174 0 0,0 1-211 0 0,9-13 139 0 0,-9 13 25 0 0,1 2-225 0 0,12-6 67 0 0,-12 6-30 0 0,8 26 83 0 0,-9-19 88 0 0,-3 3-277 0 0,-1 13 78 0 0,0-1 0 0 0,-2 1 1 0 0,0 0-1 0 0,-2-1 0 0 0,-7 22 0 0 0,-23 35-838 0 0,33-73 1076 0 0,0 1-90 0 0,-19 40-140 0 0,19-41 234 0 0,8-4-784 0 0,20-2 916 0 0,-19 2 131 0 0,-2 1-465 0 0,18 5 1 0 0,-18-4 169 0 0,0 0 42 0 0,14 7-93 0 0,-14-7-39 0 0,-1 2 42 0 0,0 1 23 0 0,0-1 0 0 0,-1 1 0 0 0,1-1 0 0 0,-1 1 0 0 0,0 0 0 0 0,0 1 0 0 0,0-1 0 0 0,-1 0 0 0 0,0 1 0 0 0,0-1 0 0 0,0 1 0 0 0,-1 0 0 0 0,1 10 0 0 0,-7 53 803 0 0,3-63-759 0 0,1 1 0 0 0,-1 0 0 0 0,0 0 0 0 0,-1-1 0 0 0,1 1 0 0 0,-1-1 0 0 0,-1 0 0 0 0,-4 7 0 0 0,5-7-78 0 0,-15 22 427 0 0,2-12-87 0 0,-44 40 861 0 0,56-54-1167 0 0,2-2-49 0 0,0 0 1 0 0,1 0-1 0 0,-1 0 1 0 0,0 1-1 0 0,0-1 1 0 0,0 0-1 0 0,1 1 0 0 0,-1 0 1 0 0,0-1-1 0 0,0 1 1 0 0,-1 1-1 0 0,-2-1 67 0 0,-1-2-490 0 0,-17 0-198 0 0,17 0-165 0 0,1 0-1132 0 0,-15-5 198 0 0,15 4-709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00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0 726 1528 0 0,'14'22'2247'0'0,"-12"-18"1869"0"0,4 14-1776 0 0,-4-14-1925 0 0,-1 0 3422 0 0,3-1-3313 0 0,13 6-35 0 0,-13-7-128 0 0,1-4-185 0 0,13-10-282 0 0,0 0 1 0 0,-1 0-1 0 0,-1-2 1 0 0,0 0-1 0 0,0-1 1 0 0,-2-1-1 0 0,0 0 1 0 0,-1 0-1 0 0,0-2 1 0 0,13-24-1 0 0,-7 8-119 0 0,-1-2 1 0 0,-2 0-1 0 0,-1-1 1 0 0,17-70-1 0 0,-24 72 493 0 0,-2-1-1 0 0,-1 1 0 0 0,-3-1 1 0 0,0-1-1 0 0,-5-42 0 0 0,0 13 586 0 0,2 59-645 0 0,-13-11-190 0 0,11 15-70 0 0,1 4 61 0 0,1 1 1 0 0,-1-1-1 0 0,1 0 1 0 0,-1 1 0 0 0,1 0-1 0 0,0-1 1 0 0,0 1-1 0 0,0 0 1 0 0,-2 2 0 0 0,0 0 2 0 0,0 0 1 0 0,1 1 0 0 0,-1-1 0 0 0,1 1 0 0 0,0 0-1 0 0,0 0 1 0 0,0 0 0 0 0,1 0 0 0 0,-2 7 0 0 0,-2 6 27 0 0,-11 40 23 0 0,3 0 1 0 0,-9 79 0 0 0,18-99-25 0 0,2-1 1 0 0,2 1-1 0 0,1 0 1 0 0,12 67-1 0 0,-12-97-10 0 0,1 0-1 0 0,0 0 1 0 0,0 0 0 0 0,1 0-1 0 0,0 0 1 0 0,0-1-1 0 0,1 1 1 0 0,0-1-1 0 0,0 0 1 0 0,1 0 0 0 0,0 0-1 0 0,0-1 1 0 0,0 1-1 0 0,1-1 1 0 0,0-1-1 0 0,0 1 1 0 0,1-1 0 0 0,-1 0-1 0 0,1 0 1 0 0,0-1-1 0 0,1 0 1 0 0,-1 0-1 0 0,1-1 1 0 0,-1 0 0 0 0,1 0-1 0 0,0-1 1 0 0,10 2-1 0 0,8-2-23 0 0,0-1 1 0 0,0-1-1 0 0,0-1 0 0 0,-1-1 0 0 0,1-1 0 0 0,0-2 0 0 0,-1 0 1 0 0,0-2-1 0 0,0-1 0 0 0,27-12 0 0 0,-51 20-15 0 0,30-16-149 0 0,-11 0 317 0 0,-13 12-135 0 0,-1-1 1 0 0,0 0 0 0 0,-1-1 0 0 0,1 1-1 0 0,-1-1 1 0 0,0 0 0 0 0,-1-1 0 0 0,1 1-1 0 0,-1-1 1 0 0,0 0 0 0 0,-1 0 0 0 0,4-10-1 0 0,-6 12 605 0 0,0-1-448 0 0,0-19 66 0 0,0 19 322 0 0,-4 10-530 0 0,-10 11 8 0 0,10-11 71 0 0,3 2 73 0 0,-1 17-83 0 0,1-17-126 0 0,1 1 107 0 0,18 83-3383 0 0,-18-85 1306 0 0,2-1-1824 0 0,7 12 150 0 0,-7-12-524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00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97 5140 0 0,'-15'-39'5385'0'0,"5"11"-465"0"0,-3-2-3863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01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63 2300 0 0,'0'-6'2454'0'0,"0"-7"-1659"0"0,0-19 4858 0 0,0 21-1037 0 0,0 40-4143 0 0,-21 387 676 0 0,20-380-1028 0 0,2-3-144 0 0,2 39 1197 0 0,-3-65-724 0 0,3-3-388 0 0,7 11 177 0 0,-8-11 4 0 0,4-6-174 0 0,8-4-97 0 0,-1 0 0 0 0,1-2 0 0 0,-1 1 0 0 0,20-17 0 0 0,52-55-463 0 0,-67 61 379 0 0,-10 11 40 0 0,4-4 0 0 0,0-1 1 0 0,12-15-1 0 0,-12 14-40 0 0,-2 2 494 0 0,0-1 0 0 0,13-20-1 0 0,-14 14-188 0 0,-6 14 471 0 0,-36 8-425 0 0,27-3-243 0 0,2 4-20 0 0,-2 2 46 0 0,1 1 0 0 0,0 1 0 0 0,0-1 0 0 0,1 1 0 0 0,0 0 0 0 0,0 0 0 0 0,1 0 0 0 0,-3 14 0 0 0,3-1 79 0 0,2-16-108 0 0,2 2 172 0 0,-1-2-164 0 0,0-1 53 0 0,1 1 1 0 0,-1-1 0 0 0,1 1 0 0 0,0-1 0 0 0,0 0 0 0 0,0 1 0 0 0,1-1 0 0 0,0 0 0 0 0,0 0 0 0 0,0 0 0 0 0,1 0 0 0 0,4 5 0 0 0,-4-4 7 0 0,-2-3-46 0 0,0-1-1 0 0,0 0 1 0 0,1 0-1 0 0,-1-1 1 0 0,0 1 0 0 0,1 0-1 0 0,-1 0 1 0 0,1-1-1 0 0,0 1 1 0 0,0-1 0 0 0,0 1-1 0 0,3 1 1 0 0,5 5 15 0 0,1-1-1 0 0,0 0 1 0 0,1-1 0 0 0,-1 0 0 0 0,1-1 0 0 0,0 0-1 0 0,0-1 1 0 0,14 3 0 0 0,30 4-154 0 0,-23-7-283 0 0,1 0 1 0 0,-1-3 0 0 0,1-1 0 0 0,52-6 0 0 0,-79 4 395 0 0,1 0 1 0 0,-1 0 0 0 0,1-1-1 0 0,-1 0 1 0 0,0-1 0 0 0,0 1-1 0 0,0-1 1 0 0,-1-1 0 0 0,1 1-1 0 0,-1-1 1 0 0,0 0 0 0 0,0-1-1 0 0,-1 1 1 0 0,0-1 0 0 0,0 0-1 0 0,0-1 1 0 0,5-9 0 0 0,-6 10 48 0 0,0-1 0 0 0,-1 1 0 0 0,0-1 1 0 0,4-12-1 0 0,-4 10-33 0 0,-1 4-86 0 0,-1-1 116 0 0,1-18-78 0 0,-1 18 284 0 0,-2-1-71 0 0,-1-20-136 0 0,1 20 79 0 0,-2 3-13 0 0,-8-11 27 0 0,8 11-85 0 0,-23-1 213 0 0,21 3-80 0 0,-2 4-10 0 0,1-2-116 0 0,3 0-36 0 0,1 0 0 0 0,0 0 0 0 0,0 0-1 0 0,0 0 1 0 0,0 1 0 0 0,0-1 0 0 0,0 1 0 0 0,0-1 0 0 0,0 1 0 0 0,0 0-1 0 0,0-1 1 0 0,0 1 0 0 0,1 0 0 0 0,-1 1 0 0 0,0-1 0 0 0,-2 2 0 0 0,-3 1 59 0 0,0 1-9 0 0,0-1 1 0 0,0 1-1 0 0,1 0 1 0 0,0 1-1 0 0,0 0 0 0 0,0 0 1 0 0,1 0-1 0 0,-10 13 0 0 0,14-17-36 0 0,-18 27 108 0 0,17-26-100 0 0,1-1 0 0 0,0 1 0 0 0,0 0 0 0 0,-1 0 0 0 0,2-1-1 0 0,-1 1 1 0 0,0 0 0 0 0,1 0 0 0 0,-1 0 0 0 0,1 0-1 0 0,0 0 1 0 0,0 0 0 0 0,0 4 0 0 0,5 14 194 0 0,1-11-83 0 0,3-2-208 0 0,0-1 0 0 0,0 0 0 0 0,1-1-1 0 0,0 0 1 0 0,0 0 0 0 0,0-1 0 0 0,0 0 0 0 0,1-1-1 0 0,18 5 1 0 0,74 8-3442 0 0,-64-14-502 0 0,-1-2 1 0 0,43-4-1 0 0,-41 0-210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45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1 123 548 0 0,'0'0'10639'0'0,"1"-4"-9411"0"0,7-17 12441 0 0,-8 19-13661 0 0,0 0-1 0 0,0 1 1 0 0,1-1 0 0 0,-1 1 0 0 0,1-1 0 0 0,-1 1 0 0 0,1 0-1 0 0,0-1 1 0 0,0 1 0 0 0,0-1 0 0 0,-1 1 0 0 0,3-2 0 0 0,-1 0 4 0 0,1-2 31 0 0,2 3-316 0 0,73-21-4135 0 0,83-12 0 0 0,-137 29 1690 0 0,-11 4 1811 0 0,7 2-3181 0 0,4 0 1147 0 0,-18 0-129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45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18 3280 0 0,'0'0'8132'0'0,"-6"1"-6748"0"0,-22 2 9365 0 0,32-5-10556 0 0,13-8-219 0 0,-13 7-337 0 0,1 2-200 0 0,16-3-268 0 0,-15 3-173 0 0,1 0-379 0 0,8 1 1251 0 0,36 5-11637 0 0,-45-4 7530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48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48 782 1700 0 0,'0'0'5003'0'0,"-1"-4"-3322"0"0,-11-32 6815 0 0,9 26-9091 0 0,2 5 2102 0 0,-2 8-1539 0 0,-8 10 60 0 0,9-10 278 0 0,2 5-121 0 0,1 254 1306 0 0,-1-256-1076 0 0,0 1-330 0 0,0 25 1307 0 0,0-32-1396 0 0,0 0 1 0 0,0-1-1 0 0,0 1 0 0 0,0-1 0 0 0,0 1 1 0 0,0 0-1 0 0,0-1 0 0 0,0 1 0 0 0,0 0 1 0 0,0-1-1 0 0,0 1 0 0 0,0-1 0 0 0,0 1 1 0 0,-1 0-1 0 0,1-1 0 0 0,0 1 0 0 0,0 0 1 0 0,0 0-1 0 0,-1-1 0 0 0,1 1 0 0 0,0 0 1 0 0,0-1-1 0 0,-1 1 0 0 0,1 0 0 0 0,0 0 1 0 0,-1 0-1 0 0,1-1 0 0 0,0 1 1 0 0,0 0-1 0 0,-1 0 0 0 0,0-1 5 0 0,0 1-1 0 0,1-1 1 0 0,-1 1 0 0 0,1-1-1 0 0,-1 1 1 0 0,0-1 0 0 0,1 1 0 0 0,-1-1-1 0 0,1 1 1 0 0,0-1 0 0 0,-1 0-1 0 0,1 1 1 0 0,-1-1 0 0 0,1 0-1 0 0,0 1 1 0 0,-1-1 0 0 0,1 0-1 0 0,0 1 1 0 0,0-1 0 0 0,0 0-1 0 0,0 0 1 0 0,0 1 0 0 0,-1-1 0 0 0,1 0-1 0 0,0 0 1 0 0,1 1 0 0 0,-1-1-1 0 0,0-1 1 0 0,-2-207-152 0 0,5 157 85 0 0,7-12 62 0 0,11-60-31 0 0,-9 51-152 0 0,20-130 143 0 0,-8 81-145 0 0,-23 116 216 0 0,1 1 39 0 0,24-74-234 0 0,-24 73 186 0 0,0 3-87 0 0,21-37 35 0 0,-21 35-67 0 0,0 1 13 0 0,28-30-162 0 0,-27 32 294 0 0,4 2-195 0 0,19 2 154 0 0,-20-1-13 0 0,1 7-47 0 0,7 4 20 0 0,-9-4 50 0 0,-1 1 0 0 0,0 0 0 0 0,0 0 1 0 0,-1 0-1 0 0,0 0 0 0 0,0 0 1 0 0,-1 1-1 0 0,0-1 0 0 0,-1 1 0 0 0,0-1 1 0 0,-1 1-1 0 0,0 0 0 0 0,0-1 1 0 0,-1 1-1 0 0,-2 10 0 0 0,2-14-2 0 0,0-1-30 0 0,-29 74-75 0 0,27-75 84 0 0,1 1-9 0 0,-9 14 134 0 0,8-14-87 0 0,2-1-48 0 0,-6 11-34 0 0,5-11-34 0 0,0 0 12 0 0,-8 12 32 0 0,8-12 134 0 0,0-1-155 0 0,-21 41 395 0 0,23-44-331 0 0,0-1 0 0 0,1 1 0 0 0,-1-1 0 0 0,1 1 0 0 0,-1-1 0 0 0,0 1 0 0 0,1 0 0 0 0,-1-1 0 0 0,1 1 0 0 0,-1-1 0 0 0,1 1 0 0 0,-1 0 0 0 0,1-1 0 0 0,-1 1 0 0 0,1 0 0 0 0,-1 0 0 0 0,1 0 0 0 0,0-1 0 0 0,-1 1 0 0 0,1 0 0 0 0,-1 0 0 0 0,1 0 0 0 0,0 0 0 0 0,0 0 0 0 0,0 0 0 0 0,-1 0 0 0 0,1 0 0 0 0,0 0 0 0 0,-1 0 0 0 0,1 0 0 0 0,-1-1 0 0 0,1 1 0 0 0,0 0 0 0 0,-1 0 1 0 0,1 0-1 0 0,-1-1 0 0 0,1 1 0 0 0,-1 0 0 0 0,1-1 0 0 0,-1 1 0 0 0,1 0 0 0 0,-1-1 0 0 0,1 1 0 0 0,-1-1 0 0 0,0 1 0 0 0,1 0 1 0 0,-1-1-1 0 0,1 1 0 0 0,-1-2 0 0 0,2 1-7 0 0,-1 0 0 0 0,1 0 0 0 0,-1 0 0 0 0,1 0 0 0 0,-1 0 0 0 0,1 0 0 0 0,0 0 0 0 0,-1 0 0 0 0,1 1 0 0 0,0-1 0 0 0,0 1 0 0 0,2-1 0 0 0,-4 1-5 0 0,5-3 15 0 0,0 2-74 0 0,17-3 90 0 0,-17 2-75 0 0,2 3-10 0 0,22-1 107 0 0,-22 1 12 0 0,-2 0-101 0 0,40 18-187 0 0,-41-17 242 0 0,-1 1-104 0 0,9 10 165 0 0,-9-10-94 0 0,-1 2 103 0 0,5 13-104 0 0,-5-14-32 0 0,-2-3 60 0 0,0-1-1 0 0,1 1 1 0 0,-1-1 0 0 0,1 1 0 0 0,-1-1-1 0 0,0 1 1 0 0,0-1 0 0 0,1 1 0 0 0,-1 0-1 0 0,0-1 1 0 0,0 1 0 0 0,0-1 0 0 0,1 1-1 0 0,-1 0 1 0 0,0-1 0 0 0,0 1 0 0 0,0 0-1 0 0,0-1 1 0 0,0 1 0 0 0,0 0 0 0 0,-1-1-1 0 0,1 1 1 0 0,0-1 0 0 0,0 1 0 0 0,0 0-1 0 0,-1 0 2 0 0,1 0 0 0 0,0-1 1 0 0,0 1-1 0 0,-1-1 0 0 0,1 1 0 0 0,0 0 0 0 0,0-1 0 0 0,0 1 0 0 0,0 0 0 0 0,0-1 0 0 0,0 1 0 0 0,0 0 1 0 0,0-1-1 0 0,0 1 0 0 0,1 0 0 0 0,-1-1 0 0 0,0 1 0 0 0,0 0 0 0 0,1-1 0 0 0,-1 1 0 0 0,0-1 0 0 0,0 1 1 0 0,1 0-1 0 0,-1-1 0 0 0,1 1 0 0 0,-1 5 84 0 0,-1 8 35 0 0,0-1 0 0 0,-1 1 1 0 0,-1-1-1 0 0,0 0 0 0 0,0 0 0 0 0,-2-1 0 0 0,1 1 0 0 0,-2-1 0 0 0,0 0 0 0 0,-14 23 1 0 0,17-31-3 0 0,-1 0 10 0 0,-14 12 76 0 0,14-12 30 0 0,0-2-97 0 0,-4 2-115 0 0,0-1 0 0 0,1 0 0 0 0,-2 0-1 0 0,1-1 1 0 0,0 0 0 0 0,0 0 0 0 0,-1-1 0 0 0,-9 0 0 0 0,11-1-644 0 0,-16 5-6403 0 0,18-5 6140 0 0,-1 1-2688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49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96 1308 0 0,'0'0'7552'0'0,"0"-5"-6865"0"0,-2-5-874 0 0,-9-25 5365 0 0,9 32-3727 0 0,-1 0-1281 0 0,-34-22 633 0 0,32 23 102 0 0,0 0-886 0 0,-46-8 975 0 0,45 10-817 0 0,2 1-59 0 0,-4 2-151 0 0,1 1 1 0 0,0-1-1 0 0,0 1 0 0 0,1 1 1 0 0,-1-1-1 0 0,-10 10 0 0 0,15-10 211 0 0,-1 0-658 0 0,-5 15 458 0 0,6-15 428 0 0,1 2-342 0 0,-5 22-256 0 0,6-21 94 0 0,2 57 66 0 0,-2-58 167 0 0,4 21-220 0 0,-3-22-11 0 0,1 0 302 0 0,2 6-104 0 0,0 1 0 0 0,1-1-1 0 0,1-1 1 0 0,0 1 0 0 0,0-1 0 0 0,10 12 0 0 0,2-4 81 0 0,-14-14 2 0 0,-3-3-185 0 0,-1-1 1 0 0,1 0 0 0 0,0 0 0 0 0,-1 0 0 0 0,1 0 0 0 0,0 0 0 0 0,-1 1 0 0 0,1-1 0 0 0,-1 0 0 0 0,1 0 0 0 0,-1 1 0 0 0,1-1 0 0 0,-1 0-1 0 0,1 1 1 0 0,-1-1 0 0 0,1 1 0 0 0,-1-1 0 0 0,1 1 0 0 0,-1-1 0 0 0,1 1 0 0 0,-1-1 0 0 0,0 1 0 0 0,1-1 0 0 0,-1 1 0 0 0,0 0 0 0 0,1 0-3 0 0,-1-1 0 0 0,0 1 0 0 0,1-1 0 0 0,-1 1 0 0 0,0-1 0 0 0,1 1 1 0 0,-1-1-1 0 0,0 1 0 0 0,1-1 0 0 0,-1 1 0 0 0,1-1 0 0 0,-1 1 1 0 0,1-1-1 0 0,-1 0 0 0 0,1 1 0 0 0,-1-1 0 0 0,1 0 0 0 0,0 1 0 0 0,-1-1 1 0 0,1 0-1 0 0,-1 0 0 0 0,1 0 0 0 0,0 0 0 0 0,-1 1 0 0 0,2-1 1 0 0,-1 0 25 0 0,1 0 1 0 0,0 0-1 0 0,-1 1 1 0 0,1-1 0 0 0,-1 1-1 0 0,1-1 1 0 0,-1 1-1 0 0,1 0 1 0 0,-1 0 0 0 0,1-1-1 0 0,-1 1 1 0 0,2 2-1 0 0,1-1 7 0 0,1 0-51 0 0,-1 0 162 0 0,16 4-49 0 0,-16-5-54 0 0,3-1-76 0 0,19 0-110 0 0,-20 0 305 0 0,0-1-199 0 0,16-4 67 0 0,-16 4 55 0 0,-1-2 136 0 0,15-7 110 0 0,-15 8-63 0 0,-2-1-118 0 0,9-9-58 0 0,-9 9 28 0 0,0-1 98 0 0,-1-1-103 0 0,1 0-1 0 0,0 0 0 0 0,-1-1 0 0 0,0 1 0 0 0,0-1 1 0 0,1-8-1 0 0,-2 8 96 0 0,-2 5-193 0 0,1 0 0 0 0,-1 0 0 0 0,1 0 0 0 0,-1 0 0 0 0,1 0 0 0 0,0 0 0 0 0,0 0 0 0 0,-1 0 0 0 0,1 0 0 0 0,0 0 0 0 0,0 0 0 0 0,0 0 0 0 0,0 0 0 0 0,0 0 0 0 0,0 0 0 0 0,0 0 0 0 0,1-1-1 0 0,-1 0-8 0 0,0 1 0 0 0,0-1 0 0 0,0 0 0 0 0,0 1 0 0 0,0-1 0 0 0,0 1-1 0 0,0-1 1 0 0,0 0 0 0 0,0 1 0 0 0,-1-1 0 0 0,1 1 0 0 0,-1-1 0 0 0,1 1-1 0 0,-1-1 1 0 0,-1-1 0 0 0,-2-5-19 0 0,0 0 1 0 0,-1 1-1 0 0,0 0 0 0 0,-1 0 0 0 0,0 0 1 0 0,0 0-1 0 0,0 1 0 0 0,-1 0 0 0 0,0 0 1 0 0,0 1-1 0 0,0 0 0 0 0,-1 0 0 0 0,-13-6 0 0 0,16 8-293 0 0,-1 2-185 0 0,-20-4-220 0 0,19 4-136 0 0,1 2-421 0 0,-19 3-608 0 0,19-4-927 0 0,-1 1-1071 0 0,-20 3 371 0 0,20-3-439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52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61 1948 0 0,'0'0'8306'0'0,"3"-3"-7334"0"0,10-6-636 0 0,-10 4 4111 0 0,-7-9-4496 0 0,4 13 52 0 0,-1 1 0 0 0,1-1-1 0 0,-1 0 1 0 0,1 1 0 0 0,0-1 0 0 0,-1 0 0 0 0,1 0-1 0 0,0 1 1 0 0,0-1 0 0 0,0 0 0 0 0,0 0 0 0 0,0 1 0 0 0,0-1-1 0 0,0 0 1 0 0,0 0 0 0 0,0 1 0 0 0,0-1 0 0 0,0 0-1 0 0,0-1 1 0 0,-5 1 22 0 0,-18-3-10 0 0,18 2 2 0 0,-1 2-109 0 0,-16-1 9 0 0,16 0 241 0 0,0 1-191 0 0,-83-5 97 0 0,83 5 31 0 0,0 0-309 0 0,-58 1 1422 0 0,58-1-580 0 0,0 0-671 0 0,-20-1 118 0 0,19 1 1092 0 0,1 0-1220 0 0,-23 1-290 0 0,28 1 356 0 0,0 0-1 0 0,0-1 0 0 0,0 1 1 0 0,-1 0-1 0 0,1-1 1 0 0,0 0-1 0 0,-1 1 1 0 0,1-1-1 0 0,0 0 1 0 0,-4 2-1 0 0,2 1 231 0 0,1 1-129 0 0,-8 15-23 0 0,8-15-67 0 0,1 0-63 0 0,-6 15 94 0 0,6-15-52 0 0,-1 0-195 0 0,-4 13 265 0 0,5-13 301 0 0,-1 0-430 0 0,-3 16 32 0 0,4-16 85 0 0,-4 20-72 0 0,4-19 1384 0 0,1 0-1233 0 0,2 18 52 0 0,-2-18 440 0 0,1-1-864 0 0,1 16 161 0 0,-1-16 260 0 0,-1 1-195 0 0,4 16 79 0 0,-4-17-138 0 0,1 3 159 0 0,13 172 30 0 0,14 193 32 0 0,-10-83 293 0 0,10 240 629 0 0,-27-338-814 0 0,6 120 299 0 0,-3-258-374 0 0,19 167 241 0 0,-3-34-165 0 0,-11-63-31 0 0,-6-52-66 0 0,-2-55-68 0 0,-2 1 0 0 0,-2 19-1 0 0,1-24-71 0 0,-3 71 304 0 0,-1-28-97 0 0,-1 27-20 0 0,-1 50 2189 0 0,8-131-2389 0 0,0-1 0 0 0,0 1 0 0 0,1-1 0 0 0,-1 1 0 0 0,1-1-1 0 0,0 0 1 0 0,-1 1 0 0 0,1-1 0 0 0,0 0 0 0 0,0 1 0 0 0,-1-1 0 0 0,3 2 0 0 0,-1 0 11 0 0,1 1 179 0 0,23 1-178 0 0,-20-4-96 0 0,0-2-121 0 0,109-19-2860 0 0,-77 11 1187 0 0,62-17-2602 0 0,-30-1-7415 0 0,-36 11 7161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53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52 590 1880 0 0,'0'0'14517'0'0,"0"6"-13963"0"0,3 19-177 0 0,-3-19 71 0 0,0 2-104 0 0,-12 173 2093 0 0,12-174-2093 0 0,-1-1-112 0 0,-1 20-64 0 0,1-20 964 0 0,0 0-892 0 0,-3 15-122 0 0,4-15 218 0 0,-2-11-280 0 0,-7-42-207 0 0,-6-93 1 0 0,14 130 103 0 0,-3-44-29 0 0,2 0-1 0 0,2-1 1 0 0,3 1-1 0 0,10-54 1 0 0,-8 80 83 0 0,2 1 1 0 0,0 1-1 0 0,2-1 0 0 0,1 1 1 0 0,1 1-1 0 0,1 0 1 0 0,1 0-1 0 0,2 1 0 0 0,0 1 1 0 0,19-22-1 0 0,-20 32-99 0 0,0 1-1 0 0,0 0 1 0 0,20-11-1 0 0,-29 20-38 0 0,0 3 101 0 0,18-2 46 0 0,-18 2-88 0 0,1 3-30 0 0,-3-1 63 0 0,0-1 48 0 0,0 1 0 0 0,0 0 1 0 0,0 0-1 0 0,0 0 0 0 0,0 0 1 0 0,0 1-1 0 0,0-1 1 0 0,-1 1-1 0 0,0-1 0 0 0,1 1 1 0 0,-1 0-1 0 0,0 0 0 0 0,0 0 1 0 0,0 0-1 0 0,1 5 0 0 0,1 3 14 0 0,-2-1 1 0 0,1 1-1 0 0,-1 0 0 0 0,-1-1 0 0 0,0 1 0 0 0,0 0 0 0 0,-1 0 0 0 0,-1 0 0 0 0,0 0 0 0 0,0 0 1 0 0,-4 12-1 0 0,-14 58 109 0 0,15-63-10 0 0,2-13-72 0 0,0 0-46 0 0,-8 19 20 0 0,8-18 170 0 0,0-2-277 0 0,-5 12 129 0 0,5-12-13 0 0,7-5-426 0 0,14-4 376 0 0,-14 3-53 0 0,1 4-55 0 0,17 2 89 0 0,-17-2-23 0 0,11 8-66 0 0,-14-8 133 0 0,0-1-1 0 0,0 1 0 0 0,0 0 0 0 0,-1 0 0 0 0,1 0 0 0 0,-1 0 0 0 0,1 0 0 0 0,-1 0 0 0 0,0 1 1 0 0,4 4-1 0 0,-2-1 72 0 0,1-1 0 0 0,-2 1 0 0 0,1 0 0 0 0,-1 0 0 0 0,0 0 0 0 0,0 0 0 0 0,0 0 0 0 0,-1 1 0 0 0,0 0 0 0 0,-1-1 0 0 0,1 1 0 0 0,-1 0 0 0 0,0 0 0 0 0,-1-1 0 0 0,0 1 0 0 0,0 0 0 0 0,0 0 0 0 0,-1 0 0 0 0,0 0 0 0 0,0-1 0 0 0,-4 10 1 0 0,3-8 24 0 0,-1-1 1 0 0,0 0-1 0 0,0 0 1 0 0,-1 0-1 0 0,0-1 1 0 0,0 1-1 0 0,-1-1 1 0 0,0 0-1 0 0,0 0 1 0 0,0 0-1 0 0,-1-1 1 0 0,1 0-1 0 0,-13 8 1 0 0,12-8-174 0 0,-1-1-1 0 0,0 0 1 0 0,0-1-1 0 0,-9 4 1 0 0,4-2-318 0 0,8-3-351 0 0,-24 2-1407 0 0,22-3 423 0 0,-4-2-7086 0 0,-5 5 7363 0 0,13-3 317 0 0,-3-1-3935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53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3044 0 0,'0'0'10929'0'0,"4"-2"-9077"0"0,15-6-282 0 0,-14 7 3568 0 0,-1 3-4737 0 0,13 6 94 0 0,-13-6-21 0 0,6 65 1377 0 0,-3 102-258 0 0,-5-78-950 0 0,-1-85-536 0 0,-1 0-109 0 0,3 20-137 0 0,-3-20-271 0 0,20-28-23708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5:55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0 3592 0 0,'0'0'11287'0'0,"6"1"-10880"0"0,15 2-78 0 0,-16-3-165 0 0,2 1-96 0 0,154 1 436 0 0,-104-5-378 0 0,6 2-430 0 0,-57 1 240 0 0,1 0 70 0 0,93 2 1801 0 0,-94-2-1347 0 0,12 12-91 0 0,-14-10-62 0 0,-2 4 5 0 0,27 116 813 0 0,2 130 1211 0 0,-1 260 1 0 0,-21-284-1287 0 0,25 594 1907 0 0,-46 67-2073 0 0,8-809-905 0 0,-2 8 20 0 0,6-80 47 0 0,0-6-44 0 0,1-1 0 0 0,-1 1 0 0 0,1 0 0 0 0,-1-1 0 0 0,0 1 0 0 0,0 0-1 0 0,0 0 1 0 0,0 0 0 0 0,0-1 0 0 0,0 1 0 0 0,-1 2 0 0 0,-2 21 72 0 0,0 37 39 0 0,3-56-26 0 0,0 0-66 0 0,-2 17-47 0 0,2-17-16 0 0,0 0-84 0 0,-1 17 94 0 0,0-17 35 0 0,2 0-6 0 0,6 50 19 0 0,-6-51-4 0 0,-1 1-39 0 0,2 16 45 0 0,-2-17 43 0 0,0 1-156 0 0,3 50 206 0 0,-3-50-99 0 0,0 0-46 0 0,-3 53 188 0 0,3-54 318 0 0,-6-5-476 0 0,-18-3 36 0 0,18 3-10 0 0,1-2-76 0 0,-62-11 116 0 0,37 10-225 0 0,0 0 1 0 0,-42 4-1 0 0,53-1 27 0 0,-133 9-3946 0 0,-49 0-11849 0 0,134-12 9063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6:43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32 660 0 0,'0'0'6388'0'0,"-1"-6"-4861"0"0,-2-14-247 0 0,2 15 4890 0 0,-2 8-5881 0 0,-8 13-138 0 0,0-1-1 0 0,2 2 0 0 0,-1-1 1 0 0,2 1-1 0 0,1 1 0 0 0,0 0 1 0 0,1 0-1 0 0,1 0 0 0 0,-4 24 1 0 0,8-37 24 0 0,2 2-103 0 0,-1-3-85 0 0,0 0 69 0 0,1 0 0 0 0,-1 0 0 0 0,1 0 0 0 0,0 0 1 0 0,-1-1-1 0 0,2 1 0 0 0,-1 0 0 0 0,0 0 0 0 0,1-1 0 0 0,0 1 0 0 0,0-1 0 0 0,0 0 0 0 0,0 1 1 0 0,3 2-1 0 0,30 22 434 0 0,-31-25-312 0 0,2-1-161 0 0,18 7-190 0 0,-18-7-18 0 0,23 3-666 0 0,-23-4-147 0 0,0-1-4903 0 0,19-1 2177 0 0,-19 1-559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6:43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86 1924 0 0,'0'0'3468'0'0,"-4"-3"-961"0"0,-11-8-416 0 0,11 8 2134 0 0,0 1-3199 0 0,-11-8-327 0 0,11 7 3880 0 0,2 0-4396 0 0,-6-13-260 0 0,6 12-48 0 0,6 1-2229 0 0,11-10 25 0 0,-11 9-1705 0 0,0 2 174 0 0,20-6-635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6:44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3368 0 0,'0'0'13914'0'0,"5"1"-13972"0"0,3-1 145 0 0,-1 0 0 0 0,0 0 0 0 0,1-1 0 0 0,-1 0 1 0 0,1 0-1 0 0,7-3 0 0 0,-9 2-67 0 0,47-14-3331 0 0,-43 14 1192 0 0,0 0-1 0 0,0 1 0 0 0,15 0 0 0 0,7 1-516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6:44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36 2652 0 0,'-9'5'1027'0'0,"8"-4"-655"0"0,-1 0 0 0 0,1 0 0 0 0,-1 0 0 0 0,0 0 0 0 0,1-1 0 0 0,-1 1 1 0 0,0 0-1 0 0,-7 1 10710 0 0,12-6-11050 0 0,0 0-27 0 0,1 1 1 0 0,0 0 0 0 0,0-1-1 0 0,0 1 1 0 0,0 1 0 0 0,0-1-1 0 0,1 0 1 0 0,-1 1 0 0 0,1 0-1 0 0,0 0 1 0 0,-1 1 0 0 0,1-1-1 0 0,6 0 1 0 0,30-5-3181 0 0,0 5-4160 0 0,-35 2 3424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6:44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 3944 0 0,'0'0'6431'0'0,"1"-5"-3599"0"0,4-23 8305 0 0,-6 35-10967 0 0,0 11 10 0 0,-1 12-1325 0 0,3 37 0 0 0,1-42-233 0 0,-1-19-1212 0 0,-1 0-2151 0 0,1 19 172 0 0,0-18-1129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6:37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94 1308 0 0,'0'0'6935'0'0,"-4"-2"-5911"0"0,-14-3 153 0 0,14 3 3086 0 0,4 0-4176 0 0,-1 0 0 0 0,1 0 0 0 0,0 0 0 0 0,-1 1 0 0 0,1-1 0 0 0,-1 0 0 0 0,1 0 0 0 0,-1 0 0 0 0,0 0 0 0 0,0 0 0 0 0,0 1 0 0 0,-1-3 2999 0 0,2-2-2909 0 0,4-46 1088 0 0,-10 97-1120 0 0,-21 110 144 0 0,-49 153-1 0 0,36-156-25 0 0,13-52-195 0 0,-22 105 1242 0 0,49-200-875 0 0,-1 1-93 0 0,-3 17-10 0 0,3-17 568 0 0,2 0-703 0 0,6 15-27 0 0,-6-15 230 0 0,5-6-273 0 0,58-2 272 0 0,14-7-254 0 0,47-11-388 0 0,-89 15 331 0 0,-30 4-54 0 0,1 0-45 0 0,22 0-22 0 0,-22 0-6 0 0,-1 1-154 0 0,19-1 157 0 0,-19 0 21 0 0,25 4-45 0 0,-25-2-210 0 0,23-3-16944 0 0,-23 2 12545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6:38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64 1544 0 0,'0'0'1784'0'0,"-6"0"-128"0"0,-22-2 10942 0 0,32-1-12358 0 0,-2 0-198 0 0,-1 2-29 0 0,0 0-1 0 0,-1 0 1 0 0,1 0 0 0 0,0 1-1 0 0,0-1 1 0 0,0 0 0 0 0,0 0-1 0 0,0 1 1 0 0,0-1 0 0 0,0 0-1 0 0,0 1 1 0 0,0-1 0 0 0,1 1 0 0 0,-1 0-1 0 0,0-1 1 0 0,0 1 0 0 0,2-1-1 0 0,76-19-647 0 0,-55 13-1004 0 0,1 1 0 0 0,39-3 0 0 0,-46 8-2438 0 0,-7 3 2965 0 0,-5 0 181 0 0,0-1-2061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6:38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10 1004 0 0,'0'0'4779'0'0,"-4"2"-3003"0"0,-15 8 7432 0 0,25-11-8769 0 0,16-4-139 0 0,4-2-230 0 0,6 2-393 0 0,18 4-903 0 0,-21 1-1304 0 0,7 0-3581 0 0,19-2 2153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6:40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36 556 0 0,'0'0'9790'0'0,"3"-3"-9307"0"0,23-20 7917 0 0,-19 17-9237 0 0,-4 3 2548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6:41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60 1104 0 0,'18'-21'11081'0'0,"-21"-8"-10511"0"0,3 24-228 0 0,-5 4-692 0 0,-16-2 447 0 0,16 2 588 0 0,-2 1-1218 0 0,-20 0 448 0 0,21 0 145 0 0,-1 0-44 0 0,-22 1 7 0 0,22-1 460 0 0,1 1-420 0 0,-16 2-62 0 0,17-3 179 0 0,-1 1 110 0 0,-17 3 6 0 0,17-3 390 0 0,1 0-320 0 0,-13 4 1167 0 0,18-5-1520 0 0,0 0 0 0 0,0 0 0 0 0,0 0 0 0 0,0 0 1 0 0,0 0-1 0 0,0 0 0 0 0,0 0 0 0 0,0 0 0 0 0,0 0 0 0 0,1 0 0 0 0,-1 0 0 0 0,0 0 0 0 0,0 0 0 0 0,0 0 0 0 0,0 0 0 0 0,0 0 0 0 0,0 0 0 0 0,0 0 0 0 0,0 0 0 0 0,0 0 0 0 0,0 0 1 0 0,0 0-1 0 0,1 0 0 0 0,-1 0 0 0 0,0 0 0 0 0,0 0 0 0 0,0 0 0 0 0,0 0 0 0 0,0 0 0 0 0,0 0 0 0 0,0 0 0 0 0,0 0 0 0 0,0 1 0 0 0,0-1 0 0 0,0 0 0 0 0,0 0 0 0 0,0 0 0 0 0,0 0 1 0 0,0 0-1 0 0,0 0 0 0 0,0 0 0 0 0,0 0 0 0 0,0 0 0 0 0,0 0 0 0 0,0 1 0 0 0,0-1 0 0 0,0 0 0 0 0,0 0 0 0 0,0 0 0 0 0,0 0 0 0 0,0 0 0 0 0,0 0 0 0 0,0 0 0 0 0,0 0 0 0 0,0 0 1 0 0,0 0-1 0 0,0 0 0 0 0,0 1 0 0 0,0-1 0 0 0,44 3-118 0 0,13 0-1187 0 0,-35-1 449 0 0,-17-1-410 0 0,2 0-786 0 0,2 0 1046 0 0,5 1-350 0 0,5 3-2290 0 0,7 2 870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6:42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23 644 0 0,'0'0'15576'0'0,"5"0"-15410"0"0,50-2 439 0 0,-49 1-488 0 0,1 1-158 0 0,435-17 457 0 0,-416 16-272 0 0,-20 0-188 0 0,0 1 110 0 0,64 0-272 0 0,-62 0 258 0 0,60 0-1917 0 0,-62 0 498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6:42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16 424 0 0,'0'0'2853'0'0,"-6"-1"-314"0"0,-5-2-2248 0 0,-30-7 7934 0 0,37 8-6210 0 0,5 9-1896 0 0,6 23-113 0 0,-7-29 16 0 0,0 1 1 0 0,0 0 0 0 0,1-1 0 0 0,-1 1 0 0 0,1 0 0 0 0,-1-1 0 0 0,1 1 0 0 0,0-1 0 0 0,0 1-1 0 0,-1-1 1 0 0,1 1 0 0 0,0-1 0 0 0,0 1 0 0 0,1-1 0 0 0,-1 0 0 0 0,2 2 0 0 0,3 3 58 0 0,18 26-68 0 0,1-1 0 0 0,38 36 0 0 0,-61-65-19 0 0,174 157 236 0 0,-155-139-341 0 0,-18-16 163 0 0,0-1-186 0 0,28 39 56 0 0,-28-37 162 0 0,-4-1-107 0 0,-2 4 14 0 0,0 0 0 0 0,-1-1 0 0 0,1 0 0 0 0,-1 0 0 0 0,-1 0 0 0 0,1 0 0 0 0,-1 0 0 0 0,0-1 0 0 0,-1 0 0 0 0,-11 10 0 0 0,-8 6 180 0 0,-44 28-1 0 0,-177 135-73 0 0,235-175-15 0 0,0 0 0 0 0,1 1 0 0 0,1 0 0 0 0,0 1 0 0 0,-13 22 0 0 0,19-31-114 0 0,1 3-155 0 0,-6 16 222 0 0,6-16 117 0 0,2 1-268 0 0,-2 20 86 0 0,2-20 40 0 0,1-3-12 0 0,5 13 186 0 0,-4-12-118 0 0,1-1-44 0 0,1 0-3 0 0,-1 0 0 0 0,1 0 0 0 0,-1-1 0 0 0,1 0-1 0 0,0 1 1 0 0,0-1 0 0 0,0 0 0 0 0,1-1 0 0 0,-1 1 0 0 0,1-1-1 0 0,0 0 1 0 0,-1 0 0 0 0,1 0 0 0 0,0-1 0 0 0,0 0 0 0 0,7 1-1 0 0,52-3 70 0 0,0-2-1 0 0,96-18 1 0 0,-98 12-51 0 0,58-7-252 0 0,-96 14 179 0 0,-18 2 331 0 0,-1 2-416 0 0,15 4 50 0 0,-15-4 323 0 0,-4 4-2478 0 0,-1-1 1521 0 0,1 8 215 0 0,3-2-7410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6:45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2928 0 0,'-21'18'10635'0'0,"20"-13"-10303"0"0,0 0-192 0 0,0 0-1 0 0,1 0 1 0 0,0 0 0 0 0,0 0 0 0 0,0 0 0 0 0,0 0 0 0 0,1 0 0 0 0,0 0 0 0 0,2 7 0 0 0,2 6 160 0 0,-1 0 1 0 0,-1 1-1 0 0,1 19 1 0 0,0-1-29 0 0,-1 4-176 0 0,-1 0 0 0 0,-5 54-1 0 0,0-42 286 0 0,-4 11 543 0 0,2-84-917 0 0,3 15-45 0 0,0 1-138 0 0,3-5 108 0 0,0 0 111 0 0,-1-5 26 0 0,1 0 0 0 0,1 0 0 0 0,0 1 1 0 0,1-1-1 0 0,1 1 0 0 0,0-1 0 0 0,1 1 1 0 0,7-15-1 0 0,-7 20 22 0 0,0 0 0 0 0,0 1 0 0 0,1-1-1 0 0,0 2 1 0 0,0-1 0 0 0,0 0 0 0 0,1 1 0 0 0,0 1 0 0 0,0-1-1 0 0,1 1 1 0 0,9-5 0 0 0,-13 7 288 0 0,4 4-30 0 0,25 2 80 0 0,-32-4-396 0 0,1 1 0 0 0,0 0 0 0 0,0 0 0 0 0,0 1 0 0 0,-1-1 0 0 0,1 0-1 0 0,0 0 1 0 0,0 1 0 0 0,-1-1 0 0 0,1 1 0 0 0,0 0 0 0 0,-1 0 0 0 0,1-1 0 0 0,0 1 0 0 0,-1 0 0 0 0,3 2 0 0 0,9 6 406 0 0,-5-3-345 0 0,-1 0 0 0 0,1 1 1 0 0,-1-1-1 0 0,0 1 0 0 0,-1 1 1 0 0,1-1-1 0 0,-1 1 0 0 0,-1 0 0 0 0,0 1 1 0 0,8 14-1 0 0,8 37-2367 0 0,-16-27-1237 0 0,1 0-5382 0 0,-1-6 3961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6:46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342 198 2132 0 0,'-1'-32'1357'0'0,"1"25"1703"0"0,1 1-2224 0 0,14-45 3197 0 0,-14 47-3163 0 0,0-1-87 0 0,4-14-95 0 0,-4 15 660 0 0,1-1-758 0 0,0-2-122 0 0,-1 0-1 0 0,0 1 1 0 0,0-1 0 0 0,-1 0 0 0 0,0 0-1 0 0,0-10 1 0 0,-1 11 316 0 0,-6 7-555 0 0,0-1-186 0 0,5 0-28 0 0,0 0 1 0 0,0 0-1 0 0,-1 0 1 0 0,1 0-1 0 0,0 0 1 0 0,0 1-1 0 0,-1 0 1 0 0,1-1-1 0 0,0 1 1 0 0,0 0-1 0 0,0 0 1 0 0,0 0-1 0 0,-3 2 1 0 0,-14 6 188 0 0,0 1 0 0 0,1 2 0 0 0,0 0 0 0 0,1 0 0 0 0,0 2 0 0 0,1 0 0 0 0,-26 29 0 0 0,20-15 110 0 0,1 1 0 0 0,2 1 0 0 0,1 1 0 0 0,1 1 0 0 0,-25 65 0 0 0,38-83-182 0 0,0-1 0 0 0,1 1 0 0 0,0 0 0 0 0,1 0 0 0 0,0 0 0 0 0,2 1 0 0 0,-1-1 0 0 0,2 0 0 0 0,0 0-1 0 0,1 1 1 0 0,0-1 0 0 0,1 0 0 0 0,0-1 0 0 0,1 1 0 0 0,1 0 0 0 0,0-1 0 0 0,13 23 0 0 0,-8-22-16 0 0,0 0-1 0 0,1-1 1 0 0,0 0-1 0 0,1 0 1 0 0,23 18-1 0 0,75 47 231 0 0,9-2-119 0 0,-118-75-232 0 0,0 0 1 0 0,1 0-1 0 0,-1 0 0 0 0,0 0 1 0 0,1 0-1 0 0,-1 1 0 0 0,0-1 1 0 0,0 0-1 0 0,0 1 0 0 0,0-1 1 0 0,0 0-1 0 0,1 2 0 0 0,0 2-10 0 0,1-1-78 0 0,-5 25-2668 0 0,2-23 1617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6:46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34 134 276 0 0,'0'0'8507'0'0,"-5"-1"-6540"0"0,-23-7 6593 0 0,33 3-8020 0 0,3-1-349 0 0,1-1 0 0 0,0 1-1 0 0,1 1 1 0 0,-1-1 0 0 0,1 2 0 0 0,20-8 0 0 0,184-50 830 0 0,-192 56-1073 0 0,-5 2 478 0 0,-13 3 338 0 0,-1 0-3019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6:47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9 776 0 0,'0'0'15221'0'0,"4"-1"-15241"0"0,15-5 14 0 0,-15 4 4299 0 0,-6 13-4128 0 0,-1 0 1 0 0,0 0-1 0 0,-1-1 0 0 0,-6 12 1 0 0,-1 6 34 0 0,-2 12 72 0 0,-7 45-1 0 0,17-70-40 0 0,1-1 0 0 0,1 1 0 0 0,1-1 0 0 0,0 1-1 0 0,0-1 1 0 0,6 26 0 0 0,-5-34-114 0 0,0 0 0 0 0,1-1 1 0 0,0 1-1 0 0,0 0 0 0 0,0 0 0 0 0,1-1 0 0 0,0 1 0 0 0,0-1 1 0 0,0 0-1 0 0,1 0 0 0 0,0 0 0 0 0,0-1 0 0 0,5 6 0 0 0,10 1 74 0 0,-15-8-65 0 0,1-1-62 0 0,13 9-13 0 0,-13-9 43 0 0,0 0-28 0 0,42 18-1451 0 0,-42-18 701 0 0,0-1-3317 0 0,0 1 3168 0 0,5 1 360 0 0,-5-2-3226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6:48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70 139 152 0 0,'0'-6'3226'0'0,"5"-41"4515"0"0,-3 34-7412 0 0,0 7 980 0 0,1-6-1315 0 0,5-9 4809 0 0,-2 4 2675 0 0,-15 27-5432 0 0,6-7-390 0 0,-3-3-1601 0 0,-17-2 37 0 0,17 1 53 0 0,2-1-20 0 0,-12-7-94 0 0,13 6-153 0 0,-2 1-839 0 0,-11-6 104 0 0,12 5-463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6:48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86 284 0 0,'0'0'16524'0'0,"-2"-4"-16290"0"0,1 3-70 0 0,0 0-44 0 0,0 0 1 0 0,0 0 0 0 0,0 0-1 0 0,0 0 1 0 0,0 0-1 0 0,0 0 1 0 0,1-1 0 0 0,-1 1-1 0 0,0 0 1 0 0,1 0-1 0 0,-1-1 1 0 0,0-1 0 0 0,7-17 251 0 0,-4 15-320 0 0,-1 0 293 0 0,-1 4-350 0 0,1 1 0 0 0,-1-1 0 0 0,0 1 0 0 0,0-1 0 0 0,0 1 1 0 0,0-1-1 0 0,1 1 0 0 0,-1 0 0 0 0,0-1 0 0 0,0 1 0 0 0,1-1 0 0 0,-1 1 0 0 0,0 0 0 0 0,1-1 0 0 0,-1 1 0 0 0,0-1 0 0 0,1 1 0 0 0,-1 0 0 0 0,1 0 0 0 0,-1-1 1 0 0,1 1-1 0 0,-1 0 0 0 0,0 0 0 0 0,1-1 0 0 0,-1 1 0 0 0,2 0 0 0 0,-2 0 3 0 0,1 0 1 0 0,-1 0-1 0 0,1-1 1 0 0,-1 1-1 0 0,1 0 1 0 0,-1 0-1 0 0,1-1 0 0 0,-1 1 1 0 0,0 0-1 0 0,1 0 1 0 0,-1-1-1 0 0,1 1 1 0 0,-1 0-1 0 0,0-1 1 0 0,1 1-1 0 0,-1-1 0 0 0,0 1 1 0 0,1 0-1 0 0,-1-1 1 0 0,0 1-1 0 0,0-1 1 0 0,0 1-1 0 0,1-1 0 0 0,-1 1 1 0 0,0-1-1 0 0,0 0 1 0 0,6-1-114 0 0,15-7 114 0 0,-16 7-2 0 0,1 2-519 0 0,18 0 489 0 0,-18 0-3 0 0,-6 2 46 0 0,1-1 0 0 0,-1 1 0 0 0,1-1 0 0 0,0 1 1 0 0,0-1-1 0 0,-1 1 0 0 0,1-1 0 0 0,0 0 0 0 0,0 1 1 0 0,1-1-1 0 0,-1 0 0 0 0,2 2 0 0 0,-2-1 6 0 0,2 2 124 0 0,-3 4 4 0 0,-4 22-117 0 0,-2-1 1 0 0,0 0 0 0 0,-2 0 0 0 0,-20 49-1 0 0,-18 40 1093 0 0,44-114 1189 0 0,4 0-2166 0 0,0-3-110 0 0,-1 0-18 0 0,0 0 0 0 0,0 0 0 0 0,0 0 1 0 0,0 1-1 0 0,0-1 0 0 0,0 0 0 0 0,-1 0 1 0 0,1 1-1 0 0,0-1 0 0 0,-1 0 0 0 0,1 1 1 0 0,0 2-1 0 0,5-6 57 0 0,15-7-101 0 0,-16 7-326 0 0,2 0-227 0 0,19-5-278 0 0,-20 5-597 0 0,1 1-1075 0 0,2 1 1164 0 0,4-1-520 0 0,1 1-3549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6:49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52 2768 0 0,'0'0'7458'0'0,"-4"2"-6032"0"0,-17 7 6449 0 0,25-11-7574 0 0,70-28 248 0 0,0 4-4136 0 0,-68 25 1973 0 0,1 0-701 0 0,1 0 1240 0 0,5 0-356 0 0,1 1-2401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6:49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 1356 0 0,'-24'15'3299'0'0,"19"-12"1470"0"0,4-2-4407 0 0,0 1-1 0 0,0-1 1 0 0,0 1 0 0 0,-1-1-1 0 0,1 0 1 0 0,-1 1 0 0 0,1-1-1 0 0,-8 6 11269 0 0,15-6-11265 0 0,-2 1-269 0 0,-2-2-73 0 0,-1 1 1 0 0,1 0-1 0 0,-1-1 1 0 0,1 0-1 0 0,-1 1 1 0 0,1-1 0 0 0,0 0-1 0 0,-1 1 1 0 0,1-1-1 0 0,-1 0 1 0 0,1 0-1 0 0,0 0 1 0 0,-1-1-1 0 0,1 1 1 0 0,0 0 0 0 0,-1-1-1 0 0,3 0 1 0 0,-1 0-46 0 0,58-15-1446 0 0,-8 4-4054 0 0,-45 10 4052 0 0,4 0-484 0 0,6-1-3655 0 0,11 0 250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7:06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92 115 1056 0 0,'0'0'6145'0'0,"-4"-2"-6027"0"0,-16-24 4349 0 0,15 17-5013 0 0,4 5 2006 0 0,-2 1-1536 0 0,-27-29 1818 0 0,27 29-1126 0 0,3 2-627 0 0,0 1-1 0 0,0-1 1 0 0,0 1 0 0 0,0-1-1 0 0,0 1 1 0 0,-1-1-1 0 0,1 1 1 0 0,0-1 0 0 0,0 1-1 0 0,0 0 1 0 0,-1-1-1 0 0,1 1 1 0 0,0-1 0 0 0,-1 1-1 0 0,1 0 1 0 0,0-1 0 0 0,-1 1-1 0 0,1 0 1 0 0,0-1-1 0 0,-1 1 1 0 0,1 0 0 0 0,0-1-1 0 0,-1 1 1 0 0,0 0 0 0 0,-12-14 3511 0 0,7 2-2972 0 0,15 26-454 0 0,-6-10-32 0 0,0 1-184 0 0,7 15 72 0 0,-8-14 212 0 0,0-1-88 0 0,41 74 340 0 0,-30-59-317 0 0,0-1 1 0 0,0 0-1 0 0,28 27 1 0 0,-38-43 60 0 0,1 1-178 0 0,28 31 311 0 0,-29-32-335 0 0,1 1-103 0 0,28 31-2738 0 0,-29-31 1507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7:08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576 110 1972 0 0,'19'-37'7741'0'0,"-16"27"-7972"0"0,-2 5 5159 0 0,0 0-4553 0 0,0 0 15 0 0,-1 1 0 0 0,0-1 0 0 0,0 0 0 0 0,0 1 1 0 0,0-1-1 0 0,-1 1 0 0 0,0-1 0 0 0,-2-6 0 0 0,2 7 3295 0 0,-4 6-4396 0 0,-11 6 758 0 0,11-6 28 0 0,5-1-220 0 0,0 0 141 0 0,-1 1-1 0 0,1-1 1 0 0,-1 0-1 0 0,1 1 1 0 0,-1-1 0 0 0,0 0-1 0 0,1 0 1 0 0,-1 1-1 0 0,0-1 1 0 0,0 0-1 0 0,-2 2 1 0 0,2-1 9 0 0,-2 2 127 0 0,2 0-350 0 0,-19 85 225 0 0,20-83-13 0 0,-1 1-18 0 0,-1 21 29 0 0,1-21 65 0 0,1-1-92 0 0,2 98 241 0 0,-2-96-273 0 0,0 0 60 0 0,1 39-260 0 0,-1-39 284 0 0,-1 113 340 0 0,-3-84-240 0 0,-1 1-1 0 0,-12 41 1 0 0,11-58-72 0 0,-1 0-1 0 0,-1-1 1 0 0,-1-1 0 0 0,-1 1-1 0 0,-22 33 1 0 0,19-37 47 0 0,-1 0 1 0 0,0-1-1 0 0,-22 17 1 0 0,31-28-60 0 0,-1-1 0 0 0,1 0 1 0 0,-1-1-1 0 0,0 1 0 0 0,1-1 1 0 0,-1 0-1 0 0,-12 2 0 0 0,12-3-47 0 0,0 1 57 0 0,0-1-39 0 0,-18 5-17 0 0,18-4-30 0 0,0-2-50 0 0,-20 1 40 0 0,20-1 160 0 0,-1 0-145 0 0,-22 2-28 0 0,22-2 135 0 0,0-1-62 0 0,-20-1-75 0 0,20 2 150 0 0,1-1-62 0 0,-18-2-83 0 0,18 2-3 0 0,2 0 107 0 0,-80-13-3766 0 0,79 13 2057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7:09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75 1808 0 0,'0'0'10079'0'0,"-2"-4"-10832"0"0,-9-16 8427 0 0,8 18-7428 0 0,-17-7 7386 0 0,25 7-7646 0 0,14-4 32 0 0,-14 5-6 0 0,0 0-76 0 0,17-3 118 0 0,-17 3-30 0 0,1-1-72 0 0,19-3 66 0 0,-19 3-78 0 0,1 2 18 0 0,137-14 45 0 0,-129 13 16 0 0,0 0 1 0 0,21 2-1 0 0,-23 0-6 0 0,67-1-53 0 0,-73-1 45 0 0,-1 1 4 0 0,52 1-55 0 0,-52 0 57 0 0,21-1 81 0 0,-21 0-31 0 0,0 0-90 0 0,19 0 2 0 0,-19 0 205 0 0,0 1-4328 0 0,0 0 3412 0 0,4 0 29 0 0,-5 0-3928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7:21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0 158 1096 0 0,'0'0'13729'0'0,"1"-5"-13616"0"0,3-16 142 0 0,-3 16 996 0 0,0 0-1143 0 0,2-16 85 0 0,-2 16 524 0 0,0 0-625 0 0,7-86 4687 0 0,-8 92-4781 0 0,0-1-1 0 0,0 0 1 0 0,0 1-1 0 0,0-1 1 0 0,1 0-1 0 0,-1 1 1 0 0,0-1-1 0 0,0 0 0 0 0,0 1 1 0 0,0-1-1 0 0,1 0 1 0 0,-1 1-1 0 0,0-1 1 0 0,0 0-1 0 0,1 1 1 0 0,-1-1-1 0 0,0 0 1 0 0,0 0-1 0 0,1 0 0 0 0,-1 1 1 0 0,0-1-1 0 0,1 0 1 0 0,-1 0-1 0 0,0 0 1 0 0,1 0-1 0 0,-1 1 1 0 0,1-1-1 0 0,0 0 6 0 0,0 1 0 0 0,0-1-1 0 0,0 1 1 0 0,0-1 0 0 0,0 1 0 0 0,0 0-1 0 0,0-1 1 0 0,0 1 0 0 0,0 0 0 0 0,0 0-1 0 0,0-1 1 0 0,-1 1 0 0 0,1 0 0 0 0,1 2-1 0 0,6 12 35 0 0,-6-11-70 0 0,0 0-141 0 0,8 12 265 0 0,-8-12-31 0 0,1 1-57 0 0,7 12 6 0 0,-7-12-61 0 0,0 0 99 0 0,107 155 97 0 0,-81-121 6 0 0,-26-35-156 0 0,1 1 37 0 0,10 13-73 0 0,-10-14 115 0 0,-1 1-156 0 0,8 12 165 0 0,-8-12-42 0 0,-2-5-121 0 0,-1 0 83 0 0,1 0 0 0 0,-1 0 0 0 0,1 1 0 0 0,-1-1 0 0 0,1 0 0 0 0,-1 0 0 0 0,0 1 0 0 0,1-1 0 0 0,-1 0 1 0 0,1 1-1 0 0,-1-1 0 0 0,0 0 0 0 0,1 1 0 0 0,-1-1 0 0 0,0 0 0 0 0,1 1 0 0 0,-1-1 0 0 0,0 1 0 0 0,0-1 0 0 0,0 1 0 0 0,1-1 0 0 0,-1 1 1 0 0,0-1-1 0 0,0 1 0 0 0,0 0 0 0 0,0-1 14 0 0,0 1 0 0 0,1-1 0 0 0,-1 1 0 0 0,0-1 0 0 0,0 1 0 0 0,0-1 0 0 0,0 1 0 0 0,1-1 0 0 0,-1 1 1 0 0,0-1-1 0 0,0 0 0 0 0,1 1 0 0 0,-1-1 0 0 0,0 1 0 0 0,1-1 0 0 0,-1 0 0 0 0,1 1 0 0 0,-1-1 0 0 0,0 0 0 0 0,1 1 0 0 0,-1-1 0 0 0,1 0 0 0 0,-1 0 1 0 0,1 0-1 0 0,-1 1 0 0 0,1-1 0 0 0,3 6 59 0 0,3 5-443 0 0,8-24-12542 0 0,-13 10 9795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7:22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465 161 112 0 0,'0'0'11236'0'0,"2"-4"-10674"0"0,7-15 42 0 0,-7 15 2033 0 0,0 0-2530 0 0,7-14 6 0 0,-6 14 1618 0 0,-2-1-1644 0 0,12-47 1172 0 0,-11 47-596 0 0,-1 1-641 0 0,6-14 35 0 0,-5 14 853 0 0,-1 0-935 0 0,2-12 642 0 0,-7 21-350 0 0,-14 38-211 0 0,2-7 184 0 0,-377 719 934 0 0,359-699-762 0 0,31-51-419 0 0,3-3 11 0 0,-1-1-1 0 0,1 0 1 0 0,-1 1 0 0 0,1-1-1 0 0,-1 0 1 0 0,0 0-1 0 0,0 0 1 0 0,1 0 0 0 0,-1 1-1 0 0,0-1 1 0 0,0 0-1 0 0,-2 1 1 0 0,2-1 2 0 0,-1 2 47 0 0,-1 1-23 0 0,-8 12 40 0 0,9-12 36 0 0,0 0-26 0 0,-6 10-51 0 0,6-10 145 0 0,-1 0-3060 0 0,-5 9 2293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7:24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1 123 1768 0 0,'0'0'19251'0'0,"2"-4"-19107"0"0,-2 2-126 0 0,1 0 0 0 0,0 0 1 0 0,0 0-1 0 0,0 0 0 0 0,1 1 0 0 0,-1-1 0 0 0,0 0 0 0 0,1 1 0 0 0,-1-1 0 0 0,1 1 1 0 0,-1-1-1 0 0,1 1 0 0 0,0 0 0 0 0,-1 0 0 0 0,1 0 0 0 0,0 0 0 0 0,0 0 0 0 0,0 0 0 0 0,0 0 1 0 0,0 1-1 0 0,0-1 0 0 0,0 1 0 0 0,3-1 0 0 0,56-20 203 0 0,63-18-294 0 0,-99 30 52 0 0,-21 7-133 0 0,2 1-52 0 0,15-4 134 0 0,-15 3 44 0 0,-2 1-533 0 0,50-6-1902 0 0,-48 6 1953 0 0,8 16-8787 0 0,-11-12 6708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7:25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64 488 0 0,'0'0'5857'0'0,"-4"2"-4683"0"0,-18 6 11531 0 0,26-10-12677 0 0,27-11 125 0 0,1 1 1 0 0,1 2-1 0 0,48-9 0 0 0,-76 17-93 0 0,29-3-122 0 0,-27 3 22 0 0,-2 2 107 0 0,54-9-2384 0 0,-30 14-49 0 0,-23-4 238 0 0,26 7-8523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7:25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55 2480 0 0,'0'0'4639'0'0,"-2"-3"-2733"0"0,-19-25 7156 0 0,14 21-9725 0 0,4 3 2911 0 0,7 2-1972 0 0,11-6-67 0 0,-11 5 567 0 0,1 4-529 0 0,18 3-112 0 0,-18-4 73 0 0,1 3 17 0 0,38 21 229 0 0,-1 2 1 0 0,-1 2-1 0 0,56 48 1 0 0,27 20-91 0 0,21 10-196 0 0,-143-103-116 0 0,2 1-26 0 0,36 25-170 0 0,-37-27 21 0 0,0 1-1408 0 0,8 10 997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7:26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583 87 2304 0 0,'0'0'1561'0'0,"-1"-4"-370"0"0,-1-6 2162 0 0,0 0 0 0 0,0 1-1 0 0,0-20 1 0 0,2 28-3342 0 0,0 0-1 0 0,0 1 1 0 0,0-1 0 0 0,0 1-1 0 0,0-1 1 0 0,0 1 0 0 0,0-1-1 0 0,-1 1 1 0 0,1-1 0 0 0,0 0-1 0 0,0 1 1 0 0,-1-1 0 0 0,1 1-1 0 0,0 0 1 0 0,-1-1 0 0 0,1 1-1 0 0,0-1 1 0 0,-1 1 0 0 0,1-1-1 0 0,-1 1 1 0 0,1 0 0 0 0,0-1-1 0 0,-2 1 1 0 0,2-1-2 0 0,-1 1 0 0 0,1 0 0 0 0,-1-1 0 0 0,1 1-1 0 0,0 0 1 0 0,-1-1 0 0 0,1 1 0 0 0,-1-1 0 0 0,1 1 0 0 0,0-1 0 0 0,-1 1 0 0 0,1-1 0 0 0,0 1-1 0 0,0-1 1 0 0,-1 1 0 0 0,1-1 0 0 0,0 1 0 0 0,0-1 0 0 0,0 1 0 0 0,0-1 0 0 0,0 1 0 0 0,-1-1 0 0 0,1 0-1 0 0,-4 3-110 0 0,-15 6 81 0 0,14-5 124 0 0,0 1-77 0 0,-30 26 172 0 0,1 1-1 0 0,-29 37 1 0 0,-59 82 128 0 0,10-12 135 0 0,70-87 162 0 0,39-47-499 0 0,2-2-94 0 0,1-1 0 0 0,-1 1-1 0 0,0-1 1 0 0,0 1-1 0 0,0-1 1 0 0,0 1 0 0 0,0-1-1 0 0,0 0 1 0 0,0 1 0 0 0,0-1-1 0 0,0 0 1 0 0,-2 1-1 0 0,2-1 16 0 0,-2 3 420 0 0,0 0-236 0 0,-10 12-91 0 0,9-12 179 0 0,1 0-284 0 0,-10 12 69 0 0,10-12 48 0 0,-1-1-218 0 0,-10 11-248 0 0,11-10-106 0 0,-1 0-1100 0 0,-10 12 783 0 0,10-12-249 0 0,2-1-1779 0 0,-9 13 448 0 0,8-12-1261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7:27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58 1768 0 0,'1'-4'1482'0'0,"3"-20"12478"0"0,-5 19-13720 0 0,-3-14 80 0 0,2 14 4178 0 0,2 10-4491 0 0,-5 34 50 0 0,1 41-1 0 0,1-3-1 0 0,-4 52 293 0 0,7-103-274 0 0,0-19 52 0 0,-1 0 18 0 0,-2 65 1287 0 0,3-65-847 0 0,2-2-2644 0 0,2 14 1129 0 0,-3-14-178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7:27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45 127 196 0 0,'-4'-2'1955'0'0,"-15"-8"12326"0"0,16 7-14325 0 0,-12-7 122 0 0,12 8 3212 0 0,11 1-3236 0 0,219-38 245 0 0,-110 17-460 0 0,4 2 95 0 0,-100 17 124 0 0,-16 2-55 0 0,0 0-21 0 0,47-6 900 0 0,-47 6-450 0 0,0 0-279 0 0,15-2-113 0 0,-15 2-187 0 0,2 1-3533 0 0,19 0 1534 0 0,-20 0-1773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7:30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87 502 1332 0 0,'0'0'14457'0'0,"-3"-3"-14246"0"0,-12-11 5668 0 0,11 12-5851 0 0,-11-7-42 0 0,11 7 284 0 0,4 9-648 0 0,1 65 253 0 0,0-32 234 0 0,2 258 694 0 0,-6-236-673 0 0,2-57-41 0 0,1 3 11 0 0,-6 61 6 0 0,5-63-20 0 0,1 0-40 0 0,-4 53 221 0 0,4-53 933 0 0,-2-12-1164 0 0,-10-52-170 0 0,3 4-35 0 0,3-1 1 0 0,1 1-1 0 0,4-1 1 0 0,1 0-1 0 0,3 1 1 0 0,3-1-1 0 0,2 1 1 0 0,17-62-1 0 0,-13 67 84 0 0,-10 37 69 0 0,9-31-65 0 0,-4 20 17 0 0,39-107-66 0 0,-36 104 74 0 0,1 2 0 0 0,2 0-1 0 0,22-34 1 0 0,-24 43 178 0 0,-8 11-166 0 0,0 0-10 0 0,11-14 46 0 0,-10 13-37 0 0,-4 5 43 0 0,1 0-1 0 0,-1 0 1 0 0,1 0 0 0 0,-1 0 0 0 0,1 0 0 0 0,-1 0 0 0 0,1 0-1 0 0,-1-1 1 0 0,1 1 0 0 0,-1 0 0 0 0,1 0 0 0 0,-1-1 0 0 0,1 1-1 0 0,-1 0 1 0 0,1-1 0 0 0,-1 1 0 0 0,0 0 0 0 0,1-1-1 0 0,-1 1 1 0 0,0 0 0 0 0,1-1 0 0 0,-1 1 0 0 0,1-1 0 0 0,13-12-75 0 0,29-5 33 0 0,-39 16 59 0 0,1 1-81 0 0,50-13-124 0 0,-49 13 173 0 0,0 1-224 0 0,17-3 140 0 0,-17 2 26 0 0,-1 4-57 0 0,15 5 160 0 0,-15-6-103 0 0,-2 2 70 0 0,-1 1 12 0 0,0 0 0 0 0,0 0 1 0 0,0 0-1 0 0,-1 0 0 0 0,0 0 0 0 0,0 0 0 0 0,1 10 0 0 0,-2-9 14 0 0,-1 1-57 0 0,-8 17 40 0 0,0 0 0 0 0,-1-1 1 0 0,-2 0-1 0 0,0-1 0 0 0,-1 0 0 0 0,-27 33 0 0 0,37-51 34 0 0,0 0-28 0 0,-29 36 48 0 0,29-36-25 0 0,0 0-57 0 0,-8 12 8 0 0,8-12 210 0 0,4-3-231 0 0,1 0 37 0 0,0 0 0 0 0,-1 0 0 0 0,1 0-1 0 0,-1 0 1 0 0,1 0 0 0 0,-1 1 0 0 0,0-1-1 0 0,0 0 1 0 0,3 4 0 0 0,-1-2-36 0 0,3-3-29 0 0,65 0 111 0 0,-63 0-130 0 0,-2 1 70 0 0,56 15-118 0 0,-56-14 82 0 0,0 2 89 0 0,15 11-16 0 0,-15-12 63 0 0,-3 1 0 0 0,11 12-7 0 0,-11-12 11 0 0,0 1-86 0 0,7 16 88 0 0,-8-16-49 0 0,-2 1 81 0 0,-1 56 570 0 0,0-57-590 0 0,0 0 1 0 0,-1 0-1 0 0,1-1 0 0 0,-1 1 0 0 0,0-1 0 0 0,0 1 0 0 0,0-1 0 0 0,-1 0 0 0 0,0 1 0 0 0,1-1 0 0 0,-5 4 0 0 0,-37 35 964 0 0,32-35-914 0 0,0 0 1 0 0,0 0-1 0 0,-1-1 0 0 0,0-1 1 0 0,0 0-1 0 0,-1-1 1 0 0,1 0-1 0 0,-1-1 1 0 0,0 0-1 0 0,-1-2 0 0 0,1 1 1 0 0,0-2-1 0 0,-25 0 1 0 0,35-1-183 0 0,-1 1-1 0 0,1-2 1 0 0,-1 1 0 0 0,1 0 0 0 0,0-1 0 0 0,-1 0 0 0 0,-5-2-1 0 0,1 1-78 0 0,4 1-15 0 0,1 1-1 0 0,0-1 1 0 0,-1 0-1 0 0,1 0 1 0 0,0 0-1 0 0,0 0 1 0 0,-6-4-1 0 0,-17-7-1810 0 0,3 2-124 0 0,5 0-2252 0 0,10-1-3855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7:33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6 137 956 0 0,'0'0'11000'0'0,"-1"-5"-10528"0"0,-3-49 2697 0 0,4 49-3245 0 0,2 1 141 0 0,29-29 70 0 0,-27 30-198 0 0,-3 3-20 0 0,1-1 81 0 0,-1 1 0 0 0,1-1 1 0 0,-1 1-1 0 0,0-1 0 0 0,1 0 0 0 0,-1 1 0 0 0,0-1 1 0 0,0 0-1 0 0,1 0 0 0 0,-1 0 0 0 0,2-2 0 0 0,-1 2 10 0 0,2-2 85 0 0,0 1-41 0 0,12-9 9 0 0,-12 9-43 0 0,2 1-101 0 0,23-1 130 0 0,-25 6 25 0 0,0-2-59 0 0,-2-1-14 0 0,-1-1-1 0 0,1 1 0 0 0,-1 0 1 0 0,0 0-1 0 0,1 0 1 0 0,-1 0-1 0 0,0 0 1 0 0,1 0-1 0 0,-1 0 0 0 0,0 0 1 0 0,0 0-1 0 0,0 1 1 0 0,0-1-1 0 0,0 0 1 0 0,-1 1-1 0 0,2 2 0 0 0,7 16 40 0 0,-1 0 0 0 0,-2 1-1 0 0,0 0 1 0 0,-1 1-1 0 0,-1-1 1 0 0,-1 1-1 0 0,0 0 1 0 0,-2 0-1 0 0,-1 0 1 0 0,-1 0 0 0 0,-4 27-1 0 0,3-27-110 0 0,1-16 52 0 0,0 1 48 0 0,-3 24 31 0 0,4-23-107 0 0,-1-2-36 0 0,-3 19 77 0 0,3-18 150 0 0,0-1-182 0 0,-4 17-7 0 0,4-17 351 0 0,-1-2-160 0 0,-10 15 156 0 0,7-20-265 0 0,-17-3 66 0 0,17 2-166 0 0,5 0 47 0 0,0 0 13 0 0,0 1 1 0 0,0-1 0 0 0,0 0-1 0 0,-1 0 1 0 0,1 0 0 0 0,-1 0-1 0 0,1 0 1 0 0,-1 0 0 0 0,0 0-1 0 0,-1-2 1 0 0,2 4 0 0 0,-1-6 22 0 0,1-1-35 0 0,2-19-6 0 0,1 0 0 0 0,1-1 0 0 0,2 1 1 0 0,0 1-1 0 0,2-1 0 0 0,0 1 0 0 0,2 1 0 0 0,1 0 0 0 0,1 0 0 0 0,18-26 0 0 0,-27 45-39 0 0,0 1 60 0 0,13-12 41 0 0,-12 12-2 0 0,0 0-72 0 0,14-11-80 0 0,-14 11 77 0 0,1 3 211 0 0,0 0-110 0 0,-4 0-35 0 0,1 1 0 0 0,0-1 0 0 0,-1 1 1 0 0,1-1-1 0 0,-1 1 0 0 0,1 0 0 0 0,0 0 1 0 0,-1 0-1 0 0,1 0 0 0 0,0 0 1 0 0,2 1-1 0 0,1 2 73 0 0,3 2-84 0 0,1 1 1 0 0,-2 0 0 0 0,1 0 0 0 0,-1 1 0 0 0,0 0-1 0 0,0 0 1 0 0,-1 1 0 0 0,9 12 0 0 0,4 13 72 0 0,18 42 0 0 0,11 61 622 0 0,-47-131-902 0 0,5 16 360 0 0,-4-16-164 0 0,-1 0-94 0 0,1 0 250 0 0,8 33-239 0 0,-6-29-3792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7:34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 1340 0 0,'0'0'11761'0'0,"3"-3"-10961"0"0,7-6-248 0 0,-7 3 2169 0 0,3 7-2589 0 0,16 4-80 0 0,-16-4 294 0 0,0 3-186 0 0,10 4-251 0 0,5 2 22 0 0,-1 1 1 0 0,20 14 0 0 0,36 25-5888 0 0,-65-41 2120 0 0,-2-5 2814 0 0,-4-1 189 0 0,0-1-1660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7:34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16 1020 0 0,'0'0'6784'0'0,"-4"-3"-5827"0"0,-12-7-76 0 0,11 8 1313 0 0,1 4-1671 0 0,-5 2-293 0 0,0 1 0 0 0,0 0 0 0 0,1 1 0 0 0,0 0 1 0 0,0 0-1 0 0,0 1 0 0 0,1 0 0 0 0,0 1 0 0 0,0-1 0 0 0,0 1 0 0 0,-7 14 0 0 0,-7 4-110 0 0,-28 37 216 0 0,38-45-303 0 0,8-13-310 0 0,0 0-532 0 0,1-4-19 0 0,-7 11 1150 0 0,5-2-8514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7:35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11 2352 0 0,'0'0'15128'0'0,"-4"-2"-14883"0"0,2 1-96 0 0,-15-7 1085 0 0,14 13-1054 0 0,-7 14-133 0 0,7-14 128 0 0,3 3-47 0 0,13 293 1452 0 0,1-182-597 0 0,-12-96-758 0 0,-1-17-9 0 0,-1-1 84 0 0,3 19 34 0 0,-3-18 337 0 0,1 0-343 0 0,10 49 688 0 0,-10-50-1603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7:38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0 196 0 0,'0'0'14676'0'0,"-4"2"-14682"0"0,-13 7 30 0 0,13-7 4500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7:39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1 188 0 0,'0'0'16890'0'0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7:43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 1356 0 0,'0'0'14291'0'0,"2"-4"-14549"0"0,2-5 728 0 0,17-16-6358 0 0,-18 22 3270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7:45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1416 0 0,'0'0'15229'0'0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7:51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0 211 160 0 0,'0'0'6047'0'0,"3"-4"-4685"0"0,10-12 6144 0 0,-18-12-6712 0 0,4 24-699 0 0,0 0 0 0 0,0 0 0 0 0,0 0 0 0 0,1 0 0 0 0,-1 0 0 0 0,1 0 0 0 0,1-7 1 0 0,1-12-158 0 0,-2 18 245 0 0,2 0-288 0 0,2-15 52 0 0,-3 15 64 0 0,1 1-117 0 0,5-16 134 0 0,-5 15 65 0 0,0 1-356 0 0,-1 3 260 0 0,1 0-6 0 0,-1 0 1 0 0,0 0 0 0 0,0 0 0 0 0,-1 0-1 0 0,1 0 1 0 0,0 0 0 0 0,0-1 0 0 0,0 1-1 0 0,-1 0 1 0 0,1 0 0 0 0,-1-1 0 0 0,2-1-1 0 0,3 3-27 0 0,23 2 164 0 0,-25 2-49 0 0,9 11-83 0 0,-10-12 72 0 0,1 2-70 0 0,5 13 97 0 0,-6-14-52 0 0,0 2-149 0 0,4 18 188 0 0,-5-19-101 0 0,1 0-29 0 0,3 15 191 0 0,-4-15-151 0 0,0 1-70 0 0,2 16 146 0 0,-2-17 97 0 0,-2 1-18 0 0,-2 16-63 0 0,2-16-128 0 0,1 0-54 0 0,-12 51 237 0 0,11-51 19 0 0,-1 0-281 0 0,-11 50 144 0 0,11-51 175 0 0,-7 15-22 0 0,7-16 138 0 0,1-3-300 0 0,0 0 0 0 0,0 0 0 0 0,0-1 0 0 0,0 1 0 0 0,0 0 0 0 0,0 0 0 0 0,0 0 0 0 0,0-1 0 0 0,0 1-1 0 0,-1 0 1 0 0,1-1 0 0 0,-2 1 0 0 0,1 0 7 0 0,-2 1-18 0 0,0-4 17 0 0,-14-5-116 0 0,13 5 41 0 0,3-3 50 0 0,-16-46-39 0 0,17 45 89 0 0,2 0 13 0 0,8-47-431 0 0,-8 48 313 0 0,0 0 92 0 0,16-39-312 0 0,-15 40 358 0 0,0-1 114 0 0,18-41-13 0 0,-18 42-103 0 0,1-1-105 0 0,9-15-85 0 0,6-5-49 0 0,-15 21 65 0 0,0 0 197 0 0,11-11-117 0 0,-11 12-71 0 0,-1 2 107 0 0,0 0 1 0 0,-1 0-1 0 0,1-1 1 0 0,-1 1-1 0 0,0 0 1 0 0,1 0-1 0 0,-1-1 1 0 0,0 1-1 0 0,0-1 1 0 0,2-1-1 0 0,0-1 46 0 0,2 2 75 0 0,14-9-194 0 0,-14 9 69 0 0,-1 0-100 0 0,49-10-422 0 0,-47 12 512 0 0,0 0 159 0 0,18 1-61 0 0,-18 0-98 0 0,-3 1 21 0 0,29 32-81 0 0,-30-30 29 0 0,0 1 0 0 0,3 14 135 0 0,-3-14-56 0 0,-1 0 45 0 0,2 16-147 0 0,-2-16-49 0 0,0 2 192 0 0,3 17-97 0 0,-3-18-90 0 0,-1 1 124 0 0,1 20 107 0 0,-1-20-44 0 0,0-2-106 0 0,-3 29-217 0 0,3-4 292 0 0,-3 5 43 0 0,1-27-104 0 0,1-1 293 0 0,1-2-324 0 0,-3 18 112 0 0,3-17 20 0 0,0-1-398 0 0,0 18 338 0 0,0-17 414 0 0,0 0-1081 0 0,0 19 293 0 0,0-19 125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7:52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66 1980 0 0,'0'0'11040'0'0,"0"-6"-10348"0"0,-1-18-49 0 0,0 18 1978 0 0,3 1-2319 0 0,0 1-200 0 0,5-17 533 0 0,-1 22-438 0 0,50 15 176 0 0,-51-14-358 0 0,2 0 165 0 0,132 51 284 0 0,-78-28-270 0 0,-55-23-327 0 0,0 0-174 0 0,0 0 0 0 0,0 1 0 0 0,-1 0 1 0 0,1 0-1 0 0,-1 0 0 0 0,9 7 0 0 0,-14-10 436 0 0,5 3-394 0 0,-1-1-282 0 0,11 8-315 0 0,-11-8-276 0 0,0 0-2311 0 0,13 8 1802 0 0,-13-7-783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7:52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41 612 0 0,'0'0'8564'0'0,"-3"-4"-7731"0"0,-2-4-847 0 0,-16-18 6169 0 0,18 24-5960 0 0,-2 4-402 0 0,-12 7 412 0 0,12-6-87 0 0,2 1-42 0 0,2-4-53 0 0,0 1-16 0 0,0 1 1 0 0,0-1-1 0 0,-1 0 0 0 0,1 0 1 0 0,0 0-1 0 0,0 1 1 0 0,0-1-1 0 0,0 0 1 0 0,1 1-1 0 0,-1-1 0 0 0,0 1 1 0 0,0 2 96 0 0,-2 0-117 0 0,-39 86 475 0 0,3 13 67 0 0,23-57-286 0 0,15-41-351 0 0,-2 0-12 0 0,-27 71 965 0 0,29-72-571 0 0,0 1-2426 0 0,0 1 1601 0 0,-2 4 216 0 0,2 0-9465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7:55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81 168 0 0,'0'0'18069'0'0,"-3"4"-18854"0"0,-7 9 667 0 0,7-9 467 0 0,1-1-316 0 0,-23 31-131 0 0,22-30 148 0 0,0-1-154 0 0,0-2 112 0 0,1 1 0 0 0,-1 0 0 0 0,0 0 0 0 0,0-1 0 0 0,0 0 0 0 0,0 1 0 0 0,0-1 0 0 0,0 0 0 0 0,0 0 0 0 0,0-1 0 0 0,0 1 0 0 0,0-1 0 0 0,0 0 0 0 0,-6 1 0 0 0,8-2-5 0 0,-1 1 0 0 0,1-1-1 0 0,-1 0 1 0 0,1 1 0 0 0,0-1 0 0 0,0 0 0 0 0,-1 0 0 0 0,1 0 0 0 0,0 0 0 0 0,0 0 0 0 0,0 0 0 0 0,-1-2 0 0 0,1 2 11 0 0,-3-1 48 0 0,0-23 33 0 0,3 20-100 0 0,3-1-34 0 0,3-21-86 0 0,-2 23 147 0 0,0-2 12 0 0,0 0 0 0 0,1 0-1 0 0,0 0 1 0 0,0 1 0 0 0,0-1-1 0 0,1 1 1 0 0,0 1 0 0 0,0-1 0 0 0,0 0-1 0 0,8-4 1 0 0,3 1-203 0 0,-11 5 339 0 0,0 3-354 0 0,17-4 74 0 0,-16 3 332 0 0,-1 3-485 0 0,15 4 326 0 0,-15-5-77 0 0,-4 1-3 0 0,0-1 21 0 0,0 0-1 0 0,0 1 0 0 0,1-1 0 0 0,-1 0 0 0 0,0 0 1 0 0,1 0-1 0 0,-1 0 0 0 0,1 0 0 0 0,-1 0 0 0 0,4 1 0 0 0,-5-2 5 0 0,4 3 84 0 0,-1 1-183 0 0,7 12 197 0 0,-7-12 21 0 0,-2 2-251 0 0,4 22 334 0 0,-6-22-462 0 0,0 11 246 0 0,-1 0-1 0 0,-1-1 0 0 0,-1 0 1 0 0,-1 0-1 0 0,-7 19 0 0 0,-46 92 231 0 0,35-79-436 0 0,20-43 227 0 0,1-1-115 0 0,-19 36-17 0 0,19-35 113 0 0,0-1-158 0 0,-17 36 569 0 0,17-35-436 0 0,0-2 39 0 0,-3 5 354 0 0,-9 15-401 0 0,10-11 3691 0 0,9-13-3670 0 0,48-19 244 0 0,-47 17-287 0 0,0 0 81 0 0,200-77-101 0 0,-202 79 131 0 0,1-1-136 0 0,15-3-36 0 0,-15 4 144 0 0,1-1 4 0 0,16-3-92 0 0,-16 4 82 0 0,-1-1 80 0 0,49-9-4 0 0,-49 10 99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7:59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1520 0 0,'0'0'12360'0'0,"4"-2"-12106"0"0,10-7-35 0 0,-10 6 1823 0 0,-1-10-1962 0 0,0 1 1 0 0,1-1-1 0 0,1 1 0 0 0,9-20 1 0 0,-12 28-35 0 0,1 0 17 0 0,6-12-130 0 0,-6 12 71 0 0,0 1-164 0 0,11-10 257 0 0,-10 9-161 0 0,-1 1 48 0 0,-1 0 0 0 0,2 0 1 0 0,-1 1-1 0 0,0-1 1 0 0,0 1-1 0 0,1-1 1 0 0,-1 1-1 0 0,9-3 0 0 0,-11 4 57 0 0,3-1-99 0 0,1 1 4 0 0,4 0 36 0 0,0 0 0 0 0,1 1 0 0 0,14 2 0 0 0,-19-1 174 0 0,16 15-326 0 0,-16-13 325 0 0,-5-2-167 0 0,0 1 1 0 0,0-1-1 0 0,1 1 0 0 0,-1 0 1 0 0,1-1-1 0 0,-1 0 0 0 0,1 1 1 0 0,0-1-1 0 0,0 1 1 0 0,-1-1-1 0 0,1 0 0 0 0,2 3 1 0 0,-1-1 5 0 0,0 1 200 0 0,-1 3-264 0 0,3 17 112 0 0,-3-18 22 0 0,-2 1-156 0 0,-4 19 97 0 0,-2 0-1 0 0,0-1 1 0 0,-2 0-1 0 0,-1 0 0 0 0,-22 40 1 0 0,30-61-90 0 0,-7 9 250 0 0,-1 7-118 0 0,-2-2 4 0 0,9-14-110 0 0,1 1 60 0 0,-6 11 135 0 0,6-12 62 0 0,-1 0-252 0 0,2-2 261 0 0,-8 8-551 0 0,6-2 2996 0 0,21 5-2599 0 0,-15-11 51 0 0,11-4-113 0 0,0-1-1 0 0,25-9 0 0 0,-17 5 6 0 0,-16 6 35 0 0,-1 0-136 0 0,17-5 139 0 0,-16 4-72 0 0,18-4 8 0 0,-17 5 36 0 0,-1-1-48 0 0,-1 2 1 0 0,15-4 80 0 0,-15 4-87 0 0,0-1 60 0 0,39-4-3203 0 0,-25 4-6982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7:59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26 152 0 0,'0'0'13826'0'0,"2"-5"-13677"0"0,0 3-33 0 0,5-16 1160 0 0,-7 18-1259 0 0,0 1 0 0 0,1-1 0 0 0,-1 1 0 0 0,0-1 0 0 0,0 1 0 0 0,0-1 0 0 0,0 1 0 0 0,1-1 0 0 0,-1 1 0 0 0,0-1 0 0 0,0 1 0 0 0,1-1 0 0 0,-1 1 0 0 0,0-1 0 0 0,1 1 0 0 0,-1-1 0 0 0,0 0 0 0 0,1 1 0 0 0,-1-1 0 0 0,1 0 0 0 0,-1 1 0 0 0,1-1 0 0 0,-1 0 0 0 0,1 0 0 0 0,0 1 0 0 0,0-1 2 0 0,-1 0 1 0 0,1 0-1 0 0,-1 1 1 0 0,0-1 0 0 0,1 0-1 0 0,-1 0 1 0 0,1 1-1 0 0,-1-1 1 0 0,1 0-1 0 0,-1 1 1 0 0,0-1 0 0 0,1 1-1 0 0,-1-1 1 0 0,0 0-1 0 0,1 1 1 0 0,-1-1-1 0 0,0 1 1 0 0,1-1 0 0 0,-1 1-1 0 0,0-1 1 0 0,0 1-1 0 0,0-1 1 0 0,0 1-1 0 0,1-1 1 0 0,-1 2 0 0 0,0-2-6 0 0,0 1 1 0 0,0-1 0 0 0,0 1 0 0 0,1-1 0 0 0,-1 1 0 0 0,0-1 0 0 0,0 1 0 0 0,1-1 0 0 0,-1 1 0 0 0,0-1 0 0 0,1 0 0 0 0,-1 1 0 0 0,0-1 0 0 0,1 0 0 0 0,-1 1 0 0 0,1-1 0 0 0,-1 0 0 0 0,0 1 0 0 0,1-1 0 0 0,-1 0 0 0 0,1 0 0 0 0,-1 1 0 0 0,1-1 0 0 0,-1 0 0 0 0,1 0 0 0 0,0 0 0 0 0,0 0 1 0 0,-1 0 0 0 0,1 0 1 0 0,-1 1-1 0 0,1-1 0 0 0,-1 0 0 0 0,1 0 0 0 0,-1 0 1 0 0,1 1-1 0 0,-1-1 0 0 0,1 0 0 0 0,-1 0 0 0 0,0 1 0 0 0,1-1 1 0 0,-1 0-1 0 0,1 1 0 0 0,-1-1 0 0 0,0 1 0 0 0,1-1 1 0 0,-1 0-1 0 0,0 1 0 0 0,0-1 0 0 0,1 1 0 0 0,-1-1 0 0 0,0 1 1 0 0,0-1-1 0 0,1 2 0 0 0,-1-2-6 0 0,0 1 0 0 0,0-1-1 0 0,0 0 1 0 0,0 1 0 0 0,0-1 0 0 0,1 1 0 0 0,-1-1-1 0 0,0 1 1 0 0,0-1 0 0 0,1 0 0 0 0,-1 1 0 0 0,0-1-1 0 0,1 1 1 0 0,-1-1 0 0 0,0 0 0 0 0,1 0 0 0 0,-1 1-1 0 0,0-1 1 0 0,1 0 0 0 0,-1 1 0 0 0,1-1 0 0 0,-1 0-1 0 0,1 0 1 0 0,-1 0 0 0 0,0 0 0 0 0,2 1 0 0 0,-2-1 5 0 0,1 0 1 0 0,-1 0 0 0 0,1 0 0 0 0,-1 0 0 0 0,0 0-1 0 0,1 1 1 0 0,-1-1 0 0 0,1 0 0 0 0,-1 0 0 0 0,1 1-1 0 0,-1-1 1 0 0,0 0 0 0 0,1 1 0 0 0,-1-1 0 0 0,0 0-1 0 0,1 1 1 0 0,-1-1 0 0 0,0 0 0 0 0,0 1 0 0 0,1-1-1 0 0,-1 1 1 0 0,0-1 0 0 0,0 1 0 0 0,0-1 0 0 0,1 0 0 0 0,-1 2-1 0 0,4 1 115 0 0,54 47 208 0 0,-55-48-241 0 0,2 2-135 0 0,39 30 145 0 0,-40-31-29 0 0,2 1-262 0 0,-1 0 0 0 0,0 1 1 0 0,0-1-1 0 0,0 1 0 0 0,5 7 1 0 0,-7-9-151 0 0,-2-2-201 0 0,-1-1 512 0 0,0 1 0 0 0,0-1 0 0 0,0 1 0 0 0,0-1 0 0 0,0 0 0 0 0,1 1 0 0 0,-1-1 0 0 0,0 1 0 0 0,0-1 0 0 0,1 1 0 0 0,-1-1 0 0 0,0 0 0 0 0,0 1 0 0 0,1-1 0 0 0,-1 0 0 0 0,1 1 0 0 0,-1-1 0 0 0,0 0 0 0 0,1 1 0 0 0,-1-1 0 0 0,1 0 0 0 0,-1 0 1 0 0,1 1-1 0 0,-1-1 0 0 0,1 0 0 0 0,6 5-2118 0 0,-5 0-4571 0 0,2-3 4541 0 0,18 6 477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8:00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37 768 0 0,'0'-6'1648'0'0,"-1"-24"11561"0"0,-3 31-13129 0 0,-13 6 40 0 0,13-5 1169 0 0,-4 24 286 0 0,5-23-1576 0 0,-20 37 806 0 0,21-35-673 0 0,0-1-209 0 0,-31 58 379 0 0,31-58-250 0 0,1 1-712 0 0,-39 86 959 0 0,15-28-280 0 0,18-44-28 0 0,1-2 32 0 0,3 1 67 0 0,-14 30-106 0 0,15-43-21 0 0,-4 15 110 0 0,3-16-51 0 0,2 1 100 0 0,-1 0 69 0 0,-5 14-151 0 0,5-14 702 0 0,1 0-572 0 0,-1 0-696 0 0,-1 1 2578 0 0,1-1-3468 0 0,2 0-3484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3T07:28:01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48 252 0 0,'0'0'17017'0'0,"-2"-3"-16558"0"0,-1 0-52 0 0,0-1 0 0 0,0 1 0 0 0,1-1-1 0 0,0 1 1 0 0,-1-1 0 0 0,1 0 0 0 0,1 0-1 0 0,-1 0 1 0 0,-2-8 0 0 0,4 13-409 0 0,0-1-1 0 0,0 1 1 0 0,0-1-1 0 0,0 0 1 0 0,0 1 0 0 0,0-1-1 0 0,0 1 1 0 0,0-1-1 0 0,0 1 1 0 0,0-1 0 0 0,0 0-1 0 0,0 1 1 0 0,0-1-1 0 0,0 0 1 0 0,-1 1 0 0 0,1-1-1 0 0,0 1 1 0 0,0-1-1 0 0,0 0 1 0 0,-1 1 0 0 0,1-1-1 0 0,0 0 1 0 0,-1 0-1 0 0,1 1 1 0 0,0-1-1 0 0,-1 0 1 0 0,1 0 0 0 0,-1 1-1 0 0,0 0 12 0 0,1-1 0 0 0,-1 1 1 0 0,0-1-1 0 0,0 1 0 0 0,1 0 0 0 0,-1 0 0 0 0,1-1 0 0 0,-1 1 0 0 0,1 0 0 0 0,-1 0 0 0 0,1 0 0 0 0,-1 0 1 0 0,1 0-1 0 0,-1-1 0 0 0,1 1 0 0 0,0 0 0 0 0,0 0 0 0 0,-1 0 0 0 0,1 0 0 0 0,0 0 0 0 0,0 0 0 0 0,0 0 1 0 0,0 1-1 0 0,-16 234 889 0 0,19-202-584 0 0,-3-29-131 0 0,0 1-93 0 0,0 62 848 0 0,3-39-517 0 0,-2-23-100 0 0,-2 0-319 0 0,0 1-90 0 0,0 3 81 0 0,0 2-3774 0 0,5-4-665 0 0,5 1 2166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39129-7ACF-321F-0FE8-C8F8DC8EFB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979887-24CE-B8B8-EFA1-366C7DAAB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04003-C0B0-9AD6-BD01-D52253A2D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E094-77FE-40B1-99EC-C2D7465E1CD7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67182-3B40-A76F-4EBC-0BF743173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3D0C4-A0E3-92F9-30C3-0744C24D9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41FD-7F09-47A6-B02F-C93CEFF5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248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9DDAB-2C27-4118-F384-D8C82AC4C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8E284-7A2C-8CF1-F92E-BFA93A11F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56DBB-452D-995E-B01A-B43C1EC2A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E094-77FE-40B1-99EC-C2D7465E1CD7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8BB05-2A21-E63D-CF81-BE6627DBF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3A4A1-A544-3F2D-2082-CEC511D2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41FD-7F09-47A6-B02F-C93CEFF5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035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9782D-AE3E-F763-DC96-52D650843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D7CB6-2399-5EE3-FD5A-D448D9040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7CD73-8F18-BFC4-439A-D8CF7A545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E094-77FE-40B1-99EC-C2D7465E1CD7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F3880-FAB3-FAF4-B119-7A62DE50E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0B4BB-14C2-477D-8A31-EB5DB9EA9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41FD-7F09-47A6-B02F-C93CEFF5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666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2E76F-176E-2A91-2F92-4FB8BE7A1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25A79-E6FD-62D7-9D9D-35EB7C9480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DBA52A-3C1E-EC7D-6CE7-DC1C2D998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1CF18-4184-D9B7-2784-E0571741B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E094-77FE-40B1-99EC-C2D7465E1CD7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D87B76-4573-529C-F892-C314C1293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0D8E9-47DC-4CC1-75F5-10125BE2C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41FD-7F09-47A6-B02F-C93CEFF5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07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14265-7B5B-A247-F549-54452119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2D02C-04AD-B4C5-A717-D70D19AA0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BDF90D-2453-EB36-386E-B6E603589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63E440-132A-8987-C223-AFAACABAC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4B6AC0-EF8D-FF14-671D-FDC73AC5BB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A30F9E-3184-62EF-9240-3BCDA4A9D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E094-77FE-40B1-99EC-C2D7465E1CD7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FB3530-6C78-DC56-842B-88A30C87F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BAEAF9-B9E4-7E4F-6AAC-0CA97C253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41FD-7F09-47A6-B02F-C93CEFF5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817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45E6-919F-6510-3439-394AF5D3F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144A1C-7FC3-D46C-AE62-BD7A79034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E094-77FE-40B1-99EC-C2D7465E1CD7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CEFFB7-CC94-064A-9A31-B3A4724D7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BC354-81EC-3CD4-8A64-EB73D9336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41FD-7F09-47A6-B02F-C93CEFF5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219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434B03-730A-1D86-49BC-A64593879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E094-77FE-40B1-99EC-C2D7465E1CD7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8FBC94-4A4D-5535-57DD-5D5774E4B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D35A7-B628-60EE-8264-3A82D6C2C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41FD-7F09-47A6-B02F-C93CEFF5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062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E3C4B-49E1-23F6-4CEA-DACC85636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FA99C-CDBB-7DA6-7BDD-9DDAB0D16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6FC16-EE50-6275-6F2A-AE5DDD8A8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74CEAD-88AD-BD94-B2BA-0284AB224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E094-77FE-40B1-99EC-C2D7465E1CD7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84893-B549-CCCD-A244-6FB2211F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EF1DB-33F6-72DF-D9FD-A649E3F91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41FD-7F09-47A6-B02F-C93CEFF5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416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DE694-7282-7335-11DA-EC521D6FC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176499-E735-4320-99AE-EEFEF06BC5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6ACEC0-27DB-8111-042A-81A4584B3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BD782-63A5-3B63-3D23-C0064FCF0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E094-77FE-40B1-99EC-C2D7465E1CD7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6C3C9-3374-6E76-192A-E3783BCCD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A1A2BB-A172-901D-6F4C-2FF9589D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41FD-7F09-47A6-B02F-C93CEFF5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985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E0C5A-5CAF-5276-C71B-CFD734FF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2279CB-A7AC-0917-CA20-0B4B045018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E8867-54A0-092D-33D5-8876E0217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E094-77FE-40B1-99EC-C2D7465E1CD7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FF661-3A38-7C27-0917-6EB3E1D19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DD1D3-17B3-3A35-1ED2-84932E755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41FD-7F09-47A6-B02F-C93CEFF5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160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515C62-4B68-BE32-A975-17833FBEB2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A46A36-01D7-2ACA-BF86-2282ECABDC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05E89-5AD9-4D79-AC0A-1DFD21282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E094-77FE-40B1-99EC-C2D7465E1CD7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32D8C-C7D0-080C-0AD1-ABAD1C1CE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5923F-C38F-9592-8DD1-9D8E3EEDF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41FD-7F09-47A6-B02F-C93CEFF5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451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24F313-A020-30C6-B5D4-2377D2E67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4C3A5-0454-7053-B090-0C782E072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45991-9B26-4FD9-8F4F-7CAC869B7A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2E094-77FE-40B1-99EC-C2D7465E1CD7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879BE-3F02-7E09-389C-C0D0534B3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57AEB-99D9-1546-E12E-369CD128C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741FD-7F09-47A6-B02F-C93CEFF5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95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3.png"/><Relationship Id="rId671" Type="http://schemas.openxmlformats.org/officeDocument/2006/relationships/customXml" Target="../ink/ink337.xml"/><Relationship Id="rId769" Type="http://schemas.openxmlformats.org/officeDocument/2006/relationships/customXml" Target="../ink/ink387.xml"/><Relationship Id="rId21" Type="http://schemas.openxmlformats.org/officeDocument/2006/relationships/image" Target="../media/image15.png"/><Relationship Id="rId324" Type="http://schemas.openxmlformats.org/officeDocument/2006/relationships/image" Target="../media/image166.png"/><Relationship Id="rId531" Type="http://schemas.openxmlformats.org/officeDocument/2006/relationships/image" Target="../media/image269.png"/><Relationship Id="rId629" Type="http://schemas.openxmlformats.org/officeDocument/2006/relationships/image" Target="../media/image318.png"/><Relationship Id="rId170" Type="http://schemas.openxmlformats.org/officeDocument/2006/relationships/customXml" Target="../ink/ink85.xml"/><Relationship Id="rId836" Type="http://schemas.openxmlformats.org/officeDocument/2006/relationships/image" Target="../media/image420.png"/><Relationship Id="rId268" Type="http://schemas.openxmlformats.org/officeDocument/2006/relationships/image" Target="../media/image138.png"/><Relationship Id="rId475" Type="http://schemas.openxmlformats.org/officeDocument/2006/relationships/image" Target="../media/image241.png"/><Relationship Id="rId682" Type="http://schemas.openxmlformats.org/officeDocument/2006/relationships/customXml" Target="../ink/ink343.xml"/><Relationship Id="rId32" Type="http://schemas.openxmlformats.org/officeDocument/2006/relationships/customXml" Target="../ink/ink16.xml"/><Relationship Id="rId128" Type="http://schemas.openxmlformats.org/officeDocument/2006/relationships/customXml" Target="../ink/ink64.xml"/><Relationship Id="rId335" Type="http://schemas.openxmlformats.org/officeDocument/2006/relationships/customXml" Target="../ink/ink168.xml"/><Relationship Id="rId542" Type="http://schemas.openxmlformats.org/officeDocument/2006/relationships/customXml" Target="../ink/ink272.xml"/><Relationship Id="rId181" Type="http://schemas.openxmlformats.org/officeDocument/2006/relationships/customXml" Target="../ink/ink91.xml"/><Relationship Id="rId402" Type="http://schemas.openxmlformats.org/officeDocument/2006/relationships/image" Target="../media/image205.png"/><Relationship Id="rId847" Type="http://schemas.openxmlformats.org/officeDocument/2006/relationships/customXml" Target="../ink/ink426.xml"/><Relationship Id="rId279" Type="http://schemas.openxmlformats.org/officeDocument/2006/relationships/customXml" Target="../ink/ink140.xml"/><Relationship Id="rId486" Type="http://schemas.openxmlformats.org/officeDocument/2006/relationships/customXml" Target="../ink/ink244.xml"/><Relationship Id="rId693" Type="http://schemas.openxmlformats.org/officeDocument/2006/relationships/image" Target="../media/image349.png"/><Relationship Id="rId707" Type="http://schemas.openxmlformats.org/officeDocument/2006/relationships/image" Target="../media/image356.png"/><Relationship Id="rId43" Type="http://schemas.openxmlformats.org/officeDocument/2006/relationships/image" Target="../media/image26.png"/><Relationship Id="rId139" Type="http://schemas.openxmlformats.org/officeDocument/2006/relationships/image" Target="../media/image74.png"/><Relationship Id="rId346" Type="http://schemas.openxmlformats.org/officeDocument/2006/relationships/image" Target="../media/image177.png"/><Relationship Id="rId553" Type="http://schemas.openxmlformats.org/officeDocument/2006/relationships/image" Target="../media/image280.png"/><Relationship Id="rId760" Type="http://schemas.openxmlformats.org/officeDocument/2006/relationships/image" Target="../media/image382.png"/><Relationship Id="rId192" Type="http://schemas.openxmlformats.org/officeDocument/2006/relationships/image" Target="../media/image100.png"/><Relationship Id="rId206" Type="http://schemas.openxmlformats.org/officeDocument/2006/relationships/image" Target="../media/image107.png"/><Relationship Id="rId413" Type="http://schemas.openxmlformats.org/officeDocument/2006/relationships/image" Target="../media/image210.png"/><Relationship Id="rId497" Type="http://schemas.openxmlformats.org/officeDocument/2006/relationships/image" Target="../media/image252.png"/><Relationship Id="rId620" Type="http://schemas.openxmlformats.org/officeDocument/2006/relationships/customXml" Target="../ink/ink311.xml"/><Relationship Id="rId718" Type="http://schemas.openxmlformats.org/officeDocument/2006/relationships/customXml" Target="../ink/ink361.xml"/><Relationship Id="rId357" Type="http://schemas.openxmlformats.org/officeDocument/2006/relationships/customXml" Target="../ink/ink179.xml"/><Relationship Id="rId54" Type="http://schemas.openxmlformats.org/officeDocument/2006/relationships/customXml" Target="../ink/ink27.xml"/><Relationship Id="rId217" Type="http://schemas.openxmlformats.org/officeDocument/2006/relationships/customXml" Target="../ink/ink109.xml"/><Relationship Id="rId564" Type="http://schemas.openxmlformats.org/officeDocument/2006/relationships/customXml" Target="../ink/ink283.xml"/><Relationship Id="rId771" Type="http://schemas.openxmlformats.org/officeDocument/2006/relationships/customXml" Target="../ink/ink388.xml"/><Relationship Id="rId424" Type="http://schemas.openxmlformats.org/officeDocument/2006/relationships/customXml" Target="../ink/ink213.xml"/><Relationship Id="rId631" Type="http://schemas.openxmlformats.org/officeDocument/2006/relationships/image" Target="../media/image319.png"/><Relationship Id="rId729" Type="http://schemas.openxmlformats.org/officeDocument/2006/relationships/customXml" Target="../ink/ink367.xml"/><Relationship Id="rId270" Type="http://schemas.openxmlformats.org/officeDocument/2006/relationships/image" Target="../media/image139.png"/><Relationship Id="rId65" Type="http://schemas.openxmlformats.org/officeDocument/2006/relationships/image" Target="../media/image37.png"/><Relationship Id="rId130" Type="http://schemas.openxmlformats.org/officeDocument/2006/relationships/customXml" Target="../ink/ink65.xml"/><Relationship Id="rId368" Type="http://schemas.openxmlformats.org/officeDocument/2006/relationships/image" Target="../media/image188.png"/><Relationship Id="rId575" Type="http://schemas.openxmlformats.org/officeDocument/2006/relationships/image" Target="../media/image291.png"/><Relationship Id="rId782" Type="http://schemas.openxmlformats.org/officeDocument/2006/relationships/image" Target="../media/image393.png"/><Relationship Id="rId228" Type="http://schemas.openxmlformats.org/officeDocument/2006/relationships/image" Target="../media/image118.png"/><Relationship Id="rId435" Type="http://schemas.openxmlformats.org/officeDocument/2006/relationships/image" Target="../media/image221.png"/><Relationship Id="rId642" Type="http://schemas.openxmlformats.org/officeDocument/2006/relationships/customXml" Target="../ink/ink322.xml"/><Relationship Id="rId281" Type="http://schemas.openxmlformats.org/officeDocument/2006/relationships/customXml" Target="../ink/ink141.xml"/><Relationship Id="rId502" Type="http://schemas.openxmlformats.org/officeDocument/2006/relationships/customXml" Target="../ink/ink252.xml"/><Relationship Id="rId76" Type="http://schemas.openxmlformats.org/officeDocument/2006/relationships/customXml" Target="../ink/ink38.xml"/><Relationship Id="rId141" Type="http://schemas.openxmlformats.org/officeDocument/2006/relationships/image" Target="../media/image75.png"/><Relationship Id="rId379" Type="http://schemas.openxmlformats.org/officeDocument/2006/relationships/customXml" Target="../ink/ink190.xml"/><Relationship Id="rId586" Type="http://schemas.openxmlformats.org/officeDocument/2006/relationships/customXml" Target="../ink/ink294.xml"/><Relationship Id="rId793" Type="http://schemas.openxmlformats.org/officeDocument/2006/relationships/customXml" Target="../ink/ink399.xml"/><Relationship Id="rId807" Type="http://schemas.openxmlformats.org/officeDocument/2006/relationships/customXml" Target="../ink/ink406.xml"/><Relationship Id="rId7" Type="http://schemas.openxmlformats.org/officeDocument/2006/relationships/image" Target="../media/image8.png"/><Relationship Id="rId239" Type="http://schemas.openxmlformats.org/officeDocument/2006/relationships/customXml" Target="../ink/ink120.xml"/><Relationship Id="rId446" Type="http://schemas.openxmlformats.org/officeDocument/2006/relationships/customXml" Target="../ink/ink224.xml"/><Relationship Id="rId653" Type="http://schemas.openxmlformats.org/officeDocument/2006/relationships/customXml" Target="../ink/ink328.xml"/><Relationship Id="rId292" Type="http://schemas.openxmlformats.org/officeDocument/2006/relationships/image" Target="../media/image150.png"/><Relationship Id="rId306" Type="http://schemas.openxmlformats.org/officeDocument/2006/relationships/image" Target="../media/image157.png"/><Relationship Id="rId87" Type="http://schemas.openxmlformats.org/officeDocument/2006/relationships/image" Target="../media/image48.png"/><Relationship Id="rId513" Type="http://schemas.openxmlformats.org/officeDocument/2006/relationships/image" Target="../media/image260.png"/><Relationship Id="rId597" Type="http://schemas.openxmlformats.org/officeDocument/2006/relationships/image" Target="../media/image302.png"/><Relationship Id="rId720" Type="http://schemas.openxmlformats.org/officeDocument/2006/relationships/customXml" Target="../ink/ink362.xml"/><Relationship Id="rId818" Type="http://schemas.openxmlformats.org/officeDocument/2006/relationships/image" Target="../media/image411.png"/><Relationship Id="rId152" Type="http://schemas.openxmlformats.org/officeDocument/2006/relationships/customXml" Target="../ink/ink76.xml"/><Relationship Id="rId457" Type="http://schemas.openxmlformats.org/officeDocument/2006/relationships/image" Target="../media/image232.png"/><Relationship Id="rId664" Type="http://schemas.openxmlformats.org/officeDocument/2006/relationships/image" Target="../media/image335.png"/><Relationship Id="rId14" Type="http://schemas.openxmlformats.org/officeDocument/2006/relationships/customXml" Target="../ink/ink7.xml"/><Relationship Id="rId317" Type="http://schemas.openxmlformats.org/officeDocument/2006/relationships/customXml" Target="../ink/ink159.xml"/><Relationship Id="rId524" Type="http://schemas.openxmlformats.org/officeDocument/2006/relationships/customXml" Target="../ink/ink263.xml"/><Relationship Id="rId731" Type="http://schemas.openxmlformats.org/officeDocument/2006/relationships/customXml" Target="../ink/ink368.xml"/><Relationship Id="rId98" Type="http://schemas.openxmlformats.org/officeDocument/2006/relationships/customXml" Target="../ink/ink49.xml"/><Relationship Id="rId163" Type="http://schemas.openxmlformats.org/officeDocument/2006/relationships/image" Target="../media/image86.png"/><Relationship Id="rId370" Type="http://schemas.openxmlformats.org/officeDocument/2006/relationships/image" Target="../media/image189.png"/><Relationship Id="rId829" Type="http://schemas.openxmlformats.org/officeDocument/2006/relationships/customXml" Target="../ink/ink417.xml"/><Relationship Id="rId230" Type="http://schemas.openxmlformats.org/officeDocument/2006/relationships/image" Target="../media/image119.png"/><Relationship Id="rId468" Type="http://schemas.openxmlformats.org/officeDocument/2006/relationships/customXml" Target="../ink/ink235.xml"/><Relationship Id="rId675" Type="http://schemas.openxmlformats.org/officeDocument/2006/relationships/customXml" Target="../ink/ink339.xml"/><Relationship Id="rId25" Type="http://schemas.openxmlformats.org/officeDocument/2006/relationships/image" Target="../media/image17.png"/><Relationship Id="rId328" Type="http://schemas.openxmlformats.org/officeDocument/2006/relationships/image" Target="../media/image168.png"/><Relationship Id="rId535" Type="http://schemas.openxmlformats.org/officeDocument/2006/relationships/image" Target="../media/image271.png"/><Relationship Id="rId742" Type="http://schemas.openxmlformats.org/officeDocument/2006/relationships/image" Target="../media/image373.png"/><Relationship Id="rId174" Type="http://schemas.openxmlformats.org/officeDocument/2006/relationships/image" Target="../media/image91.png"/><Relationship Id="rId381" Type="http://schemas.openxmlformats.org/officeDocument/2006/relationships/customXml" Target="../ink/ink191.xml"/><Relationship Id="rId602" Type="http://schemas.openxmlformats.org/officeDocument/2006/relationships/customXml" Target="../ink/ink302.xml"/><Relationship Id="rId241" Type="http://schemas.openxmlformats.org/officeDocument/2006/relationships/customXml" Target="../ink/ink121.xml"/><Relationship Id="rId479" Type="http://schemas.openxmlformats.org/officeDocument/2006/relationships/image" Target="../media/image243.png"/><Relationship Id="rId686" Type="http://schemas.openxmlformats.org/officeDocument/2006/relationships/customXml" Target="../ink/ink345.xml"/><Relationship Id="rId36" Type="http://schemas.openxmlformats.org/officeDocument/2006/relationships/customXml" Target="../ink/ink18.xml"/><Relationship Id="rId339" Type="http://schemas.openxmlformats.org/officeDocument/2006/relationships/customXml" Target="../ink/ink170.xml"/><Relationship Id="rId546" Type="http://schemas.openxmlformats.org/officeDocument/2006/relationships/customXml" Target="../ink/ink274.xml"/><Relationship Id="rId753" Type="http://schemas.openxmlformats.org/officeDocument/2006/relationships/customXml" Target="../ink/ink379.xml"/><Relationship Id="rId101" Type="http://schemas.openxmlformats.org/officeDocument/2006/relationships/image" Target="../media/image55.png"/><Relationship Id="rId185" Type="http://schemas.openxmlformats.org/officeDocument/2006/relationships/customXml" Target="../ink/ink93.xml"/><Relationship Id="rId406" Type="http://schemas.openxmlformats.org/officeDocument/2006/relationships/image" Target="../media/image207.png"/><Relationship Id="rId392" Type="http://schemas.openxmlformats.org/officeDocument/2006/relationships/image" Target="../media/image200.png"/><Relationship Id="rId613" Type="http://schemas.openxmlformats.org/officeDocument/2006/relationships/image" Target="../media/image310.png"/><Relationship Id="rId697" Type="http://schemas.openxmlformats.org/officeDocument/2006/relationships/image" Target="../media/image351.png"/><Relationship Id="rId820" Type="http://schemas.openxmlformats.org/officeDocument/2006/relationships/image" Target="../media/image412.png"/><Relationship Id="rId252" Type="http://schemas.openxmlformats.org/officeDocument/2006/relationships/image" Target="../media/image130.png"/><Relationship Id="rId47" Type="http://schemas.openxmlformats.org/officeDocument/2006/relationships/image" Target="../media/image28.png"/><Relationship Id="rId112" Type="http://schemas.openxmlformats.org/officeDocument/2006/relationships/customXml" Target="../ink/ink56.xml"/><Relationship Id="rId557" Type="http://schemas.openxmlformats.org/officeDocument/2006/relationships/image" Target="../media/image282.png"/><Relationship Id="rId764" Type="http://schemas.openxmlformats.org/officeDocument/2006/relationships/image" Target="../media/image384.png"/><Relationship Id="rId196" Type="http://schemas.openxmlformats.org/officeDocument/2006/relationships/image" Target="../media/image102.png"/><Relationship Id="rId417" Type="http://schemas.openxmlformats.org/officeDocument/2006/relationships/image" Target="../media/image212.png"/><Relationship Id="rId624" Type="http://schemas.openxmlformats.org/officeDocument/2006/relationships/customXml" Target="../ink/ink313.xml"/><Relationship Id="rId831" Type="http://schemas.openxmlformats.org/officeDocument/2006/relationships/customXml" Target="../ink/ink418.xml"/><Relationship Id="rId263" Type="http://schemas.openxmlformats.org/officeDocument/2006/relationships/customXml" Target="../ink/ink132.xml"/><Relationship Id="rId470" Type="http://schemas.openxmlformats.org/officeDocument/2006/relationships/customXml" Target="../ink/ink236.xml"/><Relationship Id="rId58" Type="http://schemas.openxmlformats.org/officeDocument/2006/relationships/customXml" Target="../ink/ink29.xml"/><Relationship Id="rId123" Type="http://schemas.openxmlformats.org/officeDocument/2006/relationships/image" Target="../media/image66.png"/><Relationship Id="rId330" Type="http://schemas.openxmlformats.org/officeDocument/2006/relationships/image" Target="../media/image169.png"/><Relationship Id="rId568" Type="http://schemas.openxmlformats.org/officeDocument/2006/relationships/customXml" Target="../ink/ink285.xml"/><Relationship Id="rId775" Type="http://schemas.openxmlformats.org/officeDocument/2006/relationships/customXml" Target="../ink/ink390.xml"/><Relationship Id="rId428" Type="http://schemas.openxmlformats.org/officeDocument/2006/relationships/customXml" Target="../ink/ink215.xml"/><Relationship Id="rId635" Type="http://schemas.openxmlformats.org/officeDocument/2006/relationships/image" Target="../media/image321.png"/><Relationship Id="rId842" Type="http://schemas.openxmlformats.org/officeDocument/2006/relationships/image" Target="../media/image423.png"/><Relationship Id="rId274" Type="http://schemas.openxmlformats.org/officeDocument/2006/relationships/image" Target="../media/image141.png"/><Relationship Id="rId481" Type="http://schemas.openxmlformats.org/officeDocument/2006/relationships/image" Target="../media/image244.png"/><Relationship Id="rId702" Type="http://schemas.openxmlformats.org/officeDocument/2006/relationships/customXml" Target="../ink/ink353.xml"/><Relationship Id="rId69" Type="http://schemas.openxmlformats.org/officeDocument/2006/relationships/image" Target="../media/image39.png"/><Relationship Id="rId134" Type="http://schemas.openxmlformats.org/officeDocument/2006/relationships/customXml" Target="../ink/ink67.xml"/><Relationship Id="rId579" Type="http://schemas.openxmlformats.org/officeDocument/2006/relationships/image" Target="../media/image293.png"/><Relationship Id="rId786" Type="http://schemas.openxmlformats.org/officeDocument/2006/relationships/image" Target="../media/image395.png"/><Relationship Id="rId341" Type="http://schemas.openxmlformats.org/officeDocument/2006/relationships/customXml" Target="../ink/ink171.xml"/><Relationship Id="rId439" Type="http://schemas.openxmlformats.org/officeDocument/2006/relationships/image" Target="../media/image223.png"/><Relationship Id="rId646" Type="http://schemas.openxmlformats.org/officeDocument/2006/relationships/customXml" Target="../ink/ink324.xml"/><Relationship Id="rId201" Type="http://schemas.openxmlformats.org/officeDocument/2006/relationships/customXml" Target="../ink/ink101.xml"/><Relationship Id="rId285" Type="http://schemas.openxmlformats.org/officeDocument/2006/relationships/customXml" Target="../ink/ink143.xml"/><Relationship Id="rId506" Type="http://schemas.openxmlformats.org/officeDocument/2006/relationships/customXml" Target="../ink/ink254.xml"/><Relationship Id="rId853" Type="http://schemas.openxmlformats.org/officeDocument/2006/relationships/customXml" Target="../ink/ink429.xml"/><Relationship Id="rId492" Type="http://schemas.openxmlformats.org/officeDocument/2006/relationships/customXml" Target="../ink/ink247.xml"/><Relationship Id="rId713" Type="http://schemas.openxmlformats.org/officeDocument/2006/relationships/image" Target="../media/image359.png"/><Relationship Id="rId797" Type="http://schemas.openxmlformats.org/officeDocument/2006/relationships/customXml" Target="../ink/ink401.xml"/><Relationship Id="rId145" Type="http://schemas.openxmlformats.org/officeDocument/2006/relationships/image" Target="../media/image77.png"/><Relationship Id="rId352" Type="http://schemas.openxmlformats.org/officeDocument/2006/relationships/image" Target="../media/image180.png"/><Relationship Id="rId212" Type="http://schemas.openxmlformats.org/officeDocument/2006/relationships/image" Target="../media/image110.png"/><Relationship Id="rId657" Type="http://schemas.openxmlformats.org/officeDocument/2006/relationships/customXml" Target="../ink/ink330.xml"/><Relationship Id="rId296" Type="http://schemas.openxmlformats.org/officeDocument/2006/relationships/image" Target="../media/image152.png"/><Relationship Id="rId517" Type="http://schemas.openxmlformats.org/officeDocument/2006/relationships/image" Target="../media/image262.png"/><Relationship Id="rId724" Type="http://schemas.openxmlformats.org/officeDocument/2006/relationships/image" Target="../media/image364.png"/><Relationship Id="rId60" Type="http://schemas.openxmlformats.org/officeDocument/2006/relationships/customXml" Target="../ink/ink30.xml"/><Relationship Id="rId156" Type="http://schemas.openxmlformats.org/officeDocument/2006/relationships/customXml" Target="../ink/ink78.xml"/><Relationship Id="rId363" Type="http://schemas.openxmlformats.org/officeDocument/2006/relationships/customXml" Target="../ink/ink182.xml"/><Relationship Id="rId570" Type="http://schemas.openxmlformats.org/officeDocument/2006/relationships/customXml" Target="../ink/ink286.xml"/><Relationship Id="rId223" Type="http://schemas.openxmlformats.org/officeDocument/2006/relationships/customXml" Target="../ink/ink112.xml"/><Relationship Id="rId430" Type="http://schemas.openxmlformats.org/officeDocument/2006/relationships/customXml" Target="../ink/ink216.xml"/><Relationship Id="rId668" Type="http://schemas.openxmlformats.org/officeDocument/2006/relationships/image" Target="../media/image337.png"/><Relationship Id="rId18" Type="http://schemas.openxmlformats.org/officeDocument/2006/relationships/customXml" Target="../ink/ink9.xml"/><Relationship Id="rId528" Type="http://schemas.openxmlformats.org/officeDocument/2006/relationships/customXml" Target="../ink/ink265.xml"/><Relationship Id="rId735" Type="http://schemas.openxmlformats.org/officeDocument/2006/relationships/customXml" Target="../ink/ink370.xml"/><Relationship Id="rId167" Type="http://schemas.openxmlformats.org/officeDocument/2006/relationships/image" Target="../media/image88.png"/><Relationship Id="rId374" Type="http://schemas.openxmlformats.org/officeDocument/2006/relationships/image" Target="../media/image191.png"/><Relationship Id="rId581" Type="http://schemas.openxmlformats.org/officeDocument/2006/relationships/image" Target="../media/image294.png"/><Relationship Id="rId71" Type="http://schemas.openxmlformats.org/officeDocument/2006/relationships/image" Target="../media/image40.png"/><Relationship Id="rId234" Type="http://schemas.openxmlformats.org/officeDocument/2006/relationships/image" Target="../media/image121.png"/><Relationship Id="rId679" Type="http://schemas.openxmlformats.org/officeDocument/2006/relationships/customXml" Target="../ink/ink341.xml"/><Relationship Id="rId802" Type="http://schemas.openxmlformats.org/officeDocument/2006/relationships/image" Target="../media/image403.png"/><Relationship Id="rId2" Type="http://schemas.openxmlformats.org/officeDocument/2006/relationships/customXml" Target="../ink/ink1.xml"/><Relationship Id="rId29" Type="http://schemas.openxmlformats.org/officeDocument/2006/relationships/image" Target="../media/image19.png"/><Relationship Id="rId441" Type="http://schemas.openxmlformats.org/officeDocument/2006/relationships/image" Target="../media/image224.png"/><Relationship Id="rId539" Type="http://schemas.openxmlformats.org/officeDocument/2006/relationships/image" Target="../media/image273.png"/><Relationship Id="rId746" Type="http://schemas.openxmlformats.org/officeDocument/2006/relationships/image" Target="../media/image375.png"/><Relationship Id="rId178" Type="http://schemas.openxmlformats.org/officeDocument/2006/relationships/image" Target="../media/image93.png"/><Relationship Id="rId301" Type="http://schemas.openxmlformats.org/officeDocument/2006/relationships/customXml" Target="../ink/ink151.xml"/><Relationship Id="rId82" Type="http://schemas.openxmlformats.org/officeDocument/2006/relationships/customXml" Target="../ink/ink41.xml"/><Relationship Id="rId385" Type="http://schemas.openxmlformats.org/officeDocument/2006/relationships/customXml" Target="../ink/ink193.xml"/><Relationship Id="rId592" Type="http://schemas.openxmlformats.org/officeDocument/2006/relationships/customXml" Target="../ink/ink297.xml"/><Relationship Id="rId606" Type="http://schemas.openxmlformats.org/officeDocument/2006/relationships/customXml" Target="../ink/ink304.xml"/><Relationship Id="rId813" Type="http://schemas.openxmlformats.org/officeDocument/2006/relationships/customXml" Target="../ink/ink409.xml"/><Relationship Id="rId245" Type="http://schemas.openxmlformats.org/officeDocument/2006/relationships/customXml" Target="../ink/ink123.xml"/><Relationship Id="rId452" Type="http://schemas.openxmlformats.org/officeDocument/2006/relationships/customXml" Target="../ink/ink227.xml"/><Relationship Id="rId105" Type="http://schemas.openxmlformats.org/officeDocument/2006/relationships/image" Target="../media/image57.png"/><Relationship Id="rId312" Type="http://schemas.openxmlformats.org/officeDocument/2006/relationships/image" Target="../media/image160.png"/><Relationship Id="rId757" Type="http://schemas.openxmlformats.org/officeDocument/2006/relationships/customXml" Target="../ink/ink381.xml"/><Relationship Id="rId93" Type="http://schemas.openxmlformats.org/officeDocument/2006/relationships/image" Target="../media/image51.png"/><Relationship Id="rId189" Type="http://schemas.openxmlformats.org/officeDocument/2006/relationships/customXml" Target="../ink/ink95.xml"/><Relationship Id="rId396" Type="http://schemas.openxmlformats.org/officeDocument/2006/relationships/image" Target="../media/image202.png"/><Relationship Id="rId617" Type="http://schemas.openxmlformats.org/officeDocument/2006/relationships/image" Target="../media/image312.png"/><Relationship Id="rId824" Type="http://schemas.openxmlformats.org/officeDocument/2006/relationships/image" Target="../media/image414.png"/><Relationship Id="rId256" Type="http://schemas.openxmlformats.org/officeDocument/2006/relationships/image" Target="../media/image132.png"/><Relationship Id="rId463" Type="http://schemas.openxmlformats.org/officeDocument/2006/relationships/image" Target="../media/image235.png"/><Relationship Id="rId670" Type="http://schemas.openxmlformats.org/officeDocument/2006/relationships/image" Target="../media/image338.png"/><Relationship Id="rId116" Type="http://schemas.openxmlformats.org/officeDocument/2006/relationships/customXml" Target="../ink/ink58.xml"/><Relationship Id="rId323" Type="http://schemas.openxmlformats.org/officeDocument/2006/relationships/customXml" Target="../ink/ink162.xml"/><Relationship Id="rId530" Type="http://schemas.openxmlformats.org/officeDocument/2006/relationships/customXml" Target="../ink/ink266.xml"/><Relationship Id="rId768" Type="http://schemas.openxmlformats.org/officeDocument/2006/relationships/image" Target="../media/image386.png"/><Relationship Id="rId20" Type="http://schemas.openxmlformats.org/officeDocument/2006/relationships/customXml" Target="../ink/ink10.xml"/><Relationship Id="rId628" Type="http://schemas.openxmlformats.org/officeDocument/2006/relationships/customXml" Target="../ink/ink315.xml"/><Relationship Id="rId835" Type="http://schemas.openxmlformats.org/officeDocument/2006/relationships/customXml" Target="../ink/ink420.xml"/><Relationship Id="rId267" Type="http://schemas.openxmlformats.org/officeDocument/2006/relationships/customXml" Target="../ink/ink134.xml"/><Relationship Id="rId474" Type="http://schemas.openxmlformats.org/officeDocument/2006/relationships/customXml" Target="../ink/ink238.xml"/><Relationship Id="rId127" Type="http://schemas.openxmlformats.org/officeDocument/2006/relationships/image" Target="../media/image68.png"/><Relationship Id="rId681" Type="http://schemas.openxmlformats.org/officeDocument/2006/relationships/customXml" Target="../ink/ink342.xml"/><Relationship Id="rId779" Type="http://schemas.openxmlformats.org/officeDocument/2006/relationships/customXml" Target="../ink/ink392.xml"/><Relationship Id="rId31" Type="http://schemas.openxmlformats.org/officeDocument/2006/relationships/image" Target="../media/image20.png"/><Relationship Id="rId334" Type="http://schemas.openxmlformats.org/officeDocument/2006/relationships/image" Target="../media/image171.png"/><Relationship Id="rId541" Type="http://schemas.openxmlformats.org/officeDocument/2006/relationships/image" Target="../media/image274.png"/><Relationship Id="rId639" Type="http://schemas.openxmlformats.org/officeDocument/2006/relationships/image" Target="../media/image323.png"/><Relationship Id="rId180" Type="http://schemas.openxmlformats.org/officeDocument/2006/relationships/image" Target="../media/image94.png"/><Relationship Id="rId278" Type="http://schemas.openxmlformats.org/officeDocument/2006/relationships/image" Target="../media/image143.png"/><Relationship Id="rId401" Type="http://schemas.openxmlformats.org/officeDocument/2006/relationships/customXml" Target="../ink/ink201.xml"/><Relationship Id="rId846" Type="http://schemas.openxmlformats.org/officeDocument/2006/relationships/image" Target="../media/image425.png"/><Relationship Id="rId485" Type="http://schemas.openxmlformats.org/officeDocument/2006/relationships/image" Target="../media/image246.png"/><Relationship Id="rId692" Type="http://schemas.openxmlformats.org/officeDocument/2006/relationships/customXml" Target="../ink/ink348.xml"/><Relationship Id="rId706" Type="http://schemas.openxmlformats.org/officeDocument/2006/relationships/customXml" Target="../ink/ink355.xml"/><Relationship Id="rId42" Type="http://schemas.openxmlformats.org/officeDocument/2006/relationships/customXml" Target="../ink/ink21.xml"/><Relationship Id="rId138" Type="http://schemas.openxmlformats.org/officeDocument/2006/relationships/customXml" Target="../ink/ink69.xml"/><Relationship Id="rId345" Type="http://schemas.openxmlformats.org/officeDocument/2006/relationships/customXml" Target="../ink/ink173.xml"/><Relationship Id="rId552" Type="http://schemas.openxmlformats.org/officeDocument/2006/relationships/customXml" Target="../ink/ink277.xml"/><Relationship Id="rId191" Type="http://schemas.openxmlformats.org/officeDocument/2006/relationships/customXml" Target="../ink/ink96.xml"/><Relationship Id="rId205" Type="http://schemas.openxmlformats.org/officeDocument/2006/relationships/customXml" Target="../ink/ink103.xml"/><Relationship Id="rId412" Type="http://schemas.openxmlformats.org/officeDocument/2006/relationships/customXml" Target="../ink/ink207.xml"/><Relationship Id="rId289" Type="http://schemas.openxmlformats.org/officeDocument/2006/relationships/customXml" Target="../ink/ink145.xml"/><Relationship Id="rId496" Type="http://schemas.openxmlformats.org/officeDocument/2006/relationships/customXml" Target="../ink/ink249.xml"/><Relationship Id="rId717" Type="http://schemas.openxmlformats.org/officeDocument/2006/relationships/image" Target="../media/image361.png"/><Relationship Id="rId53" Type="http://schemas.openxmlformats.org/officeDocument/2006/relationships/image" Target="../media/image31.png"/><Relationship Id="rId149" Type="http://schemas.openxmlformats.org/officeDocument/2006/relationships/image" Target="../media/image79.png"/><Relationship Id="rId356" Type="http://schemas.openxmlformats.org/officeDocument/2006/relationships/image" Target="../media/image182.png"/><Relationship Id="rId563" Type="http://schemas.openxmlformats.org/officeDocument/2006/relationships/image" Target="../media/image285.png"/><Relationship Id="rId770" Type="http://schemas.openxmlformats.org/officeDocument/2006/relationships/image" Target="../media/image387.png"/><Relationship Id="rId216" Type="http://schemas.openxmlformats.org/officeDocument/2006/relationships/image" Target="../media/image112.png"/><Relationship Id="rId423" Type="http://schemas.openxmlformats.org/officeDocument/2006/relationships/image" Target="../media/image215.png"/><Relationship Id="rId630" Type="http://schemas.openxmlformats.org/officeDocument/2006/relationships/customXml" Target="../ink/ink316.xml"/><Relationship Id="rId728" Type="http://schemas.openxmlformats.org/officeDocument/2006/relationships/image" Target="../media/image366.png"/><Relationship Id="rId64" Type="http://schemas.openxmlformats.org/officeDocument/2006/relationships/customXml" Target="../ink/ink32.xml"/><Relationship Id="rId367" Type="http://schemas.openxmlformats.org/officeDocument/2006/relationships/customXml" Target="../ink/ink184.xml"/><Relationship Id="rId574" Type="http://schemas.openxmlformats.org/officeDocument/2006/relationships/customXml" Target="../ink/ink288.xml"/><Relationship Id="rId227" Type="http://schemas.openxmlformats.org/officeDocument/2006/relationships/customXml" Target="../ink/ink114.xml"/><Relationship Id="rId781" Type="http://schemas.openxmlformats.org/officeDocument/2006/relationships/customXml" Target="../ink/ink393.xml"/><Relationship Id="rId434" Type="http://schemas.openxmlformats.org/officeDocument/2006/relationships/customXml" Target="../ink/ink218.xml"/><Relationship Id="rId641" Type="http://schemas.openxmlformats.org/officeDocument/2006/relationships/image" Target="../media/image324.png"/><Relationship Id="rId739" Type="http://schemas.openxmlformats.org/officeDocument/2006/relationships/customXml" Target="../ink/ink372.xml"/><Relationship Id="rId280" Type="http://schemas.openxmlformats.org/officeDocument/2006/relationships/image" Target="../media/image144.png"/><Relationship Id="rId501" Type="http://schemas.openxmlformats.org/officeDocument/2006/relationships/image" Target="../media/image254.png"/><Relationship Id="rId75" Type="http://schemas.openxmlformats.org/officeDocument/2006/relationships/image" Target="../media/image42.png"/><Relationship Id="rId140" Type="http://schemas.openxmlformats.org/officeDocument/2006/relationships/customXml" Target="../ink/ink70.xml"/><Relationship Id="rId378" Type="http://schemas.openxmlformats.org/officeDocument/2006/relationships/image" Target="../media/image193.png"/><Relationship Id="rId585" Type="http://schemas.openxmlformats.org/officeDocument/2006/relationships/image" Target="../media/image296.png"/><Relationship Id="rId792" Type="http://schemas.openxmlformats.org/officeDocument/2006/relationships/image" Target="../media/image398.png"/><Relationship Id="rId806" Type="http://schemas.openxmlformats.org/officeDocument/2006/relationships/image" Target="../media/image405.png"/><Relationship Id="rId6" Type="http://schemas.openxmlformats.org/officeDocument/2006/relationships/customXml" Target="../ink/ink3.xml"/><Relationship Id="rId238" Type="http://schemas.openxmlformats.org/officeDocument/2006/relationships/image" Target="../media/image123.png"/><Relationship Id="rId445" Type="http://schemas.openxmlformats.org/officeDocument/2006/relationships/image" Target="../media/image226.png"/><Relationship Id="rId652" Type="http://schemas.openxmlformats.org/officeDocument/2006/relationships/image" Target="../media/image329.png"/><Relationship Id="rId291" Type="http://schemas.openxmlformats.org/officeDocument/2006/relationships/customXml" Target="../ink/ink146.xml"/><Relationship Id="rId305" Type="http://schemas.openxmlformats.org/officeDocument/2006/relationships/customXml" Target="../ink/ink153.xml"/><Relationship Id="rId512" Type="http://schemas.openxmlformats.org/officeDocument/2006/relationships/customXml" Target="../ink/ink257.xml"/><Relationship Id="rId86" Type="http://schemas.openxmlformats.org/officeDocument/2006/relationships/customXml" Target="../ink/ink43.xml"/><Relationship Id="rId151" Type="http://schemas.openxmlformats.org/officeDocument/2006/relationships/image" Target="../media/image80.png"/><Relationship Id="rId389" Type="http://schemas.openxmlformats.org/officeDocument/2006/relationships/customXml" Target="../ink/ink195.xml"/><Relationship Id="rId596" Type="http://schemas.openxmlformats.org/officeDocument/2006/relationships/customXml" Target="../ink/ink299.xml"/><Relationship Id="rId817" Type="http://schemas.openxmlformats.org/officeDocument/2006/relationships/customXml" Target="../ink/ink411.xml"/><Relationship Id="rId249" Type="http://schemas.openxmlformats.org/officeDocument/2006/relationships/customXml" Target="../ink/ink125.xml"/><Relationship Id="rId456" Type="http://schemas.openxmlformats.org/officeDocument/2006/relationships/customXml" Target="../ink/ink229.xml"/><Relationship Id="rId663" Type="http://schemas.openxmlformats.org/officeDocument/2006/relationships/customXml" Target="../ink/ink333.xml"/><Relationship Id="rId13" Type="http://schemas.openxmlformats.org/officeDocument/2006/relationships/image" Target="../media/image11.png"/><Relationship Id="rId109" Type="http://schemas.openxmlformats.org/officeDocument/2006/relationships/image" Target="../media/image59.png"/><Relationship Id="rId316" Type="http://schemas.openxmlformats.org/officeDocument/2006/relationships/image" Target="../media/image162.png"/><Relationship Id="rId523" Type="http://schemas.openxmlformats.org/officeDocument/2006/relationships/image" Target="../media/image265.png"/><Relationship Id="rId97" Type="http://schemas.openxmlformats.org/officeDocument/2006/relationships/image" Target="../media/image53.png"/><Relationship Id="rId730" Type="http://schemas.openxmlformats.org/officeDocument/2006/relationships/image" Target="../media/image367.png"/><Relationship Id="rId828" Type="http://schemas.openxmlformats.org/officeDocument/2006/relationships/image" Target="../media/image416.png"/><Relationship Id="rId162" Type="http://schemas.openxmlformats.org/officeDocument/2006/relationships/customXml" Target="../ink/ink81.xml"/><Relationship Id="rId467" Type="http://schemas.openxmlformats.org/officeDocument/2006/relationships/image" Target="../media/image237.png"/><Relationship Id="rId674" Type="http://schemas.openxmlformats.org/officeDocument/2006/relationships/image" Target="../media/image340.png"/><Relationship Id="rId24" Type="http://schemas.openxmlformats.org/officeDocument/2006/relationships/customXml" Target="../ink/ink12.xml"/><Relationship Id="rId327" Type="http://schemas.openxmlformats.org/officeDocument/2006/relationships/customXml" Target="../ink/ink164.xml"/><Relationship Id="rId534" Type="http://schemas.openxmlformats.org/officeDocument/2006/relationships/customXml" Target="../ink/ink268.xml"/><Relationship Id="rId741" Type="http://schemas.openxmlformats.org/officeDocument/2006/relationships/customXml" Target="../ink/ink373.xml"/><Relationship Id="rId839" Type="http://schemas.openxmlformats.org/officeDocument/2006/relationships/customXml" Target="../ink/ink422.xml"/><Relationship Id="rId173" Type="http://schemas.openxmlformats.org/officeDocument/2006/relationships/customXml" Target="../ink/ink87.xml"/><Relationship Id="rId380" Type="http://schemas.openxmlformats.org/officeDocument/2006/relationships/image" Target="../media/image194.png"/><Relationship Id="rId601" Type="http://schemas.openxmlformats.org/officeDocument/2006/relationships/image" Target="../media/image304.png"/><Relationship Id="rId240" Type="http://schemas.openxmlformats.org/officeDocument/2006/relationships/image" Target="../media/image124.png"/><Relationship Id="rId478" Type="http://schemas.openxmlformats.org/officeDocument/2006/relationships/customXml" Target="../ink/ink240.xml"/><Relationship Id="rId685" Type="http://schemas.openxmlformats.org/officeDocument/2006/relationships/image" Target="../media/image345.png"/><Relationship Id="rId850" Type="http://schemas.openxmlformats.org/officeDocument/2006/relationships/image" Target="../media/image427.png"/><Relationship Id="rId35" Type="http://schemas.openxmlformats.org/officeDocument/2006/relationships/image" Target="../media/image22.png"/><Relationship Id="rId77" Type="http://schemas.openxmlformats.org/officeDocument/2006/relationships/image" Target="../media/image43.png"/><Relationship Id="rId100" Type="http://schemas.openxmlformats.org/officeDocument/2006/relationships/customXml" Target="../ink/ink50.xml"/><Relationship Id="rId282" Type="http://schemas.openxmlformats.org/officeDocument/2006/relationships/image" Target="../media/image145.png"/><Relationship Id="rId338" Type="http://schemas.openxmlformats.org/officeDocument/2006/relationships/image" Target="../media/image173.png"/><Relationship Id="rId503" Type="http://schemas.openxmlformats.org/officeDocument/2006/relationships/image" Target="../media/image255.png"/><Relationship Id="rId545" Type="http://schemas.openxmlformats.org/officeDocument/2006/relationships/image" Target="../media/image276.png"/><Relationship Id="rId587" Type="http://schemas.openxmlformats.org/officeDocument/2006/relationships/image" Target="../media/image297.png"/><Relationship Id="rId710" Type="http://schemas.openxmlformats.org/officeDocument/2006/relationships/customXml" Target="../ink/ink357.xml"/><Relationship Id="rId752" Type="http://schemas.openxmlformats.org/officeDocument/2006/relationships/image" Target="../media/image378.png"/><Relationship Id="rId808" Type="http://schemas.openxmlformats.org/officeDocument/2006/relationships/image" Target="../media/image406.png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image" Target="../media/image96.png"/><Relationship Id="rId391" Type="http://schemas.openxmlformats.org/officeDocument/2006/relationships/customXml" Target="../ink/ink196.xml"/><Relationship Id="rId405" Type="http://schemas.openxmlformats.org/officeDocument/2006/relationships/customXml" Target="../ink/ink203.xml"/><Relationship Id="rId447" Type="http://schemas.openxmlformats.org/officeDocument/2006/relationships/image" Target="../media/image227.png"/><Relationship Id="rId612" Type="http://schemas.openxmlformats.org/officeDocument/2006/relationships/customXml" Target="../ink/ink307.xml"/><Relationship Id="rId794" Type="http://schemas.openxmlformats.org/officeDocument/2006/relationships/image" Target="../media/image399.png"/><Relationship Id="rId251" Type="http://schemas.openxmlformats.org/officeDocument/2006/relationships/customXml" Target="../ink/ink126.xml"/><Relationship Id="rId489" Type="http://schemas.openxmlformats.org/officeDocument/2006/relationships/image" Target="../media/image248.png"/><Relationship Id="rId654" Type="http://schemas.openxmlformats.org/officeDocument/2006/relationships/image" Target="../media/image330.png"/><Relationship Id="rId696" Type="http://schemas.openxmlformats.org/officeDocument/2006/relationships/customXml" Target="../ink/ink350.xml"/><Relationship Id="rId46" Type="http://schemas.openxmlformats.org/officeDocument/2006/relationships/customXml" Target="../ink/ink23.xml"/><Relationship Id="rId293" Type="http://schemas.openxmlformats.org/officeDocument/2006/relationships/customXml" Target="../ink/ink147.xml"/><Relationship Id="rId307" Type="http://schemas.openxmlformats.org/officeDocument/2006/relationships/customXml" Target="../ink/ink154.xml"/><Relationship Id="rId349" Type="http://schemas.openxmlformats.org/officeDocument/2006/relationships/customXml" Target="../ink/ink175.xml"/><Relationship Id="rId514" Type="http://schemas.openxmlformats.org/officeDocument/2006/relationships/customXml" Target="../ink/ink258.xml"/><Relationship Id="rId556" Type="http://schemas.openxmlformats.org/officeDocument/2006/relationships/customXml" Target="../ink/ink279.xml"/><Relationship Id="rId721" Type="http://schemas.openxmlformats.org/officeDocument/2006/relationships/image" Target="../media/image363.png"/><Relationship Id="rId763" Type="http://schemas.openxmlformats.org/officeDocument/2006/relationships/customXml" Target="../ink/ink384.xml"/><Relationship Id="rId88" Type="http://schemas.openxmlformats.org/officeDocument/2006/relationships/customXml" Target="../ink/ink44.xml"/><Relationship Id="rId111" Type="http://schemas.openxmlformats.org/officeDocument/2006/relationships/image" Target="../media/image60.png"/><Relationship Id="rId153" Type="http://schemas.openxmlformats.org/officeDocument/2006/relationships/image" Target="../media/image81.png"/><Relationship Id="rId195" Type="http://schemas.openxmlformats.org/officeDocument/2006/relationships/customXml" Target="../ink/ink98.xml"/><Relationship Id="rId209" Type="http://schemas.openxmlformats.org/officeDocument/2006/relationships/customXml" Target="../ink/ink105.xml"/><Relationship Id="rId360" Type="http://schemas.openxmlformats.org/officeDocument/2006/relationships/image" Target="../media/image184.png"/><Relationship Id="rId416" Type="http://schemas.openxmlformats.org/officeDocument/2006/relationships/customXml" Target="../ink/ink209.xml"/><Relationship Id="rId598" Type="http://schemas.openxmlformats.org/officeDocument/2006/relationships/customXml" Target="../ink/ink300.xml"/><Relationship Id="rId819" Type="http://schemas.openxmlformats.org/officeDocument/2006/relationships/customXml" Target="../ink/ink412.xml"/><Relationship Id="rId220" Type="http://schemas.openxmlformats.org/officeDocument/2006/relationships/image" Target="../media/image114.png"/><Relationship Id="rId458" Type="http://schemas.openxmlformats.org/officeDocument/2006/relationships/customXml" Target="../ink/ink230.xml"/><Relationship Id="rId623" Type="http://schemas.openxmlformats.org/officeDocument/2006/relationships/image" Target="../media/image315.png"/><Relationship Id="rId665" Type="http://schemas.openxmlformats.org/officeDocument/2006/relationships/customXml" Target="../ink/ink334.xml"/><Relationship Id="rId830" Type="http://schemas.openxmlformats.org/officeDocument/2006/relationships/image" Target="../media/image417.png"/><Relationship Id="rId15" Type="http://schemas.openxmlformats.org/officeDocument/2006/relationships/image" Target="../media/image12.png"/><Relationship Id="rId57" Type="http://schemas.openxmlformats.org/officeDocument/2006/relationships/image" Target="../media/image33.png"/><Relationship Id="rId262" Type="http://schemas.openxmlformats.org/officeDocument/2006/relationships/image" Target="../media/image135.png"/><Relationship Id="rId318" Type="http://schemas.openxmlformats.org/officeDocument/2006/relationships/image" Target="../media/image163.png"/><Relationship Id="rId525" Type="http://schemas.openxmlformats.org/officeDocument/2006/relationships/image" Target="../media/image266.png"/><Relationship Id="rId567" Type="http://schemas.openxmlformats.org/officeDocument/2006/relationships/image" Target="../media/image287.png"/><Relationship Id="rId732" Type="http://schemas.openxmlformats.org/officeDocument/2006/relationships/image" Target="../media/image368.png"/><Relationship Id="rId99" Type="http://schemas.openxmlformats.org/officeDocument/2006/relationships/image" Target="../media/image54.png"/><Relationship Id="rId122" Type="http://schemas.openxmlformats.org/officeDocument/2006/relationships/customXml" Target="../ink/ink61.xml"/><Relationship Id="rId164" Type="http://schemas.openxmlformats.org/officeDocument/2006/relationships/customXml" Target="../ink/ink82.xml"/><Relationship Id="rId371" Type="http://schemas.openxmlformats.org/officeDocument/2006/relationships/customXml" Target="../ink/ink186.xml"/><Relationship Id="rId774" Type="http://schemas.openxmlformats.org/officeDocument/2006/relationships/image" Target="../media/image389.png"/><Relationship Id="rId427" Type="http://schemas.openxmlformats.org/officeDocument/2006/relationships/image" Target="../media/image217.png"/><Relationship Id="rId469" Type="http://schemas.openxmlformats.org/officeDocument/2006/relationships/image" Target="../media/image238.png"/><Relationship Id="rId634" Type="http://schemas.openxmlformats.org/officeDocument/2006/relationships/customXml" Target="../ink/ink318.xml"/><Relationship Id="rId676" Type="http://schemas.openxmlformats.org/officeDocument/2006/relationships/image" Target="../media/image341.png"/><Relationship Id="rId841" Type="http://schemas.openxmlformats.org/officeDocument/2006/relationships/customXml" Target="../ink/ink423.xml"/><Relationship Id="rId26" Type="http://schemas.openxmlformats.org/officeDocument/2006/relationships/customXml" Target="../ink/ink13.xml"/><Relationship Id="rId231" Type="http://schemas.openxmlformats.org/officeDocument/2006/relationships/customXml" Target="../ink/ink116.xml"/><Relationship Id="rId273" Type="http://schemas.openxmlformats.org/officeDocument/2006/relationships/customXml" Target="../ink/ink137.xml"/><Relationship Id="rId329" Type="http://schemas.openxmlformats.org/officeDocument/2006/relationships/customXml" Target="../ink/ink165.xml"/><Relationship Id="rId480" Type="http://schemas.openxmlformats.org/officeDocument/2006/relationships/customXml" Target="../ink/ink241.xml"/><Relationship Id="rId536" Type="http://schemas.openxmlformats.org/officeDocument/2006/relationships/customXml" Target="../ink/ink269.xml"/><Relationship Id="rId701" Type="http://schemas.openxmlformats.org/officeDocument/2006/relationships/image" Target="../media/image353.png"/><Relationship Id="rId68" Type="http://schemas.openxmlformats.org/officeDocument/2006/relationships/customXml" Target="../ink/ink34.xml"/><Relationship Id="rId133" Type="http://schemas.openxmlformats.org/officeDocument/2006/relationships/image" Target="../media/image71.png"/><Relationship Id="rId175" Type="http://schemas.openxmlformats.org/officeDocument/2006/relationships/customXml" Target="../ink/ink88.xml"/><Relationship Id="rId340" Type="http://schemas.openxmlformats.org/officeDocument/2006/relationships/image" Target="../media/image174.png"/><Relationship Id="rId578" Type="http://schemas.openxmlformats.org/officeDocument/2006/relationships/customXml" Target="../ink/ink290.xml"/><Relationship Id="rId743" Type="http://schemas.openxmlformats.org/officeDocument/2006/relationships/customXml" Target="../ink/ink374.xml"/><Relationship Id="rId785" Type="http://schemas.openxmlformats.org/officeDocument/2006/relationships/customXml" Target="../ink/ink395.xml"/><Relationship Id="rId200" Type="http://schemas.openxmlformats.org/officeDocument/2006/relationships/image" Target="../media/image104.png"/><Relationship Id="rId382" Type="http://schemas.openxmlformats.org/officeDocument/2006/relationships/image" Target="../media/image195.png"/><Relationship Id="rId438" Type="http://schemas.openxmlformats.org/officeDocument/2006/relationships/customXml" Target="../ink/ink220.xml"/><Relationship Id="rId603" Type="http://schemas.openxmlformats.org/officeDocument/2006/relationships/image" Target="../media/image305.png"/><Relationship Id="rId645" Type="http://schemas.openxmlformats.org/officeDocument/2006/relationships/image" Target="../media/image326.png"/><Relationship Id="rId687" Type="http://schemas.openxmlformats.org/officeDocument/2006/relationships/image" Target="../media/image346.png"/><Relationship Id="rId810" Type="http://schemas.openxmlformats.org/officeDocument/2006/relationships/image" Target="../media/image407.png"/><Relationship Id="rId852" Type="http://schemas.openxmlformats.org/officeDocument/2006/relationships/image" Target="../media/image428.png"/><Relationship Id="rId242" Type="http://schemas.openxmlformats.org/officeDocument/2006/relationships/image" Target="../media/image125.png"/><Relationship Id="rId284" Type="http://schemas.openxmlformats.org/officeDocument/2006/relationships/image" Target="../media/image146.png"/><Relationship Id="rId491" Type="http://schemas.openxmlformats.org/officeDocument/2006/relationships/image" Target="../media/image249.png"/><Relationship Id="rId505" Type="http://schemas.openxmlformats.org/officeDocument/2006/relationships/image" Target="../media/image256.png"/><Relationship Id="rId712" Type="http://schemas.openxmlformats.org/officeDocument/2006/relationships/customXml" Target="../ink/ink358.xml"/><Relationship Id="rId37" Type="http://schemas.openxmlformats.org/officeDocument/2006/relationships/image" Target="../media/image23.png"/><Relationship Id="rId79" Type="http://schemas.openxmlformats.org/officeDocument/2006/relationships/image" Target="../media/image44.png"/><Relationship Id="rId102" Type="http://schemas.openxmlformats.org/officeDocument/2006/relationships/customXml" Target="../ink/ink51.xml"/><Relationship Id="rId144" Type="http://schemas.openxmlformats.org/officeDocument/2006/relationships/customXml" Target="../ink/ink72.xml"/><Relationship Id="rId547" Type="http://schemas.openxmlformats.org/officeDocument/2006/relationships/image" Target="../media/image277.png"/><Relationship Id="rId589" Type="http://schemas.openxmlformats.org/officeDocument/2006/relationships/image" Target="../media/image298.png"/><Relationship Id="rId754" Type="http://schemas.openxmlformats.org/officeDocument/2006/relationships/image" Target="../media/image379.png"/><Relationship Id="rId796" Type="http://schemas.openxmlformats.org/officeDocument/2006/relationships/image" Target="../media/image400.png"/><Relationship Id="rId90" Type="http://schemas.openxmlformats.org/officeDocument/2006/relationships/customXml" Target="../ink/ink45.xml"/><Relationship Id="rId186" Type="http://schemas.openxmlformats.org/officeDocument/2006/relationships/image" Target="../media/image97.png"/><Relationship Id="rId351" Type="http://schemas.openxmlformats.org/officeDocument/2006/relationships/customXml" Target="../ink/ink176.xml"/><Relationship Id="rId393" Type="http://schemas.openxmlformats.org/officeDocument/2006/relationships/customXml" Target="../ink/ink197.xml"/><Relationship Id="rId407" Type="http://schemas.openxmlformats.org/officeDocument/2006/relationships/customXml" Target="../ink/ink204.xml"/><Relationship Id="rId449" Type="http://schemas.openxmlformats.org/officeDocument/2006/relationships/image" Target="../media/image228.png"/><Relationship Id="rId614" Type="http://schemas.openxmlformats.org/officeDocument/2006/relationships/customXml" Target="../ink/ink308.xml"/><Relationship Id="rId656" Type="http://schemas.openxmlformats.org/officeDocument/2006/relationships/image" Target="../media/image331.png"/><Relationship Id="rId821" Type="http://schemas.openxmlformats.org/officeDocument/2006/relationships/customXml" Target="../ink/ink413.xml"/><Relationship Id="rId211" Type="http://schemas.openxmlformats.org/officeDocument/2006/relationships/customXml" Target="../ink/ink106.xml"/><Relationship Id="rId253" Type="http://schemas.openxmlformats.org/officeDocument/2006/relationships/customXml" Target="../ink/ink127.xml"/><Relationship Id="rId295" Type="http://schemas.openxmlformats.org/officeDocument/2006/relationships/customXml" Target="../ink/ink148.xml"/><Relationship Id="rId309" Type="http://schemas.openxmlformats.org/officeDocument/2006/relationships/customXml" Target="../ink/ink155.xml"/><Relationship Id="rId460" Type="http://schemas.openxmlformats.org/officeDocument/2006/relationships/customXml" Target="../ink/ink231.xml"/><Relationship Id="rId516" Type="http://schemas.openxmlformats.org/officeDocument/2006/relationships/customXml" Target="../ink/ink259.xml"/><Relationship Id="rId698" Type="http://schemas.openxmlformats.org/officeDocument/2006/relationships/customXml" Target="../ink/ink351.xml"/><Relationship Id="rId48" Type="http://schemas.openxmlformats.org/officeDocument/2006/relationships/customXml" Target="../ink/ink24.xml"/><Relationship Id="rId113" Type="http://schemas.openxmlformats.org/officeDocument/2006/relationships/image" Target="../media/image61.png"/><Relationship Id="rId320" Type="http://schemas.openxmlformats.org/officeDocument/2006/relationships/image" Target="../media/image164.png"/><Relationship Id="rId558" Type="http://schemas.openxmlformats.org/officeDocument/2006/relationships/customXml" Target="../ink/ink280.xml"/><Relationship Id="rId723" Type="http://schemas.openxmlformats.org/officeDocument/2006/relationships/customXml" Target="../ink/ink364.xml"/><Relationship Id="rId765" Type="http://schemas.openxmlformats.org/officeDocument/2006/relationships/customXml" Target="../ink/ink385.xml"/><Relationship Id="rId155" Type="http://schemas.openxmlformats.org/officeDocument/2006/relationships/image" Target="../media/image82.png"/><Relationship Id="rId197" Type="http://schemas.openxmlformats.org/officeDocument/2006/relationships/customXml" Target="../ink/ink99.xml"/><Relationship Id="rId362" Type="http://schemas.openxmlformats.org/officeDocument/2006/relationships/image" Target="../media/image185.png"/><Relationship Id="rId418" Type="http://schemas.openxmlformats.org/officeDocument/2006/relationships/customXml" Target="../ink/ink210.xml"/><Relationship Id="rId625" Type="http://schemas.openxmlformats.org/officeDocument/2006/relationships/image" Target="../media/image316.png"/><Relationship Id="rId832" Type="http://schemas.openxmlformats.org/officeDocument/2006/relationships/image" Target="../media/image418.png"/><Relationship Id="rId222" Type="http://schemas.openxmlformats.org/officeDocument/2006/relationships/image" Target="../media/image115.png"/><Relationship Id="rId264" Type="http://schemas.openxmlformats.org/officeDocument/2006/relationships/image" Target="../media/image136.png"/><Relationship Id="rId471" Type="http://schemas.openxmlformats.org/officeDocument/2006/relationships/image" Target="../media/image239.png"/><Relationship Id="rId667" Type="http://schemas.openxmlformats.org/officeDocument/2006/relationships/customXml" Target="../ink/ink335.xml"/><Relationship Id="rId17" Type="http://schemas.openxmlformats.org/officeDocument/2006/relationships/image" Target="../media/image13.png"/><Relationship Id="rId59" Type="http://schemas.openxmlformats.org/officeDocument/2006/relationships/image" Target="../media/image34.png"/><Relationship Id="rId124" Type="http://schemas.openxmlformats.org/officeDocument/2006/relationships/customXml" Target="../ink/ink62.xml"/><Relationship Id="rId527" Type="http://schemas.openxmlformats.org/officeDocument/2006/relationships/image" Target="../media/image267.png"/><Relationship Id="rId569" Type="http://schemas.openxmlformats.org/officeDocument/2006/relationships/image" Target="../media/image288.png"/><Relationship Id="rId734" Type="http://schemas.openxmlformats.org/officeDocument/2006/relationships/image" Target="../media/image369.png"/><Relationship Id="rId776" Type="http://schemas.openxmlformats.org/officeDocument/2006/relationships/image" Target="../media/image390.png"/><Relationship Id="rId70" Type="http://schemas.openxmlformats.org/officeDocument/2006/relationships/customXml" Target="../ink/ink35.xml"/><Relationship Id="rId166" Type="http://schemas.openxmlformats.org/officeDocument/2006/relationships/customXml" Target="../ink/ink83.xml"/><Relationship Id="rId331" Type="http://schemas.openxmlformats.org/officeDocument/2006/relationships/customXml" Target="../ink/ink166.xml"/><Relationship Id="rId373" Type="http://schemas.openxmlformats.org/officeDocument/2006/relationships/customXml" Target="../ink/ink187.xml"/><Relationship Id="rId429" Type="http://schemas.openxmlformats.org/officeDocument/2006/relationships/image" Target="../media/image218.png"/><Relationship Id="rId580" Type="http://schemas.openxmlformats.org/officeDocument/2006/relationships/customXml" Target="../ink/ink291.xml"/><Relationship Id="rId636" Type="http://schemas.openxmlformats.org/officeDocument/2006/relationships/customXml" Target="../ink/ink319.xml"/><Relationship Id="rId801" Type="http://schemas.openxmlformats.org/officeDocument/2006/relationships/customXml" Target="../ink/ink403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117.xml"/><Relationship Id="rId440" Type="http://schemas.openxmlformats.org/officeDocument/2006/relationships/customXml" Target="../ink/ink221.xml"/><Relationship Id="rId678" Type="http://schemas.openxmlformats.org/officeDocument/2006/relationships/image" Target="../media/image342.png"/><Relationship Id="rId843" Type="http://schemas.openxmlformats.org/officeDocument/2006/relationships/customXml" Target="../ink/ink424.xml"/><Relationship Id="rId28" Type="http://schemas.openxmlformats.org/officeDocument/2006/relationships/customXml" Target="../ink/ink14.xml"/><Relationship Id="rId275" Type="http://schemas.openxmlformats.org/officeDocument/2006/relationships/customXml" Target="../ink/ink138.xml"/><Relationship Id="rId300" Type="http://schemas.openxmlformats.org/officeDocument/2006/relationships/image" Target="../media/image154.png"/><Relationship Id="rId482" Type="http://schemas.openxmlformats.org/officeDocument/2006/relationships/customXml" Target="../ink/ink242.xml"/><Relationship Id="rId538" Type="http://schemas.openxmlformats.org/officeDocument/2006/relationships/customXml" Target="../ink/ink270.xml"/><Relationship Id="rId703" Type="http://schemas.openxmlformats.org/officeDocument/2006/relationships/image" Target="../media/image354.png"/><Relationship Id="rId745" Type="http://schemas.openxmlformats.org/officeDocument/2006/relationships/customXml" Target="../ink/ink375.xml"/><Relationship Id="rId81" Type="http://schemas.openxmlformats.org/officeDocument/2006/relationships/image" Target="../media/image45.png"/><Relationship Id="rId135" Type="http://schemas.openxmlformats.org/officeDocument/2006/relationships/image" Target="../media/image72.png"/><Relationship Id="rId177" Type="http://schemas.openxmlformats.org/officeDocument/2006/relationships/customXml" Target="../ink/ink89.xml"/><Relationship Id="rId342" Type="http://schemas.openxmlformats.org/officeDocument/2006/relationships/image" Target="../media/image175.png"/><Relationship Id="rId384" Type="http://schemas.openxmlformats.org/officeDocument/2006/relationships/image" Target="../media/image196.png"/><Relationship Id="rId591" Type="http://schemas.openxmlformats.org/officeDocument/2006/relationships/image" Target="../media/image299.png"/><Relationship Id="rId605" Type="http://schemas.openxmlformats.org/officeDocument/2006/relationships/image" Target="../media/image306.png"/><Relationship Id="rId787" Type="http://schemas.openxmlformats.org/officeDocument/2006/relationships/customXml" Target="../ink/ink396.xml"/><Relationship Id="rId812" Type="http://schemas.openxmlformats.org/officeDocument/2006/relationships/image" Target="../media/image408.png"/><Relationship Id="rId202" Type="http://schemas.openxmlformats.org/officeDocument/2006/relationships/image" Target="../media/image105.png"/><Relationship Id="rId244" Type="http://schemas.openxmlformats.org/officeDocument/2006/relationships/image" Target="../media/image126.png"/><Relationship Id="rId647" Type="http://schemas.openxmlformats.org/officeDocument/2006/relationships/image" Target="../media/image327.png"/><Relationship Id="rId689" Type="http://schemas.openxmlformats.org/officeDocument/2006/relationships/image" Target="../media/image347.png"/><Relationship Id="rId854" Type="http://schemas.openxmlformats.org/officeDocument/2006/relationships/image" Target="../media/image429.png"/><Relationship Id="rId39" Type="http://schemas.openxmlformats.org/officeDocument/2006/relationships/image" Target="../media/image24.png"/><Relationship Id="rId286" Type="http://schemas.openxmlformats.org/officeDocument/2006/relationships/image" Target="../media/image147.png"/><Relationship Id="rId451" Type="http://schemas.openxmlformats.org/officeDocument/2006/relationships/image" Target="../media/image229.png"/><Relationship Id="rId493" Type="http://schemas.openxmlformats.org/officeDocument/2006/relationships/image" Target="../media/image250.png"/><Relationship Id="rId507" Type="http://schemas.openxmlformats.org/officeDocument/2006/relationships/image" Target="../media/image257.png"/><Relationship Id="rId549" Type="http://schemas.openxmlformats.org/officeDocument/2006/relationships/image" Target="../media/image278.png"/><Relationship Id="rId714" Type="http://schemas.openxmlformats.org/officeDocument/2006/relationships/customXml" Target="../ink/ink359.xml"/><Relationship Id="rId756" Type="http://schemas.openxmlformats.org/officeDocument/2006/relationships/image" Target="../media/image380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46" Type="http://schemas.openxmlformats.org/officeDocument/2006/relationships/customXml" Target="../ink/ink73.xml"/><Relationship Id="rId188" Type="http://schemas.openxmlformats.org/officeDocument/2006/relationships/image" Target="../media/image98.png"/><Relationship Id="rId311" Type="http://schemas.openxmlformats.org/officeDocument/2006/relationships/customXml" Target="../ink/ink156.xml"/><Relationship Id="rId353" Type="http://schemas.openxmlformats.org/officeDocument/2006/relationships/customXml" Target="../ink/ink177.xml"/><Relationship Id="rId395" Type="http://schemas.openxmlformats.org/officeDocument/2006/relationships/customXml" Target="../ink/ink198.xml"/><Relationship Id="rId409" Type="http://schemas.openxmlformats.org/officeDocument/2006/relationships/customXml" Target="../ink/ink205.xml"/><Relationship Id="rId560" Type="http://schemas.openxmlformats.org/officeDocument/2006/relationships/customXml" Target="../ink/ink281.xml"/><Relationship Id="rId798" Type="http://schemas.openxmlformats.org/officeDocument/2006/relationships/image" Target="../media/image401.png"/><Relationship Id="rId92" Type="http://schemas.openxmlformats.org/officeDocument/2006/relationships/customXml" Target="../ink/ink46.xml"/><Relationship Id="rId213" Type="http://schemas.openxmlformats.org/officeDocument/2006/relationships/customXml" Target="../ink/ink107.xml"/><Relationship Id="rId420" Type="http://schemas.openxmlformats.org/officeDocument/2006/relationships/customXml" Target="../ink/ink211.xml"/><Relationship Id="rId616" Type="http://schemas.openxmlformats.org/officeDocument/2006/relationships/customXml" Target="../ink/ink309.xml"/><Relationship Id="rId658" Type="http://schemas.openxmlformats.org/officeDocument/2006/relationships/image" Target="../media/image332.png"/><Relationship Id="rId823" Type="http://schemas.openxmlformats.org/officeDocument/2006/relationships/customXml" Target="../ink/ink414.xml"/><Relationship Id="rId255" Type="http://schemas.openxmlformats.org/officeDocument/2006/relationships/customXml" Target="../ink/ink128.xml"/><Relationship Id="rId297" Type="http://schemas.openxmlformats.org/officeDocument/2006/relationships/customXml" Target="../ink/ink149.xml"/><Relationship Id="rId462" Type="http://schemas.openxmlformats.org/officeDocument/2006/relationships/customXml" Target="../ink/ink232.xml"/><Relationship Id="rId518" Type="http://schemas.openxmlformats.org/officeDocument/2006/relationships/customXml" Target="../ink/ink260.xml"/><Relationship Id="rId725" Type="http://schemas.openxmlformats.org/officeDocument/2006/relationships/customXml" Target="../ink/ink365.xml"/><Relationship Id="rId115" Type="http://schemas.openxmlformats.org/officeDocument/2006/relationships/image" Target="../media/image62.png"/><Relationship Id="rId157" Type="http://schemas.openxmlformats.org/officeDocument/2006/relationships/image" Target="../media/image83.png"/><Relationship Id="rId322" Type="http://schemas.openxmlformats.org/officeDocument/2006/relationships/image" Target="../media/image165.png"/><Relationship Id="rId364" Type="http://schemas.openxmlformats.org/officeDocument/2006/relationships/image" Target="../media/image186.png"/><Relationship Id="rId767" Type="http://schemas.openxmlformats.org/officeDocument/2006/relationships/customXml" Target="../ink/ink386.xml"/><Relationship Id="rId61" Type="http://schemas.openxmlformats.org/officeDocument/2006/relationships/image" Target="../media/image35.png"/><Relationship Id="rId199" Type="http://schemas.openxmlformats.org/officeDocument/2006/relationships/customXml" Target="../ink/ink100.xml"/><Relationship Id="rId571" Type="http://schemas.openxmlformats.org/officeDocument/2006/relationships/image" Target="../media/image289.png"/><Relationship Id="rId627" Type="http://schemas.openxmlformats.org/officeDocument/2006/relationships/image" Target="../media/image317.png"/><Relationship Id="rId669" Type="http://schemas.openxmlformats.org/officeDocument/2006/relationships/customXml" Target="../ink/ink336.xml"/><Relationship Id="rId834" Type="http://schemas.openxmlformats.org/officeDocument/2006/relationships/image" Target="../media/image419.png"/><Relationship Id="rId19" Type="http://schemas.openxmlformats.org/officeDocument/2006/relationships/image" Target="../media/image14.png"/><Relationship Id="rId224" Type="http://schemas.openxmlformats.org/officeDocument/2006/relationships/image" Target="../media/image116.png"/><Relationship Id="rId266" Type="http://schemas.openxmlformats.org/officeDocument/2006/relationships/image" Target="../media/image137.png"/><Relationship Id="rId431" Type="http://schemas.openxmlformats.org/officeDocument/2006/relationships/image" Target="../media/image219.png"/><Relationship Id="rId473" Type="http://schemas.openxmlformats.org/officeDocument/2006/relationships/image" Target="../media/image240.png"/><Relationship Id="rId529" Type="http://schemas.openxmlformats.org/officeDocument/2006/relationships/image" Target="../media/image268.png"/><Relationship Id="rId680" Type="http://schemas.openxmlformats.org/officeDocument/2006/relationships/image" Target="../media/image343.png"/><Relationship Id="rId736" Type="http://schemas.openxmlformats.org/officeDocument/2006/relationships/image" Target="../media/image370.png"/><Relationship Id="rId30" Type="http://schemas.openxmlformats.org/officeDocument/2006/relationships/customXml" Target="../ink/ink15.xml"/><Relationship Id="rId126" Type="http://schemas.openxmlformats.org/officeDocument/2006/relationships/customXml" Target="../ink/ink63.xml"/><Relationship Id="rId168" Type="http://schemas.openxmlformats.org/officeDocument/2006/relationships/customXml" Target="../ink/ink84.xml"/><Relationship Id="rId333" Type="http://schemas.openxmlformats.org/officeDocument/2006/relationships/customXml" Target="../ink/ink167.xml"/><Relationship Id="rId540" Type="http://schemas.openxmlformats.org/officeDocument/2006/relationships/customXml" Target="../ink/ink271.xml"/><Relationship Id="rId778" Type="http://schemas.openxmlformats.org/officeDocument/2006/relationships/image" Target="../media/image391.png"/><Relationship Id="rId72" Type="http://schemas.openxmlformats.org/officeDocument/2006/relationships/customXml" Target="../ink/ink36.xml"/><Relationship Id="rId375" Type="http://schemas.openxmlformats.org/officeDocument/2006/relationships/customXml" Target="../ink/ink188.xml"/><Relationship Id="rId582" Type="http://schemas.openxmlformats.org/officeDocument/2006/relationships/customXml" Target="../ink/ink292.xml"/><Relationship Id="rId638" Type="http://schemas.openxmlformats.org/officeDocument/2006/relationships/customXml" Target="../ink/ink320.xml"/><Relationship Id="rId803" Type="http://schemas.openxmlformats.org/officeDocument/2006/relationships/customXml" Target="../ink/ink404.xml"/><Relationship Id="rId845" Type="http://schemas.openxmlformats.org/officeDocument/2006/relationships/customXml" Target="../ink/ink425.xml"/><Relationship Id="rId3" Type="http://schemas.openxmlformats.org/officeDocument/2006/relationships/image" Target="../media/image6.png"/><Relationship Id="rId235" Type="http://schemas.openxmlformats.org/officeDocument/2006/relationships/customXml" Target="../ink/ink118.xml"/><Relationship Id="rId277" Type="http://schemas.openxmlformats.org/officeDocument/2006/relationships/customXml" Target="../ink/ink139.xml"/><Relationship Id="rId400" Type="http://schemas.openxmlformats.org/officeDocument/2006/relationships/image" Target="../media/image204.png"/><Relationship Id="rId442" Type="http://schemas.openxmlformats.org/officeDocument/2006/relationships/customXml" Target="../ink/ink222.xml"/><Relationship Id="rId484" Type="http://schemas.openxmlformats.org/officeDocument/2006/relationships/customXml" Target="../ink/ink243.xml"/><Relationship Id="rId705" Type="http://schemas.openxmlformats.org/officeDocument/2006/relationships/image" Target="../media/image355.png"/><Relationship Id="rId137" Type="http://schemas.openxmlformats.org/officeDocument/2006/relationships/image" Target="../media/image73.png"/><Relationship Id="rId302" Type="http://schemas.openxmlformats.org/officeDocument/2006/relationships/image" Target="../media/image155.png"/><Relationship Id="rId344" Type="http://schemas.openxmlformats.org/officeDocument/2006/relationships/image" Target="../media/image176.png"/><Relationship Id="rId691" Type="http://schemas.openxmlformats.org/officeDocument/2006/relationships/image" Target="../media/image348.png"/><Relationship Id="rId747" Type="http://schemas.openxmlformats.org/officeDocument/2006/relationships/customXml" Target="../ink/ink376.xml"/><Relationship Id="rId789" Type="http://schemas.openxmlformats.org/officeDocument/2006/relationships/customXml" Target="../ink/ink397.xml"/><Relationship Id="rId41" Type="http://schemas.openxmlformats.org/officeDocument/2006/relationships/image" Target="../media/image25.png"/><Relationship Id="rId83" Type="http://schemas.openxmlformats.org/officeDocument/2006/relationships/image" Target="../media/image46.png"/><Relationship Id="rId179" Type="http://schemas.openxmlformats.org/officeDocument/2006/relationships/customXml" Target="../ink/ink90.xml"/><Relationship Id="rId386" Type="http://schemas.openxmlformats.org/officeDocument/2006/relationships/image" Target="../media/image197.png"/><Relationship Id="rId551" Type="http://schemas.openxmlformats.org/officeDocument/2006/relationships/image" Target="../media/image279.png"/><Relationship Id="rId593" Type="http://schemas.openxmlformats.org/officeDocument/2006/relationships/image" Target="../media/image300.png"/><Relationship Id="rId607" Type="http://schemas.openxmlformats.org/officeDocument/2006/relationships/image" Target="../media/image307.png"/><Relationship Id="rId649" Type="http://schemas.openxmlformats.org/officeDocument/2006/relationships/image" Target="../media/image328.png"/><Relationship Id="rId814" Type="http://schemas.openxmlformats.org/officeDocument/2006/relationships/image" Target="../media/image409.png"/><Relationship Id="rId856" Type="http://schemas.openxmlformats.org/officeDocument/2006/relationships/image" Target="../media/image430.png"/><Relationship Id="rId190" Type="http://schemas.openxmlformats.org/officeDocument/2006/relationships/image" Target="../media/image99.png"/><Relationship Id="rId204" Type="http://schemas.openxmlformats.org/officeDocument/2006/relationships/image" Target="../media/image106.png"/><Relationship Id="rId246" Type="http://schemas.openxmlformats.org/officeDocument/2006/relationships/image" Target="../media/image127.png"/><Relationship Id="rId288" Type="http://schemas.openxmlformats.org/officeDocument/2006/relationships/image" Target="../media/image148.png"/><Relationship Id="rId411" Type="http://schemas.openxmlformats.org/officeDocument/2006/relationships/image" Target="../media/image209.png"/><Relationship Id="rId453" Type="http://schemas.openxmlformats.org/officeDocument/2006/relationships/image" Target="../media/image230.png"/><Relationship Id="rId509" Type="http://schemas.openxmlformats.org/officeDocument/2006/relationships/image" Target="../media/image258.png"/><Relationship Id="rId660" Type="http://schemas.openxmlformats.org/officeDocument/2006/relationships/image" Target="../media/image333.png"/><Relationship Id="rId106" Type="http://schemas.openxmlformats.org/officeDocument/2006/relationships/customXml" Target="../ink/ink53.xml"/><Relationship Id="rId313" Type="http://schemas.openxmlformats.org/officeDocument/2006/relationships/customXml" Target="../ink/ink157.xml"/><Relationship Id="rId495" Type="http://schemas.openxmlformats.org/officeDocument/2006/relationships/image" Target="../media/image251.png"/><Relationship Id="rId716" Type="http://schemas.openxmlformats.org/officeDocument/2006/relationships/customXml" Target="../ink/ink360.xml"/><Relationship Id="rId758" Type="http://schemas.openxmlformats.org/officeDocument/2006/relationships/image" Target="../media/image381.png"/><Relationship Id="rId10" Type="http://schemas.openxmlformats.org/officeDocument/2006/relationships/customXml" Target="../ink/ink5.xml"/><Relationship Id="rId52" Type="http://schemas.openxmlformats.org/officeDocument/2006/relationships/customXml" Target="../ink/ink26.xml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355" Type="http://schemas.openxmlformats.org/officeDocument/2006/relationships/customXml" Target="../ink/ink178.xml"/><Relationship Id="rId397" Type="http://schemas.openxmlformats.org/officeDocument/2006/relationships/customXml" Target="../ink/ink199.xml"/><Relationship Id="rId520" Type="http://schemas.openxmlformats.org/officeDocument/2006/relationships/customXml" Target="../ink/ink261.xml"/><Relationship Id="rId562" Type="http://schemas.openxmlformats.org/officeDocument/2006/relationships/customXml" Target="../ink/ink282.xml"/><Relationship Id="rId618" Type="http://schemas.openxmlformats.org/officeDocument/2006/relationships/customXml" Target="../ink/ink310.xml"/><Relationship Id="rId825" Type="http://schemas.openxmlformats.org/officeDocument/2006/relationships/customXml" Target="../ink/ink415.xml"/><Relationship Id="rId215" Type="http://schemas.openxmlformats.org/officeDocument/2006/relationships/customXml" Target="../ink/ink108.xml"/><Relationship Id="rId257" Type="http://schemas.openxmlformats.org/officeDocument/2006/relationships/customXml" Target="../ink/ink129.xml"/><Relationship Id="rId422" Type="http://schemas.openxmlformats.org/officeDocument/2006/relationships/customXml" Target="../ink/ink212.xml"/><Relationship Id="rId464" Type="http://schemas.openxmlformats.org/officeDocument/2006/relationships/customXml" Target="../ink/ink233.xml"/><Relationship Id="rId299" Type="http://schemas.openxmlformats.org/officeDocument/2006/relationships/customXml" Target="../ink/ink150.xml"/><Relationship Id="rId727" Type="http://schemas.openxmlformats.org/officeDocument/2006/relationships/customXml" Target="../ink/ink366.xml"/><Relationship Id="rId63" Type="http://schemas.openxmlformats.org/officeDocument/2006/relationships/image" Target="../media/image36.png"/><Relationship Id="rId159" Type="http://schemas.openxmlformats.org/officeDocument/2006/relationships/image" Target="../media/image84.png"/><Relationship Id="rId366" Type="http://schemas.openxmlformats.org/officeDocument/2006/relationships/image" Target="../media/image187.png"/><Relationship Id="rId573" Type="http://schemas.openxmlformats.org/officeDocument/2006/relationships/image" Target="../media/image290.png"/><Relationship Id="rId780" Type="http://schemas.openxmlformats.org/officeDocument/2006/relationships/image" Target="../media/image392.png"/><Relationship Id="rId226" Type="http://schemas.openxmlformats.org/officeDocument/2006/relationships/image" Target="../media/image117.png"/><Relationship Id="rId433" Type="http://schemas.openxmlformats.org/officeDocument/2006/relationships/image" Target="../media/image220.png"/><Relationship Id="rId640" Type="http://schemas.openxmlformats.org/officeDocument/2006/relationships/customXml" Target="../ink/ink321.xml"/><Relationship Id="rId738" Type="http://schemas.openxmlformats.org/officeDocument/2006/relationships/image" Target="../media/image371.png"/><Relationship Id="rId74" Type="http://schemas.openxmlformats.org/officeDocument/2006/relationships/customXml" Target="../ink/ink37.xml"/><Relationship Id="rId377" Type="http://schemas.openxmlformats.org/officeDocument/2006/relationships/customXml" Target="../ink/ink189.xml"/><Relationship Id="rId500" Type="http://schemas.openxmlformats.org/officeDocument/2006/relationships/customXml" Target="../ink/ink251.xml"/><Relationship Id="rId584" Type="http://schemas.openxmlformats.org/officeDocument/2006/relationships/customXml" Target="../ink/ink293.xml"/><Relationship Id="rId805" Type="http://schemas.openxmlformats.org/officeDocument/2006/relationships/customXml" Target="../ink/ink405.xml"/><Relationship Id="rId5" Type="http://schemas.openxmlformats.org/officeDocument/2006/relationships/image" Target="../media/image7.png"/><Relationship Id="rId237" Type="http://schemas.openxmlformats.org/officeDocument/2006/relationships/customXml" Target="../ink/ink119.xml"/><Relationship Id="rId791" Type="http://schemas.openxmlformats.org/officeDocument/2006/relationships/customXml" Target="../ink/ink398.xml"/><Relationship Id="rId444" Type="http://schemas.openxmlformats.org/officeDocument/2006/relationships/customXml" Target="../ink/ink223.xml"/><Relationship Id="rId651" Type="http://schemas.openxmlformats.org/officeDocument/2006/relationships/customXml" Target="../ink/ink327.xml"/><Relationship Id="rId749" Type="http://schemas.openxmlformats.org/officeDocument/2006/relationships/customXml" Target="../ink/ink377.xml"/><Relationship Id="rId290" Type="http://schemas.openxmlformats.org/officeDocument/2006/relationships/image" Target="../media/image149.png"/><Relationship Id="rId304" Type="http://schemas.openxmlformats.org/officeDocument/2006/relationships/image" Target="../media/image156.png"/><Relationship Id="rId388" Type="http://schemas.openxmlformats.org/officeDocument/2006/relationships/image" Target="../media/image198.png"/><Relationship Id="rId511" Type="http://schemas.openxmlformats.org/officeDocument/2006/relationships/image" Target="../media/image259.png"/><Relationship Id="rId609" Type="http://schemas.openxmlformats.org/officeDocument/2006/relationships/image" Target="../media/image308.png"/><Relationship Id="rId85" Type="http://schemas.openxmlformats.org/officeDocument/2006/relationships/image" Target="../media/image47.png"/><Relationship Id="rId150" Type="http://schemas.openxmlformats.org/officeDocument/2006/relationships/customXml" Target="../ink/ink75.xml"/><Relationship Id="rId595" Type="http://schemas.openxmlformats.org/officeDocument/2006/relationships/image" Target="../media/image301.png"/><Relationship Id="rId816" Type="http://schemas.openxmlformats.org/officeDocument/2006/relationships/image" Target="../media/image410.png"/><Relationship Id="rId248" Type="http://schemas.openxmlformats.org/officeDocument/2006/relationships/image" Target="../media/image128.png"/><Relationship Id="rId455" Type="http://schemas.openxmlformats.org/officeDocument/2006/relationships/image" Target="../media/image231.png"/><Relationship Id="rId662" Type="http://schemas.openxmlformats.org/officeDocument/2006/relationships/image" Target="../media/image334.png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customXml" Target="../ink/ink158.xml"/><Relationship Id="rId522" Type="http://schemas.openxmlformats.org/officeDocument/2006/relationships/customXml" Target="../ink/ink262.xml"/><Relationship Id="rId96" Type="http://schemas.openxmlformats.org/officeDocument/2006/relationships/customXml" Target="../ink/ink48.xml"/><Relationship Id="rId161" Type="http://schemas.openxmlformats.org/officeDocument/2006/relationships/image" Target="../media/image85.png"/><Relationship Id="rId399" Type="http://schemas.openxmlformats.org/officeDocument/2006/relationships/customXml" Target="../ink/ink200.xml"/><Relationship Id="rId827" Type="http://schemas.openxmlformats.org/officeDocument/2006/relationships/customXml" Target="../ink/ink416.xml"/><Relationship Id="rId259" Type="http://schemas.openxmlformats.org/officeDocument/2006/relationships/customXml" Target="../ink/ink130.xml"/><Relationship Id="rId466" Type="http://schemas.openxmlformats.org/officeDocument/2006/relationships/customXml" Target="../ink/ink234.xml"/><Relationship Id="rId673" Type="http://schemas.openxmlformats.org/officeDocument/2006/relationships/customXml" Target="../ink/ink338.xml"/><Relationship Id="rId23" Type="http://schemas.openxmlformats.org/officeDocument/2006/relationships/image" Target="../media/image16.png"/><Relationship Id="rId119" Type="http://schemas.openxmlformats.org/officeDocument/2006/relationships/image" Target="../media/image64.png"/><Relationship Id="rId326" Type="http://schemas.openxmlformats.org/officeDocument/2006/relationships/image" Target="../media/image167.png"/><Relationship Id="rId533" Type="http://schemas.openxmlformats.org/officeDocument/2006/relationships/image" Target="../media/image270.png"/><Relationship Id="rId740" Type="http://schemas.openxmlformats.org/officeDocument/2006/relationships/image" Target="../media/image372.png"/><Relationship Id="rId838" Type="http://schemas.openxmlformats.org/officeDocument/2006/relationships/image" Target="../media/image421.png"/><Relationship Id="rId172" Type="http://schemas.openxmlformats.org/officeDocument/2006/relationships/customXml" Target="../ink/ink86.xml"/><Relationship Id="rId477" Type="http://schemas.openxmlformats.org/officeDocument/2006/relationships/image" Target="../media/image242.png"/><Relationship Id="rId600" Type="http://schemas.openxmlformats.org/officeDocument/2006/relationships/customXml" Target="../ink/ink301.xml"/><Relationship Id="rId684" Type="http://schemas.openxmlformats.org/officeDocument/2006/relationships/customXml" Target="../ink/ink344.xml"/><Relationship Id="rId337" Type="http://schemas.openxmlformats.org/officeDocument/2006/relationships/customXml" Target="../ink/ink169.xml"/><Relationship Id="rId34" Type="http://schemas.openxmlformats.org/officeDocument/2006/relationships/customXml" Target="../ink/ink17.xml"/><Relationship Id="rId544" Type="http://schemas.openxmlformats.org/officeDocument/2006/relationships/customXml" Target="../ink/ink273.xml"/><Relationship Id="rId751" Type="http://schemas.openxmlformats.org/officeDocument/2006/relationships/customXml" Target="../ink/ink378.xml"/><Relationship Id="rId849" Type="http://schemas.openxmlformats.org/officeDocument/2006/relationships/customXml" Target="../ink/ink427.xml"/><Relationship Id="rId183" Type="http://schemas.openxmlformats.org/officeDocument/2006/relationships/customXml" Target="../ink/ink92.xml"/><Relationship Id="rId390" Type="http://schemas.openxmlformats.org/officeDocument/2006/relationships/image" Target="../media/image199.png"/><Relationship Id="rId404" Type="http://schemas.openxmlformats.org/officeDocument/2006/relationships/image" Target="../media/image206.png"/><Relationship Id="rId611" Type="http://schemas.openxmlformats.org/officeDocument/2006/relationships/image" Target="../media/image309.png"/><Relationship Id="rId250" Type="http://schemas.openxmlformats.org/officeDocument/2006/relationships/image" Target="../media/image129.png"/><Relationship Id="rId488" Type="http://schemas.openxmlformats.org/officeDocument/2006/relationships/customXml" Target="../ink/ink245.xml"/><Relationship Id="rId695" Type="http://schemas.openxmlformats.org/officeDocument/2006/relationships/image" Target="../media/image350.png"/><Relationship Id="rId709" Type="http://schemas.openxmlformats.org/officeDocument/2006/relationships/image" Target="../media/image357.png"/><Relationship Id="rId45" Type="http://schemas.openxmlformats.org/officeDocument/2006/relationships/image" Target="../media/image27.png"/><Relationship Id="rId110" Type="http://schemas.openxmlformats.org/officeDocument/2006/relationships/customXml" Target="../ink/ink55.xml"/><Relationship Id="rId348" Type="http://schemas.openxmlformats.org/officeDocument/2006/relationships/image" Target="../media/image178.png"/><Relationship Id="rId555" Type="http://schemas.openxmlformats.org/officeDocument/2006/relationships/image" Target="../media/image281.png"/><Relationship Id="rId762" Type="http://schemas.openxmlformats.org/officeDocument/2006/relationships/image" Target="../media/image383.png"/><Relationship Id="rId194" Type="http://schemas.openxmlformats.org/officeDocument/2006/relationships/image" Target="../media/image101.png"/><Relationship Id="rId208" Type="http://schemas.openxmlformats.org/officeDocument/2006/relationships/image" Target="../media/image108.png"/><Relationship Id="rId415" Type="http://schemas.openxmlformats.org/officeDocument/2006/relationships/image" Target="../media/image211.png"/><Relationship Id="rId622" Type="http://schemas.openxmlformats.org/officeDocument/2006/relationships/customXml" Target="../ink/ink312.xml"/><Relationship Id="rId261" Type="http://schemas.openxmlformats.org/officeDocument/2006/relationships/customXml" Target="../ink/ink131.xml"/><Relationship Id="rId499" Type="http://schemas.openxmlformats.org/officeDocument/2006/relationships/image" Target="../media/image253.png"/><Relationship Id="rId56" Type="http://schemas.openxmlformats.org/officeDocument/2006/relationships/customXml" Target="../ink/ink28.xml"/><Relationship Id="rId359" Type="http://schemas.openxmlformats.org/officeDocument/2006/relationships/customXml" Target="../ink/ink180.xml"/><Relationship Id="rId566" Type="http://schemas.openxmlformats.org/officeDocument/2006/relationships/customXml" Target="../ink/ink284.xml"/><Relationship Id="rId773" Type="http://schemas.openxmlformats.org/officeDocument/2006/relationships/customXml" Target="../ink/ink389.xml"/><Relationship Id="rId121" Type="http://schemas.openxmlformats.org/officeDocument/2006/relationships/image" Target="../media/image65.png"/><Relationship Id="rId219" Type="http://schemas.openxmlformats.org/officeDocument/2006/relationships/customXml" Target="../ink/ink110.xml"/><Relationship Id="rId426" Type="http://schemas.openxmlformats.org/officeDocument/2006/relationships/customXml" Target="../ink/ink214.xml"/><Relationship Id="rId633" Type="http://schemas.openxmlformats.org/officeDocument/2006/relationships/image" Target="../media/image320.png"/><Relationship Id="rId840" Type="http://schemas.openxmlformats.org/officeDocument/2006/relationships/image" Target="../media/image422.png"/><Relationship Id="rId67" Type="http://schemas.openxmlformats.org/officeDocument/2006/relationships/image" Target="../media/image38.png"/><Relationship Id="rId272" Type="http://schemas.openxmlformats.org/officeDocument/2006/relationships/image" Target="../media/image140.png"/><Relationship Id="rId577" Type="http://schemas.openxmlformats.org/officeDocument/2006/relationships/image" Target="../media/image292.png"/><Relationship Id="rId700" Type="http://schemas.openxmlformats.org/officeDocument/2006/relationships/customXml" Target="../ink/ink352.xml"/><Relationship Id="rId132" Type="http://schemas.openxmlformats.org/officeDocument/2006/relationships/customXml" Target="../ink/ink66.xml"/><Relationship Id="rId784" Type="http://schemas.openxmlformats.org/officeDocument/2006/relationships/image" Target="../media/image394.png"/><Relationship Id="rId437" Type="http://schemas.openxmlformats.org/officeDocument/2006/relationships/image" Target="../media/image222.png"/><Relationship Id="rId644" Type="http://schemas.openxmlformats.org/officeDocument/2006/relationships/customXml" Target="../ink/ink323.xml"/><Relationship Id="rId851" Type="http://schemas.openxmlformats.org/officeDocument/2006/relationships/customXml" Target="../ink/ink428.xml"/><Relationship Id="rId283" Type="http://schemas.openxmlformats.org/officeDocument/2006/relationships/customXml" Target="../ink/ink142.xml"/><Relationship Id="rId490" Type="http://schemas.openxmlformats.org/officeDocument/2006/relationships/customXml" Target="../ink/ink246.xml"/><Relationship Id="rId504" Type="http://schemas.openxmlformats.org/officeDocument/2006/relationships/customXml" Target="../ink/ink253.xml"/><Relationship Id="rId711" Type="http://schemas.openxmlformats.org/officeDocument/2006/relationships/image" Target="../media/image358.png"/><Relationship Id="rId78" Type="http://schemas.openxmlformats.org/officeDocument/2006/relationships/customXml" Target="../ink/ink39.xml"/><Relationship Id="rId143" Type="http://schemas.openxmlformats.org/officeDocument/2006/relationships/image" Target="../media/image76.png"/><Relationship Id="rId350" Type="http://schemas.openxmlformats.org/officeDocument/2006/relationships/image" Target="../media/image179.png"/><Relationship Id="rId588" Type="http://schemas.openxmlformats.org/officeDocument/2006/relationships/customXml" Target="../ink/ink295.xml"/><Relationship Id="rId795" Type="http://schemas.openxmlformats.org/officeDocument/2006/relationships/customXml" Target="../ink/ink400.xml"/><Relationship Id="rId809" Type="http://schemas.openxmlformats.org/officeDocument/2006/relationships/customXml" Target="../ink/ink407.xml"/><Relationship Id="rId9" Type="http://schemas.openxmlformats.org/officeDocument/2006/relationships/image" Target="../media/image9.png"/><Relationship Id="rId210" Type="http://schemas.openxmlformats.org/officeDocument/2006/relationships/image" Target="../media/image109.png"/><Relationship Id="rId448" Type="http://schemas.openxmlformats.org/officeDocument/2006/relationships/customXml" Target="../ink/ink225.xml"/><Relationship Id="rId655" Type="http://schemas.openxmlformats.org/officeDocument/2006/relationships/customXml" Target="../ink/ink329.xml"/><Relationship Id="rId294" Type="http://schemas.openxmlformats.org/officeDocument/2006/relationships/image" Target="../media/image151.png"/><Relationship Id="rId308" Type="http://schemas.openxmlformats.org/officeDocument/2006/relationships/image" Target="../media/image158.png"/><Relationship Id="rId515" Type="http://schemas.openxmlformats.org/officeDocument/2006/relationships/image" Target="../media/image261.png"/><Relationship Id="rId722" Type="http://schemas.openxmlformats.org/officeDocument/2006/relationships/customXml" Target="../ink/ink363.xml"/><Relationship Id="rId89" Type="http://schemas.openxmlformats.org/officeDocument/2006/relationships/image" Target="../media/image49.png"/><Relationship Id="rId154" Type="http://schemas.openxmlformats.org/officeDocument/2006/relationships/customXml" Target="../ink/ink77.xml"/><Relationship Id="rId361" Type="http://schemas.openxmlformats.org/officeDocument/2006/relationships/customXml" Target="../ink/ink181.xml"/><Relationship Id="rId599" Type="http://schemas.openxmlformats.org/officeDocument/2006/relationships/image" Target="../media/image303.png"/><Relationship Id="rId459" Type="http://schemas.openxmlformats.org/officeDocument/2006/relationships/image" Target="../media/image233.png"/><Relationship Id="rId666" Type="http://schemas.openxmlformats.org/officeDocument/2006/relationships/image" Target="../media/image336.png"/><Relationship Id="rId16" Type="http://schemas.openxmlformats.org/officeDocument/2006/relationships/customXml" Target="../ink/ink8.xml"/><Relationship Id="rId221" Type="http://schemas.openxmlformats.org/officeDocument/2006/relationships/customXml" Target="../ink/ink111.xml"/><Relationship Id="rId319" Type="http://schemas.openxmlformats.org/officeDocument/2006/relationships/customXml" Target="../ink/ink160.xml"/><Relationship Id="rId526" Type="http://schemas.openxmlformats.org/officeDocument/2006/relationships/customXml" Target="../ink/ink264.xml"/><Relationship Id="rId733" Type="http://schemas.openxmlformats.org/officeDocument/2006/relationships/customXml" Target="../ink/ink369.xml"/><Relationship Id="rId165" Type="http://schemas.openxmlformats.org/officeDocument/2006/relationships/image" Target="../media/image87.png"/><Relationship Id="rId372" Type="http://schemas.openxmlformats.org/officeDocument/2006/relationships/image" Target="../media/image190.png"/><Relationship Id="rId677" Type="http://schemas.openxmlformats.org/officeDocument/2006/relationships/customXml" Target="../ink/ink340.xml"/><Relationship Id="rId800" Type="http://schemas.openxmlformats.org/officeDocument/2006/relationships/image" Target="../media/image402.png"/><Relationship Id="rId232" Type="http://schemas.openxmlformats.org/officeDocument/2006/relationships/image" Target="../media/image120.png"/><Relationship Id="rId27" Type="http://schemas.openxmlformats.org/officeDocument/2006/relationships/image" Target="../media/image18.png"/><Relationship Id="rId537" Type="http://schemas.openxmlformats.org/officeDocument/2006/relationships/image" Target="../media/image272.png"/><Relationship Id="rId744" Type="http://schemas.openxmlformats.org/officeDocument/2006/relationships/image" Target="../media/image374.png"/><Relationship Id="rId80" Type="http://schemas.openxmlformats.org/officeDocument/2006/relationships/customXml" Target="../ink/ink40.xml"/><Relationship Id="rId176" Type="http://schemas.openxmlformats.org/officeDocument/2006/relationships/image" Target="../media/image92.png"/><Relationship Id="rId383" Type="http://schemas.openxmlformats.org/officeDocument/2006/relationships/customXml" Target="../ink/ink192.xml"/><Relationship Id="rId590" Type="http://schemas.openxmlformats.org/officeDocument/2006/relationships/customXml" Target="../ink/ink296.xml"/><Relationship Id="rId604" Type="http://schemas.openxmlformats.org/officeDocument/2006/relationships/customXml" Target="../ink/ink303.xml"/><Relationship Id="rId811" Type="http://schemas.openxmlformats.org/officeDocument/2006/relationships/customXml" Target="../ink/ink408.xml"/><Relationship Id="rId243" Type="http://schemas.openxmlformats.org/officeDocument/2006/relationships/customXml" Target="../ink/ink122.xml"/><Relationship Id="rId450" Type="http://schemas.openxmlformats.org/officeDocument/2006/relationships/customXml" Target="../ink/ink226.xml"/><Relationship Id="rId688" Type="http://schemas.openxmlformats.org/officeDocument/2006/relationships/customXml" Target="../ink/ink346.xml"/><Relationship Id="rId38" Type="http://schemas.openxmlformats.org/officeDocument/2006/relationships/customXml" Target="../ink/ink19.xml"/><Relationship Id="rId103" Type="http://schemas.openxmlformats.org/officeDocument/2006/relationships/image" Target="../media/image56.png"/><Relationship Id="rId310" Type="http://schemas.openxmlformats.org/officeDocument/2006/relationships/image" Target="../media/image159.png"/><Relationship Id="rId548" Type="http://schemas.openxmlformats.org/officeDocument/2006/relationships/customXml" Target="../ink/ink275.xml"/><Relationship Id="rId755" Type="http://schemas.openxmlformats.org/officeDocument/2006/relationships/customXml" Target="../ink/ink380.xml"/><Relationship Id="rId91" Type="http://schemas.openxmlformats.org/officeDocument/2006/relationships/image" Target="../media/image50.png"/><Relationship Id="rId187" Type="http://schemas.openxmlformats.org/officeDocument/2006/relationships/customXml" Target="../ink/ink94.xml"/><Relationship Id="rId394" Type="http://schemas.openxmlformats.org/officeDocument/2006/relationships/image" Target="../media/image201.png"/><Relationship Id="rId408" Type="http://schemas.openxmlformats.org/officeDocument/2006/relationships/image" Target="../media/image208.png"/><Relationship Id="rId615" Type="http://schemas.openxmlformats.org/officeDocument/2006/relationships/image" Target="../media/image311.png"/><Relationship Id="rId822" Type="http://schemas.openxmlformats.org/officeDocument/2006/relationships/image" Target="../media/image413.png"/><Relationship Id="rId254" Type="http://schemas.openxmlformats.org/officeDocument/2006/relationships/image" Target="../media/image131.png"/><Relationship Id="rId699" Type="http://schemas.openxmlformats.org/officeDocument/2006/relationships/image" Target="../media/image352.png"/><Relationship Id="rId49" Type="http://schemas.openxmlformats.org/officeDocument/2006/relationships/image" Target="../media/image29.png"/><Relationship Id="rId114" Type="http://schemas.openxmlformats.org/officeDocument/2006/relationships/customXml" Target="../ink/ink57.xml"/><Relationship Id="rId461" Type="http://schemas.openxmlformats.org/officeDocument/2006/relationships/image" Target="../media/image234.png"/><Relationship Id="rId559" Type="http://schemas.openxmlformats.org/officeDocument/2006/relationships/image" Target="../media/image283.png"/><Relationship Id="rId766" Type="http://schemas.openxmlformats.org/officeDocument/2006/relationships/image" Target="../media/image385.png"/><Relationship Id="rId198" Type="http://schemas.openxmlformats.org/officeDocument/2006/relationships/image" Target="../media/image103.png"/><Relationship Id="rId321" Type="http://schemas.openxmlformats.org/officeDocument/2006/relationships/customXml" Target="../ink/ink161.xml"/><Relationship Id="rId419" Type="http://schemas.openxmlformats.org/officeDocument/2006/relationships/image" Target="../media/image213.png"/><Relationship Id="rId626" Type="http://schemas.openxmlformats.org/officeDocument/2006/relationships/customXml" Target="../ink/ink314.xml"/><Relationship Id="rId833" Type="http://schemas.openxmlformats.org/officeDocument/2006/relationships/customXml" Target="../ink/ink419.xml"/><Relationship Id="rId265" Type="http://schemas.openxmlformats.org/officeDocument/2006/relationships/customXml" Target="../ink/ink133.xml"/><Relationship Id="rId472" Type="http://schemas.openxmlformats.org/officeDocument/2006/relationships/customXml" Target="../ink/ink237.xml"/><Relationship Id="rId125" Type="http://schemas.openxmlformats.org/officeDocument/2006/relationships/image" Target="../media/image67.png"/><Relationship Id="rId332" Type="http://schemas.openxmlformats.org/officeDocument/2006/relationships/image" Target="../media/image170.png"/><Relationship Id="rId777" Type="http://schemas.openxmlformats.org/officeDocument/2006/relationships/customXml" Target="../ink/ink391.xml"/><Relationship Id="rId637" Type="http://schemas.openxmlformats.org/officeDocument/2006/relationships/image" Target="../media/image322.png"/><Relationship Id="rId844" Type="http://schemas.openxmlformats.org/officeDocument/2006/relationships/image" Target="../media/image424.png"/><Relationship Id="rId276" Type="http://schemas.openxmlformats.org/officeDocument/2006/relationships/image" Target="../media/image142.png"/><Relationship Id="rId483" Type="http://schemas.openxmlformats.org/officeDocument/2006/relationships/image" Target="../media/image245.png"/><Relationship Id="rId690" Type="http://schemas.openxmlformats.org/officeDocument/2006/relationships/customXml" Target="../ink/ink347.xml"/><Relationship Id="rId704" Type="http://schemas.openxmlformats.org/officeDocument/2006/relationships/customXml" Target="../ink/ink354.xml"/><Relationship Id="rId40" Type="http://schemas.openxmlformats.org/officeDocument/2006/relationships/customXml" Target="../ink/ink20.xml"/><Relationship Id="rId136" Type="http://schemas.openxmlformats.org/officeDocument/2006/relationships/customXml" Target="../ink/ink68.xml"/><Relationship Id="rId343" Type="http://schemas.openxmlformats.org/officeDocument/2006/relationships/customXml" Target="../ink/ink172.xml"/><Relationship Id="rId550" Type="http://schemas.openxmlformats.org/officeDocument/2006/relationships/customXml" Target="../ink/ink276.xml"/><Relationship Id="rId788" Type="http://schemas.openxmlformats.org/officeDocument/2006/relationships/image" Target="../media/image396.png"/><Relationship Id="rId203" Type="http://schemas.openxmlformats.org/officeDocument/2006/relationships/customXml" Target="../ink/ink102.xml"/><Relationship Id="rId648" Type="http://schemas.openxmlformats.org/officeDocument/2006/relationships/customXml" Target="../ink/ink325.xml"/><Relationship Id="rId855" Type="http://schemas.openxmlformats.org/officeDocument/2006/relationships/customXml" Target="../ink/ink430.xml"/><Relationship Id="rId287" Type="http://schemas.openxmlformats.org/officeDocument/2006/relationships/customXml" Target="../ink/ink144.xml"/><Relationship Id="rId410" Type="http://schemas.openxmlformats.org/officeDocument/2006/relationships/customXml" Target="../ink/ink206.xml"/><Relationship Id="rId494" Type="http://schemas.openxmlformats.org/officeDocument/2006/relationships/customXml" Target="../ink/ink248.xml"/><Relationship Id="rId508" Type="http://schemas.openxmlformats.org/officeDocument/2006/relationships/customXml" Target="../ink/ink255.xml"/><Relationship Id="rId715" Type="http://schemas.openxmlformats.org/officeDocument/2006/relationships/image" Target="../media/image360.png"/><Relationship Id="rId147" Type="http://schemas.openxmlformats.org/officeDocument/2006/relationships/image" Target="../media/image78.png"/><Relationship Id="rId354" Type="http://schemas.openxmlformats.org/officeDocument/2006/relationships/image" Target="../media/image181.png"/><Relationship Id="rId799" Type="http://schemas.openxmlformats.org/officeDocument/2006/relationships/customXml" Target="../ink/ink402.xml"/><Relationship Id="rId51" Type="http://schemas.openxmlformats.org/officeDocument/2006/relationships/image" Target="../media/image30.png"/><Relationship Id="rId561" Type="http://schemas.openxmlformats.org/officeDocument/2006/relationships/image" Target="../media/image284.png"/><Relationship Id="rId659" Type="http://schemas.openxmlformats.org/officeDocument/2006/relationships/customXml" Target="../ink/ink331.xml"/><Relationship Id="rId214" Type="http://schemas.openxmlformats.org/officeDocument/2006/relationships/image" Target="../media/image111.png"/><Relationship Id="rId298" Type="http://schemas.openxmlformats.org/officeDocument/2006/relationships/image" Target="../media/image153.png"/><Relationship Id="rId421" Type="http://schemas.openxmlformats.org/officeDocument/2006/relationships/image" Target="../media/image214.png"/><Relationship Id="rId519" Type="http://schemas.openxmlformats.org/officeDocument/2006/relationships/image" Target="../media/image263.png"/><Relationship Id="rId158" Type="http://schemas.openxmlformats.org/officeDocument/2006/relationships/customXml" Target="../ink/ink79.xml"/><Relationship Id="rId726" Type="http://schemas.openxmlformats.org/officeDocument/2006/relationships/image" Target="../media/image365.png"/><Relationship Id="rId62" Type="http://schemas.openxmlformats.org/officeDocument/2006/relationships/customXml" Target="../ink/ink31.xml"/><Relationship Id="rId365" Type="http://schemas.openxmlformats.org/officeDocument/2006/relationships/customXml" Target="../ink/ink183.xml"/><Relationship Id="rId572" Type="http://schemas.openxmlformats.org/officeDocument/2006/relationships/customXml" Target="../ink/ink287.xml"/><Relationship Id="rId225" Type="http://schemas.openxmlformats.org/officeDocument/2006/relationships/customXml" Target="../ink/ink113.xml"/><Relationship Id="rId432" Type="http://schemas.openxmlformats.org/officeDocument/2006/relationships/customXml" Target="../ink/ink217.xml"/><Relationship Id="rId737" Type="http://schemas.openxmlformats.org/officeDocument/2006/relationships/customXml" Target="../ink/ink371.xml"/><Relationship Id="rId73" Type="http://schemas.openxmlformats.org/officeDocument/2006/relationships/image" Target="../media/image41.png"/><Relationship Id="rId169" Type="http://schemas.openxmlformats.org/officeDocument/2006/relationships/image" Target="../media/image89.png"/><Relationship Id="rId376" Type="http://schemas.openxmlformats.org/officeDocument/2006/relationships/image" Target="../media/image192.png"/><Relationship Id="rId583" Type="http://schemas.openxmlformats.org/officeDocument/2006/relationships/image" Target="../media/image295.png"/><Relationship Id="rId790" Type="http://schemas.openxmlformats.org/officeDocument/2006/relationships/image" Target="../media/image397.png"/><Relationship Id="rId804" Type="http://schemas.openxmlformats.org/officeDocument/2006/relationships/image" Target="../media/image404.png"/><Relationship Id="rId4" Type="http://schemas.openxmlformats.org/officeDocument/2006/relationships/customXml" Target="../ink/ink2.xml"/><Relationship Id="rId236" Type="http://schemas.openxmlformats.org/officeDocument/2006/relationships/image" Target="../media/image122.png"/><Relationship Id="rId443" Type="http://schemas.openxmlformats.org/officeDocument/2006/relationships/image" Target="../media/image225.png"/><Relationship Id="rId650" Type="http://schemas.openxmlformats.org/officeDocument/2006/relationships/customXml" Target="../ink/ink326.xml"/><Relationship Id="rId303" Type="http://schemas.openxmlformats.org/officeDocument/2006/relationships/customXml" Target="../ink/ink152.xml"/><Relationship Id="rId748" Type="http://schemas.openxmlformats.org/officeDocument/2006/relationships/image" Target="../media/image376.png"/><Relationship Id="rId84" Type="http://schemas.openxmlformats.org/officeDocument/2006/relationships/customXml" Target="../ink/ink42.xml"/><Relationship Id="rId387" Type="http://schemas.openxmlformats.org/officeDocument/2006/relationships/customXml" Target="../ink/ink194.xml"/><Relationship Id="rId510" Type="http://schemas.openxmlformats.org/officeDocument/2006/relationships/customXml" Target="../ink/ink256.xml"/><Relationship Id="rId594" Type="http://schemas.openxmlformats.org/officeDocument/2006/relationships/customXml" Target="../ink/ink298.xml"/><Relationship Id="rId608" Type="http://schemas.openxmlformats.org/officeDocument/2006/relationships/customXml" Target="../ink/ink305.xml"/><Relationship Id="rId815" Type="http://schemas.openxmlformats.org/officeDocument/2006/relationships/customXml" Target="../ink/ink410.xml"/><Relationship Id="rId247" Type="http://schemas.openxmlformats.org/officeDocument/2006/relationships/customXml" Target="../ink/ink124.xml"/><Relationship Id="rId107" Type="http://schemas.openxmlformats.org/officeDocument/2006/relationships/image" Target="../media/image58.png"/><Relationship Id="rId454" Type="http://schemas.openxmlformats.org/officeDocument/2006/relationships/customXml" Target="../ink/ink228.xml"/><Relationship Id="rId661" Type="http://schemas.openxmlformats.org/officeDocument/2006/relationships/customXml" Target="../ink/ink332.xml"/><Relationship Id="rId759" Type="http://schemas.openxmlformats.org/officeDocument/2006/relationships/customXml" Target="../ink/ink382.xml"/><Relationship Id="rId11" Type="http://schemas.openxmlformats.org/officeDocument/2006/relationships/image" Target="../media/image10.png"/><Relationship Id="rId314" Type="http://schemas.openxmlformats.org/officeDocument/2006/relationships/image" Target="../media/image161.png"/><Relationship Id="rId398" Type="http://schemas.openxmlformats.org/officeDocument/2006/relationships/image" Target="../media/image203.png"/><Relationship Id="rId521" Type="http://schemas.openxmlformats.org/officeDocument/2006/relationships/image" Target="../media/image264.png"/><Relationship Id="rId619" Type="http://schemas.openxmlformats.org/officeDocument/2006/relationships/image" Target="../media/image313.png"/><Relationship Id="rId95" Type="http://schemas.openxmlformats.org/officeDocument/2006/relationships/image" Target="../media/image52.png"/><Relationship Id="rId160" Type="http://schemas.openxmlformats.org/officeDocument/2006/relationships/customXml" Target="../ink/ink80.xml"/><Relationship Id="rId826" Type="http://schemas.openxmlformats.org/officeDocument/2006/relationships/image" Target="../media/image415.png"/><Relationship Id="rId258" Type="http://schemas.openxmlformats.org/officeDocument/2006/relationships/image" Target="../media/image133.png"/><Relationship Id="rId465" Type="http://schemas.openxmlformats.org/officeDocument/2006/relationships/image" Target="../media/image236.png"/><Relationship Id="rId672" Type="http://schemas.openxmlformats.org/officeDocument/2006/relationships/image" Target="../media/image339.png"/><Relationship Id="rId22" Type="http://schemas.openxmlformats.org/officeDocument/2006/relationships/customXml" Target="../ink/ink11.xml"/><Relationship Id="rId118" Type="http://schemas.openxmlformats.org/officeDocument/2006/relationships/customXml" Target="../ink/ink59.xml"/><Relationship Id="rId325" Type="http://schemas.openxmlformats.org/officeDocument/2006/relationships/customXml" Target="../ink/ink163.xml"/><Relationship Id="rId532" Type="http://schemas.openxmlformats.org/officeDocument/2006/relationships/customXml" Target="../ink/ink267.xml"/><Relationship Id="rId171" Type="http://schemas.openxmlformats.org/officeDocument/2006/relationships/image" Target="../media/image90.png"/><Relationship Id="rId837" Type="http://schemas.openxmlformats.org/officeDocument/2006/relationships/customXml" Target="../ink/ink421.xml"/><Relationship Id="rId269" Type="http://schemas.openxmlformats.org/officeDocument/2006/relationships/customXml" Target="../ink/ink135.xml"/><Relationship Id="rId476" Type="http://schemas.openxmlformats.org/officeDocument/2006/relationships/customXml" Target="../ink/ink239.xml"/><Relationship Id="rId683" Type="http://schemas.openxmlformats.org/officeDocument/2006/relationships/image" Target="../media/image344.png"/><Relationship Id="rId33" Type="http://schemas.openxmlformats.org/officeDocument/2006/relationships/image" Target="../media/image21.png"/><Relationship Id="rId129" Type="http://schemas.openxmlformats.org/officeDocument/2006/relationships/image" Target="../media/image69.png"/><Relationship Id="rId336" Type="http://schemas.openxmlformats.org/officeDocument/2006/relationships/image" Target="../media/image172.png"/><Relationship Id="rId543" Type="http://schemas.openxmlformats.org/officeDocument/2006/relationships/image" Target="../media/image275.png"/><Relationship Id="rId182" Type="http://schemas.openxmlformats.org/officeDocument/2006/relationships/image" Target="../media/image95.png"/><Relationship Id="rId403" Type="http://schemas.openxmlformats.org/officeDocument/2006/relationships/customXml" Target="../ink/ink202.xml"/><Relationship Id="rId750" Type="http://schemas.openxmlformats.org/officeDocument/2006/relationships/image" Target="../media/image377.png"/><Relationship Id="rId848" Type="http://schemas.openxmlformats.org/officeDocument/2006/relationships/image" Target="../media/image426.png"/><Relationship Id="rId487" Type="http://schemas.openxmlformats.org/officeDocument/2006/relationships/image" Target="../media/image247.png"/><Relationship Id="rId610" Type="http://schemas.openxmlformats.org/officeDocument/2006/relationships/customXml" Target="../ink/ink306.xml"/><Relationship Id="rId694" Type="http://schemas.openxmlformats.org/officeDocument/2006/relationships/customXml" Target="../ink/ink349.xml"/><Relationship Id="rId708" Type="http://schemas.openxmlformats.org/officeDocument/2006/relationships/customXml" Target="../ink/ink356.xml"/><Relationship Id="rId347" Type="http://schemas.openxmlformats.org/officeDocument/2006/relationships/customXml" Target="../ink/ink174.xml"/><Relationship Id="rId44" Type="http://schemas.openxmlformats.org/officeDocument/2006/relationships/customXml" Target="../ink/ink22.xml"/><Relationship Id="rId554" Type="http://schemas.openxmlformats.org/officeDocument/2006/relationships/customXml" Target="../ink/ink278.xml"/><Relationship Id="rId761" Type="http://schemas.openxmlformats.org/officeDocument/2006/relationships/customXml" Target="../ink/ink383.xml"/><Relationship Id="rId193" Type="http://schemas.openxmlformats.org/officeDocument/2006/relationships/customXml" Target="../ink/ink97.xml"/><Relationship Id="rId207" Type="http://schemas.openxmlformats.org/officeDocument/2006/relationships/customXml" Target="../ink/ink104.xml"/><Relationship Id="rId414" Type="http://schemas.openxmlformats.org/officeDocument/2006/relationships/customXml" Target="../ink/ink208.xml"/><Relationship Id="rId498" Type="http://schemas.openxmlformats.org/officeDocument/2006/relationships/customXml" Target="../ink/ink250.xml"/><Relationship Id="rId621" Type="http://schemas.openxmlformats.org/officeDocument/2006/relationships/image" Target="../media/image314.png"/><Relationship Id="rId260" Type="http://schemas.openxmlformats.org/officeDocument/2006/relationships/image" Target="../media/image134.png"/><Relationship Id="rId719" Type="http://schemas.openxmlformats.org/officeDocument/2006/relationships/image" Target="../media/image362.png"/><Relationship Id="rId55" Type="http://schemas.openxmlformats.org/officeDocument/2006/relationships/image" Target="../media/image32.png"/><Relationship Id="rId120" Type="http://schemas.openxmlformats.org/officeDocument/2006/relationships/customXml" Target="../ink/ink60.xml"/><Relationship Id="rId358" Type="http://schemas.openxmlformats.org/officeDocument/2006/relationships/image" Target="../media/image183.png"/><Relationship Id="rId565" Type="http://schemas.openxmlformats.org/officeDocument/2006/relationships/image" Target="../media/image286.png"/><Relationship Id="rId772" Type="http://schemas.openxmlformats.org/officeDocument/2006/relationships/image" Target="../media/image388.png"/><Relationship Id="rId218" Type="http://schemas.openxmlformats.org/officeDocument/2006/relationships/image" Target="../media/image113.png"/><Relationship Id="rId425" Type="http://schemas.openxmlformats.org/officeDocument/2006/relationships/image" Target="../media/image216.png"/><Relationship Id="rId632" Type="http://schemas.openxmlformats.org/officeDocument/2006/relationships/customXml" Target="../ink/ink317.xml"/><Relationship Id="rId271" Type="http://schemas.openxmlformats.org/officeDocument/2006/relationships/customXml" Target="../ink/ink136.xml"/><Relationship Id="rId66" Type="http://schemas.openxmlformats.org/officeDocument/2006/relationships/customXml" Target="../ink/ink33.xml"/><Relationship Id="rId131" Type="http://schemas.openxmlformats.org/officeDocument/2006/relationships/image" Target="../media/image70.png"/><Relationship Id="rId369" Type="http://schemas.openxmlformats.org/officeDocument/2006/relationships/customXml" Target="../ink/ink185.xml"/><Relationship Id="rId576" Type="http://schemas.openxmlformats.org/officeDocument/2006/relationships/customXml" Target="../ink/ink289.xml"/><Relationship Id="rId783" Type="http://schemas.openxmlformats.org/officeDocument/2006/relationships/customXml" Target="../ink/ink394.xml"/><Relationship Id="rId229" Type="http://schemas.openxmlformats.org/officeDocument/2006/relationships/customXml" Target="../ink/ink115.xml"/><Relationship Id="rId436" Type="http://schemas.openxmlformats.org/officeDocument/2006/relationships/customXml" Target="../ink/ink219.xml"/><Relationship Id="rId643" Type="http://schemas.openxmlformats.org/officeDocument/2006/relationships/image" Target="../media/image325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88.png"/><Relationship Id="rId671" Type="http://schemas.openxmlformats.org/officeDocument/2006/relationships/image" Target="../media/image760.png"/><Relationship Id="rId21" Type="http://schemas.openxmlformats.org/officeDocument/2006/relationships/image" Target="../media/image440.png"/><Relationship Id="rId324" Type="http://schemas.openxmlformats.org/officeDocument/2006/relationships/customXml" Target="../ink/ink592.xml"/><Relationship Id="rId531" Type="http://schemas.openxmlformats.org/officeDocument/2006/relationships/image" Target="../media/image690.png"/><Relationship Id="rId629" Type="http://schemas.openxmlformats.org/officeDocument/2006/relationships/image" Target="../media/image739.png"/><Relationship Id="rId170" Type="http://schemas.openxmlformats.org/officeDocument/2006/relationships/customXml" Target="../ink/ink515.xml"/><Relationship Id="rId268" Type="http://schemas.openxmlformats.org/officeDocument/2006/relationships/customXml" Target="../ink/ink564.xml"/><Relationship Id="rId475" Type="http://schemas.openxmlformats.org/officeDocument/2006/relationships/image" Target="../media/image664.png"/><Relationship Id="rId682" Type="http://schemas.openxmlformats.org/officeDocument/2006/relationships/customXml" Target="../ink/ink771.xml"/><Relationship Id="rId32" Type="http://schemas.openxmlformats.org/officeDocument/2006/relationships/customXml" Target="../ink/ink446.xml"/><Relationship Id="rId128" Type="http://schemas.openxmlformats.org/officeDocument/2006/relationships/customXml" Target="../ink/ink494.xml"/><Relationship Id="rId335" Type="http://schemas.openxmlformats.org/officeDocument/2006/relationships/image" Target="../media/image595.png"/><Relationship Id="rId542" Type="http://schemas.openxmlformats.org/officeDocument/2006/relationships/customXml" Target="../ink/ink701.xml"/><Relationship Id="rId181" Type="http://schemas.openxmlformats.org/officeDocument/2006/relationships/image" Target="../media/image520.png"/><Relationship Id="rId402" Type="http://schemas.openxmlformats.org/officeDocument/2006/relationships/customXml" Target="../ink/ink631.xml"/><Relationship Id="rId279" Type="http://schemas.openxmlformats.org/officeDocument/2006/relationships/image" Target="../media/image567.png"/><Relationship Id="rId486" Type="http://schemas.openxmlformats.org/officeDocument/2006/relationships/customXml" Target="../ink/ink673.xml"/><Relationship Id="rId43" Type="http://schemas.openxmlformats.org/officeDocument/2006/relationships/image" Target="../media/image451.png"/><Relationship Id="rId139" Type="http://schemas.openxmlformats.org/officeDocument/2006/relationships/image" Target="../media/image499.png"/><Relationship Id="rId346" Type="http://schemas.openxmlformats.org/officeDocument/2006/relationships/customXml" Target="../ink/ink603.xml"/><Relationship Id="rId553" Type="http://schemas.openxmlformats.org/officeDocument/2006/relationships/image" Target="../media/image701.png"/><Relationship Id="rId192" Type="http://schemas.openxmlformats.org/officeDocument/2006/relationships/customXml" Target="../ink/ink526.xml"/><Relationship Id="rId206" Type="http://schemas.openxmlformats.org/officeDocument/2006/relationships/customXml" Target="../ink/ink533.xml"/><Relationship Id="rId413" Type="http://schemas.openxmlformats.org/officeDocument/2006/relationships/image" Target="../media/image633.png"/><Relationship Id="rId497" Type="http://schemas.openxmlformats.org/officeDocument/2006/relationships/image" Target="../media/image674.png"/><Relationship Id="rId620" Type="http://schemas.openxmlformats.org/officeDocument/2006/relationships/customXml" Target="../ink/ink740.xml"/><Relationship Id="rId357" Type="http://schemas.openxmlformats.org/officeDocument/2006/relationships/image" Target="../media/image606.png"/><Relationship Id="rId54" Type="http://schemas.openxmlformats.org/officeDocument/2006/relationships/customXml" Target="../ink/ink457.xml"/><Relationship Id="rId217" Type="http://schemas.openxmlformats.org/officeDocument/2006/relationships/image" Target="../media/image537.png"/><Relationship Id="rId564" Type="http://schemas.openxmlformats.org/officeDocument/2006/relationships/customXml" Target="../ink/ink712.xml"/><Relationship Id="rId424" Type="http://schemas.openxmlformats.org/officeDocument/2006/relationships/customXml" Target="../ink/ink642.xml"/><Relationship Id="rId631" Type="http://schemas.openxmlformats.org/officeDocument/2006/relationships/image" Target="../media/image740.png"/><Relationship Id="rId270" Type="http://schemas.openxmlformats.org/officeDocument/2006/relationships/customXml" Target="../ink/ink565.xml"/><Relationship Id="rId65" Type="http://schemas.openxmlformats.org/officeDocument/2006/relationships/image" Target="../media/image462.png"/><Relationship Id="rId130" Type="http://schemas.openxmlformats.org/officeDocument/2006/relationships/customXml" Target="../ink/ink495.xml"/><Relationship Id="rId368" Type="http://schemas.openxmlformats.org/officeDocument/2006/relationships/customXml" Target="../ink/ink614.xml"/><Relationship Id="rId575" Type="http://schemas.openxmlformats.org/officeDocument/2006/relationships/image" Target="../media/image712.png"/><Relationship Id="rId228" Type="http://schemas.openxmlformats.org/officeDocument/2006/relationships/customXml" Target="../ink/ink544.xml"/><Relationship Id="rId435" Type="http://schemas.openxmlformats.org/officeDocument/2006/relationships/image" Target="../media/image644.png"/><Relationship Id="rId642" Type="http://schemas.openxmlformats.org/officeDocument/2006/relationships/customXml" Target="../ink/ink751.xml"/><Relationship Id="rId281" Type="http://schemas.openxmlformats.org/officeDocument/2006/relationships/image" Target="../media/image568.png"/><Relationship Id="rId502" Type="http://schemas.openxmlformats.org/officeDocument/2006/relationships/customXml" Target="../ink/ink681.xml"/><Relationship Id="rId76" Type="http://schemas.openxmlformats.org/officeDocument/2006/relationships/customXml" Target="../ink/ink468.xml"/><Relationship Id="rId141" Type="http://schemas.openxmlformats.org/officeDocument/2006/relationships/image" Target="../media/image500.png"/><Relationship Id="rId379" Type="http://schemas.openxmlformats.org/officeDocument/2006/relationships/image" Target="../media/image616.png"/><Relationship Id="rId586" Type="http://schemas.openxmlformats.org/officeDocument/2006/relationships/customXml" Target="../ink/ink723.xml"/><Relationship Id="rId7" Type="http://schemas.openxmlformats.org/officeDocument/2006/relationships/image" Target="../media/image433.png"/><Relationship Id="rId239" Type="http://schemas.openxmlformats.org/officeDocument/2006/relationships/image" Target="../media/image548.png"/><Relationship Id="rId446" Type="http://schemas.openxmlformats.org/officeDocument/2006/relationships/customXml" Target="../ink/ink653.xml"/><Relationship Id="rId653" Type="http://schemas.openxmlformats.org/officeDocument/2006/relationships/image" Target="../media/image751.png"/><Relationship Id="rId292" Type="http://schemas.openxmlformats.org/officeDocument/2006/relationships/customXml" Target="../ink/ink576.xml"/><Relationship Id="rId306" Type="http://schemas.openxmlformats.org/officeDocument/2006/relationships/customXml" Target="../ink/ink583.xml"/><Relationship Id="rId87" Type="http://schemas.openxmlformats.org/officeDocument/2006/relationships/image" Target="../media/image473.png"/><Relationship Id="rId513" Type="http://schemas.openxmlformats.org/officeDocument/2006/relationships/image" Target="../media/image681.png"/><Relationship Id="rId597" Type="http://schemas.openxmlformats.org/officeDocument/2006/relationships/image" Target="../media/image723.png"/><Relationship Id="rId152" Type="http://schemas.openxmlformats.org/officeDocument/2006/relationships/customXml" Target="../ink/ink506.xml"/><Relationship Id="rId457" Type="http://schemas.openxmlformats.org/officeDocument/2006/relationships/image" Target="../media/image655.png"/><Relationship Id="rId664" Type="http://schemas.openxmlformats.org/officeDocument/2006/relationships/customXml" Target="../ink/ink762.xml"/><Relationship Id="rId14" Type="http://schemas.openxmlformats.org/officeDocument/2006/relationships/customXml" Target="../ink/ink437.xml"/><Relationship Id="rId317" Type="http://schemas.openxmlformats.org/officeDocument/2006/relationships/image" Target="../media/image586.png"/><Relationship Id="rId524" Type="http://schemas.openxmlformats.org/officeDocument/2006/relationships/customXml" Target="../ink/ink692.xml"/><Relationship Id="rId98" Type="http://schemas.openxmlformats.org/officeDocument/2006/relationships/customXml" Target="../ink/ink479.xml"/><Relationship Id="rId163" Type="http://schemas.openxmlformats.org/officeDocument/2006/relationships/image" Target="../media/image511.png"/><Relationship Id="rId370" Type="http://schemas.openxmlformats.org/officeDocument/2006/relationships/customXml" Target="../ink/ink615.xml"/><Relationship Id="rId230" Type="http://schemas.openxmlformats.org/officeDocument/2006/relationships/customXml" Target="../ink/ink545.xml"/><Relationship Id="rId468" Type="http://schemas.openxmlformats.org/officeDocument/2006/relationships/customXml" Target="../ink/ink664.xml"/><Relationship Id="rId675" Type="http://schemas.openxmlformats.org/officeDocument/2006/relationships/image" Target="../media/image762.png"/><Relationship Id="rId25" Type="http://schemas.openxmlformats.org/officeDocument/2006/relationships/image" Target="../media/image442.png"/><Relationship Id="rId328" Type="http://schemas.openxmlformats.org/officeDocument/2006/relationships/customXml" Target="../ink/ink594.xml"/><Relationship Id="rId535" Type="http://schemas.openxmlformats.org/officeDocument/2006/relationships/image" Target="../media/image692.png"/><Relationship Id="rId174" Type="http://schemas.openxmlformats.org/officeDocument/2006/relationships/customXml" Target="../ink/ink517.xml"/><Relationship Id="rId381" Type="http://schemas.openxmlformats.org/officeDocument/2006/relationships/image" Target="../media/image617.png"/><Relationship Id="rId602" Type="http://schemas.openxmlformats.org/officeDocument/2006/relationships/customXml" Target="../ink/ink731.xml"/><Relationship Id="rId241" Type="http://schemas.openxmlformats.org/officeDocument/2006/relationships/image" Target="../media/image549.png"/><Relationship Id="rId479" Type="http://schemas.openxmlformats.org/officeDocument/2006/relationships/image" Target="../media/image666.png"/><Relationship Id="rId36" Type="http://schemas.openxmlformats.org/officeDocument/2006/relationships/customXml" Target="../ink/ink448.xml"/><Relationship Id="rId339" Type="http://schemas.openxmlformats.org/officeDocument/2006/relationships/image" Target="../media/image597.png"/><Relationship Id="rId546" Type="http://schemas.openxmlformats.org/officeDocument/2006/relationships/customXml" Target="../ink/ink703.xml"/><Relationship Id="rId101" Type="http://schemas.openxmlformats.org/officeDocument/2006/relationships/image" Target="../media/image480.png"/><Relationship Id="rId185" Type="http://schemas.openxmlformats.org/officeDocument/2006/relationships/image" Target="../media/image522.png"/><Relationship Id="rId406" Type="http://schemas.openxmlformats.org/officeDocument/2006/relationships/customXml" Target="../ink/ink633.xml"/><Relationship Id="rId392" Type="http://schemas.openxmlformats.org/officeDocument/2006/relationships/customXml" Target="../ink/ink626.xml"/><Relationship Id="rId613" Type="http://schemas.openxmlformats.org/officeDocument/2006/relationships/image" Target="../media/image731.png"/><Relationship Id="rId252" Type="http://schemas.openxmlformats.org/officeDocument/2006/relationships/customXml" Target="../ink/ink556.xml"/><Relationship Id="rId47" Type="http://schemas.openxmlformats.org/officeDocument/2006/relationships/image" Target="../media/image453.png"/><Relationship Id="rId112" Type="http://schemas.openxmlformats.org/officeDocument/2006/relationships/customXml" Target="../ink/ink486.xml"/><Relationship Id="rId557" Type="http://schemas.openxmlformats.org/officeDocument/2006/relationships/image" Target="../media/image703.png"/><Relationship Id="rId196" Type="http://schemas.openxmlformats.org/officeDocument/2006/relationships/customXml" Target="../ink/ink528.xml"/><Relationship Id="rId417" Type="http://schemas.openxmlformats.org/officeDocument/2006/relationships/image" Target="../media/image635.png"/><Relationship Id="rId624" Type="http://schemas.openxmlformats.org/officeDocument/2006/relationships/customXml" Target="../ink/ink742.xml"/><Relationship Id="rId263" Type="http://schemas.openxmlformats.org/officeDocument/2006/relationships/image" Target="../media/image559.png"/><Relationship Id="rId470" Type="http://schemas.openxmlformats.org/officeDocument/2006/relationships/customXml" Target="../ink/ink665.xml"/><Relationship Id="rId58" Type="http://schemas.openxmlformats.org/officeDocument/2006/relationships/customXml" Target="../ink/ink459.xml"/><Relationship Id="rId123" Type="http://schemas.openxmlformats.org/officeDocument/2006/relationships/image" Target="../media/image491.png"/><Relationship Id="rId330" Type="http://schemas.openxmlformats.org/officeDocument/2006/relationships/customXml" Target="../ink/ink595.xml"/><Relationship Id="rId568" Type="http://schemas.openxmlformats.org/officeDocument/2006/relationships/customXml" Target="../ink/ink714.xml"/><Relationship Id="rId428" Type="http://schemas.openxmlformats.org/officeDocument/2006/relationships/customXml" Target="../ink/ink644.xml"/><Relationship Id="rId635" Type="http://schemas.openxmlformats.org/officeDocument/2006/relationships/image" Target="../media/image742.png"/><Relationship Id="rId274" Type="http://schemas.openxmlformats.org/officeDocument/2006/relationships/customXml" Target="../ink/ink567.xml"/><Relationship Id="rId481" Type="http://schemas.openxmlformats.org/officeDocument/2006/relationships/image" Target="../media/image667.png"/><Relationship Id="rId69" Type="http://schemas.openxmlformats.org/officeDocument/2006/relationships/image" Target="../media/image464.png"/><Relationship Id="rId134" Type="http://schemas.openxmlformats.org/officeDocument/2006/relationships/customXml" Target="../ink/ink497.xml"/><Relationship Id="rId579" Type="http://schemas.openxmlformats.org/officeDocument/2006/relationships/image" Target="../media/image714.png"/><Relationship Id="rId341" Type="http://schemas.openxmlformats.org/officeDocument/2006/relationships/image" Target="../media/image598.png"/><Relationship Id="rId439" Type="http://schemas.openxmlformats.org/officeDocument/2006/relationships/image" Target="../media/image646.png"/><Relationship Id="rId646" Type="http://schemas.openxmlformats.org/officeDocument/2006/relationships/customXml" Target="../ink/ink753.xml"/><Relationship Id="rId201" Type="http://schemas.openxmlformats.org/officeDocument/2006/relationships/image" Target="../media/image530.png"/><Relationship Id="rId285" Type="http://schemas.openxmlformats.org/officeDocument/2006/relationships/image" Target="../media/image570.png"/><Relationship Id="rId506" Type="http://schemas.openxmlformats.org/officeDocument/2006/relationships/customXml" Target="../ink/ink683.xml"/><Relationship Id="rId492" Type="http://schemas.openxmlformats.org/officeDocument/2006/relationships/customXml" Target="../ink/ink676.xml"/><Relationship Id="rId145" Type="http://schemas.openxmlformats.org/officeDocument/2006/relationships/image" Target="../media/image502.png"/><Relationship Id="rId352" Type="http://schemas.openxmlformats.org/officeDocument/2006/relationships/customXml" Target="../ink/ink606.xml"/><Relationship Id="rId212" Type="http://schemas.openxmlformats.org/officeDocument/2006/relationships/customXml" Target="../ink/ink536.xml"/><Relationship Id="rId254" Type="http://schemas.openxmlformats.org/officeDocument/2006/relationships/customXml" Target="../ink/ink557.xml"/><Relationship Id="rId657" Type="http://schemas.openxmlformats.org/officeDocument/2006/relationships/image" Target="../media/image753.png"/><Relationship Id="rId49" Type="http://schemas.openxmlformats.org/officeDocument/2006/relationships/image" Target="../media/image454.png"/><Relationship Id="rId114" Type="http://schemas.openxmlformats.org/officeDocument/2006/relationships/customXml" Target="../ink/ink487.xml"/><Relationship Id="rId296" Type="http://schemas.openxmlformats.org/officeDocument/2006/relationships/customXml" Target="../ink/ink578.xml"/><Relationship Id="rId461" Type="http://schemas.openxmlformats.org/officeDocument/2006/relationships/image" Target="../media/image657.png"/><Relationship Id="rId517" Type="http://schemas.openxmlformats.org/officeDocument/2006/relationships/image" Target="../media/image683.png"/><Relationship Id="rId559" Type="http://schemas.openxmlformats.org/officeDocument/2006/relationships/image" Target="../media/image704.png"/><Relationship Id="rId60" Type="http://schemas.openxmlformats.org/officeDocument/2006/relationships/customXml" Target="../ink/ink460.xml"/><Relationship Id="rId156" Type="http://schemas.openxmlformats.org/officeDocument/2006/relationships/customXml" Target="../ink/ink508.xml"/><Relationship Id="rId198" Type="http://schemas.openxmlformats.org/officeDocument/2006/relationships/customXml" Target="../ink/ink529.xml"/><Relationship Id="rId321" Type="http://schemas.openxmlformats.org/officeDocument/2006/relationships/image" Target="../media/image588.png"/><Relationship Id="rId363" Type="http://schemas.openxmlformats.org/officeDocument/2006/relationships/image" Target="../media/image609.png"/><Relationship Id="rId419" Type="http://schemas.openxmlformats.org/officeDocument/2006/relationships/image" Target="../media/image636.png"/><Relationship Id="rId570" Type="http://schemas.openxmlformats.org/officeDocument/2006/relationships/customXml" Target="../ink/ink715.xml"/><Relationship Id="rId626" Type="http://schemas.openxmlformats.org/officeDocument/2006/relationships/customXml" Target="../ink/ink743.xml"/><Relationship Id="rId223" Type="http://schemas.openxmlformats.org/officeDocument/2006/relationships/image" Target="../media/image540.png"/><Relationship Id="rId430" Type="http://schemas.openxmlformats.org/officeDocument/2006/relationships/customXml" Target="../ink/ink645.xml"/><Relationship Id="rId668" Type="http://schemas.openxmlformats.org/officeDocument/2006/relationships/customXml" Target="../ink/ink764.xml"/><Relationship Id="rId18" Type="http://schemas.openxmlformats.org/officeDocument/2006/relationships/customXml" Target="../ink/ink439.xml"/><Relationship Id="rId265" Type="http://schemas.openxmlformats.org/officeDocument/2006/relationships/image" Target="../media/image560.png"/><Relationship Id="rId472" Type="http://schemas.openxmlformats.org/officeDocument/2006/relationships/customXml" Target="../ink/ink666.xml"/><Relationship Id="rId528" Type="http://schemas.openxmlformats.org/officeDocument/2006/relationships/customXml" Target="../ink/ink694.xml"/><Relationship Id="rId125" Type="http://schemas.openxmlformats.org/officeDocument/2006/relationships/image" Target="../media/image492.png"/><Relationship Id="rId167" Type="http://schemas.openxmlformats.org/officeDocument/2006/relationships/image" Target="../media/image513.png"/><Relationship Id="rId332" Type="http://schemas.openxmlformats.org/officeDocument/2006/relationships/customXml" Target="../ink/ink596.xml"/><Relationship Id="rId374" Type="http://schemas.openxmlformats.org/officeDocument/2006/relationships/customXml" Target="../ink/ink617.xml"/><Relationship Id="rId581" Type="http://schemas.openxmlformats.org/officeDocument/2006/relationships/image" Target="../media/image715.png"/><Relationship Id="rId71" Type="http://schemas.openxmlformats.org/officeDocument/2006/relationships/image" Target="../media/image465.png"/><Relationship Id="rId234" Type="http://schemas.openxmlformats.org/officeDocument/2006/relationships/customXml" Target="../ink/ink547.xml"/><Relationship Id="rId637" Type="http://schemas.openxmlformats.org/officeDocument/2006/relationships/image" Target="../media/image743.png"/><Relationship Id="rId679" Type="http://schemas.openxmlformats.org/officeDocument/2006/relationships/image" Target="../media/image764.png"/><Relationship Id="rId2" Type="http://schemas.openxmlformats.org/officeDocument/2006/relationships/customXml" Target="../ink/ink431.xml"/><Relationship Id="rId29" Type="http://schemas.openxmlformats.org/officeDocument/2006/relationships/image" Target="../media/image444.png"/><Relationship Id="rId276" Type="http://schemas.openxmlformats.org/officeDocument/2006/relationships/customXml" Target="../ink/ink568.xml"/><Relationship Id="rId441" Type="http://schemas.openxmlformats.org/officeDocument/2006/relationships/image" Target="../media/image647.png"/><Relationship Id="rId483" Type="http://schemas.openxmlformats.org/officeDocument/2006/relationships/image" Target="../media/image668.png"/><Relationship Id="rId539" Type="http://schemas.openxmlformats.org/officeDocument/2006/relationships/image" Target="../media/image694.png"/><Relationship Id="rId40" Type="http://schemas.openxmlformats.org/officeDocument/2006/relationships/customXml" Target="../ink/ink450.xml"/><Relationship Id="rId136" Type="http://schemas.openxmlformats.org/officeDocument/2006/relationships/customXml" Target="../ink/ink498.xml"/><Relationship Id="rId178" Type="http://schemas.openxmlformats.org/officeDocument/2006/relationships/customXml" Target="../ink/ink519.xml"/><Relationship Id="rId301" Type="http://schemas.openxmlformats.org/officeDocument/2006/relationships/image" Target="../media/image578.png"/><Relationship Id="rId343" Type="http://schemas.openxmlformats.org/officeDocument/2006/relationships/image" Target="../media/image599.png"/><Relationship Id="rId550" Type="http://schemas.openxmlformats.org/officeDocument/2006/relationships/customXml" Target="../ink/ink705.xml"/><Relationship Id="rId82" Type="http://schemas.openxmlformats.org/officeDocument/2006/relationships/customXml" Target="../ink/ink471.xml"/><Relationship Id="rId203" Type="http://schemas.openxmlformats.org/officeDocument/2006/relationships/image" Target="../media/image531.png"/><Relationship Id="rId385" Type="http://schemas.openxmlformats.org/officeDocument/2006/relationships/image" Target="../media/image619.png"/><Relationship Id="rId592" Type="http://schemas.openxmlformats.org/officeDocument/2006/relationships/customXml" Target="../ink/ink726.xml"/><Relationship Id="rId606" Type="http://schemas.openxmlformats.org/officeDocument/2006/relationships/customXml" Target="../ink/ink733.xml"/><Relationship Id="rId648" Type="http://schemas.openxmlformats.org/officeDocument/2006/relationships/customXml" Target="../ink/ink754.xml"/><Relationship Id="rId245" Type="http://schemas.openxmlformats.org/officeDocument/2006/relationships/image" Target="../media/image6.png"/><Relationship Id="rId287" Type="http://schemas.openxmlformats.org/officeDocument/2006/relationships/image" Target="../media/image571.png"/><Relationship Id="rId410" Type="http://schemas.openxmlformats.org/officeDocument/2006/relationships/customXml" Target="../ink/ink635.xml"/><Relationship Id="rId452" Type="http://schemas.openxmlformats.org/officeDocument/2006/relationships/customXml" Target="../ink/ink656.xml"/><Relationship Id="rId494" Type="http://schemas.openxmlformats.org/officeDocument/2006/relationships/customXml" Target="../ink/ink677.xml"/><Relationship Id="rId508" Type="http://schemas.openxmlformats.org/officeDocument/2006/relationships/customXml" Target="../ink/ink684.xml"/><Relationship Id="rId105" Type="http://schemas.openxmlformats.org/officeDocument/2006/relationships/image" Target="../media/image482.png"/><Relationship Id="rId147" Type="http://schemas.openxmlformats.org/officeDocument/2006/relationships/image" Target="../media/image503.png"/><Relationship Id="rId312" Type="http://schemas.openxmlformats.org/officeDocument/2006/relationships/customXml" Target="../ink/ink586.xml"/><Relationship Id="rId354" Type="http://schemas.openxmlformats.org/officeDocument/2006/relationships/customXml" Target="../ink/ink607.xml"/><Relationship Id="rId51" Type="http://schemas.openxmlformats.org/officeDocument/2006/relationships/image" Target="../media/image455.png"/><Relationship Id="rId93" Type="http://schemas.openxmlformats.org/officeDocument/2006/relationships/image" Target="../media/image476.png"/><Relationship Id="rId189" Type="http://schemas.openxmlformats.org/officeDocument/2006/relationships/image" Target="../media/image524.png"/><Relationship Id="rId396" Type="http://schemas.openxmlformats.org/officeDocument/2006/relationships/customXml" Target="../ink/ink628.xml"/><Relationship Id="rId561" Type="http://schemas.openxmlformats.org/officeDocument/2006/relationships/image" Target="../media/image705.png"/><Relationship Id="rId617" Type="http://schemas.openxmlformats.org/officeDocument/2006/relationships/image" Target="../media/image733.png"/><Relationship Id="rId659" Type="http://schemas.openxmlformats.org/officeDocument/2006/relationships/image" Target="../media/image754.png"/><Relationship Id="rId214" Type="http://schemas.openxmlformats.org/officeDocument/2006/relationships/customXml" Target="../ink/ink537.xml"/><Relationship Id="rId256" Type="http://schemas.openxmlformats.org/officeDocument/2006/relationships/customXml" Target="../ink/ink558.xml"/><Relationship Id="rId298" Type="http://schemas.openxmlformats.org/officeDocument/2006/relationships/customXml" Target="../ink/ink579.xml"/><Relationship Id="rId421" Type="http://schemas.openxmlformats.org/officeDocument/2006/relationships/image" Target="../media/image637.png"/><Relationship Id="rId463" Type="http://schemas.openxmlformats.org/officeDocument/2006/relationships/image" Target="../media/image658.png"/><Relationship Id="rId519" Type="http://schemas.openxmlformats.org/officeDocument/2006/relationships/image" Target="../media/image684.png"/><Relationship Id="rId670" Type="http://schemas.openxmlformats.org/officeDocument/2006/relationships/customXml" Target="../ink/ink765.xml"/><Relationship Id="rId116" Type="http://schemas.openxmlformats.org/officeDocument/2006/relationships/customXml" Target="../ink/ink488.xml"/><Relationship Id="rId158" Type="http://schemas.openxmlformats.org/officeDocument/2006/relationships/customXml" Target="../ink/ink509.xml"/><Relationship Id="rId323" Type="http://schemas.openxmlformats.org/officeDocument/2006/relationships/image" Target="../media/image589.png"/><Relationship Id="rId530" Type="http://schemas.openxmlformats.org/officeDocument/2006/relationships/customXml" Target="../ink/ink695.xml"/><Relationship Id="rId20" Type="http://schemas.openxmlformats.org/officeDocument/2006/relationships/customXml" Target="../ink/ink440.xml"/><Relationship Id="rId62" Type="http://schemas.openxmlformats.org/officeDocument/2006/relationships/customXml" Target="../ink/ink461.xml"/><Relationship Id="rId365" Type="http://schemas.openxmlformats.org/officeDocument/2006/relationships/image" Target="../media/image610.png"/><Relationship Id="rId572" Type="http://schemas.openxmlformats.org/officeDocument/2006/relationships/customXml" Target="../ink/ink716.xml"/><Relationship Id="rId628" Type="http://schemas.openxmlformats.org/officeDocument/2006/relationships/customXml" Target="../ink/ink744.xml"/><Relationship Id="rId225" Type="http://schemas.openxmlformats.org/officeDocument/2006/relationships/image" Target="../media/image541.png"/><Relationship Id="rId267" Type="http://schemas.openxmlformats.org/officeDocument/2006/relationships/image" Target="../media/image561.png"/><Relationship Id="rId432" Type="http://schemas.openxmlformats.org/officeDocument/2006/relationships/customXml" Target="../ink/ink646.xml"/><Relationship Id="rId474" Type="http://schemas.openxmlformats.org/officeDocument/2006/relationships/customXml" Target="../ink/ink667.xml"/><Relationship Id="rId127" Type="http://schemas.openxmlformats.org/officeDocument/2006/relationships/image" Target="../media/image493.png"/><Relationship Id="rId681" Type="http://schemas.openxmlformats.org/officeDocument/2006/relationships/image" Target="../media/image765.png"/><Relationship Id="rId31" Type="http://schemas.openxmlformats.org/officeDocument/2006/relationships/image" Target="../media/image445.png"/><Relationship Id="rId73" Type="http://schemas.openxmlformats.org/officeDocument/2006/relationships/image" Target="../media/image466.png"/><Relationship Id="rId169" Type="http://schemas.openxmlformats.org/officeDocument/2006/relationships/image" Target="../media/image514.png"/><Relationship Id="rId334" Type="http://schemas.openxmlformats.org/officeDocument/2006/relationships/customXml" Target="../ink/ink597.xml"/><Relationship Id="rId376" Type="http://schemas.openxmlformats.org/officeDocument/2006/relationships/customXml" Target="../ink/ink618.xml"/><Relationship Id="rId541" Type="http://schemas.openxmlformats.org/officeDocument/2006/relationships/image" Target="../media/image695.png"/><Relationship Id="rId583" Type="http://schemas.openxmlformats.org/officeDocument/2006/relationships/image" Target="../media/image716.png"/><Relationship Id="rId639" Type="http://schemas.openxmlformats.org/officeDocument/2006/relationships/image" Target="../media/image744.png"/><Relationship Id="rId4" Type="http://schemas.openxmlformats.org/officeDocument/2006/relationships/customXml" Target="../ink/ink432.xml"/><Relationship Id="rId180" Type="http://schemas.openxmlformats.org/officeDocument/2006/relationships/customXml" Target="../ink/ink520.xml"/><Relationship Id="rId236" Type="http://schemas.openxmlformats.org/officeDocument/2006/relationships/customXml" Target="../ink/ink548.xml"/><Relationship Id="rId278" Type="http://schemas.openxmlformats.org/officeDocument/2006/relationships/customXml" Target="../ink/ink569.xml"/><Relationship Id="rId401" Type="http://schemas.openxmlformats.org/officeDocument/2006/relationships/image" Target="../media/image627.png"/><Relationship Id="rId443" Type="http://schemas.openxmlformats.org/officeDocument/2006/relationships/image" Target="../media/image648.png"/><Relationship Id="rId650" Type="http://schemas.openxmlformats.org/officeDocument/2006/relationships/customXml" Target="../ink/ink755.xml"/><Relationship Id="rId303" Type="http://schemas.openxmlformats.org/officeDocument/2006/relationships/image" Target="../media/image579.png"/><Relationship Id="rId485" Type="http://schemas.openxmlformats.org/officeDocument/2006/relationships/image" Target="../media/image669.png"/><Relationship Id="rId42" Type="http://schemas.openxmlformats.org/officeDocument/2006/relationships/customXml" Target="../ink/ink451.xml"/><Relationship Id="rId84" Type="http://schemas.openxmlformats.org/officeDocument/2006/relationships/customXml" Target="../ink/ink472.xml"/><Relationship Id="rId138" Type="http://schemas.openxmlformats.org/officeDocument/2006/relationships/customXml" Target="../ink/ink499.xml"/><Relationship Id="rId345" Type="http://schemas.openxmlformats.org/officeDocument/2006/relationships/image" Target="../media/image600.png"/><Relationship Id="rId387" Type="http://schemas.openxmlformats.org/officeDocument/2006/relationships/image" Target="../media/image620.png"/><Relationship Id="rId510" Type="http://schemas.openxmlformats.org/officeDocument/2006/relationships/customXml" Target="../ink/ink685.xml"/><Relationship Id="rId552" Type="http://schemas.openxmlformats.org/officeDocument/2006/relationships/customXml" Target="../ink/ink706.xml"/><Relationship Id="rId594" Type="http://schemas.openxmlformats.org/officeDocument/2006/relationships/customXml" Target="../ink/ink727.xml"/><Relationship Id="rId608" Type="http://schemas.openxmlformats.org/officeDocument/2006/relationships/customXml" Target="../ink/ink734.xml"/><Relationship Id="rId191" Type="http://schemas.openxmlformats.org/officeDocument/2006/relationships/image" Target="../media/image525.png"/><Relationship Id="rId205" Type="http://schemas.openxmlformats.org/officeDocument/2006/relationships/image" Target="../media/image136.png"/><Relationship Id="rId247" Type="http://schemas.openxmlformats.org/officeDocument/2006/relationships/image" Target="../media/image551.png"/><Relationship Id="rId412" Type="http://schemas.openxmlformats.org/officeDocument/2006/relationships/customXml" Target="../ink/ink636.xml"/><Relationship Id="rId107" Type="http://schemas.openxmlformats.org/officeDocument/2006/relationships/image" Target="../media/image483.png"/><Relationship Id="rId289" Type="http://schemas.openxmlformats.org/officeDocument/2006/relationships/image" Target="../media/image572.png"/><Relationship Id="rId454" Type="http://schemas.openxmlformats.org/officeDocument/2006/relationships/customXml" Target="../ink/ink657.xml"/><Relationship Id="rId496" Type="http://schemas.openxmlformats.org/officeDocument/2006/relationships/customXml" Target="../ink/ink678.xml"/><Relationship Id="rId661" Type="http://schemas.openxmlformats.org/officeDocument/2006/relationships/image" Target="../media/image755.png"/><Relationship Id="rId11" Type="http://schemas.openxmlformats.org/officeDocument/2006/relationships/image" Target="../media/image435.png"/><Relationship Id="rId53" Type="http://schemas.openxmlformats.org/officeDocument/2006/relationships/image" Target="../media/image456.png"/><Relationship Id="rId149" Type="http://schemas.openxmlformats.org/officeDocument/2006/relationships/image" Target="../media/image504.png"/><Relationship Id="rId314" Type="http://schemas.openxmlformats.org/officeDocument/2006/relationships/customXml" Target="../ink/ink587.xml"/><Relationship Id="rId356" Type="http://schemas.openxmlformats.org/officeDocument/2006/relationships/customXml" Target="../ink/ink608.xml"/><Relationship Id="rId398" Type="http://schemas.openxmlformats.org/officeDocument/2006/relationships/customXml" Target="../ink/ink629.xml"/><Relationship Id="rId521" Type="http://schemas.openxmlformats.org/officeDocument/2006/relationships/image" Target="../media/image685.png"/><Relationship Id="rId563" Type="http://schemas.openxmlformats.org/officeDocument/2006/relationships/image" Target="../media/image706.png"/><Relationship Id="rId619" Type="http://schemas.openxmlformats.org/officeDocument/2006/relationships/image" Target="../media/image734.png"/><Relationship Id="rId95" Type="http://schemas.openxmlformats.org/officeDocument/2006/relationships/image" Target="../media/image477.png"/><Relationship Id="rId160" Type="http://schemas.openxmlformats.org/officeDocument/2006/relationships/customXml" Target="../ink/ink510.xml"/><Relationship Id="rId216" Type="http://schemas.openxmlformats.org/officeDocument/2006/relationships/customXml" Target="../ink/ink538.xml"/><Relationship Id="rId423" Type="http://schemas.openxmlformats.org/officeDocument/2006/relationships/image" Target="../media/image638.png"/><Relationship Id="rId258" Type="http://schemas.openxmlformats.org/officeDocument/2006/relationships/customXml" Target="../ink/ink559.xml"/><Relationship Id="rId465" Type="http://schemas.openxmlformats.org/officeDocument/2006/relationships/image" Target="../media/image659.png"/><Relationship Id="rId630" Type="http://schemas.openxmlformats.org/officeDocument/2006/relationships/customXml" Target="../ink/ink745.xml"/><Relationship Id="rId672" Type="http://schemas.openxmlformats.org/officeDocument/2006/relationships/customXml" Target="../ink/ink766.xml"/><Relationship Id="rId22" Type="http://schemas.openxmlformats.org/officeDocument/2006/relationships/customXml" Target="../ink/ink441.xml"/><Relationship Id="rId64" Type="http://schemas.openxmlformats.org/officeDocument/2006/relationships/customXml" Target="../ink/ink462.xml"/><Relationship Id="rId118" Type="http://schemas.openxmlformats.org/officeDocument/2006/relationships/customXml" Target="../ink/ink489.xml"/><Relationship Id="rId325" Type="http://schemas.openxmlformats.org/officeDocument/2006/relationships/image" Target="../media/image590.png"/><Relationship Id="rId367" Type="http://schemas.openxmlformats.org/officeDocument/2006/relationships/image" Target="../media/image611.png"/><Relationship Id="rId532" Type="http://schemas.openxmlformats.org/officeDocument/2006/relationships/customXml" Target="../ink/ink696.xml"/><Relationship Id="rId574" Type="http://schemas.openxmlformats.org/officeDocument/2006/relationships/customXml" Target="../ink/ink717.xml"/><Relationship Id="rId171" Type="http://schemas.openxmlformats.org/officeDocument/2006/relationships/image" Target="../media/image515.png"/><Relationship Id="rId227" Type="http://schemas.openxmlformats.org/officeDocument/2006/relationships/image" Target="../media/image542.png"/><Relationship Id="rId269" Type="http://schemas.openxmlformats.org/officeDocument/2006/relationships/image" Target="../media/image562.png"/><Relationship Id="rId434" Type="http://schemas.openxmlformats.org/officeDocument/2006/relationships/customXml" Target="../ink/ink647.xml"/><Relationship Id="rId476" Type="http://schemas.openxmlformats.org/officeDocument/2006/relationships/customXml" Target="../ink/ink668.xml"/><Relationship Id="rId641" Type="http://schemas.openxmlformats.org/officeDocument/2006/relationships/image" Target="../media/image745.png"/><Relationship Id="rId683" Type="http://schemas.openxmlformats.org/officeDocument/2006/relationships/image" Target="../media/image766.png"/><Relationship Id="rId33" Type="http://schemas.openxmlformats.org/officeDocument/2006/relationships/image" Target="../media/image446.png"/><Relationship Id="rId129" Type="http://schemas.openxmlformats.org/officeDocument/2006/relationships/image" Target="../media/image494.png"/><Relationship Id="rId280" Type="http://schemas.openxmlformats.org/officeDocument/2006/relationships/customXml" Target="../ink/ink570.xml"/><Relationship Id="rId336" Type="http://schemas.openxmlformats.org/officeDocument/2006/relationships/customXml" Target="../ink/ink598.xml"/><Relationship Id="rId501" Type="http://schemas.openxmlformats.org/officeDocument/2006/relationships/image" Target="../media/image676.png"/><Relationship Id="rId543" Type="http://schemas.openxmlformats.org/officeDocument/2006/relationships/image" Target="../media/image696.png"/><Relationship Id="rId75" Type="http://schemas.openxmlformats.org/officeDocument/2006/relationships/image" Target="../media/image467.png"/><Relationship Id="rId140" Type="http://schemas.openxmlformats.org/officeDocument/2006/relationships/customXml" Target="../ink/ink500.xml"/><Relationship Id="rId182" Type="http://schemas.openxmlformats.org/officeDocument/2006/relationships/customXml" Target="../ink/ink521.xml"/><Relationship Id="rId378" Type="http://schemas.openxmlformats.org/officeDocument/2006/relationships/customXml" Target="../ink/ink619.xml"/><Relationship Id="rId403" Type="http://schemas.openxmlformats.org/officeDocument/2006/relationships/image" Target="../media/image628.png"/><Relationship Id="rId585" Type="http://schemas.openxmlformats.org/officeDocument/2006/relationships/image" Target="../media/image717.png"/><Relationship Id="rId6" Type="http://schemas.openxmlformats.org/officeDocument/2006/relationships/customXml" Target="../ink/ink433.xml"/><Relationship Id="rId238" Type="http://schemas.openxmlformats.org/officeDocument/2006/relationships/customXml" Target="../ink/ink549.xml"/><Relationship Id="rId445" Type="http://schemas.openxmlformats.org/officeDocument/2006/relationships/image" Target="../media/image649.png"/><Relationship Id="rId487" Type="http://schemas.openxmlformats.org/officeDocument/2006/relationships/image" Target="../media/image295.png"/><Relationship Id="rId610" Type="http://schemas.openxmlformats.org/officeDocument/2006/relationships/customXml" Target="../ink/ink735.xml"/><Relationship Id="rId652" Type="http://schemas.openxmlformats.org/officeDocument/2006/relationships/customXml" Target="../ink/ink756.xml"/><Relationship Id="rId291" Type="http://schemas.openxmlformats.org/officeDocument/2006/relationships/image" Target="../media/image573.png"/><Relationship Id="rId305" Type="http://schemas.openxmlformats.org/officeDocument/2006/relationships/image" Target="../media/image580.png"/><Relationship Id="rId347" Type="http://schemas.openxmlformats.org/officeDocument/2006/relationships/image" Target="../media/image601.png"/><Relationship Id="rId512" Type="http://schemas.openxmlformats.org/officeDocument/2006/relationships/customXml" Target="../ink/ink686.xml"/><Relationship Id="rId44" Type="http://schemas.openxmlformats.org/officeDocument/2006/relationships/customXml" Target="../ink/ink452.xml"/><Relationship Id="rId86" Type="http://schemas.openxmlformats.org/officeDocument/2006/relationships/customXml" Target="../ink/ink473.xml"/><Relationship Id="rId151" Type="http://schemas.openxmlformats.org/officeDocument/2006/relationships/image" Target="../media/image505.png"/><Relationship Id="rId389" Type="http://schemas.openxmlformats.org/officeDocument/2006/relationships/image" Target="../media/image621.png"/><Relationship Id="rId554" Type="http://schemas.openxmlformats.org/officeDocument/2006/relationships/customXml" Target="../ink/ink707.xml"/><Relationship Id="rId596" Type="http://schemas.openxmlformats.org/officeDocument/2006/relationships/customXml" Target="../ink/ink728.xml"/><Relationship Id="rId193" Type="http://schemas.openxmlformats.org/officeDocument/2006/relationships/image" Target="../media/image526.png"/><Relationship Id="rId207" Type="http://schemas.openxmlformats.org/officeDocument/2006/relationships/image" Target="../media/image532.png"/><Relationship Id="rId249" Type="http://schemas.openxmlformats.org/officeDocument/2006/relationships/image" Target="../media/image552.png"/><Relationship Id="rId414" Type="http://schemas.openxmlformats.org/officeDocument/2006/relationships/customXml" Target="../ink/ink637.xml"/><Relationship Id="rId456" Type="http://schemas.openxmlformats.org/officeDocument/2006/relationships/customXml" Target="../ink/ink658.xml"/><Relationship Id="rId498" Type="http://schemas.openxmlformats.org/officeDocument/2006/relationships/customXml" Target="../ink/ink679.xml"/><Relationship Id="rId621" Type="http://schemas.openxmlformats.org/officeDocument/2006/relationships/image" Target="../media/image735.png"/><Relationship Id="rId663" Type="http://schemas.openxmlformats.org/officeDocument/2006/relationships/image" Target="../media/image756.png"/><Relationship Id="rId13" Type="http://schemas.openxmlformats.org/officeDocument/2006/relationships/image" Target="../media/image436.png"/><Relationship Id="rId109" Type="http://schemas.openxmlformats.org/officeDocument/2006/relationships/image" Target="../media/image484.png"/><Relationship Id="rId260" Type="http://schemas.openxmlformats.org/officeDocument/2006/relationships/customXml" Target="../ink/ink560.xml"/><Relationship Id="rId316" Type="http://schemas.openxmlformats.org/officeDocument/2006/relationships/customXml" Target="../ink/ink588.xml"/><Relationship Id="rId523" Type="http://schemas.openxmlformats.org/officeDocument/2006/relationships/image" Target="../media/image686.png"/><Relationship Id="rId55" Type="http://schemas.openxmlformats.org/officeDocument/2006/relationships/image" Target="../media/image457.png"/><Relationship Id="rId97" Type="http://schemas.openxmlformats.org/officeDocument/2006/relationships/image" Target="../media/image478.png"/><Relationship Id="rId120" Type="http://schemas.openxmlformats.org/officeDocument/2006/relationships/customXml" Target="../ink/ink490.xml"/><Relationship Id="rId358" Type="http://schemas.openxmlformats.org/officeDocument/2006/relationships/customXml" Target="../ink/ink609.xml"/><Relationship Id="rId565" Type="http://schemas.openxmlformats.org/officeDocument/2006/relationships/image" Target="../media/image707.png"/><Relationship Id="rId162" Type="http://schemas.openxmlformats.org/officeDocument/2006/relationships/customXml" Target="../ink/ink511.xml"/><Relationship Id="rId218" Type="http://schemas.openxmlformats.org/officeDocument/2006/relationships/customXml" Target="../ink/ink539.xml"/><Relationship Id="rId425" Type="http://schemas.openxmlformats.org/officeDocument/2006/relationships/image" Target="../media/image639.png"/><Relationship Id="rId467" Type="http://schemas.openxmlformats.org/officeDocument/2006/relationships/image" Target="../media/image660.png"/><Relationship Id="rId632" Type="http://schemas.openxmlformats.org/officeDocument/2006/relationships/customXml" Target="../ink/ink746.xml"/><Relationship Id="rId271" Type="http://schemas.openxmlformats.org/officeDocument/2006/relationships/image" Target="../media/image563.png"/><Relationship Id="rId674" Type="http://schemas.openxmlformats.org/officeDocument/2006/relationships/customXml" Target="../ink/ink767.xml"/><Relationship Id="rId24" Type="http://schemas.openxmlformats.org/officeDocument/2006/relationships/customXml" Target="../ink/ink442.xml"/><Relationship Id="rId66" Type="http://schemas.openxmlformats.org/officeDocument/2006/relationships/customXml" Target="../ink/ink463.xml"/><Relationship Id="rId131" Type="http://schemas.openxmlformats.org/officeDocument/2006/relationships/image" Target="../media/image495.png"/><Relationship Id="rId327" Type="http://schemas.openxmlformats.org/officeDocument/2006/relationships/image" Target="../media/image591.png"/><Relationship Id="rId369" Type="http://schemas.openxmlformats.org/officeDocument/2006/relationships/image" Target="../media/image612.png"/><Relationship Id="rId534" Type="http://schemas.openxmlformats.org/officeDocument/2006/relationships/customXml" Target="../ink/ink697.xml"/><Relationship Id="rId576" Type="http://schemas.openxmlformats.org/officeDocument/2006/relationships/customXml" Target="../ink/ink718.xml"/><Relationship Id="rId173" Type="http://schemas.openxmlformats.org/officeDocument/2006/relationships/image" Target="../media/image516.png"/><Relationship Id="rId229" Type="http://schemas.openxmlformats.org/officeDocument/2006/relationships/image" Target="../media/image543.png"/><Relationship Id="rId380" Type="http://schemas.openxmlformats.org/officeDocument/2006/relationships/customXml" Target="../ink/ink620.xml"/><Relationship Id="rId436" Type="http://schemas.openxmlformats.org/officeDocument/2006/relationships/customXml" Target="../ink/ink648.xml"/><Relationship Id="rId601" Type="http://schemas.openxmlformats.org/officeDocument/2006/relationships/image" Target="../media/image725.png"/><Relationship Id="rId643" Type="http://schemas.openxmlformats.org/officeDocument/2006/relationships/image" Target="../media/image746.png"/><Relationship Id="rId240" Type="http://schemas.openxmlformats.org/officeDocument/2006/relationships/customXml" Target="../ink/ink550.xml"/><Relationship Id="rId478" Type="http://schemas.openxmlformats.org/officeDocument/2006/relationships/customXml" Target="../ink/ink669.xml"/><Relationship Id="rId685" Type="http://schemas.openxmlformats.org/officeDocument/2006/relationships/image" Target="../media/image767.png"/><Relationship Id="rId35" Type="http://schemas.openxmlformats.org/officeDocument/2006/relationships/image" Target="../media/image447.png"/><Relationship Id="rId77" Type="http://schemas.openxmlformats.org/officeDocument/2006/relationships/image" Target="../media/image468.png"/><Relationship Id="rId100" Type="http://schemas.openxmlformats.org/officeDocument/2006/relationships/customXml" Target="../ink/ink480.xml"/><Relationship Id="rId282" Type="http://schemas.openxmlformats.org/officeDocument/2006/relationships/customXml" Target="../ink/ink571.xml"/><Relationship Id="rId338" Type="http://schemas.openxmlformats.org/officeDocument/2006/relationships/customXml" Target="../ink/ink599.xml"/><Relationship Id="rId503" Type="http://schemas.openxmlformats.org/officeDocument/2006/relationships/image" Target="../media/image677.png"/><Relationship Id="rId545" Type="http://schemas.openxmlformats.org/officeDocument/2006/relationships/image" Target="../media/image697.png"/><Relationship Id="rId587" Type="http://schemas.openxmlformats.org/officeDocument/2006/relationships/image" Target="../media/image718.png"/><Relationship Id="rId8" Type="http://schemas.openxmlformats.org/officeDocument/2006/relationships/customXml" Target="../ink/ink434.xml"/><Relationship Id="rId142" Type="http://schemas.openxmlformats.org/officeDocument/2006/relationships/customXml" Target="../ink/ink501.xml"/><Relationship Id="rId184" Type="http://schemas.openxmlformats.org/officeDocument/2006/relationships/customXml" Target="../ink/ink522.xml"/><Relationship Id="rId391" Type="http://schemas.openxmlformats.org/officeDocument/2006/relationships/image" Target="../media/image622.png"/><Relationship Id="rId405" Type="http://schemas.openxmlformats.org/officeDocument/2006/relationships/image" Target="../media/image629.png"/><Relationship Id="rId447" Type="http://schemas.openxmlformats.org/officeDocument/2006/relationships/image" Target="../media/image650.png"/><Relationship Id="rId612" Type="http://schemas.openxmlformats.org/officeDocument/2006/relationships/customXml" Target="../ink/ink736.xml"/><Relationship Id="rId251" Type="http://schemas.openxmlformats.org/officeDocument/2006/relationships/image" Target="../media/image553.png"/><Relationship Id="rId489" Type="http://schemas.openxmlformats.org/officeDocument/2006/relationships/image" Target="../media/image670.png"/><Relationship Id="rId654" Type="http://schemas.openxmlformats.org/officeDocument/2006/relationships/customXml" Target="../ink/ink757.xml"/><Relationship Id="rId46" Type="http://schemas.openxmlformats.org/officeDocument/2006/relationships/customXml" Target="../ink/ink453.xml"/><Relationship Id="rId293" Type="http://schemas.openxmlformats.org/officeDocument/2006/relationships/image" Target="../media/image574.png"/><Relationship Id="rId307" Type="http://schemas.openxmlformats.org/officeDocument/2006/relationships/image" Target="../media/image581.png"/><Relationship Id="rId349" Type="http://schemas.openxmlformats.org/officeDocument/2006/relationships/image" Target="../media/image602.png"/><Relationship Id="rId514" Type="http://schemas.openxmlformats.org/officeDocument/2006/relationships/customXml" Target="../ink/ink687.xml"/><Relationship Id="rId556" Type="http://schemas.openxmlformats.org/officeDocument/2006/relationships/customXml" Target="../ink/ink708.xml"/><Relationship Id="rId88" Type="http://schemas.openxmlformats.org/officeDocument/2006/relationships/customXml" Target="../ink/ink474.xml"/><Relationship Id="rId111" Type="http://schemas.openxmlformats.org/officeDocument/2006/relationships/image" Target="../media/image485.png"/><Relationship Id="rId153" Type="http://schemas.openxmlformats.org/officeDocument/2006/relationships/image" Target="../media/image506.png"/><Relationship Id="rId195" Type="http://schemas.openxmlformats.org/officeDocument/2006/relationships/image" Target="../media/image527.png"/><Relationship Id="rId209" Type="http://schemas.openxmlformats.org/officeDocument/2006/relationships/image" Target="../media/image533.png"/><Relationship Id="rId360" Type="http://schemas.openxmlformats.org/officeDocument/2006/relationships/customXml" Target="../ink/ink610.xml"/><Relationship Id="rId416" Type="http://schemas.openxmlformats.org/officeDocument/2006/relationships/customXml" Target="../ink/ink638.xml"/><Relationship Id="rId598" Type="http://schemas.openxmlformats.org/officeDocument/2006/relationships/customXml" Target="../ink/ink729.xml"/><Relationship Id="rId220" Type="http://schemas.openxmlformats.org/officeDocument/2006/relationships/customXml" Target="../ink/ink540.xml"/><Relationship Id="rId458" Type="http://schemas.openxmlformats.org/officeDocument/2006/relationships/customXml" Target="../ink/ink659.xml"/><Relationship Id="rId623" Type="http://schemas.openxmlformats.org/officeDocument/2006/relationships/image" Target="../media/image736.png"/><Relationship Id="rId665" Type="http://schemas.openxmlformats.org/officeDocument/2006/relationships/image" Target="../media/image757.png"/><Relationship Id="rId15" Type="http://schemas.openxmlformats.org/officeDocument/2006/relationships/image" Target="../media/image437.png"/><Relationship Id="rId57" Type="http://schemas.openxmlformats.org/officeDocument/2006/relationships/image" Target="../media/image458.png"/><Relationship Id="rId262" Type="http://schemas.openxmlformats.org/officeDocument/2006/relationships/customXml" Target="../ink/ink561.xml"/><Relationship Id="rId318" Type="http://schemas.openxmlformats.org/officeDocument/2006/relationships/customXml" Target="../ink/ink589.xml"/><Relationship Id="rId525" Type="http://schemas.openxmlformats.org/officeDocument/2006/relationships/image" Target="../media/image687.png"/><Relationship Id="rId567" Type="http://schemas.openxmlformats.org/officeDocument/2006/relationships/image" Target="../media/image708.png"/><Relationship Id="rId99" Type="http://schemas.openxmlformats.org/officeDocument/2006/relationships/image" Target="../media/image479.png"/><Relationship Id="rId122" Type="http://schemas.openxmlformats.org/officeDocument/2006/relationships/customXml" Target="../ink/ink491.xml"/><Relationship Id="rId164" Type="http://schemas.openxmlformats.org/officeDocument/2006/relationships/customXml" Target="../ink/ink512.xml"/><Relationship Id="rId371" Type="http://schemas.openxmlformats.org/officeDocument/2006/relationships/image" Target="../media/image613.png"/><Relationship Id="rId427" Type="http://schemas.openxmlformats.org/officeDocument/2006/relationships/image" Target="../media/image640.png"/><Relationship Id="rId469" Type="http://schemas.openxmlformats.org/officeDocument/2006/relationships/image" Target="../media/image661.png"/><Relationship Id="rId634" Type="http://schemas.openxmlformats.org/officeDocument/2006/relationships/customXml" Target="../ink/ink747.xml"/><Relationship Id="rId676" Type="http://schemas.openxmlformats.org/officeDocument/2006/relationships/customXml" Target="../ink/ink768.xml"/><Relationship Id="rId26" Type="http://schemas.openxmlformats.org/officeDocument/2006/relationships/customXml" Target="../ink/ink443.xml"/><Relationship Id="rId231" Type="http://schemas.openxmlformats.org/officeDocument/2006/relationships/image" Target="../media/image544.png"/><Relationship Id="rId273" Type="http://schemas.openxmlformats.org/officeDocument/2006/relationships/image" Target="../media/image564.png"/><Relationship Id="rId329" Type="http://schemas.openxmlformats.org/officeDocument/2006/relationships/image" Target="../media/image592.png"/><Relationship Id="rId480" Type="http://schemas.openxmlformats.org/officeDocument/2006/relationships/customXml" Target="../ink/ink670.xml"/><Relationship Id="rId536" Type="http://schemas.openxmlformats.org/officeDocument/2006/relationships/customXml" Target="../ink/ink698.xml"/><Relationship Id="rId68" Type="http://schemas.openxmlformats.org/officeDocument/2006/relationships/customXml" Target="../ink/ink464.xml"/><Relationship Id="rId133" Type="http://schemas.openxmlformats.org/officeDocument/2006/relationships/image" Target="../media/image496.png"/><Relationship Id="rId175" Type="http://schemas.openxmlformats.org/officeDocument/2006/relationships/image" Target="../media/image517.png"/><Relationship Id="rId340" Type="http://schemas.openxmlformats.org/officeDocument/2006/relationships/customXml" Target="../ink/ink600.xml"/><Relationship Id="rId578" Type="http://schemas.openxmlformats.org/officeDocument/2006/relationships/customXml" Target="../ink/ink719.xml"/><Relationship Id="rId200" Type="http://schemas.openxmlformats.org/officeDocument/2006/relationships/customXml" Target="../ink/ink530.xml"/><Relationship Id="rId382" Type="http://schemas.openxmlformats.org/officeDocument/2006/relationships/customXml" Target="../ink/ink621.xml"/><Relationship Id="rId438" Type="http://schemas.openxmlformats.org/officeDocument/2006/relationships/customXml" Target="../ink/ink649.xml"/><Relationship Id="rId603" Type="http://schemas.openxmlformats.org/officeDocument/2006/relationships/image" Target="../media/image726.png"/><Relationship Id="rId645" Type="http://schemas.openxmlformats.org/officeDocument/2006/relationships/image" Target="../media/image747.png"/><Relationship Id="rId242" Type="http://schemas.openxmlformats.org/officeDocument/2006/relationships/customXml" Target="../ink/ink551.xml"/><Relationship Id="rId284" Type="http://schemas.openxmlformats.org/officeDocument/2006/relationships/customXml" Target="../ink/ink572.xml"/><Relationship Id="rId491" Type="http://schemas.openxmlformats.org/officeDocument/2006/relationships/image" Target="../media/image671.png"/><Relationship Id="rId505" Type="http://schemas.openxmlformats.org/officeDocument/2006/relationships/image" Target="../media/image678.png"/><Relationship Id="rId37" Type="http://schemas.openxmlformats.org/officeDocument/2006/relationships/image" Target="../media/image448.png"/><Relationship Id="rId79" Type="http://schemas.openxmlformats.org/officeDocument/2006/relationships/image" Target="../media/image469.png"/><Relationship Id="rId102" Type="http://schemas.openxmlformats.org/officeDocument/2006/relationships/customXml" Target="../ink/ink481.xml"/><Relationship Id="rId144" Type="http://schemas.openxmlformats.org/officeDocument/2006/relationships/customXml" Target="../ink/ink502.xml"/><Relationship Id="rId547" Type="http://schemas.openxmlformats.org/officeDocument/2006/relationships/image" Target="../media/image698.png"/><Relationship Id="rId589" Type="http://schemas.openxmlformats.org/officeDocument/2006/relationships/image" Target="../media/image719.png"/><Relationship Id="rId90" Type="http://schemas.openxmlformats.org/officeDocument/2006/relationships/customXml" Target="../ink/ink475.xml"/><Relationship Id="rId186" Type="http://schemas.openxmlformats.org/officeDocument/2006/relationships/customXml" Target="../ink/ink523.xml"/><Relationship Id="rId351" Type="http://schemas.openxmlformats.org/officeDocument/2006/relationships/image" Target="../media/image603.png"/><Relationship Id="rId393" Type="http://schemas.openxmlformats.org/officeDocument/2006/relationships/image" Target="../media/image623.png"/><Relationship Id="rId407" Type="http://schemas.openxmlformats.org/officeDocument/2006/relationships/image" Target="../media/image630.png"/><Relationship Id="rId449" Type="http://schemas.openxmlformats.org/officeDocument/2006/relationships/image" Target="../media/image651.png"/><Relationship Id="rId614" Type="http://schemas.openxmlformats.org/officeDocument/2006/relationships/customXml" Target="../ink/ink737.xml"/><Relationship Id="rId656" Type="http://schemas.openxmlformats.org/officeDocument/2006/relationships/customXml" Target="../ink/ink758.xml"/><Relationship Id="rId211" Type="http://schemas.openxmlformats.org/officeDocument/2006/relationships/image" Target="../media/image534.png"/><Relationship Id="rId253" Type="http://schemas.openxmlformats.org/officeDocument/2006/relationships/image" Target="../media/image554.png"/><Relationship Id="rId295" Type="http://schemas.openxmlformats.org/officeDocument/2006/relationships/image" Target="../media/image575.png"/><Relationship Id="rId309" Type="http://schemas.openxmlformats.org/officeDocument/2006/relationships/image" Target="../media/image582.png"/><Relationship Id="rId460" Type="http://schemas.openxmlformats.org/officeDocument/2006/relationships/customXml" Target="../ink/ink660.xml"/><Relationship Id="rId516" Type="http://schemas.openxmlformats.org/officeDocument/2006/relationships/customXml" Target="../ink/ink688.xml"/><Relationship Id="rId48" Type="http://schemas.openxmlformats.org/officeDocument/2006/relationships/customXml" Target="../ink/ink454.xml"/><Relationship Id="rId113" Type="http://schemas.openxmlformats.org/officeDocument/2006/relationships/image" Target="../media/image486.png"/><Relationship Id="rId320" Type="http://schemas.openxmlformats.org/officeDocument/2006/relationships/customXml" Target="../ink/ink590.xml"/><Relationship Id="rId558" Type="http://schemas.openxmlformats.org/officeDocument/2006/relationships/customXml" Target="../ink/ink709.xml"/><Relationship Id="rId155" Type="http://schemas.openxmlformats.org/officeDocument/2006/relationships/image" Target="../media/image507.png"/><Relationship Id="rId197" Type="http://schemas.openxmlformats.org/officeDocument/2006/relationships/image" Target="../media/image528.png"/><Relationship Id="rId362" Type="http://schemas.openxmlformats.org/officeDocument/2006/relationships/customXml" Target="../ink/ink611.xml"/><Relationship Id="rId418" Type="http://schemas.openxmlformats.org/officeDocument/2006/relationships/customXml" Target="../ink/ink639.xml"/><Relationship Id="rId625" Type="http://schemas.openxmlformats.org/officeDocument/2006/relationships/image" Target="../media/image737.png"/><Relationship Id="rId222" Type="http://schemas.openxmlformats.org/officeDocument/2006/relationships/customXml" Target="../ink/ink541.xml"/><Relationship Id="rId264" Type="http://schemas.openxmlformats.org/officeDocument/2006/relationships/customXml" Target="../ink/ink562.xml"/><Relationship Id="rId471" Type="http://schemas.openxmlformats.org/officeDocument/2006/relationships/image" Target="../media/image662.png"/><Relationship Id="rId667" Type="http://schemas.openxmlformats.org/officeDocument/2006/relationships/image" Target="../media/image758.png"/><Relationship Id="rId17" Type="http://schemas.openxmlformats.org/officeDocument/2006/relationships/image" Target="../media/image438.png"/><Relationship Id="rId59" Type="http://schemas.openxmlformats.org/officeDocument/2006/relationships/image" Target="../media/image459.png"/><Relationship Id="rId124" Type="http://schemas.openxmlformats.org/officeDocument/2006/relationships/customXml" Target="../ink/ink492.xml"/><Relationship Id="rId527" Type="http://schemas.openxmlformats.org/officeDocument/2006/relationships/image" Target="../media/image688.png"/><Relationship Id="rId569" Type="http://schemas.openxmlformats.org/officeDocument/2006/relationships/image" Target="../media/image709.png"/><Relationship Id="rId70" Type="http://schemas.openxmlformats.org/officeDocument/2006/relationships/customXml" Target="../ink/ink465.xml"/><Relationship Id="rId166" Type="http://schemas.openxmlformats.org/officeDocument/2006/relationships/customXml" Target="../ink/ink513.xml"/><Relationship Id="rId331" Type="http://schemas.openxmlformats.org/officeDocument/2006/relationships/image" Target="../media/image593.png"/><Relationship Id="rId373" Type="http://schemas.openxmlformats.org/officeDocument/2006/relationships/image" Target="../media/image614.png"/><Relationship Id="rId429" Type="http://schemas.openxmlformats.org/officeDocument/2006/relationships/image" Target="../media/image641.png"/><Relationship Id="rId580" Type="http://schemas.openxmlformats.org/officeDocument/2006/relationships/customXml" Target="../ink/ink720.xml"/><Relationship Id="rId636" Type="http://schemas.openxmlformats.org/officeDocument/2006/relationships/customXml" Target="../ink/ink748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545.png"/><Relationship Id="rId440" Type="http://schemas.openxmlformats.org/officeDocument/2006/relationships/customXml" Target="../ink/ink650.xml"/><Relationship Id="rId678" Type="http://schemas.openxmlformats.org/officeDocument/2006/relationships/customXml" Target="../ink/ink769.xml"/><Relationship Id="rId28" Type="http://schemas.openxmlformats.org/officeDocument/2006/relationships/customXml" Target="../ink/ink444.xml"/><Relationship Id="rId275" Type="http://schemas.openxmlformats.org/officeDocument/2006/relationships/image" Target="../media/image565.png"/><Relationship Id="rId300" Type="http://schemas.openxmlformats.org/officeDocument/2006/relationships/customXml" Target="../ink/ink580.xml"/><Relationship Id="rId482" Type="http://schemas.openxmlformats.org/officeDocument/2006/relationships/customXml" Target="../ink/ink671.xml"/><Relationship Id="rId538" Type="http://schemas.openxmlformats.org/officeDocument/2006/relationships/customXml" Target="../ink/ink699.xml"/><Relationship Id="rId81" Type="http://schemas.openxmlformats.org/officeDocument/2006/relationships/image" Target="../media/image470.png"/><Relationship Id="rId135" Type="http://schemas.openxmlformats.org/officeDocument/2006/relationships/image" Target="../media/image497.png"/><Relationship Id="rId177" Type="http://schemas.openxmlformats.org/officeDocument/2006/relationships/image" Target="../media/image518.png"/><Relationship Id="rId342" Type="http://schemas.openxmlformats.org/officeDocument/2006/relationships/customXml" Target="../ink/ink601.xml"/><Relationship Id="rId384" Type="http://schemas.openxmlformats.org/officeDocument/2006/relationships/customXml" Target="../ink/ink622.xml"/><Relationship Id="rId591" Type="http://schemas.openxmlformats.org/officeDocument/2006/relationships/image" Target="../media/image720.png"/><Relationship Id="rId605" Type="http://schemas.openxmlformats.org/officeDocument/2006/relationships/image" Target="../media/image727.png"/><Relationship Id="rId202" Type="http://schemas.openxmlformats.org/officeDocument/2006/relationships/customXml" Target="../ink/ink531.xml"/><Relationship Id="rId244" Type="http://schemas.openxmlformats.org/officeDocument/2006/relationships/customXml" Target="../ink/ink552.xml"/><Relationship Id="rId647" Type="http://schemas.openxmlformats.org/officeDocument/2006/relationships/image" Target="../media/image748.png"/><Relationship Id="rId39" Type="http://schemas.openxmlformats.org/officeDocument/2006/relationships/image" Target="../media/image449.png"/><Relationship Id="rId286" Type="http://schemas.openxmlformats.org/officeDocument/2006/relationships/customXml" Target="../ink/ink573.xml"/><Relationship Id="rId451" Type="http://schemas.openxmlformats.org/officeDocument/2006/relationships/image" Target="../media/image652.png"/><Relationship Id="rId493" Type="http://schemas.openxmlformats.org/officeDocument/2006/relationships/image" Target="../media/image672.png"/><Relationship Id="rId507" Type="http://schemas.openxmlformats.org/officeDocument/2006/relationships/image" Target="../media/image679.png"/><Relationship Id="rId549" Type="http://schemas.openxmlformats.org/officeDocument/2006/relationships/image" Target="../media/image699.png"/><Relationship Id="rId50" Type="http://schemas.openxmlformats.org/officeDocument/2006/relationships/customXml" Target="../ink/ink455.xml"/><Relationship Id="rId104" Type="http://schemas.openxmlformats.org/officeDocument/2006/relationships/customXml" Target="../ink/ink482.xml"/><Relationship Id="rId146" Type="http://schemas.openxmlformats.org/officeDocument/2006/relationships/customXml" Target="../ink/ink503.xml"/><Relationship Id="rId188" Type="http://schemas.openxmlformats.org/officeDocument/2006/relationships/customXml" Target="../ink/ink524.xml"/><Relationship Id="rId311" Type="http://schemas.openxmlformats.org/officeDocument/2006/relationships/image" Target="../media/image583.png"/><Relationship Id="rId353" Type="http://schemas.openxmlformats.org/officeDocument/2006/relationships/image" Target="../media/image604.png"/><Relationship Id="rId395" Type="http://schemas.openxmlformats.org/officeDocument/2006/relationships/image" Target="../media/image624.png"/><Relationship Id="rId409" Type="http://schemas.openxmlformats.org/officeDocument/2006/relationships/image" Target="../media/image631.png"/><Relationship Id="rId560" Type="http://schemas.openxmlformats.org/officeDocument/2006/relationships/customXml" Target="../ink/ink710.xml"/><Relationship Id="rId92" Type="http://schemas.openxmlformats.org/officeDocument/2006/relationships/customXml" Target="../ink/ink476.xml"/><Relationship Id="rId213" Type="http://schemas.openxmlformats.org/officeDocument/2006/relationships/image" Target="../media/image535.png"/><Relationship Id="rId420" Type="http://schemas.openxmlformats.org/officeDocument/2006/relationships/customXml" Target="../ink/ink640.xml"/><Relationship Id="rId616" Type="http://schemas.openxmlformats.org/officeDocument/2006/relationships/customXml" Target="../ink/ink738.xml"/><Relationship Id="rId658" Type="http://schemas.openxmlformats.org/officeDocument/2006/relationships/customXml" Target="../ink/ink759.xml"/><Relationship Id="rId255" Type="http://schemas.openxmlformats.org/officeDocument/2006/relationships/image" Target="../media/image555.png"/><Relationship Id="rId297" Type="http://schemas.openxmlformats.org/officeDocument/2006/relationships/image" Target="../media/image576.png"/><Relationship Id="rId462" Type="http://schemas.openxmlformats.org/officeDocument/2006/relationships/customXml" Target="../ink/ink661.xml"/><Relationship Id="rId518" Type="http://schemas.openxmlformats.org/officeDocument/2006/relationships/customXml" Target="../ink/ink689.xml"/><Relationship Id="rId115" Type="http://schemas.openxmlformats.org/officeDocument/2006/relationships/image" Target="../media/image487.png"/><Relationship Id="rId157" Type="http://schemas.openxmlformats.org/officeDocument/2006/relationships/image" Target="../media/image508.png"/><Relationship Id="rId322" Type="http://schemas.openxmlformats.org/officeDocument/2006/relationships/customXml" Target="../ink/ink591.xml"/><Relationship Id="rId364" Type="http://schemas.openxmlformats.org/officeDocument/2006/relationships/customXml" Target="../ink/ink612.xml"/><Relationship Id="rId61" Type="http://schemas.openxmlformats.org/officeDocument/2006/relationships/image" Target="../media/image460.png"/><Relationship Id="rId199" Type="http://schemas.openxmlformats.org/officeDocument/2006/relationships/image" Target="../media/image529.png"/><Relationship Id="rId571" Type="http://schemas.openxmlformats.org/officeDocument/2006/relationships/image" Target="../media/image710.png"/><Relationship Id="rId627" Type="http://schemas.openxmlformats.org/officeDocument/2006/relationships/image" Target="../media/image738.png"/><Relationship Id="rId669" Type="http://schemas.openxmlformats.org/officeDocument/2006/relationships/image" Target="../media/image759.png"/><Relationship Id="rId19" Type="http://schemas.openxmlformats.org/officeDocument/2006/relationships/image" Target="../media/image439.png"/><Relationship Id="rId224" Type="http://schemas.openxmlformats.org/officeDocument/2006/relationships/customXml" Target="../ink/ink542.xml"/><Relationship Id="rId266" Type="http://schemas.openxmlformats.org/officeDocument/2006/relationships/customXml" Target="../ink/ink563.xml"/><Relationship Id="rId431" Type="http://schemas.openxmlformats.org/officeDocument/2006/relationships/image" Target="../media/image642.png"/><Relationship Id="rId473" Type="http://schemas.openxmlformats.org/officeDocument/2006/relationships/image" Target="../media/image663.png"/><Relationship Id="rId529" Type="http://schemas.openxmlformats.org/officeDocument/2006/relationships/image" Target="../media/image689.png"/><Relationship Id="rId680" Type="http://schemas.openxmlformats.org/officeDocument/2006/relationships/customXml" Target="../ink/ink770.xml"/><Relationship Id="rId30" Type="http://schemas.openxmlformats.org/officeDocument/2006/relationships/customXml" Target="../ink/ink445.xml"/><Relationship Id="rId126" Type="http://schemas.openxmlformats.org/officeDocument/2006/relationships/customXml" Target="../ink/ink493.xml"/><Relationship Id="rId168" Type="http://schemas.openxmlformats.org/officeDocument/2006/relationships/customXml" Target="../ink/ink514.xml"/><Relationship Id="rId333" Type="http://schemas.openxmlformats.org/officeDocument/2006/relationships/image" Target="../media/image594.png"/><Relationship Id="rId540" Type="http://schemas.openxmlformats.org/officeDocument/2006/relationships/customXml" Target="../ink/ink700.xml"/><Relationship Id="rId72" Type="http://schemas.openxmlformats.org/officeDocument/2006/relationships/customXml" Target="../ink/ink466.xml"/><Relationship Id="rId375" Type="http://schemas.openxmlformats.org/officeDocument/2006/relationships/image" Target="../media/image615.png"/><Relationship Id="rId582" Type="http://schemas.openxmlformats.org/officeDocument/2006/relationships/customXml" Target="../ink/ink721.xml"/><Relationship Id="rId638" Type="http://schemas.openxmlformats.org/officeDocument/2006/relationships/customXml" Target="../ink/ink749.xml"/><Relationship Id="rId3" Type="http://schemas.openxmlformats.org/officeDocument/2006/relationships/image" Target="../media/image431.png"/><Relationship Id="rId235" Type="http://schemas.openxmlformats.org/officeDocument/2006/relationships/image" Target="../media/image546.png"/><Relationship Id="rId277" Type="http://schemas.openxmlformats.org/officeDocument/2006/relationships/image" Target="../media/image566.png"/><Relationship Id="rId400" Type="http://schemas.openxmlformats.org/officeDocument/2006/relationships/customXml" Target="../ink/ink630.xml"/><Relationship Id="rId442" Type="http://schemas.openxmlformats.org/officeDocument/2006/relationships/customXml" Target="../ink/ink651.xml"/><Relationship Id="rId484" Type="http://schemas.openxmlformats.org/officeDocument/2006/relationships/customXml" Target="../ink/ink672.xml"/><Relationship Id="rId137" Type="http://schemas.openxmlformats.org/officeDocument/2006/relationships/image" Target="../media/image498.png"/><Relationship Id="rId302" Type="http://schemas.openxmlformats.org/officeDocument/2006/relationships/customXml" Target="../ink/ink581.xml"/><Relationship Id="rId344" Type="http://schemas.openxmlformats.org/officeDocument/2006/relationships/customXml" Target="../ink/ink602.xml"/><Relationship Id="rId41" Type="http://schemas.openxmlformats.org/officeDocument/2006/relationships/image" Target="../media/image450.png"/><Relationship Id="rId83" Type="http://schemas.openxmlformats.org/officeDocument/2006/relationships/image" Target="../media/image471.png"/><Relationship Id="rId179" Type="http://schemas.openxmlformats.org/officeDocument/2006/relationships/image" Target="../media/image519.png"/><Relationship Id="rId386" Type="http://schemas.openxmlformats.org/officeDocument/2006/relationships/customXml" Target="../ink/ink623.xml"/><Relationship Id="rId551" Type="http://schemas.openxmlformats.org/officeDocument/2006/relationships/image" Target="../media/image700.png"/><Relationship Id="rId593" Type="http://schemas.openxmlformats.org/officeDocument/2006/relationships/image" Target="../media/image721.png"/><Relationship Id="rId607" Type="http://schemas.openxmlformats.org/officeDocument/2006/relationships/image" Target="../media/image728.png"/><Relationship Id="rId649" Type="http://schemas.openxmlformats.org/officeDocument/2006/relationships/image" Target="../media/image749.png"/><Relationship Id="rId190" Type="http://schemas.openxmlformats.org/officeDocument/2006/relationships/customXml" Target="../ink/ink525.xml"/><Relationship Id="rId204" Type="http://schemas.openxmlformats.org/officeDocument/2006/relationships/customXml" Target="../ink/ink532.xml"/><Relationship Id="rId246" Type="http://schemas.openxmlformats.org/officeDocument/2006/relationships/customXml" Target="../ink/ink553.xml"/><Relationship Id="rId288" Type="http://schemas.openxmlformats.org/officeDocument/2006/relationships/customXml" Target="../ink/ink574.xml"/><Relationship Id="rId411" Type="http://schemas.openxmlformats.org/officeDocument/2006/relationships/image" Target="../media/image632.png"/><Relationship Id="rId453" Type="http://schemas.openxmlformats.org/officeDocument/2006/relationships/image" Target="../media/image653.png"/><Relationship Id="rId509" Type="http://schemas.openxmlformats.org/officeDocument/2006/relationships/image" Target="../media/image409.png"/><Relationship Id="rId660" Type="http://schemas.openxmlformats.org/officeDocument/2006/relationships/customXml" Target="../ink/ink760.xml"/><Relationship Id="rId106" Type="http://schemas.openxmlformats.org/officeDocument/2006/relationships/customXml" Target="../ink/ink483.xml"/><Relationship Id="rId313" Type="http://schemas.openxmlformats.org/officeDocument/2006/relationships/image" Target="../media/image584.png"/><Relationship Id="rId495" Type="http://schemas.openxmlformats.org/officeDocument/2006/relationships/image" Target="../media/image673.png"/><Relationship Id="rId10" Type="http://schemas.openxmlformats.org/officeDocument/2006/relationships/customXml" Target="../ink/ink435.xml"/><Relationship Id="rId52" Type="http://schemas.openxmlformats.org/officeDocument/2006/relationships/customXml" Target="../ink/ink456.xml"/><Relationship Id="rId94" Type="http://schemas.openxmlformats.org/officeDocument/2006/relationships/customXml" Target="../ink/ink477.xml"/><Relationship Id="rId148" Type="http://schemas.openxmlformats.org/officeDocument/2006/relationships/customXml" Target="../ink/ink504.xml"/><Relationship Id="rId355" Type="http://schemas.openxmlformats.org/officeDocument/2006/relationships/image" Target="../media/image605.png"/><Relationship Id="rId397" Type="http://schemas.openxmlformats.org/officeDocument/2006/relationships/image" Target="../media/image625.png"/><Relationship Id="rId520" Type="http://schemas.openxmlformats.org/officeDocument/2006/relationships/customXml" Target="../ink/ink690.xml"/><Relationship Id="rId562" Type="http://schemas.openxmlformats.org/officeDocument/2006/relationships/customXml" Target="../ink/ink711.xml"/><Relationship Id="rId618" Type="http://schemas.openxmlformats.org/officeDocument/2006/relationships/customXml" Target="../ink/ink739.xml"/><Relationship Id="rId215" Type="http://schemas.openxmlformats.org/officeDocument/2006/relationships/image" Target="../media/image536.png"/><Relationship Id="rId257" Type="http://schemas.openxmlformats.org/officeDocument/2006/relationships/image" Target="../media/image556.png"/><Relationship Id="rId422" Type="http://schemas.openxmlformats.org/officeDocument/2006/relationships/customXml" Target="../ink/ink641.xml"/><Relationship Id="rId464" Type="http://schemas.openxmlformats.org/officeDocument/2006/relationships/customXml" Target="../ink/ink662.xml"/><Relationship Id="rId299" Type="http://schemas.openxmlformats.org/officeDocument/2006/relationships/image" Target="../media/image577.png"/><Relationship Id="rId63" Type="http://schemas.openxmlformats.org/officeDocument/2006/relationships/image" Target="../media/image461.png"/><Relationship Id="rId159" Type="http://schemas.openxmlformats.org/officeDocument/2006/relationships/image" Target="../media/image509.png"/><Relationship Id="rId366" Type="http://schemas.openxmlformats.org/officeDocument/2006/relationships/customXml" Target="../ink/ink613.xml"/><Relationship Id="rId573" Type="http://schemas.openxmlformats.org/officeDocument/2006/relationships/image" Target="../media/image711.png"/><Relationship Id="rId226" Type="http://schemas.openxmlformats.org/officeDocument/2006/relationships/customXml" Target="../ink/ink543.xml"/><Relationship Id="rId433" Type="http://schemas.openxmlformats.org/officeDocument/2006/relationships/image" Target="../media/image643.png"/><Relationship Id="rId640" Type="http://schemas.openxmlformats.org/officeDocument/2006/relationships/customXml" Target="../ink/ink750.xml"/><Relationship Id="rId74" Type="http://schemas.openxmlformats.org/officeDocument/2006/relationships/customXml" Target="../ink/ink467.xml"/><Relationship Id="rId377" Type="http://schemas.openxmlformats.org/officeDocument/2006/relationships/image" Target="../media/image15.png"/><Relationship Id="rId500" Type="http://schemas.openxmlformats.org/officeDocument/2006/relationships/customXml" Target="../ink/ink680.xml"/><Relationship Id="rId584" Type="http://schemas.openxmlformats.org/officeDocument/2006/relationships/customXml" Target="../ink/ink722.xml"/><Relationship Id="rId5" Type="http://schemas.openxmlformats.org/officeDocument/2006/relationships/image" Target="../media/image432.png"/><Relationship Id="rId237" Type="http://schemas.openxmlformats.org/officeDocument/2006/relationships/image" Target="../media/image547.png"/><Relationship Id="rId444" Type="http://schemas.openxmlformats.org/officeDocument/2006/relationships/customXml" Target="../ink/ink652.xml"/><Relationship Id="rId651" Type="http://schemas.openxmlformats.org/officeDocument/2006/relationships/image" Target="../media/image750.png"/><Relationship Id="rId290" Type="http://schemas.openxmlformats.org/officeDocument/2006/relationships/customXml" Target="../ink/ink575.xml"/><Relationship Id="rId304" Type="http://schemas.openxmlformats.org/officeDocument/2006/relationships/customXml" Target="../ink/ink582.xml"/><Relationship Id="rId388" Type="http://schemas.openxmlformats.org/officeDocument/2006/relationships/customXml" Target="../ink/ink624.xml"/><Relationship Id="rId511" Type="http://schemas.openxmlformats.org/officeDocument/2006/relationships/image" Target="../media/image680.png"/><Relationship Id="rId609" Type="http://schemas.openxmlformats.org/officeDocument/2006/relationships/image" Target="../media/image729.png"/><Relationship Id="rId85" Type="http://schemas.openxmlformats.org/officeDocument/2006/relationships/image" Target="../media/image472.png"/><Relationship Id="rId150" Type="http://schemas.openxmlformats.org/officeDocument/2006/relationships/customXml" Target="../ink/ink505.xml"/><Relationship Id="rId595" Type="http://schemas.openxmlformats.org/officeDocument/2006/relationships/image" Target="../media/image722.png"/><Relationship Id="rId248" Type="http://schemas.openxmlformats.org/officeDocument/2006/relationships/customXml" Target="../ink/ink554.xml"/><Relationship Id="rId455" Type="http://schemas.openxmlformats.org/officeDocument/2006/relationships/image" Target="../media/image654.png"/><Relationship Id="rId662" Type="http://schemas.openxmlformats.org/officeDocument/2006/relationships/customXml" Target="../ink/ink761.xml"/><Relationship Id="rId12" Type="http://schemas.openxmlformats.org/officeDocument/2006/relationships/customXml" Target="../ink/ink436.xml"/><Relationship Id="rId108" Type="http://schemas.openxmlformats.org/officeDocument/2006/relationships/customXml" Target="../ink/ink484.xml"/><Relationship Id="rId315" Type="http://schemas.openxmlformats.org/officeDocument/2006/relationships/image" Target="../media/image585.png"/><Relationship Id="rId522" Type="http://schemas.openxmlformats.org/officeDocument/2006/relationships/customXml" Target="../ink/ink691.xml"/><Relationship Id="rId96" Type="http://schemas.openxmlformats.org/officeDocument/2006/relationships/customXml" Target="../ink/ink478.xml"/><Relationship Id="rId161" Type="http://schemas.openxmlformats.org/officeDocument/2006/relationships/image" Target="../media/image510.png"/><Relationship Id="rId399" Type="http://schemas.openxmlformats.org/officeDocument/2006/relationships/image" Target="../media/image626.png"/><Relationship Id="rId259" Type="http://schemas.openxmlformats.org/officeDocument/2006/relationships/image" Target="../media/image557.png"/><Relationship Id="rId466" Type="http://schemas.openxmlformats.org/officeDocument/2006/relationships/customXml" Target="../ink/ink663.xml"/><Relationship Id="rId673" Type="http://schemas.openxmlformats.org/officeDocument/2006/relationships/image" Target="../media/image761.png"/><Relationship Id="rId23" Type="http://schemas.openxmlformats.org/officeDocument/2006/relationships/image" Target="../media/image441.png"/><Relationship Id="rId119" Type="http://schemas.openxmlformats.org/officeDocument/2006/relationships/image" Target="../media/image489.png"/><Relationship Id="rId326" Type="http://schemas.openxmlformats.org/officeDocument/2006/relationships/customXml" Target="../ink/ink593.xml"/><Relationship Id="rId533" Type="http://schemas.openxmlformats.org/officeDocument/2006/relationships/image" Target="../media/image691.png"/><Relationship Id="rId172" Type="http://schemas.openxmlformats.org/officeDocument/2006/relationships/customXml" Target="../ink/ink516.xml"/><Relationship Id="rId477" Type="http://schemas.openxmlformats.org/officeDocument/2006/relationships/image" Target="../media/image665.png"/><Relationship Id="rId600" Type="http://schemas.openxmlformats.org/officeDocument/2006/relationships/customXml" Target="../ink/ink730.xml"/><Relationship Id="rId684" Type="http://schemas.openxmlformats.org/officeDocument/2006/relationships/customXml" Target="../ink/ink772.xml"/><Relationship Id="rId337" Type="http://schemas.openxmlformats.org/officeDocument/2006/relationships/image" Target="../media/image596.png"/><Relationship Id="rId34" Type="http://schemas.openxmlformats.org/officeDocument/2006/relationships/customXml" Target="../ink/ink447.xml"/><Relationship Id="rId544" Type="http://schemas.openxmlformats.org/officeDocument/2006/relationships/customXml" Target="../ink/ink702.xml"/><Relationship Id="rId183" Type="http://schemas.openxmlformats.org/officeDocument/2006/relationships/image" Target="../media/image521.png"/><Relationship Id="rId390" Type="http://schemas.openxmlformats.org/officeDocument/2006/relationships/customXml" Target="../ink/ink625.xml"/><Relationship Id="rId404" Type="http://schemas.openxmlformats.org/officeDocument/2006/relationships/customXml" Target="../ink/ink632.xml"/><Relationship Id="rId611" Type="http://schemas.openxmlformats.org/officeDocument/2006/relationships/image" Target="../media/image730.png"/><Relationship Id="rId250" Type="http://schemas.openxmlformats.org/officeDocument/2006/relationships/customXml" Target="../ink/ink555.xml"/><Relationship Id="rId488" Type="http://schemas.openxmlformats.org/officeDocument/2006/relationships/customXml" Target="../ink/ink674.xml"/><Relationship Id="rId45" Type="http://schemas.openxmlformats.org/officeDocument/2006/relationships/image" Target="../media/image452.png"/><Relationship Id="rId110" Type="http://schemas.openxmlformats.org/officeDocument/2006/relationships/customXml" Target="../ink/ink485.xml"/><Relationship Id="rId348" Type="http://schemas.openxmlformats.org/officeDocument/2006/relationships/customXml" Target="../ink/ink604.xml"/><Relationship Id="rId555" Type="http://schemas.openxmlformats.org/officeDocument/2006/relationships/image" Target="../media/image702.png"/><Relationship Id="rId194" Type="http://schemas.openxmlformats.org/officeDocument/2006/relationships/customXml" Target="../ink/ink527.xml"/><Relationship Id="rId208" Type="http://schemas.openxmlformats.org/officeDocument/2006/relationships/customXml" Target="../ink/ink534.xml"/><Relationship Id="rId415" Type="http://schemas.openxmlformats.org/officeDocument/2006/relationships/image" Target="../media/image634.png"/><Relationship Id="rId622" Type="http://schemas.openxmlformats.org/officeDocument/2006/relationships/customXml" Target="../ink/ink741.xml"/><Relationship Id="rId261" Type="http://schemas.openxmlformats.org/officeDocument/2006/relationships/image" Target="../media/image558.png"/><Relationship Id="rId499" Type="http://schemas.openxmlformats.org/officeDocument/2006/relationships/image" Target="../media/image675.png"/><Relationship Id="rId56" Type="http://schemas.openxmlformats.org/officeDocument/2006/relationships/customXml" Target="../ink/ink458.xml"/><Relationship Id="rId359" Type="http://schemas.openxmlformats.org/officeDocument/2006/relationships/image" Target="../media/image607.png"/><Relationship Id="rId566" Type="http://schemas.openxmlformats.org/officeDocument/2006/relationships/customXml" Target="../ink/ink713.xml"/><Relationship Id="rId121" Type="http://schemas.openxmlformats.org/officeDocument/2006/relationships/image" Target="../media/image490.png"/><Relationship Id="rId219" Type="http://schemas.openxmlformats.org/officeDocument/2006/relationships/image" Target="../media/image538.png"/><Relationship Id="rId426" Type="http://schemas.openxmlformats.org/officeDocument/2006/relationships/customXml" Target="../ink/ink643.xml"/><Relationship Id="rId633" Type="http://schemas.openxmlformats.org/officeDocument/2006/relationships/image" Target="../media/image741.png"/><Relationship Id="rId67" Type="http://schemas.openxmlformats.org/officeDocument/2006/relationships/image" Target="../media/image463.png"/><Relationship Id="rId272" Type="http://schemas.openxmlformats.org/officeDocument/2006/relationships/customXml" Target="../ink/ink566.xml"/><Relationship Id="rId577" Type="http://schemas.openxmlformats.org/officeDocument/2006/relationships/image" Target="../media/image713.png"/><Relationship Id="rId132" Type="http://schemas.openxmlformats.org/officeDocument/2006/relationships/customXml" Target="../ink/ink496.xml"/><Relationship Id="rId437" Type="http://schemas.openxmlformats.org/officeDocument/2006/relationships/image" Target="../media/image645.png"/><Relationship Id="rId644" Type="http://schemas.openxmlformats.org/officeDocument/2006/relationships/customXml" Target="../ink/ink752.xml"/><Relationship Id="rId283" Type="http://schemas.openxmlformats.org/officeDocument/2006/relationships/image" Target="../media/image569.png"/><Relationship Id="rId490" Type="http://schemas.openxmlformats.org/officeDocument/2006/relationships/customXml" Target="../ink/ink675.xml"/><Relationship Id="rId504" Type="http://schemas.openxmlformats.org/officeDocument/2006/relationships/customXml" Target="../ink/ink682.xml"/><Relationship Id="rId78" Type="http://schemas.openxmlformats.org/officeDocument/2006/relationships/customXml" Target="../ink/ink469.xml"/><Relationship Id="rId143" Type="http://schemas.openxmlformats.org/officeDocument/2006/relationships/image" Target="../media/image501.png"/><Relationship Id="rId350" Type="http://schemas.openxmlformats.org/officeDocument/2006/relationships/customXml" Target="../ink/ink605.xml"/><Relationship Id="rId588" Type="http://schemas.openxmlformats.org/officeDocument/2006/relationships/customXml" Target="../ink/ink724.xml"/><Relationship Id="rId9" Type="http://schemas.openxmlformats.org/officeDocument/2006/relationships/image" Target="../media/image434.png"/><Relationship Id="rId210" Type="http://schemas.openxmlformats.org/officeDocument/2006/relationships/customXml" Target="../ink/ink535.xml"/><Relationship Id="rId448" Type="http://schemas.openxmlformats.org/officeDocument/2006/relationships/customXml" Target="../ink/ink654.xml"/><Relationship Id="rId655" Type="http://schemas.openxmlformats.org/officeDocument/2006/relationships/image" Target="../media/image752.png"/><Relationship Id="rId294" Type="http://schemas.openxmlformats.org/officeDocument/2006/relationships/customXml" Target="../ink/ink577.xml"/><Relationship Id="rId308" Type="http://schemas.openxmlformats.org/officeDocument/2006/relationships/customXml" Target="../ink/ink584.xml"/><Relationship Id="rId515" Type="http://schemas.openxmlformats.org/officeDocument/2006/relationships/image" Target="../media/image682.png"/><Relationship Id="rId89" Type="http://schemas.openxmlformats.org/officeDocument/2006/relationships/image" Target="../media/image474.png"/><Relationship Id="rId154" Type="http://schemas.openxmlformats.org/officeDocument/2006/relationships/customXml" Target="../ink/ink507.xml"/><Relationship Id="rId361" Type="http://schemas.openxmlformats.org/officeDocument/2006/relationships/image" Target="../media/image608.png"/><Relationship Id="rId599" Type="http://schemas.openxmlformats.org/officeDocument/2006/relationships/image" Target="../media/image724.png"/><Relationship Id="rId459" Type="http://schemas.openxmlformats.org/officeDocument/2006/relationships/image" Target="../media/image656.png"/><Relationship Id="rId666" Type="http://schemas.openxmlformats.org/officeDocument/2006/relationships/customXml" Target="../ink/ink763.xml"/><Relationship Id="rId16" Type="http://schemas.openxmlformats.org/officeDocument/2006/relationships/customXml" Target="../ink/ink438.xml"/><Relationship Id="rId221" Type="http://schemas.openxmlformats.org/officeDocument/2006/relationships/image" Target="../media/image539.png"/><Relationship Id="rId319" Type="http://schemas.openxmlformats.org/officeDocument/2006/relationships/image" Target="../media/image587.png"/><Relationship Id="rId526" Type="http://schemas.openxmlformats.org/officeDocument/2006/relationships/customXml" Target="../ink/ink693.xml"/><Relationship Id="rId165" Type="http://schemas.openxmlformats.org/officeDocument/2006/relationships/image" Target="../media/image512.png"/><Relationship Id="rId372" Type="http://schemas.openxmlformats.org/officeDocument/2006/relationships/customXml" Target="../ink/ink616.xml"/><Relationship Id="rId677" Type="http://schemas.openxmlformats.org/officeDocument/2006/relationships/image" Target="../media/image763.png"/><Relationship Id="rId232" Type="http://schemas.openxmlformats.org/officeDocument/2006/relationships/customXml" Target="../ink/ink546.xml"/><Relationship Id="rId27" Type="http://schemas.openxmlformats.org/officeDocument/2006/relationships/image" Target="../media/image443.png"/><Relationship Id="rId537" Type="http://schemas.openxmlformats.org/officeDocument/2006/relationships/image" Target="../media/image693.png"/><Relationship Id="rId80" Type="http://schemas.openxmlformats.org/officeDocument/2006/relationships/customXml" Target="../ink/ink470.xml"/><Relationship Id="rId176" Type="http://schemas.openxmlformats.org/officeDocument/2006/relationships/customXml" Target="../ink/ink518.xml"/><Relationship Id="rId383" Type="http://schemas.openxmlformats.org/officeDocument/2006/relationships/image" Target="../media/image618.png"/><Relationship Id="rId590" Type="http://schemas.openxmlformats.org/officeDocument/2006/relationships/customXml" Target="../ink/ink725.xml"/><Relationship Id="rId604" Type="http://schemas.openxmlformats.org/officeDocument/2006/relationships/customXml" Target="../ink/ink732.xml"/><Relationship Id="rId243" Type="http://schemas.openxmlformats.org/officeDocument/2006/relationships/image" Target="../media/image550.png"/><Relationship Id="rId450" Type="http://schemas.openxmlformats.org/officeDocument/2006/relationships/customXml" Target="../ink/ink655.xml"/><Relationship Id="rId38" Type="http://schemas.openxmlformats.org/officeDocument/2006/relationships/customXml" Target="../ink/ink449.xml"/><Relationship Id="rId103" Type="http://schemas.openxmlformats.org/officeDocument/2006/relationships/image" Target="../media/image481.png"/><Relationship Id="rId310" Type="http://schemas.openxmlformats.org/officeDocument/2006/relationships/customXml" Target="../ink/ink585.xml"/><Relationship Id="rId548" Type="http://schemas.openxmlformats.org/officeDocument/2006/relationships/customXml" Target="../ink/ink704.xml"/><Relationship Id="rId91" Type="http://schemas.openxmlformats.org/officeDocument/2006/relationships/image" Target="../media/image475.png"/><Relationship Id="rId187" Type="http://schemas.openxmlformats.org/officeDocument/2006/relationships/image" Target="../media/image523.png"/><Relationship Id="rId394" Type="http://schemas.openxmlformats.org/officeDocument/2006/relationships/customXml" Target="../ink/ink627.xml"/><Relationship Id="rId408" Type="http://schemas.openxmlformats.org/officeDocument/2006/relationships/customXml" Target="../ink/ink634.xml"/><Relationship Id="rId615" Type="http://schemas.openxmlformats.org/officeDocument/2006/relationships/image" Target="../media/image732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31.xml"/><Relationship Id="rId299" Type="http://schemas.openxmlformats.org/officeDocument/2006/relationships/image" Target="../media/image900.png"/><Relationship Id="rId21" Type="http://schemas.openxmlformats.org/officeDocument/2006/relationships/image" Target="../media/image770.png"/><Relationship Id="rId63" Type="http://schemas.openxmlformats.org/officeDocument/2006/relationships/image" Target="../media/image790.png"/><Relationship Id="rId159" Type="http://schemas.openxmlformats.org/officeDocument/2006/relationships/customXml" Target="../ink/ink855.xml"/><Relationship Id="rId324" Type="http://schemas.openxmlformats.org/officeDocument/2006/relationships/customXml" Target="../ink/ink938.xml"/><Relationship Id="rId366" Type="http://schemas.openxmlformats.org/officeDocument/2006/relationships/customXml" Target="../ink/ink959.xml"/><Relationship Id="rId170" Type="http://schemas.openxmlformats.org/officeDocument/2006/relationships/image" Target="../media/image837.png"/><Relationship Id="rId226" Type="http://schemas.openxmlformats.org/officeDocument/2006/relationships/image" Target="../media/image864.png"/><Relationship Id="rId433" Type="http://schemas.openxmlformats.org/officeDocument/2006/relationships/image" Target="../media/image966.png"/><Relationship Id="rId268" Type="http://schemas.openxmlformats.org/officeDocument/2006/relationships/customXml" Target="../ink/ink910.xml"/><Relationship Id="rId32" Type="http://schemas.openxmlformats.org/officeDocument/2006/relationships/customXml" Target="../ink/ink788.xml"/><Relationship Id="rId74" Type="http://schemas.openxmlformats.org/officeDocument/2006/relationships/customXml" Target="../ink/ink809.xml"/><Relationship Id="rId128" Type="http://schemas.openxmlformats.org/officeDocument/2006/relationships/customXml" Target="../ink/ink837.xml"/><Relationship Id="rId335" Type="http://schemas.openxmlformats.org/officeDocument/2006/relationships/image" Target="../media/image918.png"/><Relationship Id="rId377" Type="http://schemas.openxmlformats.org/officeDocument/2006/relationships/image" Target="../media/image939.png"/><Relationship Id="rId5" Type="http://schemas.openxmlformats.org/officeDocument/2006/relationships/image" Target="../media/image7620.png"/><Relationship Id="rId181" Type="http://schemas.openxmlformats.org/officeDocument/2006/relationships/customXml" Target="../ink/ink866.xml"/><Relationship Id="rId237" Type="http://schemas.openxmlformats.org/officeDocument/2006/relationships/image" Target="../media/image869.png"/><Relationship Id="rId402" Type="http://schemas.openxmlformats.org/officeDocument/2006/relationships/customXml" Target="../ink/ink977.xml"/><Relationship Id="rId279" Type="http://schemas.openxmlformats.org/officeDocument/2006/relationships/image" Target="../media/image890.png"/><Relationship Id="rId444" Type="http://schemas.openxmlformats.org/officeDocument/2006/relationships/image" Target="../media/image971.png"/><Relationship Id="rId43" Type="http://schemas.openxmlformats.org/officeDocument/2006/relationships/image" Target="../media/image780.png"/><Relationship Id="rId139" Type="http://schemas.openxmlformats.org/officeDocument/2006/relationships/image" Target="../media/image276.png"/><Relationship Id="rId290" Type="http://schemas.openxmlformats.org/officeDocument/2006/relationships/customXml" Target="../ink/ink921.xml"/><Relationship Id="rId304" Type="http://schemas.openxmlformats.org/officeDocument/2006/relationships/customXml" Target="../ink/ink928.xml"/><Relationship Id="rId346" Type="http://schemas.openxmlformats.org/officeDocument/2006/relationships/customXml" Target="../ink/ink949.xml"/><Relationship Id="rId388" Type="http://schemas.openxmlformats.org/officeDocument/2006/relationships/customXml" Target="../ink/ink970.xml"/><Relationship Id="rId85" Type="http://schemas.openxmlformats.org/officeDocument/2006/relationships/image" Target="../media/image801.png"/><Relationship Id="rId150" Type="http://schemas.openxmlformats.org/officeDocument/2006/relationships/image" Target="../media/image827.png"/><Relationship Id="rId192" Type="http://schemas.openxmlformats.org/officeDocument/2006/relationships/image" Target="../media/image848.png"/><Relationship Id="rId206" Type="http://schemas.openxmlformats.org/officeDocument/2006/relationships/image" Target="../media/image854.png"/><Relationship Id="rId413" Type="http://schemas.openxmlformats.org/officeDocument/2006/relationships/image" Target="../media/image956.png"/><Relationship Id="rId248" Type="http://schemas.openxmlformats.org/officeDocument/2006/relationships/customXml" Target="../ink/ink900.xml"/><Relationship Id="rId455" Type="http://schemas.openxmlformats.org/officeDocument/2006/relationships/customXml" Target="../ink/ink1004.xml"/><Relationship Id="rId12" Type="http://schemas.openxmlformats.org/officeDocument/2006/relationships/customXml" Target="../ink/ink778.xml"/><Relationship Id="rId108" Type="http://schemas.openxmlformats.org/officeDocument/2006/relationships/image" Target="../media/image812.png"/><Relationship Id="rId315" Type="http://schemas.openxmlformats.org/officeDocument/2006/relationships/image" Target="../media/image908.png"/><Relationship Id="rId357" Type="http://schemas.openxmlformats.org/officeDocument/2006/relationships/image" Target="../media/image929.png"/><Relationship Id="rId54" Type="http://schemas.openxmlformats.org/officeDocument/2006/relationships/customXml" Target="../ink/ink799.xml"/><Relationship Id="rId96" Type="http://schemas.openxmlformats.org/officeDocument/2006/relationships/image" Target="../media/image806.png"/><Relationship Id="rId161" Type="http://schemas.openxmlformats.org/officeDocument/2006/relationships/customXml" Target="../ink/ink856.xml"/><Relationship Id="rId217" Type="http://schemas.openxmlformats.org/officeDocument/2006/relationships/customXml" Target="../ink/ink884.xml"/><Relationship Id="rId399" Type="http://schemas.openxmlformats.org/officeDocument/2006/relationships/image" Target="../media/image949.png"/><Relationship Id="rId259" Type="http://schemas.openxmlformats.org/officeDocument/2006/relationships/image" Target="../media/image880.png"/><Relationship Id="rId424" Type="http://schemas.openxmlformats.org/officeDocument/2006/relationships/customXml" Target="../ink/ink988.xml"/><Relationship Id="rId23" Type="http://schemas.openxmlformats.org/officeDocument/2006/relationships/image" Target="../media/image771.png"/><Relationship Id="rId119" Type="http://schemas.openxmlformats.org/officeDocument/2006/relationships/customXml" Target="../ink/ink832.xml"/><Relationship Id="rId270" Type="http://schemas.openxmlformats.org/officeDocument/2006/relationships/customXml" Target="../ink/ink911.xml"/><Relationship Id="rId326" Type="http://schemas.openxmlformats.org/officeDocument/2006/relationships/customXml" Target="../ink/ink939.xml"/><Relationship Id="rId65" Type="http://schemas.openxmlformats.org/officeDocument/2006/relationships/image" Target="../media/image791.png"/><Relationship Id="rId130" Type="http://schemas.openxmlformats.org/officeDocument/2006/relationships/customXml" Target="../ink/ink838.xml"/><Relationship Id="rId368" Type="http://schemas.openxmlformats.org/officeDocument/2006/relationships/customXml" Target="../ink/ink960.xml"/><Relationship Id="rId172" Type="http://schemas.openxmlformats.org/officeDocument/2006/relationships/image" Target="../media/image838.png"/><Relationship Id="rId228" Type="http://schemas.openxmlformats.org/officeDocument/2006/relationships/image" Target="../media/image865.png"/><Relationship Id="rId435" Type="http://schemas.openxmlformats.org/officeDocument/2006/relationships/image" Target="../media/image967.png"/><Relationship Id="rId281" Type="http://schemas.openxmlformats.org/officeDocument/2006/relationships/image" Target="../media/image891.png"/><Relationship Id="rId337" Type="http://schemas.openxmlformats.org/officeDocument/2006/relationships/image" Target="../media/image919.png"/><Relationship Id="rId34" Type="http://schemas.openxmlformats.org/officeDocument/2006/relationships/customXml" Target="../ink/ink789.xml"/><Relationship Id="rId76" Type="http://schemas.openxmlformats.org/officeDocument/2006/relationships/customXml" Target="../ink/ink810.xml"/><Relationship Id="rId141" Type="http://schemas.openxmlformats.org/officeDocument/2006/relationships/customXml" Target="../ink/ink846.xml"/><Relationship Id="rId379" Type="http://schemas.openxmlformats.org/officeDocument/2006/relationships/image" Target="../media/image940.png"/><Relationship Id="rId7" Type="http://schemas.openxmlformats.org/officeDocument/2006/relationships/image" Target="../media/image7630.png"/><Relationship Id="rId183" Type="http://schemas.openxmlformats.org/officeDocument/2006/relationships/customXml" Target="../ink/ink867.xml"/><Relationship Id="rId239" Type="http://schemas.openxmlformats.org/officeDocument/2006/relationships/image" Target="../media/image870.png"/><Relationship Id="rId390" Type="http://schemas.openxmlformats.org/officeDocument/2006/relationships/customXml" Target="../ink/ink971.xml"/><Relationship Id="rId404" Type="http://schemas.openxmlformats.org/officeDocument/2006/relationships/customXml" Target="../ink/ink978.xml"/><Relationship Id="rId446" Type="http://schemas.openxmlformats.org/officeDocument/2006/relationships/image" Target="../media/image972.png"/><Relationship Id="rId250" Type="http://schemas.openxmlformats.org/officeDocument/2006/relationships/customXml" Target="../ink/ink901.xml"/><Relationship Id="rId292" Type="http://schemas.openxmlformats.org/officeDocument/2006/relationships/customXml" Target="../ink/ink922.xml"/><Relationship Id="rId306" Type="http://schemas.openxmlformats.org/officeDocument/2006/relationships/customXml" Target="../ink/ink929.xml"/><Relationship Id="rId45" Type="http://schemas.openxmlformats.org/officeDocument/2006/relationships/image" Target="../media/image781.png"/><Relationship Id="rId87" Type="http://schemas.openxmlformats.org/officeDocument/2006/relationships/customXml" Target="../ink/ink816.xml"/><Relationship Id="rId110" Type="http://schemas.openxmlformats.org/officeDocument/2006/relationships/image" Target="../media/image813.png"/><Relationship Id="rId348" Type="http://schemas.openxmlformats.org/officeDocument/2006/relationships/customXml" Target="../ink/ink950.xml"/><Relationship Id="rId152" Type="http://schemas.openxmlformats.org/officeDocument/2006/relationships/image" Target="../media/image828.png"/><Relationship Id="rId194" Type="http://schemas.openxmlformats.org/officeDocument/2006/relationships/image" Target="../media/image849.png"/><Relationship Id="rId208" Type="http://schemas.openxmlformats.org/officeDocument/2006/relationships/image" Target="../media/image855.png"/><Relationship Id="rId415" Type="http://schemas.openxmlformats.org/officeDocument/2006/relationships/image" Target="../media/image957.png"/><Relationship Id="rId457" Type="http://schemas.openxmlformats.org/officeDocument/2006/relationships/customXml" Target="../ink/ink1005.xml"/><Relationship Id="rId261" Type="http://schemas.openxmlformats.org/officeDocument/2006/relationships/image" Target="../media/image881.png"/><Relationship Id="rId14" Type="http://schemas.openxmlformats.org/officeDocument/2006/relationships/customXml" Target="../ink/ink779.xml"/><Relationship Id="rId56" Type="http://schemas.openxmlformats.org/officeDocument/2006/relationships/customXml" Target="../ink/ink800.xml"/><Relationship Id="rId317" Type="http://schemas.openxmlformats.org/officeDocument/2006/relationships/image" Target="../media/image909.png"/><Relationship Id="rId359" Type="http://schemas.openxmlformats.org/officeDocument/2006/relationships/image" Target="../media/image930.png"/><Relationship Id="rId98" Type="http://schemas.openxmlformats.org/officeDocument/2006/relationships/image" Target="../media/image807.png"/><Relationship Id="rId121" Type="http://schemas.openxmlformats.org/officeDocument/2006/relationships/customXml" Target="../ink/ink833.xml"/><Relationship Id="rId163" Type="http://schemas.openxmlformats.org/officeDocument/2006/relationships/customXml" Target="../ink/ink857.xml"/><Relationship Id="rId219" Type="http://schemas.openxmlformats.org/officeDocument/2006/relationships/customXml" Target="../ink/ink885.xml"/><Relationship Id="rId370" Type="http://schemas.openxmlformats.org/officeDocument/2006/relationships/customXml" Target="../ink/ink961.xml"/><Relationship Id="rId426" Type="http://schemas.openxmlformats.org/officeDocument/2006/relationships/customXml" Target="../ink/ink989.xml"/><Relationship Id="rId230" Type="http://schemas.openxmlformats.org/officeDocument/2006/relationships/image" Target="../media/image866.png"/><Relationship Id="rId25" Type="http://schemas.openxmlformats.org/officeDocument/2006/relationships/image" Target="../media/image772.png"/><Relationship Id="rId67" Type="http://schemas.openxmlformats.org/officeDocument/2006/relationships/image" Target="../media/image792.png"/><Relationship Id="rId272" Type="http://schemas.openxmlformats.org/officeDocument/2006/relationships/customXml" Target="../ink/ink912.xml"/><Relationship Id="rId328" Type="http://schemas.openxmlformats.org/officeDocument/2006/relationships/customXml" Target="../ink/ink940.xml"/><Relationship Id="rId132" Type="http://schemas.openxmlformats.org/officeDocument/2006/relationships/customXml" Target="../ink/ink839.xml"/><Relationship Id="rId174" Type="http://schemas.openxmlformats.org/officeDocument/2006/relationships/image" Target="../media/image839.png"/><Relationship Id="rId381" Type="http://schemas.openxmlformats.org/officeDocument/2006/relationships/image" Target="../media/image941.png"/><Relationship Id="rId241" Type="http://schemas.openxmlformats.org/officeDocument/2006/relationships/image" Target="../media/image871.png"/><Relationship Id="rId437" Type="http://schemas.openxmlformats.org/officeDocument/2006/relationships/customXml" Target="../ink/ink995.xml"/><Relationship Id="rId36" Type="http://schemas.openxmlformats.org/officeDocument/2006/relationships/customXml" Target="../ink/ink790.xml"/><Relationship Id="rId283" Type="http://schemas.openxmlformats.org/officeDocument/2006/relationships/image" Target="../media/image892.png"/><Relationship Id="rId339" Type="http://schemas.openxmlformats.org/officeDocument/2006/relationships/image" Target="../media/image920.png"/><Relationship Id="rId78" Type="http://schemas.openxmlformats.org/officeDocument/2006/relationships/customXml" Target="../ink/ink811.xml"/><Relationship Id="rId101" Type="http://schemas.openxmlformats.org/officeDocument/2006/relationships/customXml" Target="../ink/ink823.xml"/><Relationship Id="rId143" Type="http://schemas.openxmlformats.org/officeDocument/2006/relationships/customXml" Target="../ink/ink847.xml"/><Relationship Id="rId185" Type="http://schemas.openxmlformats.org/officeDocument/2006/relationships/customXml" Target="../ink/ink868.xml"/><Relationship Id="rId350" Type="http://schemas.openxmlformats.org/officeDocument/2006/relationships/customXml" Target="../ink/ink951.xml"/><Relationship Id="rId406" Type="http://schemas.openxmlformats.org/officeDocument/2006/relationships/customXml" Target="../ink/ink979.xml"/><Relationship Id="rId9" Type="http://schemas.openxmlformats.org/officeDocument/2006/relationships/image" Target="../media/image7640.png"/><Relationship Id="rId210" Type="http://schemas.openxmlformats.org/officeDocument/2006/relationships/image" Target="../media/image856.png"/><Relationship Id="rId392" Type="http://schemas.openxmlformats.org/officeDocument/2006/relationships/customXml" Target="../ink/ink972.xml"/><Relationship Id="rId448" Type="http://schemas.openxmlformats.org/officeDocument/2006/relationships/image" Target="../media/image973.png"/><Relationship Id="rId252" Type="http://schemas.openxmlformats.org/officeDocument/2006/relationships/customXml" Target="../ink/ink902.xml"/><Relationship Id="rId294" Type="http://schemas.openxmlformats.org/officeDocument/2006/relationships/customXml" Target="../ink/ink923.xml"/><Relationship Id="rId308" Type="http://schemas.openxmlformats.org/officeDocument/2006/relationships/customXml" Target="../ink/ink930.xml"/><Relationship Id="rId47" Type="http://schemas.openxmlformats.org/officeDocument/2006/relationships/image" Target="../media/image782.png"/><Relationship Id="rId89" Type="http://schemas.openxmlformats.org/officeDocument/2006/relationships/customXml" Target="../ink/ink817.xml"/><Relationship Id="rId112" Type="http://schemas.openxmlformats.org/officeDocument/2006/relationships/image" Target="../media/image814.png"/><Relationship Id="rId154" Type="http://schemas.openxmlformats.org/officeDocument/2006/relationships/image" Target="../media/image829.png"/><Relationship Id="rId361" Type="http://schemas.openxmlformats.org/officeDocument/2006/relationships/image" Target="../media/image931.png"/><Relationship Id="rId196" Type="http://schemas.openxmlformats.org/officeDocument/2006/relationships/image" Target="../media/image850.png"/><Relationship Id="rId417" Type="http://schemas.openxmlformats.org/officeDocument/2006/relationships/image" Target="../media/image958.png"/><Relationship Id="rId459" Type="http://schemas.openxmlformats.org/officeDocument/2006/relationships/customXml" Target="../ink/ink1006.xml"/><Relationship Id="rId16" Type="http://schemas.openxmlformats.org/officeDocument/2006/relationships/customXml" Target="../ink/ink780.xml"/><Relationship Id="rId221" Type="http://schemas.openxmlformats.org/officeDocument/2006/relationships/customXml" Target="../ink/ink886.xml"/><Relationship Id="rId263" Type="http://schemas.openxmlformats.org/officeDocument/2006/relationships/image" Target="../media/image882.png"/><Relationship Id="rId319" Type="http://schemas.openxmlformats.org/officeDocument/2006/relationships/image" Target="../media/image910.png"/><Relationship Id="rId58" Type="http://schemas.openxmlformats.org/officeDocument/2006/relationships/customXml" Target="../ink/ink801.xml"/><Relationship Id="rId123" Type="http://schemas.openxmlformats.org/officeDocument/2006/relationships/customXml" Target="../ink/ink834.xml"/><Relationship Id="rId330" Type="http://schemas.openxmlformats.org/officeDocument/2006/relationships/customXml" Target="../ink/ink941.xml"/><Relationship Id="rId165" Type="http://schemas.openxmlformats.org/officeDocument/2006/relationships/customXml" Target="../ink/ink858.xml"/><Relationship Id="rId372" Type="http://schemas.openxmlformats.org/officeDocument/2006/relationships/customXml" Target="../ink/ink962.xml"/><Relationship Id="rId428" Type="http://schemas.openxmlformats.org/officeDocument/2006/relationships/customXml" Target="../ink/ink990.xml"/><Relationship Id="rId232" Type="http://schemas.openxmlformats.org/officeDocument/2006/relationships/image" Target="../media/image867.png"/><Relationship Id="rId274" Type="http://schemas.openxmlformats.org/officeDocument/2006/relationships/customXml" Target="../ink/ink913.xml"/><Relationship Id="rId27" Type="http://schemas.openxmlformats.org/officeDocument/2006/relationships/image" Target="../media/image773.png"/><Relationship Id="rId69" Type="http://schemas.openxmlformats.org/officeDocument/2006/relationships/image" Target="../media/image793.png"/><Relationship Id="rId134" Type="http://schemas.openxmlformats.org/officeDocument/2006/relationships/image" Target="../media/image822.png"/><Relationship Id="rId80" Type="http://schemas.openxmlformats.org/officeDocument/2006/relationships/customXml" Target="../ink/ink812.xml"/><Relationship Id="rId176" Type="http://schemas.openxmlformats.org/officeDocument/2006/relationships/image" Target="../media/image840.png"/><Relationship Id="rId341" Type="http://schemas.openxmlformats.org/officeDocument/2006/relationships/image" Target="../media/image921.png"/><Relationship Id="rId383" Type="http://schemas.openxmlformats.org/officeDocument/2006/relationships/image" Target="../media/image942.png"/><Relationship Id="rId439" Type="http://schemas.openxmlformats.org/officeDocument/2006/relationships/customXml" Target="../ink/ink996.xml"/><Relationship Id="rId201" Type="http://schemas.openxmlformats.org/officeDocument/2006/relationships/customXml" Target="../ink/ink876.xml"/><Relationship Id="rId243" Type="http://schemas.openxmlformats.org/officeDocument/2006/relationships/image" Target="../media/image872.png"/><Relationship Id="rId285" Type="http://schemas.openxmlformats.org/officeDocument/2006/relationships/image" Target="../media/image893.png"/><Relationship Id="rId450" Type="http://schemas.openxmlformats.org/officeDocument/2006/relationships/image" Target="../media/image974.png"/><Relationship Id="rId38" Type="http://schemas.openxmlformats.org/officeDocument/2006/relationships/customXml" Target="../ink/ink791.xml"/><Relationship Id="rId103" Type="http://schemas.openxmlformats.org/officeDocument/2006/relationships/customXml" Target="../ink/ink824.xml"/><Relationship Id="rId310" Type="http://schemas.openxmlformats.org/officeDocument/2006/relationships/customXml" Target="../ink/ink931.xml"/><Relationship Id="rId91" Type="http://schemas.openxmlformats.org/officeDocument/2006/relationships/customXml" Target="../ink/ink818.xml"/><Relationship Id="rId145" Type="http://schemas.openxmlformats.org/officeDocument/2006/relationships/customXml" Target="../ink/ink848.xml"/><Relationship Id="rId187" Type="http://schemas.openxmlformats.org/officeDocument/2006/relationships/customXml" Target="../ink/ink869.xml"/><Relationship Id="rId352" Type="http://schemas.openxmlformats.org/officeDocument/2006/relationships/customXml" Target="../ink/ink952.xml"/><Relationship Id="rId394" Type="http://schemas.openxmlformats.org/officeDocument/2006/relationships/customXml" Target="../ink/ink973.xml"/><Relationship Id="rId408" Type="http://schemas.openxmlformats.org/officeDocument/2006/relationships/customXml" Target="../ink/ink980.xml"/><Relationship Id="rId212" Type="http://schemas.openxmlformats.org/officeDocument/2006/relationships/image" Target="../media/image857.png"/><Relationship Id="rId254" Type="http://schemas.openxmlformats.org/officeDocument/2006/relationships/customXml" Target="../ink/ink903.xml"/><Relationship Id="rId49" Type="http://schemas.openxmlformats.org/officeDocument/2006/relationships/image" Target="../media/image783.png"/><Relationship Id="rId114" Type="http://schemas.openxmlformats.org/officeDocument/2006/relationships/image" Target="../media/image815.png"/><Relationship Id="rId296" Type="http://schemas.openxmlformats.org/officeDocument/2006/relationships/customXml" Target="../ink/ink924.xml"/><Relationship Id="rId60" Type="http://schemas.openxmlformats.org/officeDocument/2006/relationships/customXml" Target="../ink/ink802.xml"/><Relationship Id="rId156" Type="http://schemas.openxmlformats.org/officeDocument/2006/relationships/image" Target="../media/image830.png"/><Relationship Id="rId198" Type="http://schemas.openxmlformats.org/officeDocument/2006/relationships/image" Target="../media/image851.png"/><Relationship Id="rId321" Type="http://schemas.openxmlformats.org/officeDocument/2006/relationships/image" Target="../media/image911.png"/><Relationship Id="rId363" Type="http://schemas.openxmlformats.org/officeDocument/2006/relationships/image" Target="../media/image932.png"/><Relationship Id="rId419" Type="http://schemas.openxmlformats.org/officeDocument/2006/relationships/image" Target="../media/image959.png"/><Relationship Id="rId223" Type="http://schemas.openxmlformats.org/officeDocument/2006/relationships/customXml" Target="../ink/ink887.xml"/><Relationship Id="rId430" Type="http://schemas.openxmlformats.org/officeDocument/2006/relationships/customXml" Target="../ink/ink991.xml"/><Relationship Id="rId18" Type="http://schemas.openxmlformats.org/officeDocument/2006/relationships/customXml" Target="../ink/ink781.xml"/><Relationship Id="rId265" Type="http://schemas.openxmlformats.org/officeDocument/2006/relationships/image" Target="../media/image883.png"/><Relationship Id="rId125" Type="http://schemas.openxmlformats.org/officeDocument/2006/relationships/customXml" Target="../ink/ink835.xml"/><Relationship Id="rId167" Type="http://schemas.openxmlformats.org/officeDocument/2006/relationships/customXml" Target="../ink/ink859.xml"/><Relationship Id="rId332" Type="http://schemas.openxmlformats.org/officeDocument/2006/relationships/customXml" Target="../ink/ink942.xml"/><Relationship Id="rId374" Type="http://schemas.openxmlformats.org/officeDocument/2006/relationships/customXml" Target="../ink/ink963.xml"/><Relationship Id="rId71" Type="http://schemas.openxmlformats.org/officeDocument/2006/relationships/image" Target="../media/image794.png"/><Relationship Id="rId234" Type="http://schemas.openxmlformats.org/officeDocument/2006/relationships/customXml" Target="../ink/ink893.xml"/><Relationship Id="rId2" Type="http://schemas.openxmlformats.org/officeDocument/2006/relationships/customXml" Target="../ink/ink773.xml"/><Relationship Id="rId29" Type="http://schemas.openxmlformats.org/officeDocument/2006/relationships/image" Target="../media/image774.png"/><Relationship Id="rId255" Type="http://schemas.openxmlformats.org/officeDocument/2006/relationships/image" Target="../media/image878.png"/><Relationship Id="rId276" Type="http://schemas.openxmlformats.org/officeDocument/2006/relationships/customXml" Target="../ink/ink914.xml"/><Relationship Id="rId297" Type="http://schemas.openxmlformats.org/officeDocument/2006/relationships/image" Target="../media/image899.png"/><Relationship Id="rId441" Type="http://schemas.openxmlformats.org/officeDocument/2006/relationships/customXml" Target="../ink/ink997.xml"/><Relationship Id="rId40" Type="http://schemas.openxmlformats.org/officeDocument/2006/relationships/customXml" Target="../ink/ink792.xml"/><Relationship Id="rId115" Type="http://schemas.openxmlformats.org/officeDocument/2006/relationships/customXml" Target="../ink/ink830.xml"/><Relationship Id="rId136" Type="http://schemas.openxmlformats.org/officeDocument/2006/relationships/customXml" Target="../ink/ink842.xml"/><Relationship Id="rId157" Type="http://schemas.openxmlformats.org/officeDocument/2006/relationships/customXml" Target="../ink/ink854.xml"/><Relationship Id="rId178" Type="http://schemas.openxmlformats.org/officeDocument/2006/relationships/image" Target="../media/image841.png"/><Relationship Id="rId301" Type="http://schemas.openxmlformats.org/officeDocument/2006/relationships/image" Target="../media/image901.png"/><Relationship Id="rId322" Type="http://schemas.openxmlformats.org/officeDocument/2006/relationships/customXml" Target="../ink/ink937.xml"/><Relationship Id="rId343" Type="http://schemas.openxmlformats.org/officeDocument/2006/relationships/image" Target="../media/image922.png"/><Relationship Id="rId364" Type="http://schemas.openxmlformats.org/officeDocument/2006/relationships/customXml" Target="../ink/ink958.xml"/><Relationship Id="rId61" Type="http://schemas.openxmlformats.org/officeDocument/2006/relationships/image" Target="../media/image789.png"/><Relationship Id="rId82" Type="http://schemas.openxmlformats.org/officeDocument/2006/relationships/customXml" Target="../ink/ink813.xml"/><Relationship Id="rId199" Type="http://schemas.openxmlformats.org/officeDocument/2006/relationships/customXml" Target="../ink/ink875.xml"/><Relationship Id="rId203" Type="http://schemas.openxmlformats.org/officeDocument/2006/relationships/customXml" Target="../ink/ink877.xml"/><Relationship Id="rId385" Type="http://schemas.openxmlformats.org/officeDocument/2006/relationships/image" Target="../media/image943.png"/><Relationship Id="rId19" Type="http://schemas.openxmlformats.org/officeDocument/2006/relationships/image" Target="../media/image769.png"/><Relationship Id="rId224" Type="http://schemas.openxmlformats.org/officeDocument/2006/relationships/image" Target="../media/image863.png"/><Relationship Id="rId245" Type="http://schemas.openxmlformats.org/officeDocument/2006/relationships/image" Target="../media/image873.png"/><Relationship Id="rId266" Type="http://schemas.openxmlformats.org/officeDocument/2006/relationships/customXml" Target="../ink/ink909.xml"/><Relationship Id="rId287" Type="http://schemas.openxmlformats.org/officeDocument/2006/relationships/image" Target="../media/image894.png"/><Relationship Id="rId410" Type="http://schemas.openxmlformats.org/officeDocument/2006/relationships/customXml" Target="../ink/ink981.xml"/><Relationship Id="rId431" Type="http://schemas.openxmlformats.org/officeDocument/2006/relationships/image" Target="../media/image965.png"/><Relationship Id="rId452" Type="http://schemas.openxmlformats.org/officeDocument/2006/relationships/image" Target="../media/image975.png"/><Relationship Id="rId30" Type="http://schemas.openxmlformats.org/officeDocument/2006/relationships/customXml" Target="../ink/ink787.xml"/><Relationship Id="rId105" Type="http://schemas.openxmlformats.org/officeDocument/2006/relationships/customXml" Target="../ink/ink825.xml"/><Relationship Id="rId126" Type="http://schemas.openxmlformats.org/officeDocument/2006/relationships/image" Target="../media/image587.png"/><Relationship Id="rId147" Type="http://schemas.openxmlformats.org/officeDocument/2006/relationships/customXml" Target="../ink/ink849.xml"/><Relationship Id="rId168" Type="http://schemas.openxmlformats.org/officeDocument/2006/relationships/image" Target="../media/image836.png"/><Relationship Id="rId312" Type="http://schemas.openxmlformats.org/officeDocument/2006/relationships/customXml" Target="../ink/ink932.xml"/><Relationship Id="rId333" Type="http://schemas.openxmlformats.org/officeDocument/2006/relationships/image" Target="../media/image917.png"/><Relationship Id="rId354" Type="http://schemas.openxmlformats.org/officeDocument/2006/relationships/customXml" Target="../ink/ink953.xml"/><Relationship Id="rId51" Type="http://schemas.openxmlformats.org/officeDocument/2006/relationships/image" Target="../media/image784.png"/><Relationship Id="rId72" Type="http://schemas.openxmlformats.org/officeDocument/2006/relationships/customXml" Target="../ink/ink808.xml"/><Relationship Id="rId93" Type="http://schemas.openxmlformats.org/officeDocument/2006/relationships/customXml" Target="../ink/ink819.xml"/><Relationship Id="rId189" Type="http://schemas.openxmlformats.org/officeDocument/2006/relationships/customXml" Target="../ink/ink870.xml"/><Relationship Id="rId375" Type="http://schemas.openxmlformats.org/officeDocument/2006/relationships/image" Target="../media/image938.png"/><Relationship Id="rId396" Type="http://schemas.openxmlformats.org/officeDocument/2006/relationships/customXml" Target="../ink/ink974.xml"/><Relationship Id="rId3" Type="http://schemas.openxmlformats.org/officeDocument/2006/relationships/image" Target="../media/image7610.png"/><Relationship Id="rId214" Type="http://schemas.openxmlformats.org/officeDocument/2006/relationships/image" Target="../media/image858.png"/><Relationship Id="rId235" Type="http://schemas.openxmlformats.org/officeDocument/2006/relationships/image" Target="../media/image868.png"/><Relationship Id="rId256" Type="http://schemas.openxmlformats.org/officeDocument/2006/relationships/customXml" Target="../ink/ink904.xml"/><Relationship Id="rId277" Type="http://schemas.openxmlformats.org/officeDocument/2006/relationships/image" Target="../media/image889.png"/><Relationship Id="rId298" Type="http://schemas.openxmlformats.org/officeDocument/2006/relationships/customXml" Target="../ink/ink925.xml"/><Relationship Id="rId400" Type="http://schemas.openxmlformats.org/officeDocument/2006/relationships/customXml" Target="../ink/ink976.xml"/><Relationship Id="rId421" Type="http://schemas.openxmlformats.org/officeDocument/2006/relationships/image" Target="../media/image960.png"/><Relationship Id="rId442" Type="http://schemas.openxmlformats.org/officeDocument/2006/relationships/image" Target="../media/image970.png"/><Relationship Id="rId116" Type="http://schemas.openxmlformats.org/officeDocument/2006/relationships/image" Target="../media/image816.png"/><Relationship Id="rId137" Type="http://schemas.openxmlformats.org/officeDocument/2006/relationships/customXml" Target="../ink/ink843.xml"/><Relationship Id="rId158" Type="http://schemas.openxmlformats.org/officeDocument/2006/relationships/image" Target="../media/image831.png"/><Relationship Id="rId302" Type="http://schemas.openxmlformats.org/officeDocument/2006/relationships/customXml" Target="../ink/ink927.xml"/><Relationship Id="rId323" Type="http://schemas.openxmlformats.org/officeDocument/2006/relationships/image" Target="../media/image912.png"/><Relationship Id="rId344" Type="http://schemas.openxmlformats.org/officeDocument/2006/relationships/customXml" Target="../ink/ink948.xml"/><Relationship Id="rId20" Type="http://schemas.openxmlformats.org/officeDocument/2006/relationships/customXml" Target="../ink/ink782.xml"/><Relationship Id="rId41" Type="http://schemas.openxmlformats.org/officeDocument/2006/relationships/image" Target="../media/image779.png"/><Relationship Id="rId62" Type="http://schemas.openxmlformats.org/officeDocument/2006/relationships/customXml" Target="../ink/ink803.xml"/><Relationship Id="rId83" Type="http://schemas.openxmlformats.org/officeDocument/2006/relationships/image" Target="../media/image800.png"/><Relationship Id="rId179" Type="http://schemas.openxmlformats.org/officeDocument/2006/relationships/customXml" Target="../ink/ink865.xml"/><Relationship Id="rId365" Type="http://schemas.openxmlformats.org/officeDocument/2006/relationships/image" Target="../media/image933.png"/><Relationship Id="rId386" Type="http://schemas.openxmlformats.org/officeDocument/2006/relationships/customXml" Target="../ink/ink969.xml"/><Relationship Id="rId190" Type="http://schemas.openxmlformats.org/officeDocument/2006/relationships/image" Target="../media/image847.png"/><Relationship Id="rId204" Type="http://schemas.openxmlformats.org/officeDocument/2006/relationships/image" Target="../media/image125.png"/><Relationship Id="rId225" Type="http://schemas.openxmlformats.org/officeDocument/2006/relationships/customXml" Target="../ink/ink888.xml"/><Relationship Id="rId246" Type="http://schemas.openxmlformats.org/officeDocument/2006/relationships/customXml" Target="../ink/ink899.xml"/><Relationship Id="rId267" Type="http://schemas.openxmlformats.org/officeDocument/2006/relationships/image" Target="../media/image884.png"/><Relationship Id="rId288" Type="http://schemas.openxmlformats.org/officeDocument/2006/relationships/customXml" Target="../ink/ink920.xml"/><Relationship Id="rId411" Type="http://schemas.openxmlformats.org/officeDocument/2006/relationships/image" Target="../media/image955.png"/><Relationship Id="rId432" Type="http://schemas.openxmlformats.org/officeDocument/2006/relationships/customXml" Target="../ink/ink992.xml"/><Relationship Id="rId453" Type="http://schemas.openxmlformats.org/officeDocument/2006/relationships/customXml" Target="../ink/ink1003.xml"/><Relationship Id="rId106" Type="http://schemas.openxmlformats.org/officeDocument/2006/relationships/image" Target="../media/image811.png"/><Relationship Id="rId127" Type="http://schemas.openxmlformats.org/officeDocument/2006/relationships/customXml" Target="../ink/ink836.xml"/><Relationship Id="rId313" Type="http://schemas.openxmlformats.org/officeDocument/2006/relationships/image" Target="../media/image907.png"/><Relationship Id="rId10" Type="http://schemas.openxmlformats.org/officeDocument/2006/relationships/customXml" Target="../ink/ink777.xml"/><Relationship Id="rId31" Type="http://schemas.openxmlformats.org/officeDocument/2006/relationships/image" Target="../media/image775.png"/><Relationship Id="rId52" Type="http://schemas.openxmlformats.org/officeDocument/2006/relationships/customXml" Target="../ink/ink798.xml"/><Relationship Id="rId73" Type="http://schemas.openxmlformats.org/officeDocument/2006/relationships/image" Target="../media/image795.png"/><Relationship Id="rId94" Type="http://schemas.openxmlformats.org/officeDocument/2006/relationships/image" Target="../media/image805.png"/><Relationship Id="rId148" Type="http://schemas.openxmlformats.org/officeDocument/2006/relationships/image" Target="../media/image826.png"/><Relationship Id="rId169" Type="http://schemas.openxmlformats.org/officeDocument/2006/relationships/customXml" Target="../ink/ink860.xml"/><Relationship Id="rId334" Type="http://schemas.openxmlformats.org/officeDocument/2006/relationships/customXml" Target="../ink/ink943.xml"/><Relationship Id="rId355" Type="http://schemas.openxmlformats.org/officeDocument/2006/relationships/image" Target="../media/image928.png"/><Relationship Id="rId376" Type="http://schemas.openxmlformats.org/officeDocument/2006/relationships/customXml" Target="../ink/ink964.xml"/><Relationship Id="rId397" Type="http://schemas.openxmlformats.org/officeDocument/2006/relationships/image" Target="../media/image948.png"/><Relationship Id="rId4" Type="http://schemas.openxmlformats.org/officeDocument/2006/relationships/customXml" Target="../ink/ink774.xml"/><Relationship Id="rId180" Type="http://schemas.openxmlformats.org/officeDocument/2006/relationships/image" Target="../media/image842.png"/><Relationship Id="rId215" Type="http://schemas.openxmlformats.org/officeDocument/2006/relationships/customXml" Target="../ink/ink883.xml"/><Relationship Id="rId236" Type="http://schemas.openxmlformats.org/officeDocument/2006/relationships/customXml" Target="../ink/ink894.xml"/><Relationship Id="rId257" Type="http://schemas.openxmlformats.org/officeDocument/2006/relationships/image" Target="../media/image879.png"/><Relationship Id="rId278" Type="http://schemas.openxmlformats.org/officeDocument/2006/relationships/customXml" Target="../ink/ink915.xml"/><Relationship Id="rId401" Type="http://schemas.openxmlformats.org/officeDocument/2006/relationships/image" Target="../media/image950.png"/><Relationship Id="rId422" Type="http://schemas.openxmlformats.org/officeDocument/2006/relationships/customXml" Target="../ink/ink987.xml"/><Relationship Id="rId443" Type="http://schemas.openxmlformats.org/officeDocument/2006/relationships/customXml" Target="../ink/ink998.xml"/><Relationship Id="rId303" Type="http://schemas.openxmlformats.org/officeDocument/2006/relationships/image" Target="../media/image902.png"/><Relationship Id="rId42" Type="http://schemas.openxmlformats.org/officeDocument/2006/relationships/customXml" Target="../ink/ink793.xml"/><Relationship Id="rId84" Type="http://schemas.openxmlformats.org/officeDocument/2006/relationships/customXml" Target="../ink/ink814.xml"/><Relationship Id="rId138" Type="http://schemas.openxmlformats.org/officeDocument/2006/relationships/customXml" Target="../ink/ink844.xml"/><Relationship Id="rId345" Type="http://schemas.openxmlformats.org/officeDocument/2006/relationships/image" Target="../media/image923.png"/><Relationship Id="rId387" Type="http://schemas.openxmlformats.org/officeDocument/2006/relationships/image" Target="../media/image944.png"/><Relationship Id="rId191" Type="http://schemas.openxmlformats.org/officeDocument/2006/relationships/customXml" Target="../ink/ink871.xml"/><Relationship Id="rId205" Type="http://schemas.openxmlformats.org/officeDocument/2006/relationships/customXml" Target="../ink/ink878.xml"/><Relationship Id="rId247" Type="http://schemas.openxmlformats.org/officeDocument/2006/relationships/image" Target="../media/image874.png"/><Relationship Id="rId412" Type="http://schemas.openxmlformats.org/officeDocument/2006/relationships/customXml" Target="../ink/ink982.xml"/><Relationship Id="rId107" Type="http://schemas.openxmlformats.org/officeDocument/2006/relationships/customXml" Target="../ink/ink826.xml"/><Relationship Id="rId289" Type="http://schemas.openxmlformats.org/officeDocument/2006/relationships/image" Target="../media/image895.png"/><Relationship Id="rId454" Type="http://schemas.openxmlformats.org/officeDocument/2006/relationships/image" Target="../media/image976.png"/><Relationship Id="rId11" Type="http://schemas.openxmlformats.org/officeDocument/2006/relationships/image" Target="../media/image7650.png"/><Relationship Id="rId53" Type="http://schemas.openxmlformats.org/officeDocument/2006/relationships/image" Target="../media/image785.png"/><Relationship Id="rId149" Type="http://schemas.openxmlformats.org/officeDocument/2006/relationships/customXml" Target="../ink/ink850.xml"/><Relationship Id="rId314" Type="http://schemas.openxmlformats.org/officeDocument/2006/relationships/customXml" Target="../ink/ink933.xml"/><Relationship Id="rId356" Type="http://schemas.openxmlformats.org/officeDocument/2006/relationships/customXml" Target="../ink/ink954.xml"/><Relationship Id="rId398" Type="http://schemas.openxmlformats.org/officeDocument/2006/relationships/customXml" Target="../ink/ink975.xml"/><Relationship Id="rId95" Type="http://schemas.openxmlformats.org/officeDocument/2006/relationships/customXml" Target="../ink/ink820.xml"/><Relationship Id="rId160" Type="http://schemas.openxmlformats.org/officeDocument/2006/relationships/image" Target="../media/image832.png"/><Relationship Id="rId216" Type="http://schemas.openxmlformats.org/officeDocument/2006/relationships/image" Target="../media/image859.png"/><Relationship Id="rId423" Type="http://schemas.openxmlformats.org/officeDocument/2006/relationships/image" Target="../media/image961.png"/><Relationship Id="rId258" Type="http://schemas.openxmlformats.org/officeDocument/2006/relationships/customXml" Target="../ink/ink905.xml"/><Relationship Id="rId22" Type="http://schemas.openxmlformats.org/officeDocument/2006/relationships/customXml" Target="../ink/ink783.xml"/><Relationship Id="rId64" Type="http://schemas.openxmlformats.org/officeDocument/2006/relationships/customXml" Target="../ink/ink804.xml"/><Relationship Id="rId118" Type="http://schemas.openxmlformats.org/officeDocument/2006/relationships/image" Target="../media/image817.png"/><Relationship Id="rId325" Type="http://schemas.openxmlformats.org/officeDocument/2006/relationships/image" Target="../media/image913.png"/><Relationship Id="rId367" Type="http://schemas.openxmlformats.org/officeDocument/2006/relationships/image" Target="../media/image934.png"/><Relationship Id="rId171" Type="http://schemas.openxmlformats.org/officeDocument/2006/relationships/customXml" Target="../ink/ink861.xml"/><Relationship Id="rId227" Type="http://schemas.openxmlformats.org/officeDocument/2006/relationships/customXml" Target="../ink/ink889.xml"/><Relationship Id="rId269" Type="http://schemas.openxmlformats.org/officeDocument/2006/relationships/image" Target="../media/image885.png"/><Relationship Id="rId434" Type="http://schemas.openxmlformats.org/officeDocument/2006/relationships/customXml" Target="../ink/ink993.xml"/><Relationship Id="rId33" Type="http://schemas.openxmlformats.org/officeDocument/2006/relationships/image" Target="../media/image776.png"/><Relationship Id="rId129" Type="http://schemas.openxmlformats.org/officeDocument/2006/relationships/image" Target="../media/image443.png"/><Relationship Id="rId280" Type="http://schemas.openxmlformats.org/officeDocument/2006/relationships/customXml" Target="../ink/ink916.xml"/><Relationship Id="rId336" Type="http://schemas.openxmlformats.org/officeDocument/2006/relationships/customXml" Target="../ink/ink944.xml"/><Relationship Id="rId75" Type="http://schemas.openxmlformats.org/officeDocument/2006/relationships/image" Target="../media/image796.png"/><Relationship Id="rId140" Type="http://schemas.openxmlformats.org/officeDocument/2006/relationships/customXml" Target="../ink/ink845.xml"/><Relationship Id="rId182" Type="http://schemas.openxmlformats.org/officeDocument/2006/relationships/image" Target="../media/image843.png"/><Relationship Id="rId378" Type="http://schemas.openxmlformats.org/officeDocument/2006/relationships/customXml" Target="../ink/ink965.xml"/><Relationship Id="rId403" Type="http://schemas.openxmlformats.org/officeDocument/2006/relationships/image" Target="../media/image951.png"/><Relationship Id="rId6" Type="http://schemas.openxmlformats.org/officeDocument/2006/relationships/customXml" Target="../ink/ink775.xml"/><Relationship Id="rId238" Type="http://schemas.openxmlformats.org/officeDocument/2006/relationships/customXml" Target="../ink/ink895.xml"/><Relationship Id="rId445" Type="http://schemas.openxmlformats.org/officeDocument/2006/relationships/customXml" Target="../ink/ink999.xml"/><Relationship Id="rId291" Type="http://schemas.openxmlformats.org/officeDocument/2006/relationships/image" Target="../media/image896.png"/><Relationship Id="rId305" Type="http://schemas.openxmlformats.org/officeDocument/2006/relationships/image" Target="../media/image903.png"/><Relationship Id="rId347" Type="http://schemas.openxmlformats.org/officeDocument/2006/relationships/image" Target="../media/image924.png"/><Relationship Id="rId44" Type="http://schemas.openxmlformats.org/officeDocument/2006/relationships/customXml" Target="../ink/ink794.xml"/><Relationship Id="rId86" Type="http://schemas.openxmlformats.org/officeDocument/2006/relationships/customXml" Target="../ink/ink815.xml"/><Relationship Id="rId151" Type="http://schemas.openxmlformats.org/officeDocument/2006/relationships/customXml" Target="../ink/ink851.xml"/><Relationship Id="rId389" Type="http://schemas.openxmlformats.org/officeDocument/2006/relationships/image" Target="../media/image153.png"/><Relationship Id="rId193" Type="http://schemas.openxmlformats.org/officeDocument/2006/relationships/customXml" Target="../ink/ink872.xml"/><Relationship Id="rId207" Type="http://schemas.openxmlformats.org/officeDocument/2006/relationships/customXml" Target="../ink/ink879.xml"/><Relationship Id="rId249" Type="http://schemas.openxmlformats.org/officeDocument/2006/relationships/image" Target="../media/image875.png"/><Relationship Id="rId414" Type="http://schemas.openxmlformats.org/officeDocument/2006/relationships/customXml" Target="../ink/ink983.xml"/><Relationship Id="rId456" Type="http://schemas.openxmlformats.org/officeDocument/2006/relationships/image" Target="../media/image977.png"/><Relationship Id="rId13" Type="http://schemas.openxmlformats.org/officeDocument/2006/relationships/image" Target="../media/image7660.png"/><Relationship Id="rId109" Type="http://schemas.openxmlformats.org/officeDocument/2006/relationships/customXml" Target="../ink/ink827.xml"/><Relationship Id="rId260" Type="http://schemas.openxmlformats.org/officeDocument/2006/relationships/customXml" Target="../ink/ink906.xml"/><Relationship Id="rId316" Type="http://schemas.openxmlformats.org/officeDocument/2006/relationships/customXml" Target="../ink/ink934.xml"/><Relationship Id="rId55" Type="http://schemas.openxmlformats.org/officeDocument/2006/relationships/image" Target="../media/image786.png"/><Relationship Id="rId97" Type="http://schemas.openxmlformats.org/officeDocument/2006/relationships/customXml" Target="../ink/ink821.xml"/><Relationship Id="rId120" Type="http://schemas.openxmlformats.org/officeDocument/2006/relationships/image" Target="../media/image818.png"/><Relationship Id="rId358" Type="http://schemas.openxmlformats.org/officeDocument/2006/relationships/customXml" Target="../ink/ink955.xml"/><Relationship Id="rId162" Type="http://schemas.openxmlformats.org/officeDocument/2006/relationships/image" Target="../media/image833.png"/><Relationship Id="rId218" Type="http://schemas.openxmlformats.org/officeDocument/2006/relationships/image" Target="../media/image860.png"/><Relationship Id="rId425" Type="http://schemas.openxmlformats.org/officeDocument/2006/relationships/image" Target="../media/image962.png"/><Relationship Id="rId271" Type="http://schemas.openxmlformats.org/officeDocument/2006/relationships/image" Target="../media/image886.png"/><Relationship Id="rId24" Type="http://schemas.openxmlformats.org/officeDocument/2006/relationships/customXml" Target="../ink/ink784.xml"/><Relationship Id="rId66" Type="http://schemas.openxmlformats.org/officeDocument/2006/relationships/customXml" Target="../ink/ink805.xml"/><Relationship Id="rId131" Type="http://schemas.openxmlformats.org/officeDocument/2006/relationships/image" Target="../media/image821.png"/><Relationship Id="rId327" Type="http://schemas.openxmlformats.org/officeDocument/2006/relationships/image" Target="../media/image914.png"/><Relationship Id="rId369" Type="http://schemas.openxmlformats.org/officeDocument/2006/relationships/image" Target="../media/image935.png"/><Relationship Id="rId173" Type="http://schemas.openxmlformats.org/officeDocument/2006/relationships/customXml" Target="../ink/ink862.xml"/><Relationship Id="rId229" Type="http://schemas.openxmlformats.org/officeDocument/2006/relationships/customXml" Target="../ink/ink890.xml"/><Relationship Id="rId380" Type="http://schemas.openxmlformats.org/officeDocument/2006/relationships/customXml" Target="../ink/ink966.xml"/><Relationship Id="rId436" Type="http://schemas.openxmlformats.org/officeDocument/2006/relationships/customXml" Target="../ink/ink994.xml"/><Relationship Id="rId240" Type="http://schemas.openxmlformats.org/officeDocument/2006/relationships/customXml" Target="../ink/ink896.xml"/><Relationship Id="rId35" Type="http://schemas.openxmlformats.org/officeDocument/2006/relationships/image" Target="../media/image6.png"/><Relationship Id="rId77" Type="http://schemas.openxmlformats.org/officeDocument/2006/relationships/image" Target="../media/image797.png"/><Relationship Id="rId100" Type="http://schemas.openxmlformats.org/officeDocument/2006/relationships/image" Target="../media/image808.png"/><Relationship Id="rId282" Type="http://schemas.openxmlformats.org/officeDocument/2006/relationships/customXml" Target="../ink/ink917.xml"/><Relationship Id="rId338" Type="http://schemas.openxmlformats.org/officeDocument/2006/relationships/customXml" Target="../ink/ink945.xml"/><Relationship Id="rId8" Type="http://schemas.openxmlformats.org/officeDocument/2006/relationships/customXml" Target="../ink/ink776.xml"/><Relationship Id="rId142" Type="http://schemas.openxmlformats.org/officeDocument/2006/relationships/image" Target="../media/image823.png"/><Relationship Id="rId184" Type="http://schemas.openxmlformats.org/officeDocument/2006/relationships/image" Target="../media/image844.png"/><Relationship Id="rId391" Type="http://schemas.openxmlformats.org/officeDocument/2006/relationships/image" Target="../media/image945.png"/><Relationship Id="rId405" Type="http://schemas.openxmlformats.org/officeDocument/2006/relationships/image" Target="../media/image952.png"/><Relationship Id="rId447" Type="http://schemas.openxmlformats.org/officeDocument/2006/relationships/customXml" Target="../ink/ink1000.xml"/><Relationship Id="rId251" Type="http://schemas.openxmlformats.org/officeDocument/2006/relationships/image" Target="../media/image876.png"/><Relationship Id="rId46" Type="http://schemas.openxmlformats.org/officeDocument/2006/relationships/customXml" Target="../ink/ink795.xml"/><Relationship Id="rId293" Type="http://schemas.openxmlformats.org/officeDocument/2006/relationships/image" Target="../media/image897.png"/><Relationship Id="rId307" Type="http://schemas.openxmlformats.org/officeDocument/2006/relationships/image" Target="../media/image904.png"/><Relationship Id="rId349" Type="http://schemas.openxmlformats.org/officeDocument/2006/relationships/image" Target="../media/image925.png"/><Relationship Id="rId88" Type="http://schemas.openxmlformats.org/officeDocument/2006/relationships/image" Target="../media/image802.png"/><Relationship Id="rId111" Type="http://schemas.openxmlformats.org/officeDocument/2006/relationships/customXml" Target="../ink/ink828.xml"/><Relationship Id="rId153" Type="http://schemas.openxmlformats.org/officeDocument/2006/relationships/customXml" Target="../ink/ink852.xml"/><Relationship Id="rId195" Type="http://schemas.openxmlformats.org/officeDocument/2006/relationships/customXml" Target="../ink/ink873.xml"/><Relationship Id="rId209" Type="http://schemas.openxmlformats.org/officeDocument/2006/relationships/customXml" Target="../ink/ink880.xml"/><Relationship Id="rId360" Type="http://schemas.openxmlformats.org/officeDocument/2006/relationships/customXml" Target="../ink/ink956.xml"/><Relationship Id="rId416" Type="http://schemas.openxmlformats.org/officeDocument/2006/relationships/customXml" Target="../ink/ink984.xml"/><Relationship Id="rId220" Type="http://schemas.openxmlformats.org/officeDocument/2006/relationships/image" Target="../media/image861.png"/><Relationship Id="rId458" Type="http://schemas.openxmlformats.org/officeDocument/2006/relationships/image" Target="../media/image978.png"/><Relationship Id="rId15" Type="http://schemas.openxmlformats.org/officeDocument/2006/relationships/image" Target="../media/image7670.png"/><Relationship Id="rId57" Type="http://schemas.openxmlformats.org/officeDocument/2006/relationships/image" Target="../media/image787.png"/><Relationship Id="rId262" Type="http://schemas.openxmlformats.org/officeDocument/2006/relationships/customXml" Target="../ink/ink907.xml"/><Relationship Id="rId318" Type="http://schemas.openxmlformats.org/officeDocument/2006/relationships/customXml" Target="../ink/ink935.xml"/><Relationship Id="rId99" Type="http://schemas.openxmlformats.org/officeDocument/2006/relationships/customXml" Target="../ink/ink822.xml"/><Relationship Id="rId122" Type="http://schemas.openxmlformats.org/officeDocument/2006/relationships/image" Target="../media/image819.png"/><Relationship Id="rId164" Type="http://schemas.openxmlformats.org/officeDocument/2006/relationships/image" Target="../media/image834.png"/><Relationship Id="rId371" Type="http://schemas.openxmlformats.org/officeDocument/2006/relationships/image" Target="../media/image936.png"/><Relationship Id="rId427" Type="http://schemas.openxmlformats.org/officeDocument/2006/relationships/image" Target="../media/image963.png"/><Relationship Id="rId26" Type="http://schemas.openxmlformats.org/officeDocument/2006/relationships/customXml" Target="../ink/ink785.xml"/><Relationship Id="rId231" Type="http://schemas.openxmlformats.org/officeDocument/2006/relationships/customXml" Target="../ink/ink891.xml"/><Relationship Id="rId273" Type="http://schemas.openxmlformats.org/officeDocument/2006/relationships/image" Target="../media/image887.png"/><Relationship Id="rId329" Type="http://schemas.openxmlformats.org/officeDocument/2006/relationships/image" Target="../media/image915.png"/><Relationship Id="rId68" Type="http://schemas.openxmlformats.org/officeDocument/2006/relationships/customXml" Target="../ink/ink806.xml"/><Relationship Id="rId133" Type="http://schemas.openxmlformats.org/officeDocument/2006/relationships/customXml" Target="../ink/ink840.xml"/><Relationship Id="rId175" Type="http://schemas.openxmlformats.org/officeDocument/2006/relationships/customXml" Target="../ink/ink863.xml"/><Relationship Id="rId340" Type="http://schemas.openxmlformats.org/officeDocument/2006/relationships/customXml" Target="../ink/ink946.xml"/><Relationship Id="rId200" Type="http://schemas.openxmlformats.org/officeDocument/2006/relationships/image" Target="../media/image852.png"/><Relationship Id="rId382" Type="http://schemas.openxmlformats.org/officeDocument/2006/relationships/customXml" Target="../ink/ink967.xml"/><Relationship Id="rId438" Type="http://schemas.openxmlformats.org/officeDocument/2006/relationships/image" Target="../media/image968.png"/><Relationship Id="rId242" Type="http://schemas.openxmlformats.org/officeDocument/2006/relationships/customXml" Target="../ink/ink897.xml"/><Relationship Id="rId284" Type="http://schemas.openxmlformats.org/officeDocument/2006/relationships/customXml" Target="../ink/ink918.xml"/><Relationship Id="rId37" Type="http://schemas.openxmlformats.org/officeDocument/2006/relationships/image" Target="../media/image777.png"/><Relationship Id="rId79" Type="http://schemas.openxmlformats.org/officeDocument/2006/relationships/image" Target="../media/image798.png"/><Relationship Id="rId102" Type="http://schemas.openxmlformats.org/officeDocument/2006/relationships/image" Target="../media/image809.png"/><Relationship Id="rId144" Type="http://schemas.openxmlformats.org/officeDocument/2006/relationships/image" Target="../media/image824.png"/><Relationship Id="rId90" Type="http://schemas.openxmlformats.org/officeDocument/2006/relationships/image" Target="../media/image803.png"/><Relationship Id="rId186" Type="http://schemas.openxmlformats.org/officeDocument/2006/relationships/image" Target="../media/image845.png"/><Relationship Id="rId351" Type="http://schemas.openxmlformats.org/officeDocument/2006/relationships/image" Target="../media/image926.png"/><Relationship Id="rId393" Type="http://schemas.openxmlformats.org/officeDocument/2006/relationships/image" Target="../media/image946.png"/><Relationship Id="rId407" Type="http://schemas.openxmlformats.org/officeDocument/2006/relationships/image" Target="../media/image953.png"/><Relationship Id="rId449" Type="http://schemas.openxmlformats.org/officeDocument/2006/relationships/customXml" Target="../ink/ink1001.xml"/><Relationship Id="rId211" Type="http://schemas.openxmlformats.org/officeDocument/2006/relationships/customXml" Target="../ink/ink881.xml"/><Relationship Id="rId253" Type="http://schemas.openxmlformats.org/officeDocument/2006/relationships/image" Target="../media/image877.png"/><Relationship Id="rId295" Type="http://schemas.openxmlformats.org/officeDocument/2006/relationships/image" Target="../media/image898.png"/><Relationship Id="rId309" Type="http://schemas.openxmlformats.org/officeDocument/2006/relationships/image" Target="../media/image905.png"/><Relationship Id="rId460" Type="http://schemas.openxmlformats.org/officeDocument/2006/relationships/image" Target="../media/image979.png"/><Relationship Id="rId48" Type="http://schemas.openxmlformats.org/officeDocument/2006/relationships/customXml" Target="../ink/ink796.xml"/><Relationship Id="rId113" Type="http://schemas.openxmlformats.org/officeDocument/2006/relationships/customXml" Target="../ink/ink829.xml"/><Relationship Id="rId320" Type="http://schemas.openxmlformats.org/officeDocument/2006/relationships/customXml" Target="../ink/ink936.xml"/><Relationship Id="rId155" Type="http://schemas.openxmlformats.org/officeDocument/2006/relationships/customXml" Target="../ink/ink853.xml"/><Relationship Id="rId197" Type="http://schemas.openxmlformats.org/officeDocument/2006/relationships/customXml" Target="../ink/ink874.xml"/><Relationship Id="rId362" Type="http://schemas.openxmlformats.org/officeDocument/2006/relationships/customXml" Target="../ink/ink957.xml"/><Relationship Id="rId418" Type="http://schemas.openxmlformats.org/officeDocument/2006/relationships/customXml" Target="../ink/ink985.xml"/><Relationship Id="rId222" Type="http://schemas.openxmlformats.org/officeDocument/2006/relationships/image" Target="../media/image862.png"/><Relationship Id="rId264" Type="http://schemas.openxmlformats.org/officeDocument/2006/relationships/customXml" Target="../ink/ink908.xml"/><Relationship Id="rId17" Type="http://schemas.openxmlformats.org/officeDocument/2006/relationships/image" Target="../media/image768.png"/><Relationship Id="rId59" Type="http://schemas.openxmlformats.org/officeDocument/2006/relationships/image" Target="../media/image788.png"/><Relationship Id="rId124" Type="http://schemas.openxmlformats.org/officeDocument/2006/relationships/image" Target="../media/image820.png"/><Relationship Id="rId70" Type="http://schemas.openxmlformats.org/officeDocument/2006/relationships/customXml" Target="../ink/ink807.xml"/><Relationship Id="rId166" Type="http://schemas.openxmlformats.org/officeDocument/2006/relationships/image" Target="../media/image835.png"/><Relationship Id="rId331" Type="http://schemas.openxmlformats.org/officeDocument/2006/relationships/image" Target="../media/image916.png"/><Relationship Id="rId373" Type="http://schemas.openxmlformats.org/officeDocument/2006/relationships/image" Target="../media/image937.png"/><Relationship Id="rId429" Type="http://schemas.openxmlformats.org/officeDocument/2006/relationships/image" Target="../media/image964.png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892.xml"/><Relationship Id="rId440" Type="http://schemas.openxmlformats.org/officeDocument/2006/relationships/image" Target="../media/image969.png"/><Relationship Id="rId28" Type="http://schemas.openxmlformats.org/officeDocument/2006/relationships/customXml" Target="../ink/ink786.xml"/><Relationship Id="rId275" Type="http://schemas.openxmlformats.org/officeDocument/2006/relationships/image" Target="../media/image888.png"/><Relationship Id="rId300" Type="http://schemas.openxmlformats.org/officeDocument/2006/relationships/customXml" Target="../ink/ink926.xml"/><Relationship Id="rId81" Type="http://schemas.openxmlformats.org/officeDocument/2006/relationships/image" Target="../media/image799.png"/><Relationship Id="rId135" Type="http://schemas.openxmlformats.org/officeDocument/2006/relationships/customXml" Target="../ink/ink841.xml"/><Relationship Id="rId177" Type="http://schemas.openxmlformats.org/officeDocument/2006/relationships/customXml" Target="../ink/ink864.xml"/><Relationship Id="rId342" Type="http://schemas.openxmlformats.org/officeDocument/2006/relationships/customXml" Target="../ink/ink947.xml"/><Relationship Id="rId384" Type="http://schemas.openxmlformats.org/officeDocument/2006/relationships/customXml" Target="../ink/ink968.xml"/><Relationship Id="rId202" Type="http://schemas.openxmlformats.org/officeDocument/2006/relationships/image" Target="../media/image853.png"/><Relationship Id="rId244" Type="http://schemas.openxmlformats.org/officeDocument/2006/relationships/customXml" Target="../ink/ink898.xml"/><Relationship Id="rId39" Type="http://schemas.openxmlformats.org/officeDocument/2006/relationships/image" Target="../media/image778.png"/><Relationship Id="rId286" Type="http://schemas.openxmlformats.org/officeDocument/2006/relationships/customXml" Target="../ink/ink919.xml"/><Relationship Id="rId451" Type="http://schemas.openxmlformats.org/officeDocument/2006/relationships/customXml" Target="../ink/ink1002.xml"/><Relationship Id="rId50" Type="http://schemas.openxmlformats.org/officeDocument/2006/relationships/customXml" Target="../ink/ink797.xml"/><Relationship Id="rId104" Type="http://schemas.openxmlformats.org/officeDocument/2006/relationships/image" Target="../media/image810.png"/><Relationship Id="rId146" Type="http://schemas.openxmlformats.org/officeDocument/2006/relationships/image" Target="../media/image825.png"/><Relationship Id="rId188" Type="http://schemas.openxmlformats.org/officeDocument/2006/relationships/image" Target="../media/image846.png"/><Relationship Id="rId311" Type="http://schemas.openxmlformats.org/officeDocument/2006/relationships/image" Target="../media/image906.png"/><Relationship Id="rId353" Type="http://schemas.openxmlformats.org/officeDocument/2006/relationships/image" Target="../media/image927.png"/><Relationship Id="rId395" Type="http://schemas.openxmlformats.org/officeDocument/2006/relationships/image" Target="../media/image947.png"/><Relationship Id="rId409" Type="http://schemas.openxmlformats.org/officeDocument/2006/relationships/image" Target="../media/image954.png"/><Relationship Id="rId92" Type="http://schemas.openxmlformats.org/officeDocument/2006/relationships/image" Target="../media/image804.png"/><Relationship Id="rId213" Type="http://schemas.openxmlformats.org/officeDocument/2006/relationships/customXml" Target="../ink/ink882.xml"/><Relationship Id="rId420" Type="http://schemas.openxmlformats.org/officeDocument/2006/relationships/customXml" Target="../ink/ink986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35.png"/><Relationship Id="rId299" Type="http://schemas.openxmlformats.org/officeDocument/2006/relationships/customXml" Target="../ink/ink1156.xml"/><Relationship Id="rId21" Type="http://schemas.openxmlformats.org/officeDocument/2006/relationships/image" Target="../media/image989.png"/><Relationship Id="rId63" Type="http://schemas.openxmlformats.org/officeDocument/2006/relationships/image" Target="../media/image1009.png"/><Relationship Id="rId159" Type="http://schemas.openxmlformats.org/officeDocument/2006/relationships/image" Target="../media/image1056.png"/><Relationship Id="rId324" Type="http://schemas.openxmlformats.org/officeDocument/2006/relationships/image" Target="../media/image1138.png"/><Relationship Id="rId366" Type="http://schemas.openxmlformats.org/officeDocument/2006/relationships/image" Target="../media/image1159.png"/><Relationship Id="rId170" Type="http://schemas.openxmlformats.org/officeDocument/2006/relationships/image" Target="../media/image1061.png"/><Relationship Id="rId226" Type="http://schemas.openxmlformats.org/officeDocument/2006/relationships/image" Target="../media/image1089.png"/><Relationship Id="rId268" Type="http://schemas.openxmlformats.org/officeDocument/2006/relationships/image" Target="../media/image1110.png"/><Relationship Id="rId32" Type="http://schemas.openxmlformats.org/officeDocument/2006/relationships/customXml" Target="../ink/ink1022.xml"/><Relationship Id="rId74" Type="http://schemas.openxmlformats.org/officeDocument/2006/relationships/customXml" Target="../ink/ink1043.xml"/><Relationship Id="rId128" Type="http://schemas.openxmlformats.org/officeDocument/2006/relationships/customXml" Target="../ink/ink1070.xml"/><Relationship Id="rId335" Type="http://schemas.openxmlformats.org/officeDocument/2006/relationships/customXml" Target="../ink/ink1174.xml"/><Relationship Id="rId377" Type="http://schemas.openxmlformats.org/officeDocument/2006/relationships/customXml" Target="../ink/ink1195.xml"/><Relationship Id="rId5" Type="http://schemas.openxmlformats.org/officeDocument/2006/relationships/image" Target="../media/image981.png"/><Relationship Id="rId181" Type="http://schemas.openxmlformats.org/officeDocument/2006/relationships/customXml" Target="../ink/ink1097.xml"/><Relationship Id="rId237" Type="http://schemas.openxmlformats.org/officeDocument/2006/relationships/customXml" Target="../ink/ink1125.xml"/><Relationship Id="rId279" Type="http://schemas.openxmlformats.org/officeDocument/2006/relationships/customXml" Target="../ink/ink1146.xml"/><Relationship Id="rId43" Type="http://schemas.openxmlformats.org/officeDocument/2006/relationships/image" Target="../media/image999.png"/><Relationship Id="rId139" Type="http://schemas.openxmlformats.org/officeDocument/2006/relationships/image" Target="../media/image1046.png"/><Relationship Id="rId290" Type="http://schemas.openxmlformats.org/officeDocument/2006/relationships/image" Target="../media/image1121.png"/><Relationship Id="rId304" Type="http://schemas.openxmlformats.org/officeDocument/2006/relationships/image" Target="../media/image1128.png"/><Relationship Id="rId346" Type="http://schemas.openxmlformats.org/officeDocument/2006/relationships/image" Target="../media/image1149.png"/><Relationship Id="rId85" Type="http://schemas.openxmlformats.org/officeDocument/2006/relationships/image" Target="../media/image1019.png"/><Relationship Id="rId150" Type="http://schemas.openxmlformats.org/officeDocument/2006/relationships/customXml" Target="../ink/ink1081.xml"/><Relationship Id="rId192" Type="http://schemas.openxmlformats.org/officeDocument/2006/relationships/image" Target="../media/image1072.png"/><Relationship Id="rId206" Type="http://schemas.openxmlformats.org/officeDocument/2006/relationships/image" Target="../media/image1079.png"/><Relationship Id="rId248" Type="http://schemas.openxmlformats.org/officeDocument/2006/relationships/image" Target="../media/image1100.png"/><Relationship Id="rId12" Type="http://schemas.openxmlformats.org/officeDocument/2006/relationships/customXml" Target="../ink/ink1012.xml"/><Relationship Id="rId108" Type="http://schemas.openxmlformats.org/officeDocument/2006/relationships/customXml" Target="../ink/ink1060.xml"/><Relationship Id="rId315" Type="http://schemas.openxmlformats.org/officeDocument/2006/relationships/customXml" Target="../ink/ink1164.xml"/><Relationship Id="rId357" Type="http://schemas.openxmlformats.org/officeDocument/2006/relationships/customXml" Target="../ink/ink1185.xml"/><Relationship Id="rId54" Type="http://schemas.openxmlformats.org/officeDocument/2006/relationships/customXml" Target="../ink/ink1033.xml"/><Relationship Id="rId96" Type="http://schemas.openxmlformats.org/officeDocument/2006/relationships/customXml" Target="../ink/ink1054.xml"/><Relationship Id="rId161" Type="http://schemas.openxmlformats.org/officeDocument/2006/relationships/customXml" Target="../ink/ink1087.xml"/><Relationship Id="rId217" Type="http://schemas.openxmlformats.org/officeDocument/2006/relationships/customXml" Target="../ink/ink1115.xml"/><Relationship Id="rId259" Type="http://schemas.openxmlformats.org/officeDocument/2006/relationships/customXml" Target="../ink/ink1136.xml"/><Relationship Id="rId23" Type="http://schemas.openxmlformats.org/officeDocument/2006/relationships/image" Target="../media/image990.png"/><Relationship Id="rId119" Type="http://schemas.openxmlformats.org/officeDocument/2006/relationships/image" Target="../media/image1036.png"/><Relationship Id="rId270" Type="http://schemas.openxmlformats.org/officeDocument/2006/relationships/image" Target="../media/image1111.png"/><Relationship Id="rId326" Type="http://schemas.openxmlformats.org/officeDocument/2006/relationships/image" Target="../media/image1139.png"/><Relationship Id="rId65" Type="http://schemas.openxmlformats.org/officeDocument/2006/relationships/image" Target="../media/image6.png"/><Relationship Id="rId130" Type="http://schemas.openxmlformats.org/officeDocument/2006/relationships/customXml" Target="../ink/ink1071.xml"/><Relationship Id="rId368" Type="http://schemas.openxmlformats.org/officeDocument/2006/relationships/image" Target="../media/image1160.png"/><Relationship Id="rId172" Type="http://schemas.openxmlformats.org/officeDocument/2006/relationships/image" Target="../media/image1062.png"/><Relationship Id="rId228" Type="http://schemas.openxmlformats.org/officeDocument/2006/relationships/image" Target="../media/image1090.png"/><Relationship Id="rId281" Type="http://schemas.openxmlformats.org/officeDocument/2006/relationships/customXml" Target="../ink/ink1147.xml"/><Relationship Id="rId337" Type="http://schemas.openxmlformats.org/officeDocument/2006/relationships/customXml" Target="../ink/ink1175.xml"/><Relationship Id="rId34" Type="http://schemas.openxmlformats.org/officeDocument/2006/relationships/customXml" Target="../ink/ink1023.xml"/><Relationship Id="rId76" Type="http://schemas.openxmlformats.org/officeDocument/2006/relationships/customXml" Target="../ink/ink1044.xml"/><Relationship Id="rId141" Type="http://schemas.openxmlformats.org/officeDocument/2006/relationships/image" Target="../media/image1047.png"/><Relationship Id="rId379" Type="http://schemas.openxmlformats.org/officeDocument/2006/relationships/customXml" Target="../ink/ink1196.xml"/><Relationship Id="rId7" Type="http://schemas.openxmlformats.org/officeDocument/2006/relationships/image" Target="../media/image982.png"/><Relationship Id="rId183" Type="http://schemas.openxmlformats.org/officeDocument/2006/relationships/customXml" Target="../ink/ink1098.xml"/><Relationship Id="rId239" Type="http://schemas.openxmlformats.org/officeDocument/2006/relationships/customXml" Target="../ink/ink1126.xml"/><Relationship Id="rId250" Type="http://schemas.openxmlformats.org/officeDocument/2006/relationships/image" Target="../media/image1101.png"/><Relationship Id="rId292" Type="http://schemas.openxmlformats.org/officeDocument/2006/relationships/image" Target="../media/image1122.png"/><Relationship Id="rId306" Type="http://schemas.openxmlformats.org/officeDocument/2006/relationships/image" Target="../media/image1129.png"/><Relationship Id="rId45" Type="http://schemas.openxmlformats.org/officeDocument/2006/relationships/image" Target="../media/image1000.png"/><Relationship Id="rId87" Type="http://schemas.openxmlformats.org/officeDocument/2006/relationships/image" Target="../media/image1020.png"/><Relationship Id="rId110" Type="http://schemas.openxmlformats.org/officeDocument/2006/relationships/customXml" Target="../ink/ink1061.xml"/><Relationship Id="rId348" Type="http://schemas.openxmlformats.org/officeDocument/2006/relationships/image" Target="../media/image1150.png"/><Relationship Id="rId152" Type="http://schemas.openxmlformats.org/officeDocument/2006/relationships/customXml" Target="../ink/ink1082.xml"/><Relationship Id="rId194" Type="http://schemas.openxmlformats.org/officeDocument/2006/relationships/image" Target="../media/image1073.png"/><Relationship Id="rId208" Type="http://schemas.openxmlformats.org/officeDocument/2006/relationships/image" Target="../media/image1080.png"/><Relationship Id="rId261" Type="http://schemas.openxmlformats.org/officeDocument/2006/relationships/customXml" Target="../ink/ink1137.xml"/><Relationship Id="rId14" Type="http://schemas.openxmlformats.org/officeDocument/2006/relationships/customXml" Target="../ink/ink1013.xml"/><Relationship Id="rId56" Type="http://schemas.openxmlformats.org/officeDocument/2006/relationships/customXml" Target="../ink/ink1034.xml"/><Relationship Id="rId317" Type="http://schemas.openxmlformats.org/officeDocument/2006/relationships/customXml" Target="../ink/ink1165.xml"/><Relationship Id="rId359" Type="http://schemas.openxmlformats.org/officeDocument/2006/relationships/customXml" Target="../ink/ink1186.xml"/><Relationship Id="rId98" Type="http://schemas.openxmlformats.org/officeDocument/2006/relationships/customXml" Target="../ink/ink1055.xml"/><Relationship Id="rId121" Type="http://schemas.openxmlformats.org/officeDocument/2006/relationships/image" Target="../media/image1037.png"/><Relationship Id="rId163" Type="http://schemas.openxmlformats.org/officeDocument/2006/relationships/customXml" Target="../ink/ink1088.xml"/><Relationship Id="rId219" Type="http://schemas.openxmlformats.org/officeDocument/2006/relationships/customXml" Target="../ink/ink1116.xml"/><Relationship Id="rId370" Type="http://schemas.openxmlformats.org/officeDocument/2006/relationships/image" Target="../media/image1161.png"/><Relationship Id="rId230" Type="http://schemas.openxmlformats.org/officeDocument/2006/relationships/image" Target="../media/image1091.png"/><Relationship Id="rId25" Type="http://schemas.openxmlformats.org/officeDocument/2006/relationships/image" Target="../media/image991.png"/><Relationship Id="rId67" Type="http://schemas.openxmlformats.org/officeDocument/2006/relationships/image" Target="../media/image1010.png"/><Relationship Id="rId272" Type="http://schemas.openxmlformats.org/officeDocument/2006/relationships/image" Target="../media/image1112.png"/><Relationship Id="rId328" Type="http://schemas.openxmlformats.org/officeDocument/2006/relationships/image" Target="../media/image1140.png"/><Relationship Id="rId132" Type="http://schemas.openxmlformats.org/officeDocument/2006/relationships/customXml" Target="../ink/ink1072.xml"/><Relationship Id="rId174" Type="http://schemas.openxmlformats.org/officeDocument/2006/relationships/image" Target="../media/image1063.png"/><Relationship Id="rId241" Type="http://schemas.openxmlformats.org/officeDocument/2006/relationships/customXml" Target="../ink/ink1127.xml"/><Relationship Id="rId36" Type="http://schemas.openxmlformats.org/officeDocument/2006/relationships/customXml" Target="../ink/ink1024.xml"/><Relationship Id="rId283" Type="http://schemas.openxmlformats.org/officeDocument/2006/relationships/customXml" Target="../ink/ink1148.xml"/><Relationship Id="rId339" Type="http://schemas.openxmlformats.org/officeDocument/2006/relationships/customXml" Target="../ink/ink1176.xml"/><Relationship Id="rId78" Type="http://schemas.openxmlformats.org/officeDocument/2006/relationships/customXml" Target="../ink/ink1045.xml"/><Relationship Id="rId101" Type="http://schemas.openxmlformats.org/officeDocument/2006/relationships/image" Target="../media/image1027.png"/><Relationship Id="rId143" Type="http://schemas.openxmlformats.org/officeDocument/2006/relationships/image" Target="../media/image1048.png"/><Relationship Id="rId185" Type="http://schemas.openxmlformats.org/officeDocument/2006/relationships/customXml" Target="../ink/ink1099.xml"/><Relationship Id="rId350" Type="http://schemas.openxmlformats.org/officeDocument/2006/relationships/image" Target="../media/image1151.png"/><Relationship Id="rId9" Type="http://schemas.openxmlformats.org/officeDocument/2006/relationships/image" Target="../media/image983.png"/><Relationship Id="rId210" Type="http://schemas.openxmlformats.org/officeDocument/2006/relationships/image" Target="../media/image1081.png"/><Relationship Id="rId26" Type="http://schemas.openxmlformats.org/officeDocument/2006/relationships/customXml" Target="../ink/ink1019.xml"/><Relationship Id="rId231" Type="http://schemas.openxmlformats.org/officeDocument/2006/relationships/customXml" Target="../ink/ink1122.xml"/><Relationship Id="rId252" Type="http://schemas.openxmlformats.org/officeDocument/2006/relationships/image" Target="../media/image1102.png"/><Relationship Id="rId273" Type="http://schemas.openxmlformats.org/officeDocument/2006/relationships/customXml" Target="../ink/ink1143.xml"/><Relationship Id="rId294" Type="http://schemas.openxmlformats.org/officeDocument/2006/relationships/image" Target="../media/image1123.png"/><Relationship Id="rId308" Type="http://schemas.openxmlformats.org/officeDocument/2006/relationships/image" Target="../media/image1130.png"/><Relationship Id="rId329" Type="http://schemas.openxmlformats.org/officeDocument/2006/relationships/customXml" Target="../ink/ink1171.xml"/><Relationship Id="rId47" Type="http://schemas.openxmlformats.org/officeDocument/2006/relationships/image" Target="../media/image1001.png"/><Relationship Id="rId68" Type="http://schemas.openxmlformats.org/officeDocument/2006/relationships/customXml" Target="../ink/ink1040.xml"/><Relationship Id="rId89" Type="http://schemas.openxmlformats.org/officeDocument/2006/relationships/image" Target="../media/image1021.png"/><Relationship Id="rId112" Type="http://schemas.openxmlformats.org/officeDocument/2006/relationships/customXml" Target="../ink/ink1062.xml"/><Relationship Id="rId133" Type="http://schemas.openxmlformats.org/officeDocument/2006/relationships/image" Target="../media/image1043.png"/><Relationship Id="rId154" Type="http://schemas.openxmlformats.org/officeDocument/2006/relationships/customXml" Target="../ink/ink1083.xml"/><Relationship Id="rId175" Type="http://schemas.openxmlformats.org/officeDocument/2006/relationships/customXml" Target="../ink/ink1094.xml"/><Relationship Id="rId340" Type="http://schemas.openxmlformats.org/officeDocument/2006/relationships/image" Target="../media/image1146.png"/><Relationship Id="rId361" Type="http://schemas.openxmlformats.org/officeDocument/2006/relationships/customXml" Target="../ink/ink1187.xml"/><Relationship Id="rId196" Type="http://schemas.openxmlformats.org/officeDocument/2006/relationships/image" Target="../media/image1074.png"/><Relationship Id="rId200" Type="http://schemas.openxmlformats.org/officeDocument/2006/relationships/image" Target="../media/image1076.png"/><Relationship Id="rId16" Type="http://schemas.openxmlformats.org/officeDocument/2006/relationships/customXml" Target="../ink/ink1014.xml"/><Relationship Id="rId221" Type="http://schemas.openxmlformats.org/officeDocument/2006/relationships/customXml" Target="../ink/ink1117.xml"/><Relationship Id="rId242" Type="http://schemas.openxmlformats.org/officeDocument/2006/relationships/image" Target="../media/image1097.png"/><Relationship Id="rId263" Type="http://schemas.openxmlformats.org/officeDocument/2006/relationships/customXml" Target="../ink/ink1138.xml"/><Relationship Id="rId284" Type="http://schemas.openxmlformats.org/officeDocument/2006/relationships/image" Target="../media/image1118.png"/><Relationship Id="rId319" Type="http://schemas.openxmlformats.org/officeDocument/2006/relationships/customXml" Target="../ink/ink1166.xml"/><Relationship Id="rId37" Type="http://schemas.openxmlformats.org/officeDocument/2006/relationships/image" Target="../media/image997.png"/><Relationship Id="rId58" Type="http://schemas.openxmlformats.org/officeDocument/2006/relationships/customXml" Target="../ink/ink1035.xml"/><Relationship Id="rId79" Type="http://schemas.openxmlformats.org/officeDocument/2006/relationships/image" Target="../media/image1016.png"/><Relationship Id="rId102" Type="http://schemas.openxmlformats.org/officeDocument/2006/relationships/customXml" Target="../ink/ink1057.xml"/><Relationship Id="rId123" Type="http://schemas.openxmlformats.org/officeDocument/2006/relationships/image" Target="../media/image1038.png"/><Relationship Id="rId144" Type="http://schemas.openxmlformats.org/officeDocument/2006/relationships/customXml" Target="../ink/ink1078.xml"/><Relationship Id="rId330" Type="http://schemas.openxmlformats.org/officeDocument/2006/relationships/image" Target="../media/image1141.png"/><Relationship Id="rId90" Type="http://schemas.openxmlformats.org/officeDocument/2006/relationships/customXml" Target="../ink/ink1051.xml"/><Relationship Id="rId165" Type="http://schemas.openxmlformats.org/officeDocument/2006/relationships/customXml" Target="../ink/ink1089.xml"/><Relationship Id="rId186" Type="http://schemas.openxmlformats.org/officeDocument/2006/relationships/image" Target="../media/image1069.png"/><Relationship Id="rId351" Type="http://schemas.openxmlformats.org/officeDocument/2006/relationships/customXml" Target="../ink/ink1182.xml"/><Relationship Id="rId372" Type="http://schemas.openxmlformats.org/officeDocument/2006/relationships/image" Target="../media/image1162.png"/><Relationship Id="rId211" Type="http://schemas.openxmlformats.org/officeDocument/2006/relationships/customXml" Target="../ink/ink1112.xml"/><Relationship Id="rId232" Type="http://schemas.openxmlformats.org/officeDocument/2006/relationships/image" Target="../media/image1092.png"/><Relationship Id="rId253" Type="http://schemas.openxmlformats.org/officeDocument/2006/relationships/customXml" Target="../ink/ink1133.xml"/><Relationship Id="rId274" Type="http://schemas.openxmlformats.org/officeDocument/2006/relationships/image" Target="../media/image1113.png"/><Relationship Id="rId295" Type="http://schemas.openxmlformats.org/officeDocument/2006/relationships/customXml" Target="../ink/ink1154.xml"/><Relationship Id="rId309" Type="http://schemas.openxmlformats.org/officeDocument/2006/relationships/customXml" Target="../ink/ink1161.xml"/><Relationship Id="rId27" Type="http://schemas.openxmlformats.org/officeDocument/2006/relationships/image" Target="../media/image992.png"/><Relationship Id="rId48" Type="http://schemas.openxmlformats.org/officeDocument/2006/relationships/customXml" Target="../ink/ink1030.xml"/><Relationship Id="rId69" Type="http://schemas.openxmlformats.org/officeDocument/2006/relationships/image" Target="../media/image1011.png"/><Relationship Id="rId113" Type="http://schemas.openxmlformats.org/officeDocument/2006/relationships/image" Target="../media/image1033.png"/><Relationship Id="rId134" Type="http://schemas.openxmlformats.org/officeDocument/2006/relationships/customXml" Target="../ink/ink1073.xml"/><Relationship Id="rId320" Type="http://schemas.openxmlformats.org/officeDocument/2006/relationships/image" Target="../media/image1136.png"/><Relationship Id="rId80" Type="http://schemas.openxmlformats.org/officeDocument/2006/relationships/customXml" Target="../ink/ink1046.xml"/><Relationship Id="rId155" Type="http://schemas.openxmlformats.org/officeDocument/2006/relationships/image" Target="../media/image1054.png"/><Relationship Id="rId176" Type="http://schemas.openxmlformats.org/officeDocument/2006/relationships/image" Target="../media/image1064.png"/><Relationship Id="rId197" Type="http://schemas.openxmlformats.org/officeDocument/2006/relationships/customXml" Target="../ink/ink1105.xml"/><Relationship Id="rId341" Type="http://schemas.openxmlformats.org/officeDocument/2006/relationships/customXml" Target="../ink/ink1177.xml"/><Relationship Id="rId362" Type="http://schemas.openxmlformats.org/officeDocument/2006/relationships/image" Target="../media/image1157.png"/><Relationship Id="rId201" Type="http://schemas.openxmlformats.org/officeDocument/2006/relationships/customXml" Target="../ink/ink1107.xml"/><Relationship Id="rId222" Type="http://schemas.openxmlformats.org/officeDocument/2006/relationships/image" Target="../media/image1087.png"/><Relationship Id="rId243" Type="http://schemas.openxmlformats.org/officeDocument/2006/relationships/customXml" Target="../ink/ink1128.xml"/><Relationship Id="rId264" Type="http://schemas.openxmlformats.org/officeDocument/2006/relationships/image" Target="../media/image1108.png"/><Relationship Id="rId285" Type="http://schemas.openxmlformats.org/officeDocument/2006/relationships/customXml" Target="../ink/ink1149.xml"/><Relationship Id="rId17" Type="http://schemas.openxmlformats.org/officeDocument/2006/relationships/image" Target="../media/image987.png"/><Relationship Id="rId38" Type="http://schemas.openxmlformats.org/officeDocument/2006/relationships/customXml" Target="../ink/ink1025.xml"/><Relationship Id="rId59" Type="http://schemas.openxmlformats.org/officeDocument/2006/relationships/image" Target="../media/image1007.png"/><Relationship Id="rId103" Type="http://schemas.openxmlformats.org/officeDocument/2006/relationships/image" Target="../media/image1028.png"/><Relationship Id="rId124" Type="http://schemas.openxmlformats.org/officeDocument/2006/relationships/customXml" Target="../ink/ink1068.xml"/><Relationship Id="rId310" Type="http://schemas.openxmlformats.org/officeDocument/2006/relationships/image" Target="../media/image1131.png"/><Relationship Id="rId70" Type="http://schemas.openxmlformats.org/officeDocument/2006/relationships/customXml" Target="../ink/ink1041.xml"/><Relationship Id="rId91" Type="http://schemas.openxmlformats.org/officeDocument/2006/relationships/image" Target="../media/image1022.png"/><Relationship Id="rId145" Type="http://schemas.openxmlformats.org/officeDocument/2006/relationships/image" Target="../media/image1049.png"/><Relationship Id="rId166" Type="http://schemas.openxmlformats.org/officeDocument/2006/relationships/image" Target="../media/image1059.png"/><Relationship Id="rId187" Type="http://schemas.openxmlformats.org/officeDocument/2006/relationships/customXml" Target="../ink/ink1100.xml"/><Relationship Id="rId331" Type="http://schemas.openxmlformats.org/officeDocument/2006/relationships/customXml" Target="../ink/ink1172.xml"/><Relationship Id="rId352" Type="http://schemas.openxmlformats.org/officeDocument/2006/relationships/image" Target="../media/image1152.png"/><Relationship Id="rId373" Type="http://schemas.openxmlformats.org/officeDocument/2006/relationships/customXml" Target="../ink/ink1193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082.png"/><Relationship Id="rId233" Type="http://schemas.openxmlformats.org/officeDocument/2006/relationships/customXml" Target="../ink/ink1123.xml"/><Relationship Id="rId254" Type="http://schemas.openxmlformats.org/officeDocument/2006/relationships/image" Target="../media/image1103.png"/><Relationship Id="rId28" Type="http://schemas.openxmlformats.org/officeDocument/2006/relationships/customXml" Target="../ink/ink1020.xml"/><Relationship Id="rId49" Type="http://schemas.openxmlformats.org/officeDocument/2006/relationships/image" Target="../media/image1002.png"/><Relationship Id="rId114" Type="http://schemas.openxmlformats.org/officeDocument/2006/relationships/customXml" Target="../ink/ink1063.xml"/><Relationship Id="rId275" Type="http://schemas.openxmlformats.org/officeDocument/2006/relationships/customXml" Target="../ink/ink1144.xml"/><Relationship Id="rId296" Type="http://schemas.openxmlformats.org/officeDocument/2006/relationships/image" Target="../media/image1124.png"/><Relationship Id="rId300" Type="http://schemas.openxmlformats.org/officeDocument/2006/relationships/image" Target="../media/image1126.png"/><Relationship Id="rId60" Type="http://schemas.openxmlformats.org/officeDocument/2006/relationships/customXml" Target="../ink/ink1036.xml"/><Relationship Id="rId81" Type="http://schemas.openxmlformats.org/officeDocument/2006/relationships/image" Target="../media/image1017.png"/><Relationship Id="rId135" Type="http://schemas.openxmlformats.org/officeDocument/2006/relationships/image" Target="../media/image1044.png"/><Relationship Id="rId156" Type="http://schemas.openxmlformats.org/officeDocument/2006/relationships/customXml" Target="../ink/ink1084.xml"/><Relationship Id="rId177" Type="http://schemas.openxmlformats.org/officeDocument/2006/relationships/customXml" Target="../ink/ink1095.xml"/><Relationship Id="rId198" Type="http://schemas.openxmlformats.org/officeDocument/2006/relationships/image" Target="../media/image1075.png"/><Relationship Id="rId321" Type="http://schemas.openxmlformats.org/officeDocument/2006/relationships/customXml" Target="../ink/ink1167.xml"/><Relationship Id="rId342" Type="http://schemas.openxmlformats.org/officeDocument/2006/relationships/image" Target="../media/image1147.png"/><Relationship Id="rId363" Type="http://schemas.openxmlformats.org/officeDocument/2006/relationships/customXml" Target="../ink/ink1188.xml"/><Relationship Id="rId202" Type="http://schemas.openxmlformats.org/officeDocument/2006/relationships/image" Target="../media/image1077.png"/><Relationship Id="rId223" Type="http://schemas.openxmlformats.org/officeDocument/2006/relationships/customXml" Target="../ink/ink1118.xml"/><Relationship Id="rId244" Type="http://schemas.openxmlformats.org/officeDocument/2006/relationships/image" Target="../media/image1098.png"/><Relationship Id="rId18" Type="http://schemas.openxmlformats.org/officeDocument/2006/relationships/customXml" Target="../ink/ink1015.xml"/><Relationship Id="rId39" Type="http://schemas.openxmlformats.org/officeDocument/2006/relationships/image" Target="../media/image535.png"/><Relationship Id="rId265" Type="http://schemas.openxmlformats.org/officeDocument/2006/relationships/customXml" Target="../ink/ink1139.xml"/><Relationship Id="rId286" Type="http://schemas.openxmlformats.org/officeDocument/2006/relationships/image" Target="../media/image1119.png"/><Relationship Id="rId50" Type="http://schemas.openxmlformats.org/officeDocument/2006/relationships/customXml" Target="../ink/ink1031.xml"/><Relationship Id="rId104" Type="http://schemas.openxmlformats.org/officeDocument/2006/relationships/customXml" Target="../ink/ink1058.xml"/><Relationship Id="rId125" Type="http://schemas.openxmlformats.org/officeDocument/2006/relationships/image" Target="../media/image1039.png"/><Relationship Id="rId146" Type="http://schemas.openxmlformats.org/officeDocument/2006/relationships/customXml" Target="../ink/ink1079.xml"/><Relationship Id="rId167" Type="http://schemas.openxmlformats.org/officeDocument/2006/relationships/customXml" Target="../ink/ink1090.xml"/><Relationship Id="rId188" Type="http://schemas.openxmlformats.org/officeDocument/2006/relationships/image" Target="../media/image1070.png"/><Relationship Id="rId311" Type="http://schemas.openxmlformats.org/officeDocument/2006/relationships/customXml" Target="../ink/ink1162.xml"/><Relationship Id="rId332" Type="http://schemas.openxmlformats.org/officeDocument/2006/relationships/image" Target="../media/image1142.png"/><Relationship Id="rId353" Type="http://schemas.openxmlformats.org/officeDocument/2006/relationships/customXml" Target="../ink/ink1183.xml"/><Relationship Id="rId374" Type="http://schemas.openxmlformats.org/officeDocument/2006/relationships/image" Target="../media/image1163.png"/><Relationship Id="rId71" Type="http://schemas.openxmlformats.org/officeDocument/2006/relationships/image" Target="../media/image1012.png"/><Relationship Id="rId92" Type="http://schemas.openxmlformats.org/officeDocument/2006/relationships/customXml" Target="../ink/ink1052.xml"/><Relationship Id="rId213" Type="http://schemas.openxmlformats.org/officeDocument/2006/relationships/customXml" Target="../ink/ink1113.xml"/><Relationship Id="rId234" Type="http://schemas.openxmlformats.org/officeDocument/2006/relationships/image" Target="../media/image1093.png"/><Relationship Id="rId2" Type="http://schemas.openxmlformats.org/officeDocument/2006/relationships/customXml" Target="../ink/ink1007.xml"/><Relationship Id="rId29" Type="http://schemas.openxmlformats.org/officeDocument/2006/relationships/image" Target="../media/image993.png"/><Relationship Id="rId255" Type="http://schemas.openxmlformats.org/officeDocument/2006/relationships/customXml" Target="../ink/ink1134.xml"/><Relationship Id="rId276" Type="http://schemas.openxmlformats.org/officeDocument/2006/relationships/image" Target="../media/image1114.png"/><Relationship Id="rId297" Type="http://schemas.openxmlformats.org/officeDocument/2006/relationships/customXml" Target="../ink/ink1155.xml"/><Relationship Id="rId40" Type="http://schemas.openxmlformats.org/officeDocument/2006/relationships/customXml" Target="../ink/ink1026.xml"/><Relationship Id="rId115" Type="http://schemas.openxmlformats.org/officeDocument/2006/relationships/image" Target="../media/image1034.png"/><Relationship Id="rId136" Type="http://schemas.openxmlformats.org/officeDocument/2006/relationships/customXml" Target="../ink/ink1074.xml"/><Relationship Id="rId157" Type="http://schemas.openxmlformats.org/officeDocument/2006/relationships/image" Target="../media/image1055.png"/><Relationship Id="rId178" Type="http://schemas.openxmlformats.org/officeDocument/2006/relationships/image" Target="../media/image1065.png"/><Relationship Id="rId301" Type="http://schemas.openxmlformats.org/officeDocument/2006/relationships/customXml" Target="../ink/ink1157.xml"/><Relationship Id="rId322" Type="http://schemas.openxmlformats.org/officeDocument/2006/relationships/image" Target="../media/image1137.png"/><Relationship Id="rId343" Type="http://schemas.openxmlformats.org/officeDocument/2006/relationships/customXml" Target="../ink/ink1178.xml"/><Relationship Id="rId364" Type="http://schemas.openxmlformats.org/officeDocument/2006/relationships/image" Target="../media/image1158.png"/><Relationship Id="rId61" Type="http://schemas.openxmlformats.org/officeDocument/2006/relationships/image" Target="../media/image1008.png"/><Relationship Id="rId82" Type="http://schemas.openxmlformats.org/officeDocument/2006/relationships/customXml" Target="../ink/ink1047.xml"/><Relationship Id="rId199" Type="http://schemas.openxmlformats.org/officeDocument/2006/relationships/customXml" Target="../ink/ink1106.xml"/><Relationship Id="rId203" Type="http://schemas.openxmlformats.org/officeDocument/2006/relationships/customXml" Target="../ink/ink1108.xml"/><Relationship Id="rId19" Type="http://schemas.openxmlformats.org/officeDocument/2006/relationships/image" Target="../media/image988.png"/><Relationship Id="rId224" Type="http://schemas.openxmlformats.org/officeDocument/2006/relationships/image" Target="../media/image1088.png"/><Relationship Id="rId245" Type="http://schemas.openxmlformats.org/officeDocument/2006/relationships/customXml" Target="../ink/ink1129.xml"/><Relationship Id="rId266" Type="http://schemas.openxmlformats.org/officeDocument/2006/relationships/image" Target="../media/image1109.png"/><Relationship Id="rId287" Type="http://schemas.openxmlformats.org/officeDocument/2006/relationships/customXml" Target="../ink/ink1150.xml"/><Relationship Id="rId30" Type="http://schemas.openxmlformats.org/officeDocument/2006/relationships/customXml" Target="../ink/ink1021.xml"/><Relationship Id="rId105" Type="http://schemas.openxmlformats.org/officeDocument/2006/relationships/image" Target="../media/image1029.png"/><Relationship Id="rId126" Type="http://schemas.openxmlformats.org/officeDocument/2006/relationships/customXml" Target="../ink/ink1069.xml"/><Relationship Id="rId147" Type="http://schemas.openxmlformats.org/officeDocument/2006/relationships/image" Target="../media/image1050.png"/><Relationship Id="rId168" Type="http://schemas.openxmlformats.org/officeDocument/2006/relationships/image" Target="../media/image1060.png"/><Relationship Id="rId312" Type="http://schemas.openxmlformats.org/officeDocument/2006/relationships/image" Target="../media/image1132.png"/><Relationship Id="rId333" Type="http://schemas.openxmlformats.org/officeDocument/2006/relationships/customXml" Target="../ink/ink1173.xml"/><Relationship Id="rId354" Type="http://schemas.openxmlformats.org/officeDocument/2006/relationships/image" Target="../media/image1153.png"/><Relationship Id="rId51" Type="http://schemas.openxmlformats.org/officeDocument/2006/relationships/image" Target="../media/image1003.png"/><Relationship Id="rId72" Type="http://schemas.openxmlformats.org/officeDocument/2006/relationships/customXml" Target="../ink/ink1042.xml"/><Relationship Id="rId93" Type="http://schemas.openxmlformats.org/officeDocument/2006/relationships/image" Target="../media/image1023.png"/><Relationship Id="rId189" Type="http://schemas.openxmlformats.org/officeDocument/2006/relationships/customXml" Target="../ink/ink1101.xml"/><Relationship Id="rId375" Type="http://schemas.openxmlformats.org/officeDocument/2006/relationships/customXml" Target="../ink/ink1194.xml"/><Relationship Id="rId3" Type="http://schemas.openxmlformats.org/officeDocument/2006/relationships/image" Target="../media/image980.png"/><Relationship Id="rId214" Type="http://schemas.openxmlformats.org/officeDocument/2006/relationships/image" Target="../media/image1083.png"/><Relationship Id="rId235" Type="http://schemas.openxmlformats.org/officeDocument/2006/relationships/customXml" Target="../ink/ink1124.xml"/><Relationship Id="rId256" Type="http://schemas.openxmlformats.org/officeDocument/2006/relationships/image" Target="../media/image1104.png"/><Relationship Id="rId277" Type="http://schemas.openxmlformats.org/officeDocument/2006/relationships/customXml" Target="../ink/ink1145.xml"/><Relationship Id="rId298" Type="http://schemas.openxmlformats.org/officeDocument/2006/relationships/image" Target="../media/image1125.png"/><Relationship Id="rId116" Type="http://schemas.openxmlformats.org/officeDocument/2006/relationships/customXml" Target="../ink/ink1064.xml"/><Relationship Id="rId137" Type="http://schemas.openxmlformats.org/officeDocument/2006/relationships/image" Target="../media/image1045.png"/><Relationship Id="rId158" Type="http://schemas.openxmlformats.org/officeDocument/2006/relationships/customXml" Target="../ink/ink1085.xml"/><Relationship Id="rId302" Type="http://schemas.openxmlformats.org/officeDocument/2006/relationships/image" Target="../media/image1127.png"/><Relationship Id="rId323" Type="http://schemas.openxmlformats.org/officeDocument/2006/relationships/customXml" Target="../ink/ink1168.xml"/><Relationship Id="rId344" Type="http://schemas.openxmlformats.org/officeDocument/2006/relationships/image" Target="../media/image1148.png"/><Relationship Id="rId20" Type="http://schemas.openxmlformats.org/officeDocument/2006/relationships/customXml" Target="../ink/ink1016.xml"/><Relationship Id="rId41" Type="http://schemas.openxmlformats.org/officeDocument/2006/relationships/image" Target="../media/image998.png"/><Relationship Id="rId62" Type="http://schemas.openxmlformats.org/officeDocument/2006/relationships/customXml" Target="../ink/ink1037.xml"/><Relationship Id="rId83" Type="http://schemas.openxmlformats.org/officeDocument/2006/relationships/image" Target="../media/image1018.png"/><Relationship Id="rId179" Type="http://schemas.openxmlformats.org/officeDocument/2006/relationships/customXml" Target="../ink/ink1096.xml"/><Relationship Id="rId365" Type="http://schemas.openxmlformats.org/officeDocument/2006/relationships/customXml" Target="../ink/ink1189.xml"/><Relationship Id="rId190" Type="http://schemas.openxmlformats.org/officeDocument/2006/relationships/image" Target="../media/image1071.png"/><Relationship Id="rId204" Type="http://schemas.openxmlformats.org/officeDocument/2006/relationships/image" Target="../media/image1078.png"/><Relationship Id="rId225" Type="http://schemas.openxmlformats.org/officeDocument/2006/relationships/customXml" Target="../ink/ink1119.xml"/><Relationship Id="rId246" Type="http://schemas.openxmlformats.org/officeDocument/2006/relationships/image" Target="../media/image1099.png"/><Relationship Id="rId267" Type="http://schemas.openxmlformats.org/officeDocument/2006/relationships/customXml" Target="../ink/ink1140.xml"/><Relationship Id="rId288" Type="http://schemas.openxmlformats.org/officeDocument/2006/relationships/image" Target="../media/image1120.png"/><Relationship Id="rId106" Type="http://schemas.openxmlformats.org/officeDocument/2006/relationships/customXml" Target="../ink/ink1059.xml"/><Relationship Id="rId127" Type="http://schemas.openxmlformats.org/officeDocument/2006/relationships/image" Target="../media/image1040.png"/><Relationship Id="rId313" Type="http://schemas.openxmlformats.org/officeDocument/2006/relationships/customXml" Target="../ink/ink1163.xml"/><Relationship Id="rId10" Type="http://schemas.openxmlformats.org/officeDocument/2006/relationships/customXml" Target="../ink/ink1011.xml"/><Relationship Id="rId31" Type="http://schemas.openxmlformats.org/officeDocument/2006/relationships/image" Target="../media/image994.png"/><Relationship Id="rId52" Type="http://schemas.openxmlformats.org/officeDocument/2006/relationships/customXml" Target="../ink/ink1032.xml"/><Relationship Id="rId73" Type="http://schemas.openxmlformats.org/officeDocument/2006/relationships/image" Target="../media/image1013.png"/><Relationship Id="rId94" Type="http://schemas.openxmlformats.org/officeDocument/2006/relationships/customXml" Target="../ink/ink1053.xml"/><Relationship Id="rId148" Type="http://schemas.openxmlformats.org/officeDocument/2006/relationships/customXml" Target="../ink/ink1080.xml"/><Relationship Id="rId169" Type="http://schemas.openxmlformats.org/officeDocument/2006/relationships/customXml" Target="../ink/ink1091.xml"/><Relationship Id="rId334" Type="http://schemas.openxmlformats.org/officeDocument/2006/relationships/image" Target="../media/image1143.png"/><Relationship Id="rId355" Type="http://schemas.openxmlformats.org/officeDocument/2006/relationships/customXml" Target="../ink/ink1184.xml"/><Relationship Id="rId376" Type="http://schemas.openxmlformats.org/officeDocument/2006/relationships/image" Target="../media/image1164.png"/><Relationship Id="rId4" Type="http://schemas.openxmlformats.org/officeDocument/2006/relationships/customXml" Target="../ink/ink1008.xml"/><Relationship Id="rId180" Type="http://schemas.openxmlformats.org/officeDocument/2006/relationships/image" Target="../media/image1066.png"/><Relationship Id="rId215" Type="http://schemas.openxmlformats.org/officeDocument/2006/relationships/customXml" Target="../ink/ink1114.xml"/><Relationship Id="rId236" Type="http://schemas.openxmlformats.org/officeDocument/2006/relationships/image" Target="../media/image1094.png"/><Relationship Id="rId257" Type="http://schemas.openxmlformats.org/officeDocument/2006/relationships/customXml" Target="../ink/ink1135.xml"/><Relationship Id="rId278" Type="http://schemas.openxmlformats.org/officeDocument/2006/relationships/image" Target="../media/image1115.png"/><Relationship Id="rId303" Type="http://schemas.openxmlformats.org/officeDocument/2006/relationships/customXml" Target="../ink/ink1158.xml"/><Relationship Id="rId42" Type="http://schemas.openxmlformats.org/officeDocument/2006/relationships/customXml" Target="../ink/ink1027.xml"/><Relationship Id="rId84" Type="http://schemas.openxmlformats.org/officeDocument/2006/relationships/customXml" Target="../ink/ink1048.xml"/><Relationship Id="rId138" Type="http://schemas.openxmlformats.org/officeDocument/2006/relationships/customXml" Target="../ink/ink1075.xml"/><Relationship Id="rId345" Type="http://schemas.openxmlformats.org/officeDocument/2006/relationships/customXml" Target="../ink/ink1179.xml"/><Relationship Id="rId191" Type="http://schemas.openxmlformats.org/officeDocument/2006/relationships/customXml" Target="../ink/ink1102.xml"/><Relationship Id="rId205" Type="http://schemas.openxmlformats.org/officeDocument/2006/relationships/customXml" Target="../ink/ink1109.xml"/><Relationship Id="rId247" Type="http://schemas.openxmlformats.org/officeDocument/2006/relationships/customXml" Target="../ink/ink1130.xml"/><Relationship Id="rId107" Type="http://schemas.openxmlformats.org/officeDocument/2006/relationships/image" Target="../media/image1030.png"/><Relationship Id="rId289" Type="http://schemas.openxmlformats.org/officeDocument/2006/relationships/customXml" Target="../ink/ink1151.xml"/><Relationship Id="rId11" Type="http://schemas.openxmlformats.org/officeDocument/2006/relationships/image" Target="../media/image984.png"/><Relationship Id="rId53" Type="http://schemas.openxmlformats.org/officeDocument/2006/relationships/image" Target="../media/image1004.png"/><Relationship Id="rId149" Type="http://schemas.openxmlformats.org/officeDocument/2006/relationships/image" Target="../media/image1051.png"/><Relationship Id="rId314" Type="http://schemas.openxmlformats.org/officeDocument/2006/relationships/image" Target="../media/image1133.png"/><Relationship Id="rId356" Type="http://schemas.openxmlformats.org/officeDocument/2006/relationships/image" Target="../media/image1154.png"/><Relationship Id="rId95" Type="http://schemas.openxmlformats.org/officeDocument/2006/relationships/image" Target="../media/image1024.png"/><Relationship Id="rId160" Type="http://schemas.openxmlformats.org/officeDocument/2006/relationships/customXml" Target="../ink/ink1086.xml"/><Relationship Id="rId216" Type="http://schemas.openxmlformats.org/officeDocument/2006/relationships/image" Target="../media/image1084.png"/><Relationship Id="rId258" Type="http://schemas.openxmlformats.org/officeDocument/2006/relationships/image" Target="../media/image1105.png"/><Relationship Id="rId22" Type="http://schemas.openxmlformats.org/officeDocument/2006/relationships/customXml" Target="../ink/ink1017.xml"/><Relationship Id="rId64" Type="http://schemas.openxmlformats.org/officeDocument/2006/relationships/customXml" Target="../ink/ink1038.xml"/><Relationship Id="rId118" Type="http://schemas.openxmlformats.org/officeDocument/2006/relationships/customXml" Target="../ink/ink1065.xml"/><Relationship Id="rId325" Type="http://schemas.openxmlformats.org/officeDocument/2006/relationships/customXml" Target="../ink/ink1169.xml"/><Relationship Id="rId367" Type="http://schemas.openxmlformats.org/officeDocument/2006/relationships/customXml" Target="../ink/ink1190.xml"/><Relationship Id="rId171" Type="http://schemas.openxmlformats.org/officeDocument/2006/relationships/customXml" Target="../ink/ink1092.xml"/><Relationship Id="rId227" Type="http://schemas.openxmlformats.org/officeDocument/2006/relationships/customXml" Target="../ink/ink1120.xml"/><Relationship Id="rId269" Type="http://schemas.openxmlformats.org/officeDocument/2006/relationships/customXml" Target="../ink/ink1141.xml"/><Relationship Id="rId33" Type="http://schemas.openxmlformats.org/officeDocument/2006/relationships/image" Target="../media/image995.png"/><Relationship Id="rId129" Type="http://schemas.openxmlformats.org/officeDocument/2006/relationships/image" Target="../media/image1041.png"/><Relationship Id="rId280" Type="http://schemas.openxmlformats.org/officeDocument/2006/relationships/image" Target="../media/image1116.png"/><Relationship Id="rId336" Type="http://schemas.openxmlformats.org/officeDocument/2006/relationships/image" Target="../media/image1144.png"/><Relationship Id="rId75" Type="http://schemas.openxmlformats.org/officeDocument/2006/relationships/image" Target="../media/image1014.png"/><Relationship Id="rId140" Type="http://schemas.openxmlformats.org/officeDocument/2006/relationships/customXml" Target="../ink/ink1076.xml"/><Relationship Id="rId182" Type="http://schemas.openxmlformats.org/officeDocument/2006/relationships/image" Target="../media/image1067.png"/><Relationship Id="rId378" Type="http://schemas.openxmlformats.org/officeDocument/2006/relationships/image" Target="../media/image1165.png"/><Relationship Id="rId6" Type="http://schemas.openxmlformats.org/officeDocument/2006/relationships/customXml" Target="../ink/ink1009.xml"/><Relationship Id="rId238" Type="http://schemas.openxmlformats.org/officeDocument/2006/relationships/image" Target="../media/image1095.png"/><Relationship Id="rId291" Type="http://schemas.openxmlformats.org/officeDocument/2006/relationships/customXml" Target="../ink/ink1152.xml"/><Relationship Id="rId305" Type="http://schemas.openxmlformats.org/officeDocument/2006/relationships/customXml" Target="../ink/ink1159.xml"/><Relationship Id="rId347" Type="http://schemas.openxmlformats.org/officeDocument/2006/relationships/customXml" Target="../ink/ink1180.xml"/><Relationship Id="rId44" Type="http://schemas.openxmlformats.org/officeDocument/2006/relationships/customXml" Target="../ink/ink1028.xml"/><Relationship Id="rId86" Type="http://schemas.openxmlformats.org/officeDocument/2006/relationships/customXml" Target="../ink/ink1049.xml"/><Relationship Id="rId151" Type="http://schemas.openxmlformats.org/officeDocument/2006/relationships/image" Target="../media/image1052.png"/><Relationship Id="rId193" Type="http://schemas.openxmlformats.org/officeDocument/2006/relationships/customXml" Target="../ink/ink1103.xml"/><Relationship Id="rId207" Type="http://schemas.openxmlformats.org/officeDocument/2006/relationships/customXml" Target="../ink/ink1110.xml"/><Relationship Id="rId249" Type="http://schemas.openxmlformats.org/officeDocument/2006/relationships/customXml" Target="../ink/ink1131.xml"/><Relationship Id="rId13" Type="http://schemas.openxmlformats.org/officeDocument/2006/relationships/image" Target="../media/image985.png"/><Relationship Id="rId109" Type="http://schemas.openxmlformats.org/officeDocument/2006/relationships/image" Target="../media/image1031.png"/><Relationship Id="rId260" Type="http://schemas.openxmlformats.org/officeDocument/2006/relationships/image" Target="../media/image1106.png"/><Relationship Id="rId316" Type="http://schemas.openxmlformats.org/officeDocument/2006/relationships/image" Target="../media/image1134.png"/><Relationship Id="rId55" Type="http://schemas.openxmlformats.org/officeDocument/2006/relationships/image" Target="../media/image1005.png"/><Relationship Id="rId97" Type="http://schemas.openxmlformats.org/officeDocument/2006/relationships/image" Target="../media/image1025.png"/><Relationship Id="rId120" Type="http://schemas.openxmlformats.org/officeDocument/2006/relationships/customXml" Target="../ink/ink1066.xml"/><Relationship Id="rId358" Type="http://schemas.openxmlformats.org/officeDocument/2006/relationships/image" Target="../media/image1155.png"/><Relationship Id="rId162" Type="http://schemas.openxmlformats.org/officeDocument/2006/relationships/image" Target="../media/image1057.png"/><Relationship Id="rId218" Type="http://schemas.openxmlformats.org/officeDocument/2006/relationships/image" Target="../media/image1085.png"/><Relationship Id="rId271" Type="http://schemas.openxmlformats.org/officeDocument/2006/relationships/customXml" Target="../ink/ink1142.xml"/><Relationship Id="rId24" Type="http://schemas.openxmlformats.org/officeDocument/2006/relationships/customXml" Target="../ink/ink1018.xml"/><Relationship Id="rId66" Type="http://schemas.openxmlformats.org/officeDocument/2006/relationships/customXml" Target="../ink/ink1039.xml"/><Relationship Id="rId131" Type="http://schemas.openxmlformats.org/officeDocument/2006/relationships/image" Target="../media/image1042.png"/><Relationship Id="rId327" Type="http://schemas.openxmlformats.org/officeDocument/2006/relationships/customXml" Target="../ink/ink1170.xml"/><Relationship Id="rId369" Type="http://schemas.openxmlformats.org/officeDocument/2006/relationships/customXml" Target="../ink/ink1191.xml"/><Relationship Id="rId173" Type="http://schemas.openxmlformats.org/officeDocument/2006/relationships/customXml" Target="../ink/ink1093.xml"/><Relationship Id="rId229" Type="http://schemas.openxmlformats.org/officeDocument/2006/relationships/customXml" Target="../ink/ink1121.xml"/><Relationship Id="rId380" Type="http://schemas.openxmlformats.org/officeDocument/2006/relationships/image" Target="../media/image1166.png"/><Relationship Id="rId240" Type="http://schemas.openxmlformats.org/officeDocument/2006/relationships/image" Target="../media/image1096.png"/><Relationship Id="rId35" Type="http://schemas.openxmlformats.org/officeDocument/2006/relationships/image" Target="../media/image996.png"/><Relationship Id="rId77" Type="http://schemas.openxmlformats.org/officeDocument/2006/relationships/image" Target="../media/image1015.png"/><Relationship Id="rId100" Type="http://schemas.openxmlformats.org/officeDocument/2006/relationships/customXml" Target="../ink/ink1056.xml"/><Relationship Id="rId282" Type="http://schemas.openxmlformats.org/officeDocument/2006/relationships/image" Target="../media/image1117.png"/><Relationship Id="rId338" Type="http://schemas.openxmlformats.org/officeDocument/2006/relationships/image" Target="../media/image1145.png"/><Relationship Id="rId8" Type="http://schemas.openxmlformats.org/officeDocument/2006/relationships/customXml" Target="../ink/ink1010.xml"/><Relationship Id="rId142" Type="http://schemas.openxmlformats.org/officeDocument/2006/relationships/customXml" Target="../ink/ink1077.xml"/><Relationship Id="rId184" Type="http://schemas.openxmlformats.org/officeDocument/2006/relationships/image" Target="../media/image1068.png"/><Relationship Id="rId251" Type="http://schemas.openxmlformats.org/officeDocument/2006/relationships/customXml" Target="../ink/ink1132.xml"/><Relationship Id="rId46" Type="http://schemas.openxmlformats.org/officeDocument/2006/relationships/customXml" Target="../ink/ink1029.xml"/><Relationship Id="rId293" Type="http://schemas.openxmlformats.org/officeDocument/2006/relationships/customXml" Target="../ink/ink1153.xml"/><Relationship Id="rId307" Type="http://schemas.openxmlformats.org/officeDocument/2006/relationships/customXml" Target="../ink/ink1160.xml"/><Relationship Id="rId349" Type="http://schemas.openxmlformats.org/officeDocument/2006/relationships/customXml" Target="../ink/ink1181.xml"/><Relationship Id="rId88" Type="http://schemas.openxmlformats.org/officeDocument/2006/relationships/customXml" Target="../ink/ink1050.xml"/><Relationship Id="rId111" Type="http://schemas.openxmlformats.org/officeDocument/2006/relationships/image" Target="../media/image1032.png"/><Relationship Id="rId153" Type="http://schemas.openxmlformats.org/officeDocument/2006/relationships/image" Target="../media/image1053.png"/><Relationship Id="rId195" Type="http://schemas.openxmlformats.org/officeDocument/2006/relationships/customXml" Target="../ink/ink1104.xml"/><Relationship Id="rId209" Type="http://schemas.openxmlformats.org/officeDocument/2006/relationships/customXml" Target="../ink/ink1111.xml"/><Relationship Id="rId360" Type="http://schemas.openxmlformats.org/officeDocument/2006/relationships/image" Target="../media/image1156.png"/><Relationship Id="rId220" Type="http://schemas.openxmlformats.org/officeDocument/2006/relationships/image" Target="../media/image1086.png"/><Relationship Id="rId15" Type="http://schemas.openxmlformats.org/officeDocument/2006/relationships/image" Target="../media/image986.png"/><Relationship Id="rId57" Type="http://schemas.openxmlformats.org/officeDocument/2006/relationships/image" Target="../media/image1006.png"/><Relationship Id="rId262" Type="http://schemas.openxmlformats.org/officeDocument/2006/relationships/image" Target="../media/image1107.png"/><Relationship Id="rId318" Type="http://schemas.openxmlformats.org/officeDocument/2006/relationships/image" Target="../media/image1135.png"/><Relationship Id="rId99" Type="http://schemas.openxmlformats.org/officeDocument/2006/relationships/image" Target="../media/image1026.png"/><Relationship Id="rId122" Type="http://schemas.openxmlformats.org/officeDocument/2006/relationships/customXml" Target="../ink/ink1067.xml"/><Relationship Id="rId164" Type="http://schemas.openxmlformats.org/officeDocument/2006/relationships/image" Target="../media/image1058.png"/><Relationship Id="rId371" Type="http://schemas.openxmlformats.org/officeDocument/2006/relationships/customXml" Target="../ink/ink119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9.png"/><Relationship Id="rId7" Type="http://schemas.openxmlformats.org/officeDocument/2006/relationships/image" Target="../media/image1173.png"/><Relationship Id="rId2" Type="http://schemas.openxmlformats.org/officeDocument/2006/relationships/image" Target="../media/image11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2.png"/><Relationship Id="rId5" Type="http://schemas.openxmlformats.org/officeDocument/2006/relationships/image" Target="../media/image1171.png"/><Relationship Id="rId4" Type="http://schemas.openxmlformats.org/officeDocument/2006/relationships/image" Target="../media/image117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5.jpg"/><Relationship Id="rId2" Type="http://schemas.openxmlformats.org/officeDocument/2006/relationships/image" Target="../media/image117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77.jpg"/><Relationship Id="rId4" Type="http://schemas.openxmlformats.org/officeDocument/2006/relationships/image" Target="../media/image117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9.png"/><Relationship Id="rId2" Type="http://schemas.openxmlformats.org/officeDocument/2006/relationships/image" Target="../media/image11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8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1.png"/><Relationship Id="rId2" Type="http://schemas.openxmlformats.org/officeDocument/2006/relationships/image" Target="../media/image117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80.png"/><Relationship Id="rId4" Type="http://schemas.openxmlformats.org/officeDocument/2006/relationships/image" Target="../media/image117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1.png"/><Relationship Id="rId2" Type="http://schemas.openxmlformats.org/officeDocument/2006/relationships/image" Target="../media/image117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80.png"/><Relationship Id="rId4" Type="http://schemas.openxmlformats.org/officeDocument/2006/relationships/image" Target="../media/image117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3.png"/><Relationship Id="rId2" Type="http://schemas.openxmlformats.org/officeDocument/2006/relationships/image" Target="../media/image118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85.png"/><Relationship Id="rId4" Type="http://schemas.openxmlformats.org/officeDocument/2006/relationships/image" Target="../media/image118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7.png"/><Relationship Id="rId2" Type="http://schemas.openxmlformats.org/officeDocument/2006/relationships/image" Target="../media/image118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89.png"/><Relationship Id="rId4" Type="http://schemas.openxmlformats.org/officeDocument/2006/relationships/image" Target="../media/image118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1.png"/><Relationship Id="rId2" Type="http://schemas.openxmlformats.org/officeDocument/2006/relationships/image" Target="../media/image11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40.png"/><Relationship Id="rId4" Type="http://schemas.openxmlformats.org/officeDocument/2006/relationships/customXml" Target="../ink/ink119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3.png"/><Relationship Id="rId2" Type="http://schemas.openxmlformats.org/officeDocument/2006/relationships/image" Target="../media/image11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6.png"/><Relationship Id="rId5" Type="http://schemas.openxmlformats.org/officeDocument/2006/relationships/image" Target="../media/image1195.png"/><Relationship Id="rId4" Type="http://schemas.openxmlformats.org/officeDocument/2006/relationships/image" Target="../media/image119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10.png"/><Relationship Id="rId21" Type="http://schemas.openxmlformats.org/officeDocument/2006/relationships/customXml" Target="../ink/ink1207.xml"/><Relationship Id="rId42" Type="http://schemas.openxmlformats.org/officeDocument/2006/relationships/image" Target="../media/image1217.png"/><Relationship Id="rId47" Type="http://schemas.openxmlformats.org/officeDocument/2006/relationships/customXml" Target="../ink/ink1220.xml"/><Relationship Id="rId63" Type="http://schemas.openxmlformats.org/officeDocument/2006/relationships/customXml" Target="../ink/ink1228.xml"/><Relationship Id="rId68" Type="http://schemas.openxmlformats.org/officeDocument/2006/relationships/image" Target="../media/image1230.png"/><Relationship Id="rId84" Type="http://schemas.openxmlformats.org/officeDocument/2006/relationships/image" Target="../media/image1238.png"/><Relationship Id="rId89" Type="http://schemas.openxmlformats.org/officeDocument/2006/relationships/customXml" Target="../ink/ink1241.xml"/><Relationship Id="rId16" Type="http://schemas.openxmlformats.org/officeDocument/2006/relationships/image" Target="../media/image1205.png"/><Relationship Id="rId107" Type="http://schemas.openxmlformats.org/officeDocument/2006/relationships/customXml" Target="../ink/ink1250.xml"/><Relationship Id="rId11" Type="http://schemas.openxmlformats.org/officeDocument/2006/relationships/customXml" Target="../ink/ink1202.xml"/><Relationship Id="rId32" Type="http://schemas.openxmlformats.org/officeDocument/2006/relationships/image" Target="../media/image1213.png"/><Relationship Id="rId37" Type="http://schemas.openxmlformats.org/officeDocument/2006/relationships/customXml" Target="../ink/ink1215.xml"/><Relationship Id="rId53" Type="http://schemas.openxmlformats.org/officeDocument/2006/relationships/customXml" Target="../ink/ink1223.xml"/><Relationship Id="rId58" Type="http://schemas.openxmlformats.org/officeDocument/2006/relationships/image" Target="../media/image1225.png"/><Relationship Id="rId74" Type="http://schemas.openxmlformats.org/officeDocument/2006/relationships/image" Target="../media/image1233.png"/><Relationship Id="rId79" Type="http://schemas.openxmlformats.org/officeDocument/2006/relationships/customXml" Target="../ink/ink1236.xml"/><Relationship Id="rId102" Type="http://schemas.openxmlformats.org/officeDocument/2006/relationships/image" Target="../media/image1247.png"/><Relationship Id="rId5" Type="http://schemas.openxmlformats.org/officeDocument/2006/relationships/customXml" Target="../ink/ink1199.xml"/><Relationship Id="rId90" Type="http://schemas.openxmlformats.org/officeDocument/2006/relationships/image" Target="../media/image1241.png"/><Relationship Id="rId95" Type="http://schemas.openxmlformats.org/officeDocument/2006/relationships/customXml" Target="../ink/ink1244.xml"/><Relationship Id="rId22" Type="http://schemas.openxmlformats.org/officeDocument/2006/relationships/image" Target="../media/image1208.png"/><Relationship Id="rId27" Type="http://schemas.openxmlformats.org/officeDocument/2006/relationships/customXml" Target="../ink/ink1210.xml"/><Relationship Id="rId43" Type="http://schemas.openxmlformats.org/officeDocument/2006/relationships/customXml" Target="../ink/ink1218.xml"/><Relationship Id="rId48" Type="http://schemas.openxmlformats.org/officeDocument/2006/relationships/image" Target="../media/image1220.png"/><Relationship Id="rId64" Type="http://schemas.openxmlformats.org/officeDocument/2006/relationships/image" Target="../media/image1228.png"/><Relationship Id="rId69" Type="http://schemas.openxmlformats.org/officeDocument/2006/relationships/customXml" Target="../ink/ink1231.xml"/><Relationship Id="rId80" Type="http://schemas.openxmlformats.org/officeDocument/2006/relationships/image" Target="../media/image1236.png"/><Relationship Id="rId85" Type="http://schemas.openxmlformats.org/officeDocument/2006/relationships/customXml" Target="../ink/ink1239.xml"/><Relationship Id="rId12" Type="http://schemas.openxmlformats.org/officeDocument/2006/relationships/image" Target="../media/image1203.png"/><Relationship Id="rId17" Type="http://schemas.openxmlformats.org/officeDocument/2006/relationships/customXml" Target="../ink/ink1205.xml"/><Relationship Id="rId33" Type="http://schemas.openxmlformats.org/officeDocument/2006/relationships/customXml" Target="../ink/ink1213.xml"/><Relationship Id="rId38" Type="http://schemas.openxmlformats.org/officeDocument/2006/relationships/image" Target="../media/image281.png"/><Relationship Id="rId59" Type="http://schemas.openxmlformats.org/officeDocument/2006/relationships/customXml" Target="../ink/ink1226.xml"/><Relationship Id="rId103" Type="http://schemas.openxmlformats.org/officeDocument/2006/relationships/customXml" Target="../ink/ink1248.xml"/><Relationship Id="rId108" Type="http://schemas.openxmlformats.org/officeDocument/2006/relationships/image" Target="../media/image1250.png"/><Relationship Id="rId54" Type="http://schemas.openxmlformats.org/officeDocument/2006/relationships/image" Target="../media/image1223.png"/><Relationship Id="rId70" Type="http://schemas.openxmlformats.org/officeDocument/2006/relationships/image" Target="../media/image1231.png"/><Relationship Id="rId75" Type="http://schemas.openxmlformats.org/officeDocument/2006/relationships/customXml" Target="../ink/ink1234.xml"/><Relationship Id="rId91" Type="http://schemas.openxmlformats.org/officeDocument/2006/relationships/customXml" Target="../ink/ink1242.xml"/><Relationship Id="rId96" Type="http://schemas.openxmlformats.org/officeDocument/2006/relationships/image" Target="../media/image12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0.png"/><Relationship Id="rId15" Type="http://schemas.openxmlformats.org/officeDocument/2006/relationships/customXml" Target="../ink/ink1204.xml"/><Relationship Id="rId23" Type="http://schemas.openxmlformats.org/officeDocument/2006/relationships/customXml" Target="../ink/ink1208.xml"/><Relationship Id="rId28" Type="http://schemas.openxmlformats.org/officeDocument/2006/relationships/image" Target="../media/image1211.png"/><Relationship Id="rId36" Type="http://schemas.openxmlformats.org/officeDocument/2006/relationships/image" Target="../media/image1215.png"/><Relationship Id="rId49" Type="http://schemas.openxmlformats.org/officeDocument/2006/relationships/customXml" Target="../ink/ink1221.xml"/><Relationship Id="rId57" Type="http://schemas.openxmlformats.org/officeDocument/2006/relationships/customXml" Target="../ink/ink1225.xml"/><Relationship Id="rId106" Type="http://schemas.openxmlformats.org/officeDocument/2006/relationships/image" Target="../media/image1249.png"/><Relationship Id="rId10" Type="http://schemas.openxmlformats.org/officeDocument/2006/relationships/image" Target="../media/image1202.png"/><Relationship Id="rId31" Type="http://schemas.openxmlformats.org/officeDocument/2006/relationships/customXml" Target="../ink/ink1212.xml"/><Relationship Id="rId44" Type="http://schemas.openxmlformats.org/officeDocument/2006/relationships/image" Target="../media/image1218.png"/><Relationship Id="rId52" Type="http://schemas.openxmlformats.org/officeDocument/2006/relationships/image" Target="../media/image1222.png"/><Relationship Id="rId60" Type="http://schemas.openxmlformats.org/officeDocument/2006/relationships/image" Target="../media/image1226.png"/><Relationship Id="rId65" Type="http://schemas.openxmlformats.org/officeDocument/2006/relationships/customXml" Target="../ink/ink1229.xml"/><Relationship Id="rId73" Type="http://schemas.openxmlformats.org/officeDocument/2006/relationships/customXml" Target="../ink/ink1233.xml"/><Relationship Id="rId78" Type="http://schemas.openxmlformats.org/officeDocument/2006/relationships/image" Target="../media/image1235.png"/><Relationship Id="rId81" Type="http://schemas.openxmlformats.org/officeDocument/2006/relationships/customXml" Target="../ink/ink1237.xml"/><Relationship Id="rId86" Type="http://schemas.openxmlformats.org/officeDocument/2006/relationships/image" Target="../media/image1239.png"/><Relationship Id="rId94" Type="http://schemas.openxmlformats.org/officeDocument/2006/relationships/image" Target="../media/image1243.png"/><Relationship Id="rId99" Type="http://schemas.openxmlformats.org/officeDocument/2006/relationships/customXml" Target="../ink/ink1246.xml"/><Relationship Id="rId101" Type="http://schemas.openxmlformats.org/officeDocument/2006/relationships/customXml" Target="../ink/ink1247.xml"/><Relationship Id="rId4" Type="http://schemas.openxmlformats.org/officeDocument/2006/relationships/image" Target="../media/image1199.png"/><Relationship Id="rId9" Type="http://schemas.openxmlformats.org/officeDocument/2006/relationships/customXml" Target="../ink/ink1201.xml"/><Relationship Id="rId13" Type="http://schemas.openxmlformats.org/officeDocument/2006/relationships/customXml" Target="../ink/ink1203.xml"/><Relationship Id="rId18" Type="http://schemas.openxmlformats.org/officeDocument/2006/relationships/image" Target="../media/image1206.png"/><Relationship Id="rId39" Type="http://schemas.openxmlformats.org/officeDocument/2006/relationships/customXml" Target="../ink/ink1216.xml"/><Relationship Id="rId109" Type="http://schemas.openxmlformats.org/officeDocument/2006/relationships/customXml" Target="../ink/ink1251.xml"/><Relationship Id="rId34" Type="http://schemas.openxmlformats.org/officeDocument/2006/relationships/image" Target="../media/image1214.png"/><Relationship Id="rId50" Type="http://schemas.openxmlformats.org/officeDocument/2006/relationships/image" Target="../media/image1221.png"/><Relationship Id="rId55" Type="http://schemas.openxmlformats.org/officeDocument/2006/relationships/customXml" Target="../ink/ink1224.xml"/><Relationship Id="rId76" Type="http://schemas.openxmlformats.org/officeDocument/2006/relationships/image" Target="../media/image1234.png"/><Relationship Id="rId97" Type="http://schemas.openxmlformats.org/officeDocument/2006/relationships/customXml" Target="../ink/ink1245.xml"/><Relationship Id="rId104" Type="http://schemas.openxmlformats.org/officeDocument/2006/relationships/image" Target="../media/image1248.png"/><Relationship Id="rId7" Type="http://schemas.openxmlformats.org/officeDocument/2006/relationships/customXml" Target="../ink/ink1200.xml"/><Relationship Id="rId71" Type="http://schemas.openxmlformats.org/officeDocument/2006/relationships/customXml" Target="../ink/ink1232.xml"/><Relationship Id="rId92" Type="http://schemas.openxmlformats.org/officeDocument/2006/relationships/image" Target="../media/image1242.png"/><Relationship Id="rId2" Type="http://schemas.openxmlformats.org/officeDocument/2006/relationships/image" Target="../media/image1198.png"/><Relationship Id="rId29" Type="http://schemas.openxmlformats.org/officeDocument/2006/relationships/customXml" Target="../ink/ink1211.xml"/><Relationship Id="rId24" Type="http://schemas.openxmlformats.org/officeDocument/2006/relationships/image" Target="../media/image1209.png"/><Relationship Id="rId40" Type="http://schemas.openxmlformats.org/officeDocument/2006/relationships/image" Target="../media/image1216.png"/><Relationship Id="rId45" Type="http://schemas.openxmlformats.org/officeDocument/2006/relationships/customXml" Target="../ink/ink1219.xml"/><Relationship Id="rId66" Type="http://schemas.openxmlformats.org/officeDocument/2006/relationships/image" Target="../media/image1229.png"/><Relationship Id="rId87" Type="http://schemas.openxmlformats.org/officeDocument/2006/relationships/customXml" Target="../ink/ink1240.xml"/><Relationship Id="rId110" Type="http://schemas.openxmlformats.org/officeDocument/2006/relationships/image" Target="../media/image1251.png"/><Relationship Id="rId61" Type="http://schemas.openxmlformats.org/officeDocument/2006/relationships/customXml" Target="../ink/ink1227.xml"/><Relationship Id="rId82" Type="http://schemas.openxmlformats.org/officeDocument/2006/relationships/image" Target="../media/image1237.png"/><Relationship Id="rId19" Type="http://schemas.openxmlformats.org/officeDocument/2006/relationships/customXml" Target="../ink/ink1206.xml"/><Relationship Id="rId14" Type="http://schemas.openxmlformats.org/officeDocument/2006/relationships/image" Target="../media/image1204.png"/><Relationship Id="rId30" Type="http://schemas.openxmlformats.org/officeDocument/2006/relationships/image" Target="../media/image1212.png"/><Relationship Id="rId35" Type="http://schemas.openxmlformats.org/officeDocument/2006/relationships/customXml" Target="../ink/ink1214.xml"/><Relationship Id="rId56" Type="http://schemas.openxmlformats.org/officeDocument/2006/relationships/image" Target="../media/image1224.png"/><Relationship Id="rId77" Type="http://schemas.openxmlformats.org/officeDocument/2006/relationships/customXml" Target="../ink/ink1235.xml"/><Relationship Id="rId100" Type="http://schemas.openxmlformats.org/officeDocument/2006/relationships/image" Target="../media/image1246.png"/><Relationship Id="rId105" Type="http://schemas.openxmlformats.org/officeDocument/2006/relationships/customXml" Target="../ink/ink1249.xml"/><Relationship Id="rId8" Type="http://schemas.openxmlformats.org/officeDocument/2006/relationships/image" Target="../media/image1201.png"/><Relationship Id="rId51" Type="http://schemas.openxmlformats.org/officeDocument/2006/relationships/customXml" Target="../ink/ink1222.xml"/><Relationship Id="rId72" Type="http://schemas.openxmlformats.org/officeDocument/2006/relationships/image" Target="../media/image1232.png"/><Relationship Id="rId93" Type="http://schemas.openxmlformats.org/officeDocument/2006/relationships/customXml" Target="../ink/ink1243.xml"/><Relationship Id="rId98" Type="http://schemas.openxmlformats.org/officeDocument/2006/relationships/image" Target="../media/image1245.png"/><Relationship Id="rId3" Type="http://schemas.openxmlformats.org/officeDocument/2006/relationships/customXml" Target="../ink/ink1198.xml"/><Relationship Id="rId25" Type="http://schemas.openxmlformats.org/officeDocument/2006/relationships/customXml" Target="../ink/ink1209.xml"/><Relationship Id="rId46" Type="http://schemas.openxmlformats.org/officeDocument/2006/relationships/image" Target="../media/image1219.png"/><Relationship Id="rId67" Type="http://schemas.openxmlformats.org/officeDocument/2006/relationships/customXml" Target="../ink/ink1230.xml"/><Relationship Id="rId20" Type="http://schemas.openxmlformats.org/officeDocument/2006/relationships/image" Target="../media/image1207.png"/><Relationship Id="rId41" Type="http://schemas.openxmlformats.org/officeDocument/2006/relationships/customXml" Target="../ink/ink1217.xml"/><Relationship Id="rId62" Type="http://schemas.openxmlformats.org/officeDocument/2006/relationships/image" Target="../media/image1227.png"/><Relationship Id="rId83" Type="http://schemas.openxmlformats.org/officeDocument/2006/relationships/customXml" Target="../ink/ink1238.xml"/><Relationship Id="rId88" Type="http://schemas.openxmlformats.org/officeDocument/2006/relationships/image" Target="../media/image1240.png"/></Relationships>
</file>

<file path=ppt/slides/_rels/slide2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09.png"/><Relationship Id="rId21" Type="http://schemas.openxmlformats.org/officeDocument/2006/relationships/image" Target="../media/image1261.png"/><Relationship Id="rId324" Type="http://schemas.openxmlformats.org/officeDocument/2006/relationships/customXml" Target="../ink/ink1413.xml"/><Relationship Id="rId531" Type="http://schemas.openxmlformats.org/officeDocument/2006/relationships/customXml" Target="../ink/ink1518.xml"/><Relationship Id="rId629" Type="http://schemas.openxmlformats.org/officeDocument/2006/relationships/customXml" Target="../ink/ink1567.xml"/><Relationship Id="rId170" Type="http://schemas.openxmlformats.org/officeDocument/2006/relationships/customXml" Target="../ink/ink1336.xml"/><Relationship Id="rId268" Type="http://schemas.openxmlformats.org/officeDocument/2006/relationships/customXml" Target="../ink/ink1385.xml"/><Relationship Id="rId475" Type="http://schemas.openxmlformats.org/officeDocument/2006/relationships/customXml" Target="../ink/ink1489.xml"/><Relationship Id="rId32" Type="http://schemas.openxmlformats.org/officeDocument/2006/relationships/customXml" Target="../ink/ink1267.xml"/><Relationship Id="rId128" Type="http://schemas.openxmlformats.org/officeDocument/2006/relationships/customXml" Target="../ink/ink1315.xml"/><Relationship Id="rId335" Type="http://schemas.openxmlformats.org/officeDocument/2006/relationships/image" Target="../media/image1413.png"/><Relationship Id="rId542" Type="http://schemas.openxmlformats.org/officeDocument/2006/relationships/image" Target="../media/image1513.png"/><Relationship Id="rId181" Type="http://schemas.openxmlformats.org/officeDocument/2006/relationships/image" Target="../media/image1340.png"/><Relationship Id="rId402" Type="http://schemas.openxmlformats.org/officeDocument/2006/relationships/image" Target="../media/image1445.png"/><Relationship Id="rId279" Type="http://schemas.openxmlformats.org/officeDocument/2006/relationships/image" Target="../media/image1385.png"/><Relationship Id="rId486" Type="http://schemas.openxmlformats.org/officeDocument/2006/relationships/image" Target="../media/image1486.png"/><Relationship Id="rId43" Type="http://schemas.openxmlformats.org/officeDocument/2006/relationships/image" Target="../media/image1272.png"/><Relationship Id="rId139" Type="http://schemas.openxmlformats.org/officeDocument/2006/relationships/image" Target="../media/image1320.png"/><Relationship Id="rId346" Type="http://schemas.openxmlformats.org/officeDocument/2006/relationships/customXml" Target="../ink/ink1424.xml"/><Relationship Id="rId553" Type="http://schemas.openxmlformats.org/officeDocument/2006/relationships/customXml" Target="../ink/ink1529.xml"/><Relationship Id="rId192" Type="http://schemas.openxmlformats.org/officeDocument/2006/relationships/customXml" Target="../ink/ink1347.xml"/><Relationship Id="rId206" Type="http://schemas.openxmlformats.org/officeDocument/2006/relationships/customXml" Target="../ink/ink1354.xml"/><Relationship Id="rId413" Type="http://schemas.openxmlformats.org/officeDocument/2006/relationships/customXml" Target="../ink/ink1458.xml"/><Relationship Id="rId497" Type="http://schemas.openxmlformats.org/officeDocument/2006/relationships/image" Target="../media/image1491.png"/><Relationship Id="rId620" Type="http://schemas.openxmlformats.org/officeDocument/2006/relationships/image" Target="../media/image1552.png"/><Relationship Id="rId357" Type="http://schemas.openxmlformats.org/officeDocument/2006/relationships/customXml" Target="../ink/ink1430.xml"/><Relationship Id="rId54" Type="http://schemas.openxmlformats.org/officeDocument/2006/relationships/customXml" Target="../ink/ink1278.xml"/><Relationship Id="rId217" Type="http://schemas.openxmlformats.org/officeDocument/2006/relationships/image" Target="../media/image1358.png"/><Relationship Id="rId564" Type="http://schemas.openxmlformats.org/officeDocument/2006/relationships/image" Target="../media/image1524.png"/><Relationship Id="rId424" Type="http://schemas.openxmlformats.org/officeDocument/2006/relationships/image" Target="../media/image1456.png"/><Relationship Id="rId631" Type="http://schemas.openxmlformats.org/officeDocument/2006/relationships/customXml" Target="../ink/ink1569.xml"/><Relationship Id="rId270" Type="http://schemas.openxmlformats.org/officeDocument/2006/relationships/customXml" Target="../ink/ink1386.xml"/><Relationship Id="rId65" Type="http://schemas.openxmlformats.org/officeDocument/2006/relationships/image" Target="../media/image1283.png"/><Relationship Id="rId130" Type="http://schemas.openxmlformats.org/officeDocument/2006/relationships/customXml" Target="../ink/ink1316.xml"/><Relationship Id="rId368" Type="http://schemas.openxmlformats.org/officeDocument/2006/relationships/image" Target="../media/image1428.png"/><Relationship Id="rId575" Type="http://schemas.openxmlformats.org/officeDocument/2006/relationships/customXml" Target="../ink/ink1540.xml"/><Relationship Id="rId228" Type="http://schemas.openxmlformats.org/officeDocument/2006/relationships/customXml" Target="../ink/ink1365.xml"/><Relationship Id="rId435" Type="http://schemas.openxmlformats.org/officeDocument/2006/relationships/customXml" Target="../ink/ink1469.xml"/><Relationship Id="rId642" Type="http://schemas.openxmlformats.org/officeDocument/2006/relationships/customXml" Target="../ink/ink1575.xml"/><Relationship Id="rId281" Type="http://schemas.openxmlformats.org/officeDocument/2006/relationships/image" Target="../media/image1386.png"/><Relationship Id="rId502" Type="http://schemas.openxmlformats.org/officeDocument/2006/relationships/customXml" Target="../ink/ink1503.xml"/><Relationship Id="rId76" Type="http://schemas.openxmlformats.org/officeDocument/2006/relationships/customXml" Target="../ink/ink1289.xml"/><Relationship Id="rId141" Type="http://schemas.openxmlformats.org/officeDocument/2006/relationships/image" Target="../media/image1321.png"/><Relationship Id="rId379" Type="http://schemas.openxmlformats.org/officeDocument/2006/relationships/customXml" Target="../ink/ink1441.xml"/><Relationship Id="rId586" Type="http://schemas.openxmlformats.org/officeDocument/2006/relationships/image" Target="../media/image1535.png"/><Relationship Id="rId7" Type="http://schemas.openxmlformats.org/officeDocument/2006/relationships/image" Target="../media/image1254.png"/><Relationship Id="rId239" Type="http://schemas.openxmlformats.org/officeDocument/2006/relationships/image" Target="../media/image1367.png"/><Relationship Id="rId446" Type="http://schemas.openxmlformats.org/officeDocument/2006/relationships/image" Target="../media/image1467.png"/><Relationship Id="rId292" Type="http://schemas.openxmlformats.org/officeDocument/2006/relationships/customXml" Target="../ink/ink1397.xml"/><Relationship Id="rId306" Type="http://schemas.openxmlformats.org/officeDocument/2006/relationships/customXml" Target="../ink/ink1404.xml"/><Relationship Id="rId87" Type="http://schemas.openxmlformats.org/officeDocument/2006/relationships/image" Target="../media/image1294.png"/><Relationship Id="rId513" Type="http://schemas.openxmlformats.org/officeDocument/2006/relationships/customXml" Target="../ink/ink1509.xml"/><Relationship Id="rId597" Type="http://schemas.openxmlformats.org/officeDocument/2006/relationships/customXml" Target="../ink/ink1551.xml"/><Relationship Id="rId152" Type="http://schemas.openxmlformats.org/officeDocument/2006/relationships/customXml" Target="../ink/ink1327.xml"/><Relationship Id="rId457" Type="http://schemas.openxmlformats.org/officeDocument/2006/relationships/customXml" Target="../ink/ink1480.xml"/><Relationship Id="rId14" Type="http://schemas.openxmlformats.org/officeDocument/2006/relationships/customXml" Target="../ink/ink1258.xml"/><Relationship Id="rId317" Type="http://schemas.openxmlformats.org/officeDocument/2006/relationships/image" Target="../media/image1404.png"/><Relationship Id="rId524" Type="http://schemas.openxmlformats.org/officeDocument/2006/relationships/image" Target="../media/image1504.png"/><Relationship Id="rId98" Type="http://schemas.openxmlformats.org/officeDocument/2006/relationships/customXml" Target="../ink/ink1300.xml"/><Relationship Id="rId163" Type="http://schemas.openxmlformats.org/officeDocument/2006/relationships/image" Target="../media/image1331.png"/><Relationship Id="rId370" Type="http://schemas.openxmlformats.org/officeDocument/2006/relationships/image" Target="../media/image1429.png"/><Relationship Id="rId230" Type="http://schemas.openxmlformats.org/officeDocument/2006/relationships/customXml" Target="../ink/ink1366.xml"/><Relationship Id="rId468" Type="http://schemas.openxmlformats.org/officeDocument/2006/relationships/image" Target="../media/image1478.png"/><Relationship Id="rId25" Type="http://schemas.openxmlformats.org/officeDocument/2006/relationships/image" Target="../media/image1263.png"/><Relationship Id="rId328" Type="http://schemas.openxmlformats.org/officeDocument/2006/relationships/customXml" Target="../ink/ink1415.xml"/><Relationship Id="rId535" Type="http://schemas.openxmlformats.org/officeDocument/2006/relationships/customXml" Target="../ink/ink1520.xml"/><Relationship Id="rId174" Type="http://schemas.openxmlformats.org/officeDocument/2006/relationships/customXml" Target="../ink/ink1338.xml"/><Relationship Id="rId381" Type="http://schemas.openxmlformats.org/officeDocument/2006/relationships/customXml" Target="../ink/ink1442.xml"/><Relationship Id="rId602" Type="http://schemas.openxmlformats.org/officeDocument/2006/relationships/image" Target="../media/image1543.png"/><Relationship Id="rId241" Type="http://schemas.openxmlformats.org/officeDocument/2006/relationships/image" Target="../media/image1368.png"/><Relationship Id="rId479" Type="http://schemas.openxmlformats.org/officeDocument/2006/relationships/customXml" Target="../ink/ink1491.xml"/><Relationship Id="rId36" Type="http://schemas.openxmlformats.org/officeDocument/2006/relationships/customXml" Target="../ink/ink1269.xml"/><Relationship Id="rId339" Type="http://schemas.openxmlformats.org/officeDocument/2006/relationships/image" Target="../media/image1415.png"/><Relationship Id="rId546" Type="http://schemas.openxmlformats.org/officeDocument/2006/relationships/image" Target="../media/image1515.png"/><Relationship Id="rId101" Type="http://schemas.openxmlformats.org/officeDocument/2006/relationships/image" Target="../media/image1301.png"/><Relationship Id="rId185" Type="http://schemas.openxmlformats.org/officeDocument/2006/relationships/image" Target="../media/image1342.png"/><Relationship Id="rId406" Type="http://schemas.openxmlformats.org/officeDocument/2006/relationships/image" Target="../media/image1447.png"/><Relationship Id="rId392" Type="http://schemas.openxmlformats.org/officeDocument/2006/relationships/image" Target="../media/image1440.png"/><Relationship Id="rId613" Type="http://schemas.openxmlformats.org/officeDocument/2006/relationships/customXml" Target="../ink/ink1559.xml"/><Relationship Id="rId252" Type="http://schemas.openxmlformats.org/officeDocument/2006/relationships/customXml" Target="../ink/ink1377.xml"/><Relationship Id="rId47" Type="http://schemas.openxmlformats.org/officeDocument/2006/relationships/image" Target="../media/image1274.png"/><Relationship Id="rId112" Type="http://schemas.openxmlformats.org/officeDocument/2006/relationships/customXml" Target="../ink/ink1307.xml"/><Relationship Id="rId557" Type="http://schemas.openxmlformats.org/officeDocument/2006/relationships/customXml" Target="../ink/ink1531.xml"/><Relationship Id="rId196" Type="http://schemas.openxmlformats.org/officeDocument/2006/relationships/customXml" Target="../ink/ink1349.xml"/><Relationship Id="rId417" Type="http://schemas.openxmlformats.org/officeDocument/2006/relationships/customXml" Target="../ink/ink1460.xml"/><Relationship Id="rId624" Type="http://schemas.openxmlformats.org/officeDocument/2006/relationships/image" Target="../media/image1554.png"/><Relationship Id="rId16" Type="http://schemas.openxmlformats.org/officeDocument/2006/relationships/customXml" Target="../ink/ink1259.xml"/><Relationship Id="rId221" Type="http://schemas.openxmlformats.org/officeDocument/2006/relationships/image" Target="../media/image153.png"/><Relationship Id="rId263" Type="http://schemas.openxmlformats.org/officeDocument/2006/relationships/image" Target="../media/image1377.png"/><Relationship Id="rId319" Type="http://schemas.openxmlformats.org/officeDocument/2006/relationships/image" Target="../media/image1405.png"/><Relationship Id="rId470" Type="http://schemas.openxmlformats.org/officeDocument/2006/relationships/image" Target="../media/image1479.png"/><Relationship Id="rId526" Type="http://schemas.openxmlformats.org/officeDocument/2006/relationships/image" Target="../media/image1505.png"/><Relationship Id="rId58" Type="http://schemas.openxmlformats.org/officeDocument/2006/relationships/customXml" Target="../ink/ink1280.xml"/><Relationship Id="rId123" Type="http://schemas.openxmlformats.org/officeDocument/2006/relationships/image" Target="../media/image1312.png"/><Relationship Id="rId330" Type="http://schemas.openxmlformats.org/officeDocument/2006/relationships/customXml" Target="../ink/ink1416.xml"/><Relationship Id="rId568" Type="http://schemas.openxmlformats.org/officeDocument/2006/relationships/image" Target="../media/image1526.png"/><Relationship Id="rId165" Type="http://schemas.openxmlformats.org/officeDocument/2006/relationships/image" Target="../media/image1332.png"/><Relationship Id="rId372" Type="http://schemas.openxmlformats.org/officeDocument/2006/relationships/image" Target="../media/image1430.png"/><Relationship Id="rId428" Type="http://schemas.openxmlformats.org/officeDocument/2006/relationships/image" Target="../media/image1458.png"/><Relationship Id="rId635" Type="http://schemas.openxmlformats.org/officeDocument/2006/relationships/image" Target="../media/image1557.png"/><Relationship Id="rId232" Type="http://schemas.openxmlformats.org/officeDocument/2006/relationships/customXml" Target="../ink/ink1367.xml"/><Relationship Id="rId274" Type="http://schemas.openxmlformats.org/officeDocument/2006/relationships/customXml" Target="../ink/ink1388.xml"/><Relationship Id="rId481" Type="http://schemas.openxmlformats.org/officeDocument/2006/relationships/customXml" Target="../ink/ink1492.xml"/><Relationship Id="rId27" Type="http://schemas.openxmlformats.org/officeDocument/2006/relationships/image" Target="../media/image1264.png"/><Relationship Id="rId69" Type="http://schemas.openxmlformats.org/officeDocument/2006/relationships/image" Target="../media/image1285.png"/><Relationship Id="rId134" Type="http://schemas.openxmlformats.org/officeDocument/2006/relationships/customXml" Target="../ink/ink1318.xml"/><Relationship Id="rId537" Type="http://schemas.openxmlformats.org/officeDocument/2006/relationships/customXml" Target="../ink/ink1521.xml"/><Relationship Id="rId579" Type="http://schemas.openxmlformats.org/officeDocument/2006/relationships/customXml" Target="../ink/ink1542.xml"/><Relationship Id="rId80" Type="http://schemas.openxmlformats.org/officeDocument/2006/relationships/customXml" Target="../ink/ink1291.xml"/><Relationship Id="rId176" Type="http://schemas.openxmlformats.org/officeDocument/2006/relationships/customXml" Target="../ink/ink1339.xml"/><Relationship Id="rId341" Type="http://schemas.openxmlformats.org/officeDocument/2006/relationships/image" Target="../media/image1416.png"/><Relationship Id="rId383" Type="http://schemas.openxmlformats.org/officeDocument/2006/relationships/customXml" Target="../ink/ink1443.xml"/><Relationship Id="rId439" Type="http://schemas.openxmlformats.org/officeDocument/2006/relationships/customXml" Target="../ink/ink1471.xml"/><Relationship Id="rId590" Type="http://schemas.openxmlformats.org/officeDocument/2006/relationships/image" Target="../media/image1537.png"/><Relationship Id="rId604" Type="http://schemas.openxmlformats.org/officeDocument/2006/relationships/image" Target="../media/image1544.png"/><Relationship Id="rId646" Type="http://schemas.openxmlformats.org/officeDocument/2006/relationships/customXml" Target="../ink/ink1577.xml"/><Relationship Id="rId201" Type="http://schemas.openxmlformats.org/officeDocument/2006/relationships/image" Target="../media/image1350.png"/><Relationship Id="rId243" Type="http://schemas.openxmlformats.org/officeDocument/2006/relationships/image" Target="../media/image1369.png"/><Relationship Id="rId285" Type="http://schemas.openxmlformats.org/officeDocument/2006/relationships/image" Target="../media/image1388.png"/><Relationship Id="rId450" Type="http://schemas.openxmlformats.org/officeDocument/2006/relationships/image" Target="../media/image1469.png"/><Relationship Id="rId506" Type="http://schemas.openxmlformats.org/officeDocument/2006/relationships/image" Target="../media/image1495.png"/><Relationship Id="rId38" Type="http://schemas.openxmlformats.org/officeDocument/2006/relationships/customXml" Target="../ink/ink1270.xml"/><Relationship Id="rId103" Type="http://schemas.openxmlformats.org/officeDocument/2006/relationships/image" Target="../media/image1302.png"/><Relationship Id="rId310" Type="http://schemas.openxmlformats.org/officeDocument/2006/relationships/customXml" Target="../ink/ink1406.xml"/><Relationship Id="rId492" Type="http://schemas.openxmlformats.org/officeDocument/2006/relationships/customXml" Target="../ink/ink1498.xml"/><Relationship Id="rId548" Type="http://schemas.openxmlformats.org/officeDocument/2006/relationships/image" Target="../media/image1516.png"/><Relationship Id="rId91" Type="http://schemas.openxmlformats.org/officeDocument/2006/relationships/image" Target="../media/image1296.png"/><Relationship Id="rId145" Type="http://schemas.openxmlformats.org/officeDocument/2006/relationships/image" Target="../media/image1323.png"/><Relationship Id="rId187" Type="http://schemas.openxmlformats.org/officeDocument/2006/relationships/image" Target="../media/image1343.png"/><Relationship Id="rId352" Type="http://schemas.openxmlformats.org/officeDocument/2006/relationships/customXml" Target="../ink/ink1427.xml"/><Relationship Id="rId394" Type="http://schemas.openxmlformats.org/officeDocument/2006/relationships/image" Target="../media/image1441.png"/><Relationship Id="rId408" Type="http://schemas.openxmlformats.org/officeDocument/2006/relationships/image" Target="../media/image1448.png"/><Relationship Id="rId615" Type="http://schemas.openxmlformats.org/officeDocument/2006/relationships/customXml" Target="../ink/ink1560.xml"/><Relationship Id="rId212" Type="http://schemas.openxmlformats.org/officeDocument/2006/relationships/customXml" Target="../ink/ink1357.xml"/><Relationship Id="rId254" Type="http://schemas.openxmlformats.org/officeDocument/2006/relationships/customXml" Target="../ink/ink1378.xml"/><Relationship Id="rId49" Type="http://schemas.openxmlformats.org/officeDocument/2006/relationships/image" Target="../media/image1275.png"/><Relationship Id="rId114" Type="http://schemas.openxmlformats.org/officeDocument/2006/relationships/customXml" Target="../ink/ink1308.xml"/><Relationship Id="rId296" Type="http://schemas.openxmlformats.org/officeDocument/2006/relationships/customXml" Target="../ink/ink1399.xml"/><Relationship Id="rId461" Type="http://schemas.openxmlformats.org/officeDocument/2006/relationships/customXml" Target="../ink/ink1482.xml"/><Relationship Id="rId517" Type="http://schemas.openxmlformats.org/officeDocument/2006/relationships/customXml" Target="../ink/ink1511.xml"/><Relationship Id="rId559" Type="http://schemas.openxmlformats.org/officeDocument/2006/relationships/customXml" Target="../ink/ink1532.xml"/><Relationship Id="rId60" Type="http://schemas.openxmlformats.org/officeDocument/2006/relationships/customXml" Target="../ink/ink1281.xml"/><Relationship Id="rId156" Type="http://schemas.openxmlformats.org/officeDocument/2006/relationships/customXml" Target="../ink/ink1329.xml"/><Relationship Id="rId198" Type="http://schemas.openxmlformats.org/officeDocument/2006/relationships/customXml" Target="../ink/ink1350.xml"/><Relationship Id="rId321" Type="http://schemas.openxmlformats.org/officeDocument/2006/relationships/image" Target="../media/image1406.png"/><Relationship Id="rId363" Type="http://schemas.openxmlformats.org/officeDocument/2006/relationships/customXml" Target="../ink/ink1433.xml"/><Relationship Id="rId419" Type="http://schemas.openxmlformats.org/officeDocument/2006/relationships/customXml" Target="../ink/ink1461.xml"/><Relationship Id="rId570" Type="http://schemas.openxmlformats.org/officeDocument/2006/relationships/image" Target="../media/image1527.png"/><Relationship Id="rId626" Type="http://schemas.openxmlformats.org/officeDocument/2006/relationships/image" Target="../media/image1555.png"/><Relationship Id="rId223" Type="http://schemas.openxmlformats.org/officeDocument/2006/relationships/image" Target="../media/image1359.png"/><Relationship Id="rId430" Type="http://schemas.openxmlformats.org/officeDocument/2006/relationships/image" Target="../media/image1459.png"/><Relationship Id="rId18" Type="http://schemas.openxmlformats.org/officeDocument/2006/relationships/customXml" Target="../ink/ink1260.xml"/><Relationship Id="rId265" Type="http://schemas.openxmlformats.org/officeDocument/2006/relationships/image" Target="../media/image1378.png"/><Relationship Id="rId472" Type="http://schemas.openxmlformats.org/officeDocument/2006/relationships/image" Target="../media/image1480.png"/><Relationship Id="rId528" Type="http://schemas.openxmlformats.org/officeDocument/2006/relationships/image" Target="../media/image1506.png"/><Relationship Id="rId125" Type="http://schemas.openxmlformats.org/officeDocument/2006/relationships/image" Target="../media/image1313.png"/><Relationship Id="rId167" Type="http://schemas.openxmlformats.org/officeDocument/2006/relationships/image" Target="../media/image1333.png"/><Relationship Id="rId332" Type="http://schemas.openxmlformats.org/officeDocument/2006/relationships/customXml" Target="../ink/ink1417.xml"/><Relationship Id="rId374" Type="http://schemas.openxmlformats.org/officeDocument/2006/relationships/image" Target="../media/image1431.png"/><Relationship Id="rId581" Type="http://schemas.openxmlformats.org/officeDocument/2006/relationships/customXml" Target="../ink/ink1543.xml"/><Relationship Id="rId71" Type="http://schemas.openxmlformats.org/officeDocument/2006/relationships/image" Target="../media/image1286.png"/><Relationship Id="rId234" Type="http://schemas.openxmlformats.org/officeDocument/2006/relationships/customXml" Target="../ink/ink1368.xml"/><Relationship Id="rId637" Type="http://schemas.openxmlformats.org/officeDocument/2006/relationships/image" Target="../media/image1558.png"/><Relationship Id="rId2" Type="http://schemas.openxmlformats.org/officeDocument/2006/relationships/customXml" Target="../ink/ink1252.xml"/><Relationship Id="rId29" Type="http://schemas.openxmlformats.org/officeDocument/2006/relationships/image" Target="../media/image1265.png"/><Relationship Id="rId276" Type="http://schemas.openxmlformats.org/officeDocument/2006/relationships/customXml" Target="../ink/ink1389.xml"/><Relationship Id="rId441" Type="http://schemas.openxmlformats.org/officeDocument/2006/relationships/customXml" Target="../ink/ink1472.xml"/><Relationship Id="rId483" Type="http://schemas.openxmlformats.org/officeDocument/2006/relationships/customXml" Target="../ink/ink1493.xml"/><Relationship Id="rId539" Type="http://schemas.openxmlformats.org/officeDocument/2006/relationships/customXml" Target="../ink/ink1522.xml"/><Relationship Id="rId40" Type="http://schemas.openxmlformats.org/officeDocument/2006/relationships/customXml" Target="../ink/ink1271.xml"/><Relationship Id="rId136" Type="http://schemas.openxmlformats.org/officeDocument/2006/relationships/customXml" Target="../ink/ink1319.xml"/><Relationship Id="rId178" Type="http://schemas.openxmlformats.org/officeDocument/2006/relationships/customXml" Target="../ink/ink1340.xml"/><Relationship Id="rId301" Type="http://schemas.openxmlformats.org/officeDocument/2006/relationships/image" Target="../media/image1396.png"/><Relationship Id="rId343" Type="http://schemas.openxmlformats.org/officeDocument/2006/relationships/image" Target="../media/image1417.png"/><Relationship Id="rId550" Type="http://schemas.openxmlformats.org/officeDocument/2006/relationships/image" Target="../media/image1517.png"/><Relationship Id="rId82" Type="http://schemas.openxmlformats.org/officeDocument/2006/relationships/customXml" Target="../ink/ink1292.xml"/><Relationship Id="rId203" Type="http://schemas.openxmlformats.org/officeDocument/2006/relationships/image" Target="../media/image1351.png"/><Relationship Id="rId385" Type="http://schemas.openxmlformats.org/officeDocument/2006/relationships/customXml" Target="../ink/ink1444.xml"/><Relationship Id="rId592" Type="http://schemas.openxmlformats.org/officeDocument/2006/relationships/image" Target="../media/image1538.png"/><Relationship Id="rId606" Type="http://schemas.openxmlformats.org/officeDocument/2006/relationships/image" Target="../media/image1545.png"/><Relationship Id="rId648" Type="http://schemas.openxmlformats.org/officeDocument/2006/relationships/customXml" Target="../ink/ink1578.xml"/><Relationship Id="rId245" Type="http://schemas.openxmlformats.org/officeDocument/2006/relationships/image" Target="../media/image1022.png"/><Relationship Id="rId287" Type="http://schemas.openxmlformats.org/officeDocument/2006/relationships/image" Target="../media/image1389.png"/><Relationship Id="rId410" Type="http://schemas.openxmlformats.org/officeDocument/2006/relationships/image" Target="../media/image1449.png"/><Relationship Id="rId452" Type="http://schemas.openxmlformats.org/officeDocument/2006/relationships/image" Target="../media/image1470.png"/><Relationship Id="rId494" Type="http://schemas.openxmlformats.org/officeDocument/2006/relationships/customXml" Target="../ink/ink1499.xml"/><Relationship Id="rId508" Type="http://schemas.openxmlformats.org/officeDocument/2006/relationships/image" Target="../media/image1496.png"/><Relationship Id="rId105" Type="http://schemas.openxmlformats.org/officeDocument/2006/relationships/image" Target="../media/image1303.png"/><Relationship Id="rId147" Type="http://schemas.openxmlformats.org/officeDocument/2006/relationships/image" Target="../media/image1324.png"/><Relationship Id="rId312" Type="http://schemas.openxmlformats.org/officeDocument/2006/relationships/customXml" Target="../ink/ink1407.xml"/><Relationship Id="rId354" Type="http://schemas.openxmlformats.org/officeDocument/2006/relationships/customXml" Target="../ink/ink1428.xml"/><Relationship Id="rId51" Type="http://schemas.openxmlformats.org/officeDocument/2006/relationships/image" Target="../media/image1276.png"/><Relationship Id="rId93" Type="http://schemas.openxmlformats.org/officeDocument/2006/relationships/image" Target="../media/image1297.png"/><Relationship Id="rId189" Type="http://schemas.openxmlformats.org/officeDocument/2006/relationships/image" Target="../media/image1344.png"/><Relationship Id="rId396" Type="http://schemas.openxmlformats.org/officeDocument/2006/relationships/image" Target="../media/image1442.png"/><Relationship Id="rId561" Type="http://schemas.openxmlformats.org/officeDocument/2006/relationships/customXml" Target="../ink/ink1533.xml"/><Relationship Id="rId617" Type="http://schemas.openxmlformats.org/officeDocument/2006/relationships/customXml" Target="../ink/ink1561.xml"/><Relationship Id="rId214" Type="http://schemas.openxmlformats.org/officeDocument/2006/relationships/customXml" Target="../ink/ink1358.xml"/><Relationship Id="rId256" Type="http://schemas.openxmlformats.org/officeDocument/2006/relationships/customXml" Target="../ink/ink1379.xml"/><Relationship Id="rId298" Type="http://schemas.openxmlformats.org/officeDocument/2006/relationships/customXml" Target="../ink/ink1400.xml"/><Relationship Id="rId421" Type="http://schemas.openxmlformats.org/officeDocument/2006/relationships/customXml" Target="../ink/ink1462.xml"/><Relationship Id="rId463" Type="http://schemas.openxmlformats.org/officeDocument/2006/relationships/customXml" Target="../ink/ink1483.xml"/><Relationship Id="rId519" Type="http://schemas.openxmlformats.org/officeDocument/2006/relationships/customXml" Target="../ink/ink1512.xml"/><Relationship Id="rId116" Type="http://schemas.openxmlformats.org/officeDocument/2006/relationships/customXml" Target="../ink/ink1309.xml"/><Relationship Id="rId158" Type="http://schemas.openxmlformats.org/officeDocument/2006/relationships/customXml" Target="../ink/ink1330.xml"/><Relationship Id="rId323" Type="http://schemas.openxmlformats.org/officeDocument/2006/relationships/image" Target="../media/image1407.png"/><Relationship Id="rId530" Type="http://schemas.openxmlformats.org/officeDocument/2006/relationships/image" Target="../media/image1507.png"/><Relationship Id="rId20" Type="http://schemas.openxmlformats.org/officeDocument/2006/relationships/customXml" Target="../ink/ink1261.xml"/><Relationship Id="rId62" Type="http://schemas.openxmlformats.org/officeDocument/2006/relationships/customXml" Target="../ink/ink1282.xml"/><Relationship Id="rId365" Type="http://schemas.openxmlformats.org/officeDocument/2006/relationships/customXml" Target="../ink/ink1434.xml"/><Relationship Id="rId572" Type="http://schemas.openxmlformats.org/officeDocument/2006/relationships/image" Target="../media/image1528.png"/><Relationship Id="rId628" Type="http://schemas.openxmlformats.org/officeDocument/2006/relationships/image" Target="../media/image1556.png"/><Relationship Id="rId225" Type="http://schemas.openxmlformats.org/officeDocument/2006/relationships/image" Target="../media/image1360.png"/><Relationship Id="rId267" Type="http://schemas.openxmlformats.org/officeDocument/2006/relationships/image" Target="../media/image1379.png"/><Relationship Id="rId432" Type="http://schemas.openxmlformats.org/officeDocument/2006/relationships/image" Target="../media/image1460.png"/><Relationship Id="rId474" Type="http://schemas.openxmlformats.org/officeDocument/2006/relationships/image" Target="../media/image1481.png"/><Relationship Id="rId127" Type="http://schemas.openxmlformats.org/officeDocument/2006/relationships/image" Target="../media/image1314.png"/><Relationship Id="rId31" Type="http://schemas.openxmlformats.org/officeDocument/2006/relationships/image" Target="../media/image1266.png"/><Relationship Id="rId73" Type="http://schemas.openxmlformats.org/officeDocument/2006/relationships/image" Target="../media/image1287.png"/><Relationship Id="rId169" Type="http://schemas.openxmlformats.org/officeDocument/2006/relationships/image" Target="../media/image1334.png"/><Relationship Id="rId334" Type="http://schemas.openxmlformats.org/officeDocument/2006/relationships/customXml" Target="../ink/ink1418.xml"/><Relationship Id="rId376" Type="http://schemas.openxmlformats.org/officeDocument/2006/relationships/image" Target="../media/image1432.png"/><Relationship Id="rId541" Type="http://schemas.openxmlformats.org/officeDocument/2006/relationships/customXml" Target="../ink/ink1523.xml"/><Relationship Id="rId583" Type="http://schemas.openxmlformats.org/officeDocument/2006/relationships/customXml" Target="../ink/ink1544.xml"/><Relationship Id="rId639" Type="http://schemas.openxmlformats.org/officeDocument/2006/relationships/image" Target="../media/image1559.png"/><Relationship Id="rId4" Type="http://schemas.openxmlformats.org/officeDocument/2006/relationships/customXml" Target="../ink/ink1253.xml"/><Relationship Id="rId180" Type="http://schemas.openxmlformats.org/officeDocument/2006/relationships/customXml" Target="../ink/ink1341.xml"/><Relationship Id="rId236" Type="http://schemas.openxmlformats.org/officeDocument/2006/relationships/customXml" Target="../ink/ink1369.xml"/><Relationship Id="rId278" Type="http://schemas.openxmlformats.org/officeDocument/2006/relationships/customXml" Target="../ink/ink1390.xml"/><Relationship Id="rId401" Type="http://schemas.openxmlformats.org/officeDocument/2006/relationships/customXml" Target="../ink/ink1452.xml"/><Relationship Id="rId443" Type="http://schemas.openxmlformats.org/officeDocument/2006/relationships/customXml" Target="../ink/ink1473.xml"/><Relationship Id="rId303" Type="http://schemas.openxmlformats.org/officeDocument/2006/relationships/image" Target="../media/image1397.png"/><Relationship Id="rId485" Type="http://schemas.openxmlformats.org/officeDocument/2006/relationships/customXml" Target="../ink/ink1494.xml"/><Relationship Id="rId42" Type="http://schemas.openxmlformats.org/officeDocument/2006/relationships/customXml" Target="../ink/ink1272.xml"/><Relationship Id="rId84" Type="http://schemas.openxmlformats.org/officeDocument/2006/relationships/customXml" Target="../ink/ink1293.xml"/><Relationship Id="rId138" Type="http://schemas.openxmlformats.org/officeDocument/2006/relationships/customXml" Target="../ink/ink1320.xml"/><Relationship Id="rId345" Type="http://schemas.openxmlformats.org/officeDocument/2006/relationships/image" Target="../media/image1418.png"/><Relationship Id="rId387" Type="http://schemas.openxmlformats.org/officeDocument/2006/relationships/customXml" Target="../ink/ink1445.xml"/><Relationship Id="rId510" Type="http://schemas.openxmlformats.org/officeDocument/2006/relationships/image" Target="../media/image1497.png"/><Relationship Id="rId552" Type="http://schemas.openxmlformats.org/officeDocument/2006/relationships/image" Target="../media/image1518.png"/><Relationship Id="rId594" Type="http://schemas.openxmlformats.org/officeDocument/2006/relationships/image" Target="../media/image1539.png"/><Relationship Id="rId608" Type="http://schemas.openxmlformats.org/officeDocument/2006/relationships/image" Target="../media/image1546.png"/><Relationship Id="rId191" Type="http://schemas.openxmlformats.org/officeDocument/2006/relationships/image" Target="../media/image1345.png"/><Relationship Id="rId205" Type="http://schemas.openxmlformats.org/officeDocument/2006/relationships/image" Target="../media/image1352.png"/><Relationship Id="rId247" Type="http://schemas.openxmlformats.org/officeDocument/2006/relationships/image" Target="../media/image281.png"/><Relationship Id="rId412" Type="http://schemas.openxmlformats.org/officeDocument/2006/relationships/image" Target="../media/image1450.png"/><Relationship Id="rId107" Type="http://schemas.openxmlformats.org/officeDocument/2006/relationships/image" Target="../media/image1304.png"/><Relationship Id="rId289" Type="http://schemas.openxmlformats.org/officeDocument/2006/relationships/image" Target="../media/image1390.png"/><Relationship Id="rId454" Type="http://schemas.openxmlformats.org/officeDocument/2006/relationships/image" Target="../media/image1471.png"/><Relationship Id="rId496" Type="http://schemas.openxmlformats.org/officeDocument/2006/relationships/customXml" Target="../ink/ink1500.xml"/><Relationship Id="rId11" Type="http://schemas.openxmlformats.org/officeDocument/2006/relationships/image" Target="../media/image1256.png"/><Relationship Id="rId53" Type="http://schemas.openxmlformats.org/officeDocument/2006/relationships/image" Target="../media/image1277.png"/><Relationship Id="rId149" Type="http://schemas.openxmlformats.org/officeDocument/2006/relationships/image" Target="../media/image1325.png"/><Relationship Id="rId314" Type="http://schemas.openxmlformats.org/officeDocument/2006/relationships/customXml" Target="../ink/ink1408.xml"/><Relationship Id="rId356" Type="http://schemas.openxmlformats.org/officeDocument/2006/relationships/image" Target="../media/image1422.png"/><Relationship Id="rId398" Type="http://schemas.openxmlformats.org/officeDocument/2006/relationships/image" Target="../media/image1443.png"/><Relationship Id="rId521" Type="http://schemas.openxmlformats.org/officeDocument/2006/relationships/customXml" Target="../ink/ink1513.xml"/><Relationship Id="rId563" Type="http://schemas.openxmlformats.org/officeDocument/2006/relationships/customXml" Target="../ink/ink1534.xml"/><Relationship Id="rId619" Type="http://schemas.openxmlformats.org/officeDocument/2006/relationships/customXml" Target="../ink/ink1562.xml"/><Relationship Id="rId95" Type="http://schemas.openxmlformats.org/officeDocument/2006/relationships/image" Target="../media/image1298.png"/><Relationship Id="rId160" Type="http://schemas.openxmlformats.org/officeDocument/2006/relationships/customXml" Target="../ink/ink1331.xml"/><Relationship Id="rId216" Type="http://schemas.openxmlformats.org/officeDocument/2006/relationships/customXml" Target="../ink/ink1359.xml"/><Relationship Id="rId423" Type="http://schemas.openxmlformats.org/officeDocument/2006/relationships/customXml" Target="../ink/ink1463.xml"/><Relationship Id="rId258" Type="http://schemas.openxmlformats.org/officeDocument/2006/relationships/customXml" Target="../ink/ink1380.xml"/><Relationship Id="rId465" Type="http://schemas.openxmlformats.org/officeDocument/2006/relationships/customXml" Target="../ink/ink1484.xml"/><Relationship Id="rId630" Type="http://schemas.openxmlformats.org/officeDocument/2006/relationships/customXml" Target="../ink/ink1568.xml"/><Relationship Id="rId22" Type="http://schemas.openxmlformats.org/officeDocument/2006/relationships/customXml" Target="../ink/ink1262.xml"/><Relationship Id="rId64" Type="http://schemas.openxmlformats.org/officeDocument/2006/relationships/customXml" Target="../ink/ink1283.xml"/><Relationship Id="rId118" Type="http://schemas.openxmlformats.org/officeDocument/2006/relationships/customXml" Target="../ink/ink1310.xml"/><Relationship Id="rId325" Type="http://schemas.openxmlformats.org/officeDocument/2006/relationships/image" Target="../media/image1408.png"/><Relationship Id="rId367" Type="http://schemas.openxmlformats.org/officeDocument/2006/relationships/customXml" Target="../ink/ink1435.xml"/><Relationship Id="rId532" Type="http://schemas.openxmlformats.org/officeDocument/2006/relationships/image" Target="../media/image1508.png"/><Relationship Id="rId574" Type="http://schemas.openxmlformats.org/officeDocument/2006/relationships/image" Target="../media/image1529.png"/><Relationship Id="rId171" Type="http://schemas.openxmlformats.org/officeDocument/2006/relationships/image" Target="../media/image1335.png"/><Relationship Id="rId227" Type="http://schemas.openxmlformats.org/officeDocument/2006/relationships/image" Target="../media/image1361.png"/><Relationship Id="rId269" Type="http://schemas.openxmlformats.org/officeDocument/2006/relationships/image" Target="../media/image1380.png"/><Relationship Id="rId434" Type="http://schemas.openxmlformats.org/officeDocument/2006/relationships/image" Target="../media/image1461.png"/><Relationship Id="rId476" Type="http://schemas.openxmlformats.org/officeDocument/2006/relationships/image" Target="../media/image1482.png"/><Relationship Id="rId641" Type="http://schemas.openxmlformats.org/officeDocument/2006/relationships/image" Target="../media/image1560.png"/><Relationship Id="rId33" Type="http://schemas.openxmlformats.org/officeDocument/2006/relationships/image" Target="../media/image1267.png"/><Relationship Id="rId129" Type="http://schemas.openxmlformats.org/officeDocument/2006/relationships/image" Target="../media/image1315.png"/><Relationship Id="rId280" Type="http://schemas.openxmlformats.org/officeDocument/2006/relationships/customXml" Target="../ink/ink1391.xml"/><Relationship Id="rId336" Type="http://schemas.openxmlformats.org/officeDocument/2006/relationships/customXml" Target="../ink/ink1419.xml"/><Relationship Id="rId501" Type="http://schemas.openxmlformats.org/officeDocument/2006/relationships/image" Target="../media/image1493.png"/><Relationship Id="rId543" Type="http://schemas.openxmlformats.org/officeDocument/2006/relationships/customXml" Target="../ink/ink1524.xml"/><Relationship Id="rId75" Type="http://schemas.openxmlformats.org/officeDocument/2006/relationships/image" Target="../media/image1288.png"/><Relationship Id="rId140" Type="http://schemas.openxmlformats.org/officeDocument/2006/relationships/customXml" Target="../ink/ink1321.xml"/><Relationship Id="rId182" Type="http://schemas.openxmlformats.org/officeDocument/2006/relationships/customXml" Target="../ink/ink1342.xml"/><Relationship Id="rId378" Type="http://schemas.openxmlformats.org/officeDocument/2006/relationships/image" Target="../media/image1433.png"/><Relationship Id="rId403" Type="http://schemas.openxmlformats.org/officeDocument/2006/relationships/customXml" Target="../ink/ink1453.xml"/><Relationship Id="rId585" Type="http://schemas.openxmlformats.org/officeDocument/2006/relationships/customXml" Target="../ink/ink1545.xml"/><Relationship Id="rId6" Type="http://schemas.openxmlformats.org/officeDocument/2006/relationships/customXml" Target="../ink/ink1254.xml"/><Relationship Id="rId238" Type="http://schemas.openxmlformats.org/officeDocument/2006/relationships/customXml" Target="../ink/ink1370.xml"/><Relationship Id="rId445" Type="http://schemas.openxmlformats.org/officeDocument/2006/relationships/customXml" Target="../ink/ink1474.xml"/><Relationship Id="rId487" Type="http://schemas.openxmlformats.org/officeDocument/2006/relationships/customXml" Target="../ink/ink1495.xml"/><Relationship Id="rId610" Type="http://schemas.openxmlformats.org/officeDocument/2006/relationships/image" Target="../media/image1547.png"/><Relationship Id="rId291" Type="http://schemas.openxmlformats.org/officeDocument/2006/relationships/image" Target="../media/image1391.png"/><Relationship Id="rId305" Type="http://schemas.openxmlformats.org/officeDocument/2006/relationships/image" Target="../media/image1398.png"/><Relationship Id="rId347" Type="http://schemas.openxmlformats.org/officeDocument/2006/relationships/image" Target="../media/image1419.png"/><Relationship Id="rId512" Type="http://schemas.openxmlformats.org/officeDocument/2006/relationships/image" Target="../media/image1498.png"/><Relationship Id="rId44" Type="http://schemas.openxmlformats.org/officeDocument/2006/relationships/customXml" Target="../ink/ink1273.xml"/><Relationship Id="rId86" Type="http://schemas.openxmlformats.org/officeDocument/2006/relationships/customXml" Target="../ink/ink1294.xml"/><Relationship Id="rId151" Type="http://schemas.openxmlformats.org/officeDocument/2006/relationships/image" Target="../media/image1326.png"/><Relationship Id="rId389" Type="http://schemas.openxmlformats.org/officeDocument/2006/relationships/customXml" Target="../ink/ink1446.xml"/><Relationship Id="rId554" Type="http://schemas.openxmlformats.org/officeDocument/2006/relationships/image" Target="../media/image1519.png"/><Relationship Id="rId596" Type="http://schemas.openxmlformats.org/officeDocument/2006/relationships/image" Target="../media/image1540.png"/><Relationship Id="rId193" Type="http://schemas.openxmlformats.org/officeDocument/2006/relationships/image" Target="../media/image1346.png"/><Relationship Id="rId207" Type="http://schemas.openxmlformats.org/officeDocument/2006/relationships/image" Target="../media/image1353.png"/><Relationship Id="rId249" Type="http://schemas.openxmlformats.org/officeDocument/2006/relationships/image" Target="../media/image1370.png"/><Relationship Id="rId414" Type="http://schemas.openxmlformats.org/officeDocument/2006/relationships/image" Target="../media/image1451.png"/><Relationship Id="rId456" Type="http://schemas.openxmlformats.org/officeDocument/2006/relationships/image" Target="../media/image1472.png"/><Relationship Id="rId498" Type="http://schemas.openxmlformats.org/officeDocument/2006/relationships/customXml" Target="../ink/ink1501.xml"/><Relationship Id="rId621" Type="http://schemas.openxmlformats.org/officeDocument/2006/relationships/customXml" Target="../ink/ink1563.xml"/><Relationship Id="rId13" Type="http://schemas.openxmlformats.org/officeDocument/2006/relationships/image" Target="../media/image1257.png"/><Relationship Id="rId109" Type="http://schemas.openxmlformats.org/officeDocument/2006/relationships/image" Target="../media/image1305.png"/><Relationship Id="rId260" Type="http://schemas.openxmlformats.org/officeDocument/2006/relationships/customXml" Target="../ink/ink1381.xml"/><Relationship Id="rId316" Type="http://schemas.openxmlformats.org/officeDocument/2006/relationships/customXml" Target="../ink/ink1409.xml"/><Relationship Id="rId523" Type="http://schemas.openxmlformats.org/officeDocument/2006/relationships/customXml" Target="../ink/ink1514.xml"/><Relationship Id="rId55" Type="http://schemas.openxmlformats.org/officeDocument/2006/relationships/image" Target="../media/image1278.png"/><Relationship Id="rId97" Type="http://schemas.openxmlformats.org/officeDocument/2006/relationships/image" Target="../media/image1299.png"/><Relationship Id="rId120" Type="http://schemas.openxmlformats.org/officeDocument/2006/relationships/customXml" Target="../ink/ink1311.xml"/><Relationship Id="rId358" Type="http://schemas.openxmlformats.org/officeDocument/2006/relationships/image" Target="../media/image1423.png"/><Relationship Id="rId565" Type="http://schemas.openxmlformats.org/officeDocument/2006/relationships/customXml" Target="../ink/ink1535.xml"/><Relationship Id="rId162" Type="http://schemas.openxmlformats.org/officeDocument/2006/relationships/customXml" Target="../ink/ink1332.xml"/><Relationship Id="rId218" Type="http://schemas.openxmlformats.org/officeDocument/2006/relationships/customXml" Target="../ink/ink1360.xml"/><Relationship Id="rId425" Type="http://schemas.openxmlformats.org/officeDocument/2006/relationships/customXml" Target="../ink/ink1464.xml"/><Relationship Id="rId467" Type="http://schemas.openxmlformats.org/officeDocument/2006/relationships/customXml" Target="../ink/ink1485.xml"/><Relationship Id="rId632" Type="http://schemas.openxmlformats.org/officeDocument/2006/relationships/image" Target="../media/image496.png"/><Relationship Id="rId271" Type="http://schemas.openxmlformats.org/officeDocument/2006/relationships/image" Target="../media/image1381.png"/><Relationship Id="rId24" Type="http://schemas.openxmlformats.org/officeDocument/2006/relationships/customXml" Target="../ink/ink1263.xml"/><Relationship Id="rId66" Type="http://schemas.openxmlformats.org/officeDocument/2006/relationships/customXml" Target="../ink/ink1284.xml"/><Relationship Id="rId131" Type="http://schemas.openxmlformats.org/officeDocument/2006/relationships/image" Target="../media/image1316.png"/><Relationship Id="rId327" Type="http://schemas.openxmlformats.org/officeDocument/2006/relationships/image" Target="../media/image1409.png"/><Relationship Id="rId369" Type="http://schemas.openxmlformats.org/officeDocument/2006/relationships/customXml" Target="../ink/ink1436.xml"/><Relationship Id="rId534" Type="http://schemas.openxmlformats.org/officeDocument/2006/relationships/image" Target="../media/image1509.png"/><Relationship Id="rId576" Type="http://schemas.openxmlformats.org/officeDocument/2006/relationships/image" Target="../media/image1530.png"/><Relationship Id="rId173" Type="http://schemas.openxmlformats.org/officeDocument/2006/relationships/image" Target="../media/image1336.png"/><Relationship Id="rId229" Type="http://schemas.openxmlformats.org/officeDocument/2006/relationships/image" Target="../media/image1362.png"/><Relationship Id="rId380" Type="http://schemas.openxmlformats.org/officeDocument/2006/relationships/image" Target="../media/image1434.png"/><Relationship Id="rId436" Type="http://schemas.openxmlformats.org/officeDocument/2006/relationships/image" Target="../media/image1462.png"/><Relationship Id="rId601" Type="http://schemas.openxmlformats.org/officeDocument/2006/relationships/customXml" Target="../ink/ink1553.xml"/><Relationship Id="rId643" Type="http://schemas.openxmlformats.org/officeDocument/2006/relationships/image" Target="../media/image1561.png"/><Relationship Id="rId240" Type="http://schemas.openxmlformats.org/officeDocument/2006/relationships/customXml" Target="../ink/ink1371.xml"/><Relationship Id="rId478" Type="http://schemas.openxmlformats.org/officeDocument/2006/relationships/image" Target="../media/image15.png"/><Relationship Id="rId35" Type="http://schemas.openxmlformats.org/officeDocument/2006/relationships/image" Target="../media/image1268.png"/><Relationship Id="rId77" Type="http://schemas.openxmlformats.org/officeDocument/2006/relationships/image" Target="../media/image1289.png"/><Relationship Id="rId100" Type="http://schemas.openxmlformats.org/officeDocument/2006/relationships/customXml" Target="../ink/ink1301.xml"/><Relationship Id="rId282" Type="http://schemas.openxmlformats.org/officeDocument/2006/relationships/customXml" Target="../ink/ink1392.xml"/><Relationship Id="rId338" Type="http://schemas.openxmlformats.org/officeDocument/2006/relationships/customXml" Target="../ink/ink1420.xml"/><Relationship Id="rId503" Type="http://schemas.openxmlformats.org/officeDocument/2006/relationships/image" Target="../media/image1494.png"/><Relationship Id="rId545" Type="http://schemas.openxmlformats.org/officeDocument/2006/relationships/customXml" Target="../ink/ink1525.xml"/><Relationship Id="rId587" Type="http://schemas.openxmlformats.org/officeDocument/2006/relationships/customXml" Target="../ink/ink1546.xml"/><Relationship Id="rId8" Type="http://schemas.openxmlformats.org/officeDocument/2006/relationships/customXml" Target="../ink/ink1255.xml"/><Relationship Id="rId142" Type="http://schemas.openxmlformats.org/officeDocument/2006/relationships/customXml" Target="../ink/ink1322.xml"/><Relationship Id="rId184" Type="http://schemas.openxmlformats.org/officeDocument/2006/relationships/customXml" Target="../ink/ink1343.xml"/><Relationship Id="rId391" Type="http://schemas.openxmlformats.org/officeDocument/2006/relationships/customXml" Target="../ink/ink1447.xml"/><Relationship Id="rId405" Type="http://schemas.openxmlformats.org/officeDocument/2006/relationships/customXml" Target="../ink/ink1454.xml"/><Relationship Id="rId447" Type="http://schemas.openxmlformats.org/officeDocument/2006/relationships/customXml" Target="../ink/ink1475.xml"/><Relationship Id="rId612" Type="http://schemas.openxmlformats.org/officeDocument/2006/relationships/image" Target="../media/image1548.png"/><Relationship Id="rId251" Type="http://schemas.openxmlformats.org/officeDocument/2006/relationships/image" Target="../media/image1371.png"/><Relationship Id="rId489" Type="http://schemas.openxmlformats.org/officeDocument/2006/relationships/customXml" Target="../ink/ink1496.xml"/><Relationship Id="rId46" Type="http://schemas.openxmlformats.org/officeDocument/2006/relationships/customXml" Target="../ink/ink1274.xml"/><Relationship Id="rId293" Type="http://schemas.openxmlformats.org/officeDocument/2006/relationships/image" Target="../media/image1392.png"/><Relationship Id="rId307" Type="http://schemas.openxmlformats.org/officeDocument/2006/relationships/image" Target="../media/image1399.png"/><Relationship Id="rId349" Type="http://schemas.openxmlformats.org/officeDocument/2006/relationships/image" Target="../media/image1420.png"/><Relationship Id="rId514" Type="http://schemas.openxmlformats.org/officeDocument/2006/relationships/image" Target="../media/image1499.png"/><Relationship Id="rId556" Type="http://schemas.openxmlformats.org/officeDocument/2006/relationships/image" Target="../media/image1520.png"/><Relationship Id="rId88" Type="http://schemas.openxmlformats.org/officeDocument/2006/relationships/customXml" Target="../ink/ink1295.xml"/><Relationship Id="rId111" Type="http://schemas.openxmlformats.org/officeDocument/2006/relationships/image" Target="../media/image1306.png"/><Relationship Id="rId153" Type="http://schemas.openxmlformats.org/officeDocument/2006/relationships/image" Target="../media/image1327.png"/><Relationship Id="rId195" Type="http://schemas.openxmlformats.org/officeDocument/2006/relationships/image" Target="../media/image1347.png"/><Relationship Id="rId209" Type="http://schemas.openxmlformats.org/officeDocument/2006/relationships/image" Target="../media/image1354.png"/><Relationship Id="rId360" Type="http://schemas.openxmlformats.org/officeDocument/2006/relationships/image" Target="../media/image1424.png"/><Relationship Id="rId416" Type="http://schemas.openxmlformats.org/officeDocument/2006/relationships/image" Target="../media/image1452.png"/><Relationship Id="rId598" Type="http://schemas.openxmlformats.org/officeDocument/2006/relationships/image" Target="../media/image1541.png"/><Relationship Id="rId220" Type="http://schemas.openxmlformats.org/officeDocument/2006/relationships/customXml" Target="../ink/ink1361.xml"/><Relationship Id="rId458" Type="http://schemas.openxmlformats.org/officeDocument/2006/relationships/image" Target="../media/image1473.png"/><Relationship Id="rId623" Type="http://schemas.openxmlformats.org/officeDocument/2006/relationships/customXml" Target="../ink/ink1564.xml"/><Relationship Id="rId15" Type="http://schemas.openxmlformats.org/officeDocument/2006/relationships/image" Target="../media/image1258.png"/><Relationship Id="rId57" Type="http://schemas.openxmlformats.org/officeDocument/2006/relationships/image" Target="../media/image1279.png"/><Relationship Id="rId262" Type="http://schemas.openxmlformats.org/officeDocument/2006/relationships/customXml" Target="../ink/ink1382.xml"/><Relationship Id="rId318" Type="http://schemas.openxmlformats.org/officeDocument/2006/relationships/customXml" Target="../ink/ink1410.xml"/><Relationship Id="rId525" Type="http://schemas.openxmlformats.org/officeDocument/2006/relationships/customXml" Target="../ink/ink1515.xml"/><Relationship Id="rId567" Type="http://schemas.openxmlformats.org/officeDocument/2006/relationships/customXml" Target="../ink/ink1536.xml"/><Relationship Id="rId99" Type="http://schemas.openxmlformats.org/officeDocument/2006/relationships/image" Target="../media/image1300.png"/><Relationship Id="rId122" Type="http://schemas.openxmlformats.org/officeDocument/2006/relationships/customXml" Target="../ink/ink1312.xml"/><Relationship Id="rId164" Type="http://schemas.openxmlformats.org/officeDocument/2006/relationships/customXml" Target="../ink/ink1333.xml"/><Relationship Id="rId371" Type="http://schemas.openxmlformats.org/officeDocument/2006/relationships/customXml" Target="../ink/ink1437.xml"/><Relationship Id="rId427" Type="http://schemas.openxmlformats.org/officeDocument/2006/relationships/customXml" Target="../ink/ink1465.xml"/><Relationship Id="rId469" Type="http://schemas.openxmlformats.org/officeDocument/2006/relationships/customXml" Target="../ink/ink1486.xml"/><Relationship Id="rId634" Type="http://schemas.openxmlformats.org/officeDocument/2006/relationships/customXml" Target="../ink/ink1571.xml"/><Relationship Id="rId26" Type="http://schemas.openxmlformats.org/officeDocument/2006/relationships/customXml" Target="../ink/ink1264.xml"/><Relationship Id="rId231" Type="http://schemas.openxmlformats.org/officeDocument/2006/relationships/image" Target="../media/image1363.png"/><Relationship Id="rId273" Type="http://schemas.openxmlformats.org/officeDocument/2006/relationships/image" Target="../media/image1382.png"/><Relationship Id="rId329" Type="http://schemas.openxmlformats.org/officeDocument/2006/relationships/image" Target="../media/image1410.png"/><Relationship Id="rId480" Type="http://schemas.openxmlformats.org/officeDocument/2006/relationships/image" Target="../media/image1483.png"/><Relationship Id="rId536" Type="http://schemas.openxmlformats.org/officeDocument/2006/relationships/image" Target="../media/image1510.png"/><Relationship Id="rId68" Type="http://schemas.openxmlformats.org/officeDocument/2006/relationships/customXml" Target="../ink/ink1285.xml"/><Relationship Id="rId133" Type="http://schemas.openxmlformats.org/officeDocument/2006/relationships/image" Target="../media/image1317.png"/><Relationship Id="rId175" Type="http://schemas.openxmlformats.org/officeDocument/2006/relationships/image" Target="../media/image1337.png"/><Relationship Id="rId340" Type="http://schemas.openxmlformats.org/officeDocument/2006/relationships/customXml" Target="../ink/ink1421.xml"/><Relationship Id="rId578" Type="http://schemas.openxmlformats.org/officeDocument/2006/relationships/image" Target="../media/image1531.png"/><Relationship Id="rId200" Type="http://schemas.openxmlformats.org/officeDocument/2006/relationships/customXml" Target="../ink/ink1351.xml"/><Relationship Id="rId382" Type="http://schemas.openxmlformats.org/officeDocument/2006/relationships/image" Target="../media/image1435.png"/><Relationship Id="rId438" Type="http://schemas.openxmlformats.org/officeDocument/2006/relationships/image" Target="../media/image1463.png"/><Relationship Id="rId603" Type="http://schemas.openxmlformats.org/officeDocument/2006/relationships/customXml" Target="../ink/ink1554.xml"/><Relationship Id="rId645" Type="http://schemas.openxmlformats.org/officeDocument/2006/relationships/image" Target="../media/image1562.png"/><Relationship Id="rId242" Type="http://schemas.openxmlformats.org/officeDocument/2006/relationships/customXml" Target="../ink/ink1372.xml"/><Relationship Id="rId284" Type="http://schemas.openxmlformats.org/officeDocument/2006/relationships/customXml" Target="../ink/ink1393.xml"/><Relationship Id="rId491" Type="http://schemas.openxmlformats.org/officeDocument/2006/relationships/image" Target="../media/image1488.png"/><Relationship Id="rId505" Type="http://schemas.openxmlformats.org/officeDocument/2006/relationships/customXml" Target="../ink/ink1505.xml"/><Relationship Id="rId37" Type="http://schemas.openxmlformats.org/officeDocument/2006/relationships/image" Target="../media/image1269.png"/><Relationship Id="rId79" Type="http://schemas.openxmlformats.org/officeDocument/2006/relationships/image" Target="../media/image1290.png"/><Relationship Id="rId102" Type="http://schemas.openxmlformats.org/officeDocument/2006/relationships/customXml" Target="../ink/ink1302.xml"/><Relationship Id="rId144" Type="http://schemas.openxmlformats.org/officeDocument/2006/relationships/customXml" Target="../ink/ink1323.xml"/><Relationship Id="rId547" Type="http://schemas.openxmlformats.org/officeDocument/2006/relationships/customXml" Target="../ink/ink1526.xml"/><Relationship Id="rId589" Type="http://schemas.openxmlformats.org/officeDocument/2006/relationships/customXml" Target="../ink/ink1547.xml"/><Relationship Id="rId90" Type="http://schemas.openxmlformats.org/officeDocument/2006/relationships/customXml" Target="../ink/ink1296.xml"/><Relationship Id="rId186" Type="http://schemas.openxmlformats.org/officeDocument/2006/relationships/customXml" Target="../ink/ink1344.xml"/><Relationship Id="rId351" Type="http://schemas.openxmlformats.org/officeDocument/2006/relationships/image" Target="../media/image419.png"/><Relationship Id="rId393" Type="http://schemas.openxmlformats.org/officeDocument/2006/relationships/customXml" Target="../ink/ink1448.xml"/><Relationship Id="rId407" Type="http://schemas.openxmlformats.org/officeDocument/2006/relationships/customXml" Target="../ink/ink1455.xml"/><Relationship Id="rId449" Type="http://schemas.openxmlformats.org/officeDocument/2006/relationships/customXml" Target="../ink/ink1476.xml"/><Relationship Id="rId614" Type="http://schemas.openxmlformats.org/officeDocument/2006/relationships/image" Target="../media/image1549.png"/><Relationship Id="rId211" Type="http://schemas.openxmlformats.org/officeDocument/2006/relationships/image" Target="../media/image1355.png"/><Relationship Id="rId253" Type="http://schemas.openxmlformats.org/officeDocument/2006/relationships/image" Target="../media/image1372.png"/><Relationship Id="rId295" Type="http://schemas.openxmlformats.org/officeDocument/2006/relationships/image" Target="../media/image1393.png"/><Relationship Id="rId309" Type="http://schemas.openxmlformats.org/officeDocument/2006/relationships/image" Target="../media/image1400.png"/><Relationship Id="rId460" Type="http://schemas.openxmlformats.org/officeDocument/2006/relationships/image" Target="../media/image1474.png"/><Relationship Id="rId516" Type="http://schemas.openxmlformats.org/officeDocument/2006/relationships/image" Target="../media/image1500.png"/><Relationship Id="rId48" Type="http://schemas.openxmlformats.org/officeDocument/2006/relationships/customXml" Target="../ink/ink1275.xml"/><Relationship Id="rId113" Type="http://schemas.openxmlformats.org/officeDocument/2006/relationships/image" Target="../media/image1307.png"/><Relationship Id="rId320" Type="http://schemas.openxmlformats.org/officeDocument/2006/relationships/customXml" Target="../ink/ink1411.xml"/><Relationship Id="rId558" Type="http://schemas.openxmlformats.org/officeDocument/2006/relationships/image" Target="../media/image1521.png"/><Relationship Id="rId155" Type="http://schemas.openxmlformats.org/officeDocument/2006/relationships/image" Target="../media/image1328.png"/><Relationship Id="rId197" Type="http://schemas.openxmlformats.org/officeDocument/2006/relationships/image" Target="../media/image1348.png"/><Relationship Id="rId362" Type="http://schemas.openxmlformats.org/officeDocument/2006/relationships/image" Target="../media/image1425.png"/><Relationship Id="rId418" Type="http://schemas.openxmlformats.org/officeDocument/2006/relationships/image" Target="../media/image1453.png"/><Relationship Id="rId625" Type="http://schemas.openxmlformats.org/officeDocument/2006/relationships/customXml" Target="../ink/ink1565.xml"/><Relationship Id="rId222" Type="http://schemas.openxmlformats.org/officeDocument/2006/relationships/customXml" Target="../ink/ink1362.xml"/><Relationship Id="rId264" Type="http://schemas.openxmlformats.org/officeDocument/2006/relationships/customXml" Target="../ink/ink1383.xml"/><Relationship Id="rId471" Type="http://schemas.openxmlformats.org/officeDocument/2006/relationships/customXml" Target="../ink/ink1487.xml"/><Relationship Id="rId17" Type="http://schemas.openxmlformats.org/officeDocument/2006/relationships/image" Target="../media/image1259.png"/><Relationship Id="rId59" Type="http://schemas.openxmlformats.org/officeDocument/2006/relationships/image" Target="../media/image1280.png"/><Relationship Id="rId124" Type="http://schemas.openxmlformats.org/officeDocument/2006/relationships/customXml" Target="../ink/ink1313.xml"/><Relationship Id="rId527" Type="http://schemas.openxmlformats.org/officeDocument/2006/relationships/customXml" Target="../ink/ink1516.xml"/><Relationship Id="rId569" Type="http://schemas.openxmlformats.org/officeDocument/2006/relationships/customXml" Target="../ink/ink1537.xml"/><Relationship Id="rId70" Type="http://schemas.openxmlformats.org/officeDocument/2006/relationships/customXml" Target="../ink/ink1286.xml"/><Relationship Id="rId166" Type="http://schemas.openxmlformats.org/officeDocument/2006/relationships/customXml" Target="../ink/ink1334.xml"/><Relationship Id="rId331" Type="http://schemas.openxmlformats.org/officeDocument/2006/relationships/image" Target="../media/image1411.png"/><Relationship Id="rId373" Type="http://schemas.openxmlformats.org/officeDocument/2006/relationships/customXml" Target="../ink/ink1438.xml"/><Relationship Id="rId429" Type="http://schemas.openxmlformats.org/officeDocument/2006/relationships/customXml" Target="../ink/ink1466.xml"/><Relationship Id="rId580" Type="http://schemas.openxmlformats.org/officeDocument/2006/relationships/image" Target="../media/image1532.png"/><Relationship Id="rId636" Type="http://schemas.openxmlformats.org/officeDocument/2006/relationships/customXml" Target="../ink/ink1572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364.png"/><Relationship Id="rId440" Type="http://schemas.openxmlformats.org/officeDocument/2006/relationships/image" Target="../media/image1464.png"/><Relationship Id="rId28" Type="http://schemas.openxmlformats.org/officeDocument/2006/relationships/customXml" Target="../ink/ink1265.xml"/><Relationship Id="rId275" Type="http://schemas.openxmlformats.org/officeDocument/2006/relationships/image" Target="../media/image1383.png"/><Relationship Id="rId300" Type="http://schemas.openxmlformats.org/officeDocument/2006/relationships/customXml" Target="../ink/ink1401.xml"/><Relationship Id="rId482" Type="http://schemas.openxmlformats.org/officeDocument/2006/relationships/image" Target="../media/image1484.png"/><Relationship Id="rId538" Type="http://schemas.openxmlformats.org/officeDocument/2006/relationships/image" Target="../media/image1511.png"/><Relationship Id="rId81" Type="http://schemas.openxmlformats.org/officeDocument/2006/relationships/image" Target="../media/image1291.png"/><Relationship Id="rId135" Type="http://schemas.openxmlformats.org/officeDocument/2006/relationships/image" Target="../media/image1318.png"/><Relationship Id="rId177" Type="http://schemas.openxmlformats.org/officeDocument/2006/relationships/image" Target="../media/image1338.png"/><Relationship Id="rId342" Type="http://schemas.openxmlformats.org/officeDocument/2006/relationships/customXml" Target="../ink/ink1422.xml"/><Relationship Id="rId384" Type="http://schemas.openxmlformats.org/officeDocument/2006/relationships/image" Target="../media/image1436.png"/><Relationship Id="rId591" Type="http://schemas.openxmlformats.org/officeDocument/2006/relationships/customXml" Target="../ink/ink1548.xml"/><Relationship Id="rId605" Type="http://schemas.openxmlformats.org/officeDocument/2006/relationships/customXml" Target="../ink/ink1555.xml"/><Relationship Id="rId202" Type="http://schemas.openxmlformats.org/officeDocument/2006/relationships/customXml" Target="../ink/ink1352.xml"/><Relationship Id="rId244" Type="http://schemas.openxmlformats.org/officeDocument/2006/relationships/customXml" Target="../ink/ink1373.xml"/><Relationship Id="rId647" Type="http://schemas.openxmlformats.org/officeDocument/2006/relationships/image" Target="../media/image1563.png"/><Relationship Id="rId39" Type="http://schemas.openxmlformats.org/officeDocument/2006/relationships/image" Target="../media/image1270.png"/><Relationship Id="rId286" Type="http://schemas.openxmlformats.org/officeDocument/2006/relationships/customXml" Target="../ink/ink1394.xml"/><Relationship Id="rId451" Type="http://schemas.openxmlformats.org/officeDocument/2006/relationships/customXml" Target="../ink/ink1477.xml"/><Relationship Id="rId493" Type="http://schemas.openxmlformats.org/officeDocument/2006/relationships/image" Target="../media/image1489.png"/><Relationship Id="rId507" Type="http://schemas.openxmlformats.org/officeDocument/2006/relationships/customXml" Target="../ink/ink1506.xml"/><Relationship Id="rId549" Type="http://schemas.openxmlformats.org/officeDocument/2006/relationships/customXml" Target="../ink/ink1527.xml"/><Relationship Id="rId50" Type="http://schemas.openxmlformats.org/officeDocument/2006/relationships/customXml" Target="../ink/ink1276.xml"/><Relationship Id="rId104" Type="http://schemas.openxmlformats.org/officeDocument/2006/relationships/customXml" Target="../ink/ink1303.xml"/><Relationship Id="rId146" Type="http://schemas.openxmlformats.org/officeDocument/2006/relationships/customXml" Target="../ink/ink1324.xml"/><Relationship Id="rId188" Type="http://schemas.openxmlformats.org/officeDocument/2006/relationships/customXml" Target="../ink/ink1345.xml"/><Relationship Id="rId311" Type="http://schemas.openxmlformats.org/officeDocument/2006/relationships/image" Target="../media/image1401.png"/><Relationship Id="rId353" Type="http://schemas.openxmlformats.org/officeDocument/2006/relationships/image" Target="../media/image1421.png"/><Relationship Id="rId395" Type="http://schemas.openxmlformats.org/officeDocument/2006/relationships/customXml" Target="../ink/ink1449.xml"/><Relationship Id="rId409" Type="http://schemas.openxmlformats.org/officeDocument/2006/relationships/customXml" Target="../ink/ink1456.xml"/><Relationship Id="rId560" Type="http://schemas.openxmlformats.org/officeDocument/2006/relationships/image" Target="../media/image1522.png"/><Relationship Id="rId92" Type="http://schemas.openxmlformats.org/officeDocument/2006/relationships/customXml" Target="../ink/ink1297.xml"/><Relationship Id="rId213" Type="http://schemas.openxmlformats.org/officeDocument/2006/relationships/image" Target="../media/image1356.png"/><Relationship Id="rId420" Type="http://schemas.openxmlformats.org/officeDocument/2006/relationships/image" Target="../media/image1454.png"/><Relationship Id="rId616" Type="http://schemas.openxmlformats.org/officeDocument/2006/relationships/image" Target="../media/image1550.png"/><Relationship Id="rId255" Type="http://schemas.openxmlformats.org/officeDocument/2006/relationships/image" Target="../media/image1373.png"/><Relationship Id="rId297" Type="http://schemas.openxmlformats.org/officeDocument/2006/relationships/image" Target="../media/image1394.png"/><Relationship Id="rId462" Type="http://schemas.openxmlformats.org/officeDocument/2006/relationships/image" Target="../media/image1475.png"/><Relationship Id="rId518" Type="http://schemas.openxmlformats.org/officeDocument/2006/relationships/image" Target="../media/image1501.png"/><Relationship Id="rId115" Type="http://schemas.openxmlformats.org/officeDocument/2006/relationships/image" Target="../media/image1308.png"/><Relationship Id="rId157" Type="http://schemas.openxmlformats.org/officeDocument/2006/relationships/image" Target="../media/image1329.png"/><Relationship Id="rId322" Type="http://schemas.openxmlformats.org/officeDocument/2006/relationships/customXml" Target="../ink/ink1412.xml"/><Relationship Id="rId364" Type="http://schemas.openxmlformats.org/officeDocument/2006/relationships/image" Target="../media/image1426.png"/><Relationship Id="rId61" Type="http://schemas.openxmlformats.org/officeDocument/2006/relationships/image" Target="../media/image1281.png"/><Relationship Id="rId199" Type="http://schemas.openxmlformats.org/officeDocument/2006/relationships/image" Target="../media/image1349.png"/><Relationship Id="rId571" Type="http://schemas.openxmlformats.org/officeDocument/2006/relationships/customXml" Target="../ink/ink1538.xml"/><Relationship Id="rId627" Type="http://schemas.openxmlformats.org/officeDocument/2006/relationships/customXml" Target="../ink/ink1566.xml"/><Relationship Id="rId19" Type="http://schemas.openxmlformats.org/officeDocument/2006/relationships/image" Target="../media/image1260.png"/><Relationship Id="rId224" Type="http://schemas.openxmlformats.org/officeDocument/2006/relationships/customXml" Target="../ink/ink1363.xml"/><Relationship Id="rId266" Type="http://schemas.openxmlformats.org/officeDocument/2006/relationships/customXml" Target="../ink/ink1384.xml"/><Relationship Id="rId431" Type="http://schemas.openxmlformats.org/officeDocument/2006/relationships/customXml" Target="../ink/ink1467.xml"/><Relationship Id="rId473" Type="http://schemas.openxmlformats.org/officeDocument/2006/relationships/customXml" Target="../ink/ink1488.xml"/><Relationship Id="rId529" Type="http://schemas.openxmlformats.org/officeDocument/2006/relationships/customXml" Target="../ink/ink1517.xml"/><Relationship Id="rId30" Type="http://schemas.openxmlformats.org/officeDocument/2006/relationships/customXml" Target="../ink/ink1266.xml"/><Relationship Id="rId126" Type="http://schemas.openxmlformats.org/officeDocument/2006/relationships/customXml" Target="../ink/ink1314.xml"/><Relationship Id="rId168" Type="http://schemas.openxmlformats.org/officeDocument/2006/relationships/customXml" Target="../ink/ink1335.xml"/><Relationship Id="rId333" Type="http://schemas.openxmlformats.org/officeDocument/2006/relationships/image" Target="../media/image1412.png"/><Relationship Id="rId540" Type="http://schemas.openxmlformats.org/officeDocument/2006/relationships/image" Target="../media/image1512.png"/><Relationship Id="rId72" Type="http://schemas.openxmlformats.org/officeDocument/2006/relationships/customXml" Target="../ink/ink1287.xml"/><Relationship Id="rId375" Type="http://schemas.openxmlformats.org/officeDocument/2006/relationships/customXml" Target="../ink/ink1439.xml"/><Relationship Id="rId582" Type="http://schemas.openxmlformats.org/officeDocument/2006/relationships/image" Target="../media/image1533.png"/><Relationship Id="rId638" Type="http://schemas.openxmlformats.org/officeDocument/2006/relationships/customXml" Target="../ink/ink1573.xml"/><Relationship Id="rId3" Type="http://schemas.openxmlformats.org/officeDocument/2006/relationships/image" Target="../media/image1252.png"/><Relationship Id="rId235" Type="http://schemas.openxmlformats.org/officeDocument/2006/relationships/image" Target="../media/image1365.png"/><Relationship Id="rId277" Type="http://schemas.openxmlformats.org/officeDocument/2006/relationships/image" Target="../media/image1384.png"/><Relationship Id="rId400" Type="http://schemas.openxmlformats.org/officeDocument/2006/relationships/image" Target="../media/image1444.png"/><Relationship Id="rId442" Type="http://schemas.openxmlformats.org/officeDocument/2006/relationships/image" Target="../media/image1465.png"/><Relationship Id="rId484" Type="http://schemas.openxmlformats.org/officeDocument/2006/relationships/image" Target="../media/image1485.png"/><Relationship Id="rId137" Type="http://schemas.openxmlformats.org/officeDocument/2006/relationships/image" Target="../media/image1319.png"/><Relationship Id="rId302" Type="http://schemas.openxmlformats.org/officeDocument/2006/relationships/customXml" Target="../ink/ink1402.xml"/><Relationship Id="rId344" Type="http://schemas.openxmlformats.org/officeDocument/2006/relationships/customXml" Target="../ink/ink1423.xml"/><Relationship Id="rId41" Type="http://schemas.openxmlformats.org/officeDocument/2006/relationships/image" Target="../media/image1271.png"/><Relationship Id="rId83" Type="http://schemas.openxmlformats.org/officeDocument/2006/relationships/image" Target="../media/image1292.png"/><Relationship Id="rId179" Type="http://schemas.openxmlformats.org/officeDocument/2006/relationships/image" Target="../media/image1339.png"/><Relationship Id="rId386" Type="http://schemas.openxmlformats.org/officeDocument/2006/relationships/image" Target="../media/image1437.png"/><Relationship Id="rId551" Type="http://schemas.openxmlformats.org/officeDocument/2006/relationships/customXml" Target="../ink/ink1528.xml"/><Relationship Id="rId593" Type="http://schemas.openxmlformats.org/officeDocument/2006/relationships/customXml" Target="../ink/ink1549.xml"/><Relationship Id="rId607" Type="http://schemas.openxmlformats.org/officeDocument/2006/relationships/customXml" Target="../ink/ink1556.xml"/><Relationship Id="rId649" Type="http://schemas.openxmlformats.org/officeDocument/2006/relationships/image" Target="../media/image1564.png"/><Relationship Id="rId190" Type="http://schemas.openxmlformats.org/officeDocument/2006/relationships/customXml" Target="../ink/ink1346.xml"/><Relationship Id="rId204" Type="http://schemas.openxmlformats.org/officeDocument/2006/relationships/customXml" Target="../ink/ink1353.xml"/><Relationship Id="rId246" Type="http://schemas.openxmlformats.org/officeDocument/2006/relationships/customXml" Target="../ink/ink1374.xml"/><Relationship Id="rId288" Type="http://schemas.openxmlformats.org/officeDocument/2006/relationships/customXml" Target="../ink/ink1395.xml"/><Relationship Id="rId411" Type="http://schemas.openxmlformats.org/officeDocument/2006/relationships/customXml" Target="../ink/ink1457.xml"/><Relationship Id="rId453" Type="http://schemas.openxmlformats.org/officeDocument/2006/relationships/customXml" Target="../ink/ink1478.xml"/><Relationship Id="rId509" Type="http://schemas.openxmlformats.org/officeDocument/2006/relationships/customXml" Target="../ink/ink1507.xml"/><Relationship Id="rId106" Type="http://schemas.openxmlformats.org/officeDocument/2006/relationships/customXml" Target="../ink/ink1304.xml"/><Relationship Id="rId313" Type="http://schemas.openxmlformats.org/officeDocument/2006/relationships/image" Target="../media/image1402.png"/><Relationship Id="rId495" Type="http://schemas.openxmlformats.org/officeDocument/2006/relationships/image" Target="../media/image1490.png"/><Relationship Id="rId10" Type="http://schemas.openxmlformats.org/officeDocument/2006/relationships/customXml" Target="../ink/ink1256.xml"/><Relationship Id="rId52" Type="http://schemas.openxmlformats.org/officeDocument/2006/relationships/customXml" Target="../ink/ink1277.xml"/><Relationship Id="rId94" Type="http://schemas.openxmlformats.org/officeDocument/2006/relationships/customXml" Target="../ink/ink1298.xml"/><Relationship Id="rId148" Type="http://schemas.openxmlformats.org/officeDocument/2006/relationships/customXml" Target="../ink/ink1325.xml"/><Relationship Id="rId355" Type="http://schemas.openxmlformats.org/officeDocument/2006/relationships/customXml" Target="../ink/ink1429.xml"/><Relationship Id="rId397" Type="http://schemas.openxmlformats.org/officeDocument/2006/relationships/customXml" Target="../ink/ink1450.xml"/><Relationship Id="rId520" Type="http://schemas.openxmlformats.org/officeDocument/2006/relationships/image" Target="../media/image1502.png"/><Relationship Id="rId562" Type="http://schemas.openxmlformats.org/officeDocument/2006/relationships/image" Target="../media/image1523.png"/><Relationship Id="rId618" Type="http://schemas.openxmlformats.org/officeDocument/2006/relationships/image" Target="../media/image1551.png"/><Relationship Id="rId215" Type="http://schemas.openxmlformats.org/officeDocument/2006/relationships/image" Target="../media/image1357.png"/><Relationship Id="rId257" Type="http://schemas.openxmlformats.org/officeDocument/2006/relationships/image" Target="../media/image1374.png"/><Relationship Id="rId422" Type="http://schemas.openxmlformats.org/officeDocument/2006/relationships/image" Target="../media/image1455.png"/><Relationship Id="rId464" Type="http://schemas.openxmlformats.org/officeDocument/2006/relationships/image" Target="../media/image1476.png"/><Relationship Id="rId299" Type="http://schemas.openxmlformats.org/officeDocument/2006/relationships/image" Target="../media/image1395.png"/><Relationship Id="rId63" Type="http://schemas.openxmlformats.org/officeDocument/2006/relationships/image" Target="../media/image1282.png"/><Relationship Id="rId159" Type="http://schemas.openxmlformats.org/officeDocument/2006/relationships/image" Target="../media/image1330.png"/><Relationship Id="rId366" Type="http://schemas.openxmlformats.org/officeDocument/2006/relationships/image" Target="../media/image1427.png"/><Relationship Id="rId573" Type="http://schemas.openxmlformats.org/officeDocument/2006/relationships/customXml" Target="../ink/ink1539.xml"/><Relationship Id="rId226" Type="http://schemas.openxmlformats.org/officeDocument/2006/relationships/customXml" Target="../ink/ink1364.xml"/><Relationship Id="rId433" Type="http://schemas.openxmlformats.org/officeDocument/2006/relationships/customXml" Target="../ink/ink1468.xml"/><Relationship Id="rId640" Type="http://schemas.openxmlformats.org/officeDocument/2006/relationships/customXml" Target="../ink/ink1574.xml"/><Relationship Id="rId74" Type="http://schemas.openxmlformats.org/officeDocument/2006/relationships/customXml" Target="../ink/ink1288.xml"/><Relationship Id="rId377" Type="http://schemas.openxmlformats.org/officeDocument/2006/relationships/customXml" Target="../ink/ink1440.xml"/><Relationship Id="rId500" Type="http://schemas.openxmlformats.org/officeDocument/2006/relationships/customXml" Target="../ink/ink1502.xml"/><Relationship Id="rId584" Type="http://schemas.openxmlformats.org/officeDocument/2006/relationships/image" Target="../media/image1534.png"/><Relationship Id="rId5" Type="http://schemas.openxmlformats.org/officeDocument/2006/relationships/image" Target="../media/image1253.png"/><Relationship Id="rId237" Type="http://schemas.openxmlformats.org/officeDocument/2006/relationships/image" Target="../media/image1366.png"/><Relationship Id="rId444" Type="http://schemas.openxmlformats.org/officeDocument/2006/relationships/image" Target="../media/image1466.png"/><Relationship Id="rId290" Type="http://schemas.openxmlformats.org/officeDocument/2006/relationships/customXml" Target="../ink/ink1396.xml"/><Relationship Id="rId304" Type="http://schemas.openxmlformats.org/officeDocument/2006/relationships/customXml" Target="../ink/ink1403.xml"/><Relationship Id="rId388" Type="http://schemas.openxmlformats.org/officeDocument/2006/relationships/image" Target="../media/image1438.png"/><Relationship Id="rId511" Type="http://schemas.openxmlformats.org/officeDocument/2006/relationships/customXml" Target="../ink/ink1508.xml"/><Relationship Id="rId609" Type="http://schemas.openxmlformats.org/officeDocument/2006/relationships/customXml" Target="../ink/ink1557.xml"/><Relationship Id="rId85" Type="http://schemas.openxmlformats.org/officeDocument/2006/relationships/image" Target="../media/image1293.png"/><Relationship Id="rId150" Type="http://schemas.openxmlformats.org/officeDocument/2006/relationships/customXml" Target="../ink/ink1326.xml"/><Relationship Id="rId595" Type="http://schemas.openxmlformats.org/officeDocument/2006/relationships/customXml" Target="../ink/ink1550.xml"/><Relationship Id="rId248" Type="http://schemas.openxmlformats.org/officeDocument/2006/relationships/customXml" Target="../ink/ink1375.xml"/><Relationship Id="rId455" Type="http://schemas.openxmlformats.org/officeDocument/2006/relationships/customXml" Target="../ink/ink1479.xml"/><Relationship Id="rId12" Type="http://schemas.openxmlformats.org/officeDocument/2006/relationships/customXml" Target="../ink/ink1257.xml"/><Relationship Id="rId108" Type="http://schemas.openxmlformats.org/officeDocument/2006/relationships/customXml" Target="../ink/ink1305.xml"/><Relationship Id="rId315" Type="http://schemas.openxmlformats.org/officeDocument/2006/relationships/image" Target="../media/image1403.png"/><Relationship Id="rId522" Type="http://schemas.openxmlformats.org/officeDocument/2006/relationships/image" Target="../media/image1503.png"/><Relationship Id="rId96" Type="http://schemas.openxmlformats.org/officeDocument/2006/relationships/customXml" Target="../ink/ink1299.xml"/><Relationship Id="rId161" Type="http://schemas.openxmlformats.org/officeDocument/2006/relationships/image" Target="../media/image6.png"/><Relationship Id="rId399" Type="http://schemas.openxmlformats.org/officeDocument/2006/relationships/customXml" Target="../ink/ink1451.xml"/><Relationship Id="rId259" Type="http://schemas.openxmlformats.org/officeDocument/2006/relationships/image" Target="../media/image1375.png"/><Relationship Id="rId466" Type="http://schemas.openxmlformats.org/officeDocument/2006/relationships/image" Target="../media/image1477.png"/><Relationship Id="rId23" Type="http://schemas.openxmlformats.org/officeDocument/2006/relationships/image" Target="../media/image1262.png"/><Relationship Id="rId119" Type="http://schemas.openxmlformats.org/officeDocument/2006/relationships/image" Target="../media/image1310.png"/><Relationship Id="rId326" Type="http://schemas.openxmlformats.org/officeDocument/2006/relationships/customXml" Target="../ink/ink1414.xml"/><Relationship Id="rId533" Type="http://schemas.openxmlformats.org/officeDocument/2006/relationships/customXml" Target="../ink/ink1519.xml"/><Relationship Id="rId172" Type="http://schemas.openxmlformats.org/officeDocument/2006/relationships/customXml" Target="../ink/ink1337.xml"/><Relationship Id="rId477" Type="http://schemas.openxmlformats.org/officeDocument/2006/relationships/customXml" Target="../ink/ink1490.xml"/><Relationship Id="rId600" Type="http://schemas.openxmlformats.org/officeDocument/2006/relationships/image" Target="../media/image1542.png"/><Relationship Id="rId337" Type="http://schemas.openxmlformats.org/officeDocument/2006/relationships/image" Target="../media/image1414.png"/><Relationship Id="rId34" Type="http://schemas.openxmlformats.org/officeDocument/2006/relationships/customXml" Target="../ink/ink1268.xml"/><Relationship Id="rId544" Type="http://schemas.openxmlformats.org/officeDocument/2006/relationships/image" Target="../media/image1514.png"/><Relationship Id="rId183" Type="http://schemas.openxmlformats.org/officeDocument/2006/relationships/image" Target="../media/image1341.png"/><Relationship Id="rId390" Type="http://schemas.openxmlformats.org/officeDocument/2006/relationships/image" Target="../media/image1439.png"/><Relationship Id="rId404" Type="http://schemas.openxmlformats.org/officeDocument/2006/relationships/image" Target="../media/image1446.png"/><Relationship Id="rId611" Type="http://schemas.openxmlformats.org/officeDocument/2006/relationships/customXml" Target="../ink/ink1558.xml"/><Relationship Id="rId250" Type="http://schemas.openxmlformats.org/officeDocument/2006/relationships/customXml" Target="../ink/ink1376.xml"/><Relationship Id="rId488" Type="http://schemas.openxmlformats.org/officeDocument/2006/relationships/image" Target="../media/image1487.png"/><Relationship Id="rId45" Type="http://schemas.openxmlformats.org/officeDocument/2006/relationships/image" Target="../media/image1273.png"/><Relationship Id="rId110" Type="http://schemas.openxmlformats.org/officeDocument/2006/relationships/customXml" Target="../ink/ink1306.xml"/><Relationship Id="rId348" Type="http://schemas.openxmlformats.org/officeDocument/2006/relationships/customXml" Target="../ink/ink1425.xml"/><Relationship Id="rId555" Type="http://schemas.openxmlformats.org/officeDocument/2006/relationships/customXml" Target="../ink/ink1530.xml"/><Relationship Id="rId194" Type="http://schemas.openxmlformats.org/officeDocument/2006/relationships/customXml" Target="../ink/ink1348.xml"/><Relationship Id="rId208" Type="http://schemas.openxmlformats.org/officeDocument/2006/relationships/customXml" Target="../ink/ink1355.xml"/><Relationship Id="rId415" Type="http://schemas.openxmlformats.org/officeDocument/2006/relationships/customXml" Target="../ink/ink1459.xml"/><Relationship Id="rId622" Type="http://schemas.openxmlformats.org/officeDocument/2006/relationships/image" Target="../media/image1553.png"/><Relationship Id="rId261" Type="http://schemas.openxmlformats.org/officeDocument/2006/relationships/image" Target="../media/image1376.png"/><Relationship Id="rId499" Type="http://schemas.openxmlformats.org/officeDocument/2006/relationships/image" Target="../media/image1492.png"/><Relationship Id="rId56" Type="http://schemas.openxmlformats.org/officeDocument/2006/relationships/customXml" Target="../ink/ink1279.xml"/><Relationship Id="rId359" Type="http://schemas.openxmlformats.org/officeDocument/2006/relationships/customXml" Target="../ink/ink1431.xml"/><Relationship Id="rId566" Type="http://schemas.openxmlformats.org/officeDocument/2006/relationships/image" Target="../media/image1525.png"/><Relationship Id="rId121" Type="http://schemas.openxmlformats.org/officeDocument/2006/relationships/image" Target="../media/image1311.png"/><Relationship Id="rId219" Type="http://schemas.openxmlformats.org/officeDocument/2006/relationships/image" Target="../media/image550.png"/><Relationship Id="rId426" Type="http://schemas.openxmlformats.org/officeDocument/2006/relationships/image" Target="../media/image1457.png"/><Relationship Id="rId633" Type="http://schemas.openxmlformats.org/officeDocument/2006/relationships/customXml" Target="../ink/ink1570.xml"/><Relationship Id="rId67" Type="http://schemas.openxmlformats.org/officeDocument/2006/relationships/image" Target="../media/image1284.png"/><Relationship Id="rId272" Type="http://schemas.openxmlformats.org/officeDocument/2006/relationships/customXml" Target="../ink/ink1387.xml"/><Relationship Id="rId577" Type="http://schemas.openxmlformats.org/officeDocument/2006/relationships/customXml" Target="../ink/ink1541.xml"/><Relationship Id="rId132" Type="http://schemas.openxmlformats.org/officeDocument/2006/relationships/customXml" Target="../ink/ink1317.xml"/><Relationship Id="rId437" Type="http://schemas.openxmlformats.org/officeDocument/2006/relationships/customXml" Target="../ink/ink1470.xml"/><Relationship Id="rId644" Type="http://schemas.openxmlformats.org/officeDocument/2006/relationships/customXml" Target="../ink/ink1576.xml"/><Relationship Id="rId283" Type="http://schemas.openxmlformats.org/officeDocument/2006/relationships/image" Target="../media/image1387.png"/><Relationship Id="rId490" Type="http://schemas.openxmlformats.org/officeDocument/2006/relationships/customXml" Target="../ink/ink1497.xml"/><Relationship Id="rId504" Type="http://schemas.openxmlformats.org/officeDocument/2006/relationships/customXml" Target="../ink/ink1504.xml"/><Relationship Id="rId78" Type="http://schemas.openxmlformats.org/officeDocument/2006/relationships/customXml" Target="../ink/ink1290.xml"/><Relationship Id="rId143" Type="http://schemas.openxmlformats.org/officeDocument/2006/relationships/image" Target="../media/image1322.png"/><Relationship Id="rId350" Type="http://schemas.openxmlformats.org/officeDocument/2006/relationships/customXml" Target="../ink/ink1426.xml"/><Relationship Id="rId588" Type="http://schemas.openxmlformats.org/officeDocument/2006/relationships/image" Target="../media/image1536.png"/><Relationship Id="rId9" Type="http://schemas.openxmlformats.org/officeDocument/2006/relationships/image" Target="../media/image1255.png"/><Relationship Id="rId210" Type="http://schemas.openxmlformats.org/officeDocument/2006/relationships/customXml" Target="../ink/ink1356.xml"/><Relationship Id="rId448" Type="http://schemas.openxmlformats.org/officeDocument/2006/relationships/image" Target="../media/image1468.png"/><Relationship Id="rId294" Type="http://schemas.openxmlformats.org/officeDocument/2006/relationships/customXml" Target="../ink/ink1398.xml"/><Relationship Id="rId308" Type="http://schemas.openxmlformats.org/officeDocument/2006/relationships/customXml" Target="../ink/ink1405.xml"/><Relationship Id="rId515" Type="http://schemas.openxmlformats.org/officeDocument/2006/relationships/customXml" Target="../ink/ink1510.xml"/><Relationship Id="rId89" Type="http://schemas.openxmlformats.org/officeDocument/2006/relationships/image" Target="../media/image1295.png"/><Relationship Id="rId154" Type="http://schemas.openxmlformats.org/officeDocument/2006/relationships/customXml" Target="../ink/ink1328.xml"/><Relationship Id="rId361" Type="http://schemas.openxmlformats.org/officeDocument/2006/relationships/customXml" Target="../ink/ink1432.xml"/><Relationship Id="rId599" Type="http://schemas.openxmlformats.org/officeDocument/2006/relationships/customXml" Target="../ink/ink1552.xml"/><Relationship Id="rId459" Type="http://schemas.openxmlformats.org/officeDocument/2006/relationships/customXml" Target="../ink/ink148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8.png"/><Relationship Id="rId2" Type="http://schemas.openxmlformats.org/officeDocument/2006/relationships/image" Target="../media/image156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54E27-814E-743B-4B1E-0E00AF23B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70008"/>
          </a:xfrm>
        </p:spPr>
        <p:txBody>
          <a:bodyPr>
            <a:normAutofit fontScale="90000"/>
          </a:bodyPr>
          <a:lstStyle/>
          <a:p>
            <a:r>
              <a:rPr lang="en-IN" dirty="0"/>
              <a:t>Machine Learning- Regressions</a:t>
            </a:r>
          </a:p>
        </p:txBody>
      </p:sp>
    </p:spTree>
    <p:extLst>
      <p:ext uri="{BB962C8B-B14F-4D97-AF65-F5344CB8AC3E}">
        <p14:creationId xmlns:p14="http://schemas.microsoft.com/office/powerpoint/2010/main" val="1051682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 txBox="1"/>
          <p:nvPr/>
        </p:nvSpPr>
        <p:spPr>
          <a:xfrm>
            <a:off x="701803" y="1579371"/>
            <a:ext cx="1066609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spc="-140" dirty="0">
                <a:solidFill>
                  <a:srgbClr val="252525"/>
                </a:solidFill>
                <a:latin typeface="Tahoma"/>
                <a:cs typeface="Tahoma"/>
              </a:rPr>
              <a:t>In</a:t>
            </a:r>
            <a:r>
              <a:rPr sz="2000" spc="-8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Tahoma"/>
                <a:cs typeface="Tahoma"/>
              </a:rPr>
              <a:t>this</a:t>
            </a:r>
            <a:r>
              <a:rPr sz="2000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Tahoma"/>
                <a:cs typeface="Tahoma"/>
              </a:rPr>
              <a:t>section</a:t>
            </a:r>
            <a:r>
              <a:rPr sz="2000" spc="-9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52525"/>
                </a:solidFill>
                <a:latin typeface="Tahoma"/>
                <a:cs typeface="Tahoma"/>
              </a:rPr>
              <a:t>we’ll</a:t>
            </a:r>
            <a:r>
              <a:rPr sz="2000" spc="-9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Tahoma"/>
                <a:cs typeface="Tahoma"/>
              </a:rPr>
              <a:t>introduce</a:t>
            </a:r>
            <a:r>
              <a:rPr sz="20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sz="2000" spc="-9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52525"/>
                </a:solidFill>
                <a:latin typeface="Tahoma"/>
                <a:cs typeface="Tahoma"/>
              </a:rPr>
              <a:t>basics</a:t>
            </a:r>
            <a:r>
              <a:rPr sz="2000" spc="-9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52525"/>
                </a:solidFill>
                <a:latin typeface="Tahoma"/>
                <a:cs typeface="Tahoma"/>
              </a:rPr>
              <a:t>of</a:t>
            </a:r>
            <a:r>
              <a:rPr sz="20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000" b="1" spc="-130" dirty="0">
                <a:solidFill>
                  <a:srgbClr val="252525"/>
                </a:solidFill>
                <a:latin typeface="Tahoma"/>
                <a:cs typeface="Tahoma"/>
              </a:rPr>
              <a:t>regression</a:t>
            </a:r>
            <a:r>
              <a:rPr sz="2000" b="1" spc="-18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000" b="1" spc="-145" dirty="0">
                <a:solidFill>
                  <a:srgbClr val="252525"/>
                </a:solidFill>
                <a:latin typeface="Tahoma"/>
                <a:cs typeface="Tahoma"/>
              </a:rPr>
              <a:t>modeling</a:t>
            </a:r>
            <a:r>
              <a:rPr sz="2000" spc="-145" dirty="0">
                <a:solidFill>
                  <a:srgbClr val="252525"/>
                </a:solidFill>
                <a:latin typeface="Tahoma"/>
                <a:cs typeface="Tahoma"/>
              </a:rPr>
              <a:t>,</a:t>
            </a:r>
            <a:r>
              <a:rPr sz="2000" spc="-6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52525"/>
                </a:solidFill>
                <a:latin typeface="Tahoma"/>
                <a:cs typeface="Tahoma"/>
              </a:rPr>
              <a:t>including</a:t>
            </a:r>
            <a:r>
              <a:rPr sz="20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Tahoma"/>
                <a:cs typeface="Tahoma"/>
              </a:rPr>
              <a:t>linear </a:t>
            </a:r>
            <a:r>
              <a:rPr sz="2000" spc="-35" dirty="0">
                <a:solidFill>
                  <a:srgbClr val="252525"/>
                </a:solidFill>
                <a:latin typeface="Tahoma"/>
                <a:cs typeface="Tahoma"/>
              </a:rPr>
              <a:t>relationships,</a:t>
            </a:r>
            <a:r>
              <a:rPr sz="2000" spc="-9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52525"/>
                </a:solidFill>
                <a:latin typeface="Tahoma"/>
                <a:cs typeface="Tahoma"/>
              </a:rPr>
              <a:t>least</a:t>
            </a:r>
            <a:r>
              <a:rPr sz="2000" spc="-11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52525"/>
                </a:solidFill>
                <a:latin typeface="Tahoma"/>
                <a:cs typeface="Tahoma"/>
              </a:rPr>
              <a:t>squared</a:t>
            </a:r>
            <a:r>
              <a:rPr sz="2000" spc="-10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252525"/>
                </a:solidFill>
                <a:latin typeface="Tahoma"/>
                <a:cs typeface="Tahoma"/>
              </a:rPr>
              <a:t>error,</a:t>
            </a:r>
            <a:r>
              <a:rPr sz="2000" spc="-9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52525"/>
                </a:solidFill>
                <a:latin typeface="Tahoma"/>
                <a:cs typeface="Tahoma"/>
              </a:rPr>
              <a:t>simple</a:t>
            </a:r>
            <a:r>
              <a:rPr sz="2000" spc="-9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52525"/>
                </a:solidFill>
                <a:latin typeface="Tahoma"/>
                <a:cs typeface="Tahoma"/>
              </a:rPr>
              <a:t>and</a:t>
            </a:r>
            <a:r>
              <a:rPr sz="2000" spc="-10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52525"/>
                </a:solidFill>
                <a:latin typeface="Tahoma"/>
                <a:cs typeface="Tahoma"/>
              </a:rPr>
              <a:t>multiple</a:t>
            </a:r>
            <a:r>
              <a:rPr sz="2000" spc="-9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252525"/>
                </a:solidFill>
                <a:latin typeface="Tahoma"/>
                <a:cs typeface="Tahoma"/>
              </a:rPr>
              <a:t>regression</a:t>
            </a:r>
            <a:r>
              <a:rPr sz="2000" spc="-10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52525"/>
                </a:solidFill>
                <a:latin typeface="Tahoma"/>
                <a:cs typeface="Tahoma"/>
              </a:rPr>
              <a:t>and</a:t>
            </a:r>
            <a:r>
              <a:rPr sz="2000" spc="-9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52525"/>
                </a:solidFill>
                <a:latin typeface="Tahoma"/>
                <a:cs typeface="Tahoma"/>
              </a:rPr>
              <a:t>non-</a:t>
            </a:r>
            <a:r>
              <a:rPr sz="2000" spc="-30" dirty="0">
                <a:solidFill>
                  <a:srgbClr val="252525"/>
                </a:solidFill>
                <a:latin typeface="Tahoma"/>
                <a:cs typeface="Tahoma"/>
              </a:rPr>
              <a:t>linear</a:t>
            </a:r>
            <a:r>
              <a:rPr sz="2000" spc="-9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Tahoma"/>
                <a:cs typeface="Tahoma"/>
              </a:rPr>
              <a:t>models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53121" y="3213862"/>
            <a:ext cx="322516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60" dirty="0">
                <a:solidFill>
                  <a:srgbClr val="3E3E3E"/>
                </a:solidFill>
                <a:latin typeface="Tahoma"/>
                <a:cs typeface="Tahoma"/>
              </a:rPr>
              <a:t>G</a:t>
            </a:r>
            <a:r>
              <a:rPr lang="en-IN" sz="2000" b="1" spc="-60" dirty="0" err="1">
                <a:solidFill>
                  <a:srgbClr val="3E3E3E"/>
                </a:solidFill>
                <a:latin typeface="Tahoma"/>
                <a:cs typeface="Tahoma"/>
              </a:rPr>
              <a:t>oals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35570" y="3828034"/>
            <a:ext cx="5245891" cy="1982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48260" indent="-285750">
              <a:lnSpc>
                <a:spcPct val="100000"/>
              </a:lnSpc>
              <a:spcBef>
                <a:spcPts val="100"/>
              </a:spcBef>
              <a:buClr>
                <a:srgbClr val="585858"/>
              </a:buClr>
              <a:buFont typeface="Arial"/>
              <a:buChar char="•"/>
              <a:tabLst>
                <a:tab pos="298450" algn="l"/>
              </a:tabLst>
            </a:pPr>
            <a:r>
              <a:rPr i="1" spc="-70" dirty="0">
                <a:solidFill>
                  <a:srgbClr val="404040"/>
                </a:solidFill>
                <a:latin typeface="Trebuchet MS"/>
                <a:cs typeface="Trebuchet MS"/>
              </a:rPr>
              <a:t>Understand</a:t>
            </a:r>
            <a:r>
              <a:rPr i="1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i="1" spc="-60" dirty="0">
                <a:solidFill>
                  <a:srgbClr val="404040"/>
                </a:solidFill>
                <a:latin typeface="Trebuchet MS"/>
                <a:cs typeface="Trebuchet MS"/>
              </a:rPr>
              <a:t>basic</a:t>
            </a:r>
            <a:r>
              <a:rPr i="1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i="1" spc="-114" dirty="0">
                <a:solidFill>
                  <a:srgbClr val="404040"/>
                </a:solidFill>
                <a:latin typeface="Trebuchet MS"/>
                <a:cs typeface="Trebuchet MS"/>
              </a:rPr>
              <a:t>linear</a:t>
            </a:r>
            <a:r>
              <a:rPr i="1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i="1" spc="-100" dirty="0">
                <a:solidFill>
                  <a:srgbClr val="404040"/>
                </a:solidFill>
                <a:latin typeface="Trebuchet MS"/>
                <a:cs typeface="Trebuchet MS"/>
              </a:rPr>
              <a:t>relationships</a:t>
            </a:r>
            <a:r>
              <a:rPr i="1" spc="-60" dirty="0">
                <a:solidFill>
                  <a:srgbClr val="404040"/>
                </a:solidFill>
                <a:latin typeface="Trebuchet MS"/>
                <a:cs typeface="Trebuchet MS"/>
              </a:rPr>
              <a:t> and</a:t>
            </a:r>
            <a:r>
              <a:rPr i="1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i="1" spc="-114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i="1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i="1" spc="-50" dirty="0">
                <a:solidFill>
                  <a:srgbClr val="404040"/>
                </a:solidFill>
                <a:latin typeface="Trebuchet MS"/>
                <a:cs typeface="Trebuchet MS"/>
              </a:rPr>
              <a:t>concept </a:t>
            </a:r>
            <a:r>
              <a:rPr i="1" spc="-105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i="1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i="1" spc="-100" dirty="0">
                <a:solidFill>
                  <a:srgbClr val="404040"/>
                </a:solidFill>
                <a:latin typeface="Trebuchet MS"/>
                <a:cs typeface="Trebuchet MS"/>
              </a:rPr>
              <a:t>least</a:t>
            </a:r>
            <a:r>
              <a:rPr i="1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i="1" spc="-85" dirty="0">
                <a:solidFill>
                  <a:srgbClr val="404040"/>
                </a:solidFill>
                <a:latin typeface="Trebuchet MS"/>
                <a:cs typeface="Trebuchet MS"/>
              </a:rPr>
              <a:t>squared</a:t>
            </a:r>
            <a:r>
              <a:rPr i="1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i="1" spc="-10" dirty="0">
                <a:solidFill>
                  <a:srgbClr val="404040"/>
                </a:solidFill>
                <a:latin typeface="Trebuchet MS"/>
                <a:cs typeface="Trebuchet MS"/>
              </a:rPr>
              <a:t>errors</a:t>
            </a:r>
            <a:endParaRPr>
              <a:latin typeface="Trebuchet MS"/>
              <a:cs typeface="Trebuchet MS"/>
            </a:endParaRPr>
          </a:p>
          <a:p>
            <a:pPr marL="298450" marR="5080" indent="-285750">
              <a:lnSpc>
                <a:spcPct val="100000"/>
              </a:lnSpc>
              <a:spcBef>
                <a:spcPts val="1200"/>
              </a:spcBef>
              <a:buClr>
                <a:srgbClr val="585858"/>
              </a:buClr>
              <a:buFont typeface="Arial"/>
              <a:buChar char="•"/>
              <a:tabLst>
                <a:tab pos="298450" algn="l"/>
              </a:tabLst>
            </a:pPr>
            <a:r>
              <a:rPr i="1" spc="-95" dirty="0">
                <a:solidFill>
                  <a:srgbClr val="404040"/>
                </a:solidFill>
                <a:latin typeface="Trebuchet MS"/>
                <a:cs typeface="Trebuchet MS"/>
              </a:rPr>
              <a:t>Explore</a:t>
            </a:r>
            <a:r>
              <a:rPr i="1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i="1" spc="-114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i="1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i="1" spc="-114" dirty="0">
                <a:solidFill>
                  <a:srgbClr val="404040"/>
                </a:solidFill>
                <a:latin typeface="Trebuchet MS"/>
                <a:cs typeface="Trebuchet MS"/>
              </a:rPr>
              <a:t>difference</a:t>
            </a:r>
            <a:r>
              <a:rPr i="1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i="1" spc="-100" dirty="0">
                <a:solidFill>
                  <a:srgbClr val="404040"/>
                </a:solidFill>
                <a:latin typeface="Trebuchet MS"/>
                <a:cs typeface="Trebuchet MS"/>
              </a:rPr>
              <a:t>between</a:t>
            </a:r>
            <a:r>
              <a:rPr i="1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i="1" spc="-105" dirty="0">
                <a:solidFill>
                  <a:srgbClr val="404040"/>
                </a:solidFill>
                <a:latin typeface="Trebuchet MS"/>
                <a:cs typeface="Trebuchet MS"/>
              </a:rPr>
              <a:t>simple</a:t>
            </a:r>
            <a:r>
              <a:rPr i="1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i="1" spc="-114" dirty="0">
                <a:solidFill>
                  <a:srgbClr val="404040"/>
                </a:solidFill>
                <a:latin typeface="Trebuchet MS"/>
                <a:cs typeface="Trebuchet MS"/>
              </a:rPr>
              <a:t>(univariate)</a:t>
            </a:r>
            <a:r>
              <a:rPr i="1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i="1" spc="-25" dirty="0">
                <a:solidFill>
                  <a:srgbClr val="404040"/>
                </a:solidFill>
                <a:latin typeface="Trebuchet MS"/>
                <a:cs typeface="Trebuchet MS"/>
              </a:rPr>
              <a:t>and </a:t>
            </a:r>
            <a:r>
              <a:rPr i="1" spc="-125" dirty="0">
                <a:solidFill>
                  <a:srgbClr val="404040"/>
                </a:solidFill>
                <a:latin typeface="Trebuchet MS"/>
                <a:cs typeface="Trebuchet MS"/>
              </a:rPr>
              <a:t>multiple</a:t>
            </a:r>
            <a:r>
              <a:rPr i="1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i="1" spc="-125" dirty="0">
                <a:solidFill>
                  <a:srgbClr val="404040"/>
                </a:solidFill>
                <a:latin typeface="Trebuchet MS"/>
                <a:cs typeface="Trebuchet MS"/>
              </a:rPr>
              <a:t>linear</a:t>
            </a:r>
            <a:r>
              <a:rPr i="1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i="1" spc="-10" dirty="0">
                <a:solidFill>
                  <a:srgbClr val="404040"/>
                </a:solidFill>
                <a:latin typeface="Trebuchet MS"/>
                <a:cs typeface="Trebuchet MS"/>
              </a:rPr>
              <a:t>regression</a:t>
            </a:r>
            <a:endParaRPr>
              <a:latin typeface="Trebuchet MS"/>
              <a:cs typeface="Trebuchet MS"/>
            </a:endParaRPr>
          </a:p>
          <a:p>
            <a:pPr marL="298450" marR="293370" indent="-285750">
              <a:lnSpc>
                <a:spcPct val="100000"/>
              </a:lnSpc>
              <a:spcBef>
                <a:spcPts val="1200"/>
              </a:spcBef>
              <a:buClr>
                <a:srgbClr val="585858"/>
              </a:buClr>
              <a:buFont typeface="Arial"/>
              <a:buChar char="•"/>
              <a:tabLst>
                <a:tab pos="298450" algn="l"/>
              </a:tabLst>
            </a:pPr>
            <a:r>
              <a:rPr i="1" spc="-70" dirty="0">
                <a:solidFill>
                  <a:srgbClr val="404040"/>
                </a:solidFill>
                <a:latin typeface="Trebuchet MS"/>
                <a:cs typeface="Trebuchet MS"/>
              </a:rPr>
              <a:t>Demonstrate</a:t>
            </a:r>
            <a:r>
              <a:rPr i="1" spc="-65" dirty="0">
                <a:solidFill>
                  <a:srgbClr val="404040"/>
                </a:solidFill>
                <a:latin typeface="Trebuchet MS"/>
                <a:cs typeface="Trebuchet MS"/>
              </a:rPr>
              <a:t> how </a:t>
            </a:r>
            <a:r>
              <a:rPr i="1" spc="-95" dirty="0">
                <a:solidFill>
                  <a:srgbClr val="404040"/>
                </a:solidFill>
                <a:latin typeface="Trebuchet MS"/>
                <a:cs typeface="Trebuchet MS"/>
              </a:rPr>
              <a:t>regression</a:t>
            </a:r>
            <a:r>
              <a:rPr i="1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i="1" spc="-40" dirty="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i="1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i="1" spc="-95" dirty="0">
                <a:solidFill>
                  <a:srgbClr val="404040"/>
                </a:solidFill>
                <a:latin typeface="Trebuchet MS"/>
                <a:cs typeface="Trebuchet MS"/>
              </a:rPr>
              <a:t>be</a:t>
            </a:r>
            <a:r>
              <a:rPr i="1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i="1" spc="-75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i="1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i="1" spc="-1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i="1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i="1" spc="-80" dirty="0">
                <a:solidFill>
                  <a:srgbClr val="404040"/>
                </a:solidFill>
                <a:latin typeface="Trebuchet MS"/>
                <a:cs typeface="Trebuchet MS"/>
              </a:rPr>
              <a:t>model </a:t>
            </a:r>
            <a:r>
              <a:rPr i="1" spc="-114" dirty="0">
                <a:solidFill>
                  <a:srgbClr val="404040"/>
                </a:solidFill>
                <a:latin typeface="Trebuchet MS"/>
                <a:cs typeface="Trebuchet MS"/>
              </a:rPr>
              <a:t>linear</a:t>
            </a:r>
            <a:r>
              <a:rPr i="1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i="1" spc="-1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i="1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i="1" spc="-50" dirty="0">
                <a:solidFill>
                  <a:srgbClr val="404040"/>
                </a:solidFill>
                <a:latin typeface="Trebuchet MS"/>
                <a:cs typeface="Trebuchet MS"/>
              </a:rPr>
              <a:t>non-</a:t>
            </a:r>
            <a:r>
              <a:rPr i="1" spc="-114" dirty="0">
                <a:solidFill>
                  <a:srgbClr val="404040"/>
                </a:solidFill>
                <a:latin typeface="Trebuchet MS"/>
                <a:cs typeface="Trebuchet MS"/>
              </a:rPr>
              <a:t>linear</a:t>
            </a:r>
            <a:r>
              <a:rPr i="1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i="1" spc="-20" dirty="0">
                <a:solidFill>
                  <a:srgbClr val="404040"/>
                </a:solidFill>
                <a:latin typeface="Trebuchet MS"/>
                <a:cs typeface="Trebuchet MS"/>
              </a:rPr>
              <a:t>relationships</a:t>
            </a:r>
            <a:endParaRPr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143625" y="2870835"/>
            <a:ext cx="0" cy="3523615"/>
          </a:xfrm>
          <a:custGeom>
            <a:avLst/>
            <a:gdLst/>
            <a:ahLst/>
            <a:cxnLst/>
            <a:rect l="l" t="t" r="r" b="b"/>
            <a:pathLst>
              <a:path h="3523615">
                <a:moveTo>
                  <a:pt x="0" y="0"/>
                </a:moveTo>
                <a:lnTo>
                  <a:pt x="0" y="3523195"/>
                </a:lnTo>
              </a:path>
            </a:pathLst>
          </a:custGeom>
          <a:ln w="9525">
            <a:solidFill>
              <a:srgbClr val="E7E6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838200" y="427894"/>
            <a:ext cx="105156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1550">
              <a:lnSpc>
                <a:spcPct val="100000"/>
              </a:lnSpc>
              <a:spcBef>
                <a:spcPts val="95"/>
              </a:spcBef>
            </a:pPr>
            <a:r>
              <a:rPr lang="en-IN" spc="55" dirty="0">
                <a:solidFill>
                  <a:srgbClr val="3E3E3E"/>
                </a:solidFill>
              </a:rPr>
              <a:t>Regression Modelling</a:t>
            </a:r>
            <a:endParaRPr spc="145" dirty="0">
              <a:solidFill>
                <a:srgbClr val="3E3E3E"/>
              </a:solidFill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97304" y="3213862"/>
            <a:ext cx="268541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10" dirty="0">
                <a:solidFill>
                  <a:srgbClr val="3E3E3E"/>
                </a:solidFill>
                <a:latin typeface="Tahoma"/>
                <a:cs typeface="Tahoma"/>
              </a:rPr>
              <a:t>T</a:t>
            </a:r>
            <a:r>
              <a:rPr lang="en-IN" sz="2000" b="1" spc="-110" dirty="0" err="1">
                <a:solidFill>
                  <a:srgbClr val="3E3E3E"/>
                </a:solidFill>
                <a:latin typeface="Tahoma"/>
                <a:cs typeface="Tahoma"/>
              </a:rPr>
              <a:t>opics</a:t>
            </a:r>
            <a:r>
              <a:rPr sz="2000" b="1" spc="-155" dirty="0">
                <a:solidFill>
                  <a:srgbClr val="3E3E3E"/>
                </a:solidFill>
                <a:latin typeface="Tahoma"/>
                <a:cs typeface="Tahoma"/>
              </a:rPr>
              <a:t> </a:t>
            </a:r>
            <a:r>
              <a:rPr lang="en-IN" sz="2000" b="1" spc="-155" dirty="0">
                <a:solidFill>
                  <a:srgbClr val="3E3E3E"/>
                </a:solidFill>
                <a:latin typeface="Tahoma"/>
                <a:cs typeface="Tahoma"/>
              </a:rPr>
              <a:t>To Cover</a:t>
            </a:r>
            <a:r>
              <a:rPr sz="2000" b="1" spc="-30" dirty="0">
                <a:solidFill>
                  <a:srgbClr val="3E3E3E"/>
                </a:solidFill>
                <a:latin typeface="Tahoma"/>
                <a:cs typeface="Tahoma"/>
              </a:rPr>
              <a:t>: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2" name="object 28"/>
          <p:cNvSpPr txBox="1"/>
          <p:nvPr/>
        </p:nvSpPr>
        <p:spPr>
          <a:xfrm>
            <a:off x="1670223" y="3975418"/>
            <a:ext cx="229188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ahoma"/>
                <a:cs typeface="Tahoma"/>
              </a:rPr>
              <a:t>Linear</a:t>
            </a:r>
            <a:r>
              <a:rPr spc="-85" dirty="0">
                <a:latin typeface="Tahoma"/>
                <a:cs typeface="Tahoma"/>
              </a:rPr>
              <a:t> </a:t>
            </a:r>
            <a:r>
              <a:rPr spc="-10" dirty="0">
                <a:latin typeface="Tahoma"/>
                <a:cs typeface="Tahoma"/>
              </a:rPr>
              <a:t>Relationships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3" name="object 33"/>
          <p:cNvSpPr txBox="1"/>
          <p:nvPr/>
        </p:nvSpPr>
        <p:spPr>
          <a:xfrm>
            <a:off x="1658916" y="4902840"/>
            <a:ext cx="3175214" cy="2667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91465" marR="5080" indent="-279400">
              <a:lnSpc>
                <a:spcPts val="1900"/>
              </a:lnSpc>
              <a:spcBef>
                <a:spcPts val="180"/>
              </a:spcBef>
            </a:pPr>
            <a:r>
              <a:rPr dirty="0">
                <a:latin typeface="Tahoma"/>
                <a:cs typeface="Tahoma"/>
              </a:rPr>
              <a:t>Univariate</a:t>
            </a:r>
            <a:r>
              <a:rPr spc="95" dirty="0">
                <a:latin typeface="Tahoma"/>
                <a:cs typeface="Tahoma"/>
              </a:rPr>
              <a:t> </a:t>
            </a:r>
            <a:r>
              <a:rPr spc="-10" dirty="0">
                <a:latin typeface="Tahoma"/>
                <a:cs typeface="Tahoma"/>
              </a:rPr>
              <a:t>Linear Regression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4" name="object 38"/>
          <p:cNvSpPr txBox="1"/>
          <p:nvPr/>
        </p:nvSpPr>
        <p:spPr>
          <a:xfrm>
            <a:off x="1658916" y="5391739"/>
            <a:ext cx="2685414" cy="2667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96850" marR="5080" indent="-184785">
              <a:lnSpc>
                <a:spcPts val="1900"/>
              </a:lnSpc>
              <a:spcBef>
                <a:spcPts val="180"/>
              </a:spcBef>
            </a:pPr>
            <a:r>
              <a:rPr spc="50" dirty="0">
                <a:latin typeface="Tahoma"/>
                <a:cs typeface="Tahoma"/>
              </a:rPr>
              <a:t>Multiple</a:t>
            </a:r>
            <a:r>
              <a:rPr spc="-170" dirty="0">
                <a:latin typeface="Tahoma"/>
                <a:cs typeface="Tahoma"/>
              </a:rPr>
              <a:t> </a:t>
            </a:r>
            <a:r>
              <a:rPr spc="-10" dirty="0">
                <a:latin typeface="Tahoma"/>
                <a:cs typeface="Tahoma"/>
              </a:rPr>
              <a:t>Linear Regression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5" name="object 43"/>
          <p:cNvSpPr txBox="1"/>
          <p:nvPr/>
        </p:nvSpPr>
        <p:spPr>
          <a:xfrm>
            <a:off x="1658916" y="4454018"/>
            <a:ext cx="229188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ahoma"/>
                <a:cs typeface="Tahoma"/>
              </a:rPr>
              <a:t>Least</a:t>
            </a:r>
            <a:r>
              <a:rPr spc="-170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Squared</a:t>
            </a:r>
            <a:r>
              <a:rPr spc="-160" dirty="0">
                <a:latin typeface="Tahoma"/>
                <a:cs typeface="Tahoma"/>
              </a:rPr>
              <a:t> </a:t>
            </a:r>
            <a:r>
              <a:rPr spc="-10" dirty="0">
                <a:latin typeface="Tahoma"/>
                <a:cs typeface="Tahoma"/>
              </a:rPr>
              <a:t>Error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6" name="object 48"/>
          <p:cNvSpPr txBox="1"/>
          <p:nvPr/>
        </p:nvSpPr>
        <p:spPr>
          <a:xfrm>
            <a:off x="1670223" y="5823909"/>
            <a:ext cx="291058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ahoma"/>
                <a:cs typeface="Tahoma"/>
              </a:rPr>
              <a:t>Non-Linear </a:t>
            </a:r>
            <a:r>
              <a:rPr spc="-10" dirty="0">
                <a:latin typeface="Tahoma"/>
                <a:cs typeface="Tahoma"/>
              </a:rPr>
              <a:t>Regression</a:t>
            </a:r>
            <a:endParaRPr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9B2A773-60E5-12B1-6DEB-AB53DD247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674" y="1350154"/>
            <a:ext cx="11192760" cy="4589855"/>
          </a:xfrm>
        </p:spPr>
        <p:txBody>
          <a:bodyPr>
            <a:noAutofit/>
          </a:bodyPr>
          <a:lstStyle/>
          <a:p>
            <a:pPr algn="just"/>
            <a:r>
              <a:rPr lang="en-GB" dirty="0"/>
              <a:t>Regression analysis is one of the most widely used methods for prediction. </a:t>
            </a:r>
          </a:p>
          <a:p>
            <a:pPr algn="just"/>
            <a:r>
              <a:rPr lang="en-GB" dirty="0"/>
              <a:t>Linear regression is probably the most fundamental machine learning method out there and a starting point for the advanced analytical learning path of every aspiring data scientist. </a:t>
            </a:r>
          </a:p>
          <a:p>
            <a:pPr algn="just"/>
            <a:r>
              <a:rPr lang="en-GB" dirty="0"/>
              <a:t>A linear regression is a linear approximation of a causal relationship between two or more variables. </a:t>
            </a:r>
          </a:p>
          <a:p>
            <a:pPr algn="just"/>
            <a:r>
              <a:rPr lang="en-GB" dirty="0"/>
              <a:t>Regression models are highly valuable, as they are one of the most common ways to make inferences and predictions. </a:t>
            </a:r>
          </a:p>
          <a:p>
            <a:pPr algn="just"/>
            <a:r>
              <a:rPr lang="en-GB" dirty="0"/>
              <a:t>Apart from this, regression analysis is also employed to determine and assess factors that affect a certain outcome in a meaningful way. As many other statistical techniques, regression models help us make predictions about the population based on sample data.</a:t>
            </a:r>
            <a:endParaRPr lang="en-IN" dirty="0"/>
          </a:p>
        </p:txBody>
      </p:sp>
      <p:sp>
        <p:nvSpPr>
          <p:cNvPr id="2" name="object 21">
            <a:extLst>
              <a:ext uri="{FF2B5EF4-FFF2-40B4-BE49-F238E27FC236}">
                <a16:creationId xmlns:a16="http://schemas.microsoft.com/office/drawing/2014/main" id="{DEC43CE2-65FA-87CD-469B-60AF33235B00}"/>
              </a:ext>
            </a:extLst>
          </p:cNvPr>
          <p:cNvSpPr txBox="1">
            <a:spLocks/>
          </p:cNvSpPr>
          <p:nvPr/>
        </p:nvSpPr>
        <p:spPr>
          <a:xfrm>
            <a:off x="838200" y="271118"/>
            <a:ext cx="10313709" cy="935513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41550">
              <a:lnSpc>
                <a:spcPct val="100000"/>
              </a:lnSpc>
              <a:spcBef>
                <a:spcPts val="95"/>
              </a:spcBef>
            </a:pPr>
            <a:r>
              <a:rPr lang="en-IN" spc="55" dirty="0">
                <a:solidFill>
                  <a:srgbClr val="3E3E3E"/>
                </a:solidFill>
              </a:rPr>
              <a:t>Linear Regression</a:t>
            </a:r>
            <a:endParaRPr lang="en-IN" spc="145" dirty="0">
              <a:solidFill>
                <a:srgbClr val="3E3E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806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1A9A65-511A-3E2F-485E-CC0E25E90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18" y="768478"/>
            <a:ext cx="5754315" cy="44256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666FA8-AF45-A4AA-103C-FC3A44666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68478"/>
            <a:ext cx="5945231" cy="514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026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42105E8-5681-CB4B-11C0-E409D840B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60" y="299601"/>
            <a:ext cx="11136279" cy="625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962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6B1C4-3015-3D75-88BB-C9920CD2C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338"/>
            <a:ext cx="10515600" cy="775518"/>
          </a:xfrm>
        </p:spPr>
        <p:txBody>
          <a:bodyPr/>
          <a:lstStyle/>
          <a:p>
            <a:pPr algn="ctr"/>
            <a:r>
              <a:rPr lang="en-IN" dirty="0"/>
              <a:t>Simple Linear Regression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D5D061-AAAE-85D6-CFC1-9A7D389513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1317" y="1583454"/>
            <a:ext cx="3010161" cy="42675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3634CE-ED4E-E787-A27F-AE98E15B5211}"/>
              </a:ext>
            </a:extLst>
          </p:cNvPr>
          <p:cNvSpPr txBox="1"/>
          <p:nvPr/>
        </p:nvSpPr>
        <p:spPr>
          <a:xfrm>
            <a:off x="3827282" y="1029456"/>
            <a:ext cx="823902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In this model, Y must have some causal dependency on X.</a:t>
            </a:r>
          </a:p>
          <a:p>
            <a:r>
              <a:rPr lang="en-IN" sz="2200" dirty="0"/>
              <a:t>Y is the dependent variable which we are trying to predict based on X</a:t>
            </a:r>
          </a:p>
          <a:p>
            <a:r>
              <a:rPr lang="en-IN" sz="2200" dirty="0"/>
              <a:t>X is independent variable or regressor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B86D0C-CE10-1C27-89F3-A4DC860807BC}"/>
              </a:ext>
            </a:extLst>
          </p:cNvPr>
          <p:cNvSpPr txBox="1"/>
          <p:nvPr/>
        </p:nvSpPr>
        <p:spPr>
          <a:xfrm>
            <a:off x="303376" y="2344052"/>
            <a:ext cx="1158524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If X is years of education and Y is income, this equation tells us simply that with more years of education income will be higher. </a:t>
            </a:r>
          </a:p>
          <a:p>
            <a:r>
              <a:rPr lang="en-IN" sz="2400" dirty="0"/>
              <a:t>However, if education years is 0 then we will have at least minimum income of </a:t>
            </a:r>
          </a:p>
          <a:p>
            <a:endParaRPr lang="en-IN" sz="2400" dirty="0"/>
          </a:p>
          <a:p>
            <a:r>
              <a:rPr lang="en-IN" sz="2400" dirty="0"/>
              <a:t>Error in estimation is represented as Epsilon which represents difference between observed income and the predicted income. On average across all observation error is 0. </a:t>
            </a:r>
          </a:p>
          <a:p>
            <a:endParaRPr lang="en-IN" sz="2400" dirty="0"/>
          </a:p>
          <a:p>
            <a:r>
              <a:rPr lang="en-IN" sz="2400" dirty="0"/>
              <a:t>This is Population Formula where we need to consider the whole data sets.  </a:t>
            </a:r>
          </a:p>
          <a:p>
            <a:endParaRPr lang="en-IN" sz="2400" dirty="0"/>
          </a:p>
          <a:p>
            <a:r>
              <a:rPr lang="en-IN" sz="2400" dirty="0"/>
              <a:t>Statistics works with Sample data so in practice we will use linear regression: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0F9F58B8-E16E-1844-FEB7-0F317B8BE1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14" t="-16029" r="55868" b="-12004"/>
          <a:stretch>
            <a:fillRect/>
          </a:stretch>
        </p:blipFill>
        <p:spPr>
          <a:xfrm>
            <a:off x="10199801" y="3127342"/>
            <a:ext cx="311084" cy="3016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82695A-B512-8DAB-1E36-19E38D7D2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1971" y="5639988"/>
            <a:ext cx="2044338" cy="37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666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188C5-B548-1A76-B606-109963009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611"/>
            <a:ext cx="10515600" cy="723446"/>
          </a:xfrm>
        </p:spPr>
        <p:txBody>
          <a:bodyPr/>
          <a:lstStyle/>
          <a:p>
            <a:r>
              <a:rPr lang="en-IN" dirty="0"/>
              <a:t>An Example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9C6CC5-24B9-ECD1-F3EC-7B96517F0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550472"/>
              </p:ext>
            </p:extLst>
          </p:nvPr>
        </p:nvGraphicFramePr>
        <p:xfrm>
          <a:off x="31376" y="792615"/>
          <a:ext cx="5215538" cy="3048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5423">
                  <a:extLst>
                    <a:ext uri="{9D8B030D-6E8A-4147-A177-3AD203B41FA5}">
                      <a16:colId xmlns:a16="http://schemas.microsoft.com/office/drawing/2014/main" val="2822172846"/>
                    </a:ext>
                  </a:extLst>
                </a:gridCol>
                <a:gridCol w="744948">
                  <a:extLst>
                    <a:ext uri="{9D8B030D-6E8A-4147-A177-3AD203B41FA5}">
                      <a16:colId xmlns:a16="http://schemas.microsoft.com/office/drawing/2014/main" val="1629813586"/>
                    </a:ext>
                  </a:extLst>
                </a:gridCol>
                <a:gridCol w="809727">
                  <a:extLst>
                    <a:ext uri="{9D8B030D-6E8A-4147-A177-3AD203B41FA5}">
                      <a16:colId xmlns:a16="http://schemas.microsoft.com/office/drawing/2014/main" val="2646612004"/>
                    </a:ext>
                  </a:extLst>
                </a:gridCol>
                <a:gridCol w="842115">
                  <a:extLst>
                    <a:ext uri="{9D8B030D-6E8A-4147-A177-3AD203B41FA5}">
                      <a16:colId xmlns:a16="http://schemas.microsoft.com/office/drawing/2014/main" val="3371209584"/>
                    </a:ext>
                  </a:extLst>
                </a:gridCol>
                <a:gridCol w="798930">
                  <a:extLst>
                    <a:ext uri="{9D8B030D-6E8A-4147-A177-3AD203B41FA5}">
                      <a16:colId xmlns:a16="http://schemas.microsoft.com/office/drawing/2014/main" val="881089380"/>
                    </a:ext>
                  </a:extLst>
                </a:gridCol>
                <a:gridCol w="1284395">
                  <a:extLst>
                    <a:ext uri="{9D8B030D-6E8A-4147-A177-3AD203B41FA5}">
                      <a16:colId xmlns:a16="http://schemas.microsoft.com/office/drawing/2014/main" val="905503820"/>
                    </a:ext>
                  </a:extLst>
                </a:gridCol>
              </a:tblGrid>
              <a:tr h="15442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2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u="none" strike="noStrike" dirty="0">
                          <a:effectLst/>
                        </a:rPr>
                        <a:t>Y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2400" u="none" strike="noStrike" dirty="0">
                        <a:effectLst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en-IN" sz="2400" u="none" strike="noStrike" dirty="0">
                          <a:effectLst/>
                        </a:rPr>
                        <a:t>XY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u="none" strike="noStrike" dirty="0">
                          <a:effectLst/>
                        </a:rPr>
                        <a:t>X</a:t>
                      </a:r>
                      <a:r>
                        <a:rPr lang="en-IN" sz="2400" u="none" strike="noStrike" baseline="30000" dirty="0">
                          <a:effectLst/>
                        </a:rPr>
                        <a:t>2</a:t>
                      </a:r>
                      <a:endParaRPr lang="en-IN" sz="24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u="none" strike="noStrike" dirty="0">
                          <a:effectLst/>
                        </a:rPr>
                        <a:t>Y-hat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Y-Y-hat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66867393"/>
                  </a:ext>
                </a:extLst>
              </a:tr>
              <a:tr h="3831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4.2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-0.2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85048410"/>
                  </a:ext>
                </a:extLst>
              </a:tr>
              <a:tr h="3831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6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12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5.7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0.3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53366790"/>
                  </a:ext>
                </a:extLst>
              </a:tr>
              <a:tr h="3831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7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21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9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7.2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-0.2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50428592"/>
                  </a:ext>
                </a:extLst>
              </a:tr>
              <a:tr h="4007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9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36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16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8.7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0.3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79300116"/>
                  </a:ext>
                </a:extLst>
              </a:tr>
              <a:tr h="3831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10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50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25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10.2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-0.2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30190901"/>
                  </a:ext>
                </a:extLst>
              </a:tr>
              <a:tr h="3831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?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69897354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E25878C-E252-92AE-EBC9-2D8783D13B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5342967"/>
              </p:ext>
            </p:extLst>
          </p:nvPr>
        </p:nvGraphicFramePr>
        <p:xfrm>
          <a:off x="5323114" y="386121"/>
          <a:ext cx="6837510" cy="34565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8467489-38C0-5C8D-FFAB-1562C49B9B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2323404"/>
              </p:ext>
            </p:extLst>
          </p:nvPr>
        </p:nvGraphicFramePr>
        <p:xfrm>
          <a:off x="4844144" y="223611"/>
          <a:ext cx="7087507" cy="37655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D1C87C9-6B56-487B-A7A3-C096ED85A42D}"/>
              </a:ext>
            </a:extLst>
          </p:cNvPr>
          <p:cNvSpPr txBox="1"/>
          <p:nvPr/>
        </p:nvSpPr>
        <p:spPr>
          <a:xfrm>
            <a:off x="359229" y="3949488"/>
            <a:ext cx="1157242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Assume Linear Relationship :   Y = mx + b</a:t>
            </a:r>
          </a:p>
          <a:p>
            <a:r>
              <a:rPr lang="en-IN" sz="2200" dirty="0"/>
              <a:t>X – independent data points</a:t>
            </a:r>
          </a:p>
          <a:p>
            <a:r>
              <a:rPr lang="en-IN" sz="2200" dirty="0"/>
              <a:t>Y –  variable (actual observation)</a:t>
            </a:r>
          </a:p>
          <a:p>
            <a:r>
              <a:rPr lang="en-IN" sz="2200" dirty="0"/>
              <a:t>Y-Hat is the estimated value of Y:  Y-hat = mx + b     -&gt; m and b are unknown</a:t>
            </a:r>
          </a:p>
          <a:p>
            <a:endParaRPr lang="en-IN" sz="2200" dirty="0"/>
          </a:p>
          <a:p>
            <a:r>
              <a:rPr lang="en-IN" sz="2200" dirty="0"/>
              <a:t>Cost or Objective Function or Error e = y – y-hat = y – mx – b   for all x and y </a:t>
            </a:r>
          </a:p>
          <a:p>
            <a:r>
              <a:rPr lang="en-IN" sz="2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5643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88FC6-70ED-D537-B926-635DF49DA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611"/>
            <a:ext cx="10515600" cy="723446"/>
          </a:xfrm>
        </p:spPr>
        <p:txBody>
          <a:bodyPr/>
          <a:lstStyle/>
          <a:p>
            <a:r>
              <a:rPr lang="en-IN" dirty="0"/>
              <a:t>How to estimate m and b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4C06DC3-1EB9-D80B-13A9-5B7CB9148BB1}"/>
              </a:ext>
            </a:extLst>
          </p:cNvPr>
          <p:cNvGrpSpPr/>
          <p:nvPr/>
        </p:nvGrpSpPr>
        <p:grpSpPr>
          <a:xfrm>
            <a:off x="602246" y="1041909"/>
            <a:ext cx="293040" cy="480600"/>
            <a:chOff x="602246" y="1041909"/>
            <a:chExt cx="293040" cy="48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19679E4-7F15-44B1-B6B4-51898DCEE6E0}"/>
                    </a:ext>
                  </a:extLst>
                </p14:cNvPr>
                <p14:cNvContentPartPr/>
                <p14:nvPr/>
              </p14:nvContentPartPr>
              <p14:xfrm>
                <a:off x="633566" y="1056309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19679E4-7F15-44B1-B6B4-51898DCEE6E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27446" y="105018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D88E9B3-3CC3-56D6-2104-E2F56F5B0337}"/>
                    </a:ext>
                  </a:extLst>
                </p14:cNvPr>
                <p14:cNvContentPartPr/>
                <p14:nvPr/>
              </p14:nvContentPartPr>
              <p14:xfrm>
                <a:off x="602246" y="1041909"/>
                <a:ext cx="293040" cy="480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D88E9B3-3CC3-56D6-2104-E2F56F5B033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6126" y="1035789"/>
                  <a:ext cx="305280" cy="49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E214FD3-8630-3718-2768-F910580D78B2}"/>
              </a:ext>
            </a:extLst>
          </p:cNvPr>
          <p:cNvGrpSpPr/>
          <p:nvPr/>
        </p:nvGrpSpPr>
        <p:grpSpPr>
          <a:xfrm>
            <a:off x="1125326" y="1037229"/>
            <a:ext cx="1886040" cy="338040"/>
            <a:chOff x="1125326" y="1037229"/>
            <a:chExt cx="1886040" cy="33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DB43BF6-14B4-9678-BD46-536E8C061413}"/>
                    </a:ext>
                  </a:extLst>
                </p14:cNvPr>
                <p14:cNvContentPartPr/>
                <p14:nvPr/>
              </p14:nvContentPartPr>
              <p14:xfrm>
                <a:off x="1125326" y="1166829"/>
                <a:ext cx="104760" cy="38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DB43BF6-14B4-9678-BD46-536E8C06141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19206" y="1160709"/>
                  <a:ext cx="1170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0F2FE29-0260-A8C7-6E11-CE97078F9E7F}"/>
                    </a:ext>
                  </a:extLst>
                </p14:cNvPr>
                <p14:cNvContentPartPr/>
                <p14:nvPr/>
              </p14:nvContentPartPr>
              <p14:xfrm>
                <a:off x="1150166" y="1271589"/>
                <a:ext cx="96480" cy="23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0F2FE29-0260-A8C7-6E11-CE97078F9E7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44046" y="1265469"/>
                  <a:ext cx="1087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E488B71-DC83-AA04-7D17-C9B2CC8B9C9C}"/>
                    </a:ext>
                  </a:extLst>
                </p14:cNvPr>
                <p14:cNvContentPartPr/>
                <p14:nvPr/>
              </p14:nvContentPartPr>
              <p14:xfrm>
                <a:off x="1443206" y="1142349"/>
                <a:ext cx="372240" cy="182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E488B71-DC83-AA04-7D17-C9B2CC8B9C9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37086" y="1136229"/>
                  <a:ext cx="3844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CE23B44-03B3-7210-D147-8D6162158347}"/>
                    </a:ext>
                  </a:extLst>
                </p14:cNvPr>
                <p14:cNvContentPartPr/>
                <p14:nvPr/>
              </p14:nvContentPartPr>
              <p14:xfrm>
                <a:off x="2006246" y="1136949"/>
                <a:ext cx="268920" cy="200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CE23B44-03B3-7210-D147-8D616215834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00126" y="1130829"/>
                  <a:ext cx="2811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BDFD8BB-C0D4-797C-F426-B01CD6B6C413}"/>
                    </a:ext>
                  </a:extLst>
                </p14:cNvPr>
                <p14:cNvContentPartPr/>
                <p14:nvPr/>
              </p14:nvContentPartPr>
              <p14:xfrm>
                <a:off x="2444006" y="1225149"/>
                <a:ext cx="237600" cy="65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BDFD8BB-C0D4-797C-F426-B01CD6B6C41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37886" y="1219029"/>
                  <a:ext cx="2498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8F9E1F9-B067-63A8-4557-A4B4C367B96A}"/>
                    </a:ext>
                  </a:extLst>
                </p14:cNvPr>
                <p14:cNvContentPartPr/>
                <p14:nvPr/>
              </p14:nvContentPartPr>
              <p14:xfrm>
                <a:off x="2556686" y="1164669"/>
                <a:ext cx="40680" cy="202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8F9E1F9-B067-63A8-4557-A4B4C367B96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50566" y="1158549"/>
                  <a:ext cx="529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5A0E905-9E81-1604-A135-267D7E3AB93B}"/>
                    </a:ext>
                  </a:extLst>
                </p14:cNvPr>
                <p14:cNvContentPartPr/>
                <p14:nvPr/>
              </p14:nvContentPartPr>
              <p14:xfrm>
                <a:off x="2813366" y="1037229"/>
                <a:ext cx="198000" cy="338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5A0E905-9E81-1604-A135-267D7E3AB93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07246" y="1031109"/>
                  <a:ext cx="210240" cy="35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7708031A-70F9-C357-CC89-6F85FD335912}"/>
                  </a:ext>
                </a:extLst>
              </p14:cNvPr>
              <p14:cNvContentPartPr/>
              <p14:nvPr/>
            </p14:nvContentPartPr>
            <p14:xfrm>
              <a:off x="402806" y="1739949"/>
              <a:ext cx="10080" cy="396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7708031A-70F9-C357-CC89-6F85FD33591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96686" y="1733829"/>
                <a:ext cx="22320" cy="1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609EE042-1AEA-78C3-4237-AD0163B7997F}"/>
              </a:ext>
            </a:extLst>
          </p:cNvPr>
          <p:cNvGrpSpPr/>
          <p:nvPr/>
        </p:nvGrpSpPr>
        <p:grpSpPr>
          <a:xfrm>
            <a:off x="486686" y="1548069"/>
            <a:ext cx="284760" cy="564840"/>
            <a:chOff x="486686" y="1548069"/>
            <a:chExt cx="284760" cy="56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35CBE33-29EB-7AAB-34E1-69827270271E}"/>
                    </a:ext>
                  </a:extLst>
                </p14:cNvPr>
                <p14:cNvContentPartPr/>
                <p14:nvPr/>
              </p14:nvContentPartPr>
              <p14:xfrm>
                <a:off x="486686" y="1730589"/>
                <a:ext cx="284760" cy="3823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35CBE33-29EB-7AAB-34E1-69827270271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0566" y="1724469"/>
                  <a:ext cx="29700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18544B7-F5E9-9F7F-698B-711C7DB2208C}"/>
                    </a:ext>
                  </a:extLst>
                </p14:cNvPr>
                <p14:cNvContentPartPr/>
                <p14:nvPr/>
              </p14:nvContentPartPr>
              <p14:xfrm>
                <a:off x="504326" y="1548069"/>
                <a:ext cx="243360" cy="1472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18544B7-F5E9-9F7F-698B-711C7DB2208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98206" y="1541949"/>
                  <a:ext cx="255600" cy="15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C7FD3F5C-99A7-600C-F4B5-A0752A2DED8A}"/>
              </a:ext>
            </a:extLst>
          </p:cNvPr>
          <p:cNvGrpSpPr/>
          <p:nvPr/>
        </p:nvGrpSpPr>
        <p:grpSpPr>
          <a:xfrm>
            <a:off x="841646" y="1920309"/>
            <a:ext cx="116280" cy="241920"/>
            <a:chOff x="841646" y="1920309"/>
            <a:chExt cx="116280" cy="24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8A5AD28-89BA-7BAE-9D04-96AF2D3D4EA1}"/>
                    </a:ext>
                  </a:extLst>
                </p14:cNvPr>
                <p14:cNvContentPartPr/>
                <p14:nvPr/>
              </p14:nvContentPartPr>
              <p14:xfrm>
                <a:off x="841646" y="2000229"/>
                <a:ext cx="116280" cy="1620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8A5AD28-89BA-7BAE-9D04-96AF2D3D4EA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35526" y="1994109"/>
                  <a:ext cx="1285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D02E359-F1B5-2A1C-3B1E-C12A2208CD8C}"/>
                    </a:ext>
                  </a:extLst>
                </p14:cNvPr>
                <p14:cNvContentPartPr/>
                <p14:nvPr/>
              </p14:nvContentPartPr>
              <p14:xfrm>
                <a:off x="887726" y="1920309"/>
                <a:ext cx="4680" cy="68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D02E359-F1B5-2A1C-3B1E-C12A2208CD8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81606" y="1914189"/>
                  <a:ext cx="16920" cy="1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FE4C2C1F-E9C2-F875-EE44-3D8D3A4AD271}"/>
                  </a:ext>
                </a:extLst>
              </p14:cNvPr>
              <p14:cNvContentPartPr/>
              <p14:nvPr/>
            </p14:nvContentPartPr>
            <p14:xfrm>
              <a:off x="1207046" y="1811949"/>
              <a:ext cx="54000" cy="1368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FE4C2C1F-E9C2-F875-EE44-3D8D3A4AD27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200926" y="1805829"/>
                <a:ext cx="6624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B3FCDB8B-A70D-DF59-C8CA-7568CD45F278}"/>
                  </a:ext>
                </a:extLst>
              </p14:cNvPr>
              <p14:cNvContentPartPr/>
              <p14:nvPr/>
            </p14:nvContentPartPr>
            <p14:xfrm>
              <a:off x="1202366" y="1832829"/>
              <a:ext cx="105840" cy="360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B3FCDB8B-A70D-DF59-C8CA-7568CD45F27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96246" y="1826709"/>
                <a:ext cx="118080" cy="1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4CB3BDD4-91B5-9989-85EA-CCAE9198D381}"/>
                  </a:ext>
                </a:extLst>
              </p14:cNvPr>
              <p14:cNvContentPartPr/>
              <p14:nvPr/>
            </p14:nvContentPartPr>
            <p14:xfrm>
              <a:off x="1199846" y="1936869"/>
              <a:ext cx="127080" cy="1836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4CB3BDD4-91B5-9989-85EA-CCAE9198D38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93726" y="1930749"/>
                <a:ext cx="139320" cy="3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6" name="Group 205">
            <a:extLst>
              <a:ext uri="{FF2B5EF4-FFF2-40B4-BE49-F238E27FC236}">
                <a16:creationId xmlns:a16="http://schemas.microsoft.com/office/drawing/2014/main" id="{F99EB3BF-7754-6A69-9241-409B3C8C46DE}"/>
              </a:ext>
            </a:extLst>
          </p:cNvPr>
          <p:cNvGrpSpPr/>
          <p:nvPr/>
        </p:nvGrpSpPr>
        <p:grpSpPr>
          <a:xfrm>
            <a:off x="1577486" y="1754709"/>
            <a:ext cx="883080" cy="340560"/>
            <a:chOff x="1577486" y="1754709"/>
            <a:chExt cx="883080" cy="34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B3A0DEA-3922-CCC3-096E-7D13274A7A8C}"/>
                    </a:ext>
                  </a:extLst>
                </p14:cNvPr>
                <p14:cNvContentPartPr/>
                <p14:nvPr/>
              </p14:nvContentPartPr>
              <p14:xfrm>
                <a:off x="1577486" y="1761549"/>
                <a:ext cx="385200" cy="1742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B3A0DEA-3922-CCC3-096E-7D13274A7A8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571366" y="1755429"/>
                  <a:ext cx="3974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CE2267F-BB0C-C22F-D79A-5591E1EF7B75}"/>
                    </a:ext>
                  </a:extLst>
                </p14:cNvPr>
                <p14:cNvContentPartPr/>
                <p14:nvPr/>
              </p14:nvContentPartPr>
              <p14:xfrm>
                <a:off x="2071766" y="1754709"/>
                <a:ext cx="259920" cy="2361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CE2267F-BB0C-C22F-D79A-5591E1EF7B7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65646" y="1748589"/>
                  <a:ext cx="2721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C6EB83D-AAA6-8D32-FCB0-517831B8713C}"/>
                    </a:ext>
                  </a:extLst>
                </p14:cNvPr>
                <p14:cNvContentPartPr/>
                <p14:nvPr/>
              </p14:nvContentPartPr>
              <p14:xfrm>
                <a:off x="2389286" y="1905189"/>
                <a:ext cx="71280" cy="1900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C6EB83D-AAA6-8D32-FCB0-517831B8713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383166" y="1899069"/>
                  <a:ext cx="835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D49987D-4036-6924-D777-7758CF24B641}"/>
                    </a:ext>
                  </a:extLst>
                </p14:cNvPr>
                <p14:cNvContentPartPr/>
                <p14:nvPr/>
              </p14:nvContentPartPr>
              <p14:xfrm>
                <a:off x="2401166" y="1827069"/>
                <a:ext cx="9000" cy="313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D49987D-4036-6924-D777-7758CF24B64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395046" y="1820949"/>
                  <a:ext cx="21240" cy="4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6A6CFD01-A193-568F-D0B0-48D1399DF71C}"/>
                  </a:ext>
                </a:extLst>
              </p14:cNvPr>
              <p14:cNvContentPartPr/>
              <p14:nvPr/>
            </p14:nvContentPartPr>
            <p14:xfrm>
              <a:off x="1595846" y="1546989"/>
              <a:ext cx="226080" cy="14580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6A6CFD01-A193-568F-D0B0-48D1399DF71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589726" y="1540869"/>
                <a:ext cx="238320" cy="15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6" name="Group 215">
            <a:extLst>
              <a:ext uri="{FF2B5EF4-FFF2-40B4-BE49-F238E27FC236}">
                <a16:creationId xmlns:a16="http://schemas.microsoft.com/office/drawing/2014/main" id="{EDA0FE1F-0FC3-B806-584C-73C7A3C1EE4A}"/>
              </a:ext>
            </a:extLst>
          </p:cNvPr>
          <p:cNvGrpSpPr/>
          <p:nvPr/>
        </p:nvGrpSpPr>
        <p:grpSpPr>
          <a:xfrm>
            <a:off x="2673326" y="1739229"/>
            <a:ext cx="301680" cy="236880"/>
            <a:chOff x="2673326" y="1739229"/>
            <a:chExt cx="301680" cy="23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32B52EC5-E111-A4C9-0158-6205248E7E10}"/>
                    </a:ext>
                  </a:extLst>
                </p14:cNvPr>
                <p14:cNvContentPartPr/>
                <p14:nvPr/>
              </p14:nvContentPartPr>
              <p14:xfrm>
                <a:off x="2673326" y="1839669"/>
                <a:ext cx="190440" cy="313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32B52EC5-E111-A4C9-0158-6205248E7E1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667206" y="1833549"/>
                  <a:ext cx="2026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F794729-D3DE-B5E0-AFC0-8A72E511EFA7}"/>
                    </a:ext>
                  </a:extLst>
                </p14:cNvPr>
                <p14:cNvContentPartPr/>
                <p14:nvPr/>
              </p14:nvContentPartPr>
              <p14:xfrm>
                <a:off x="2819486" y="1739229"/>
                <a:ext cx="16920" cy="1609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F794729-D3DE-B5E0-AFC0-8A72E511EFA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813366" y="1733109"/>
                  <a:ext cx="291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3BF31637-34CE-382F-DDC7-E71A2B083CEA}"/>
                    </a:ext>
                  </a:extLst>
                </p14:cNvPr>
                <p14:cNvContentPartPr/>
                <p14:nvPr/>
              </p14:nvContentPartPr>
              <p14:xfrm>
                <a:off x="2779166" y="1854069"/>
                <a:ext cx="195840" cy="140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3BF31637-34CE-382F-DDC7-E71A2B083CE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773046" y="1847949"/>
                  <a:ext cx="2080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3850A98-182B-DB74-FDAD-26CB72C49038}"/>
                    </a:ext>
                  </a:extLst>
                </p14:cNvPr>
                <p14:cNvContentPartPr/>
                <p14:nvPr/>
              </p14:nvContentPartPr>
              <p14:xfrm>
                <a:off x="2800766" y="1742109"/>
                <a:ext cx="36000" cy="2340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3850A98-182B-DB74-FDAD-26CB72C4903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794646" y="1735989"/>
                  <a:ext cx="48240" cy="24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2D06E7E9-73DB-968C-4464-E4C61FA65275}"/>
              </a:ext>
            </a:extLst>
          </p:cNvPr>
          <p:cNvGrpSpPr/>
          <p:nvPr/>
        </p:nvGrpSpPr>
        <p:grpSpPr>
          <a:xfrm>
            <a:off x="243326" y="2299749"/>
            <a:ext cx="846720" cy="386280"/>
            <a:chOff x="243326" y="2299749"/>
            <a:chExt cx="846720" cy="38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F0BC673-4CFB-D6F8-9563-8371EDE86154}"/>
                    </a:ext>
                  </a:extLst>
                </p14:cNvPr>
                <p14:cNvContentPartPr/>
                <p14:nvPr/>
              </p14:nvContentPartPr>
              <p14:xfrm>
                <a:off x="243326" y="2310189"/>
                <a:ext cx="288000" cy="3758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F0BC673-4CFB-D6F8-9563-8371EDE861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37206" y="2304069"/>
                  <a:ext cx="30024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ED5775AB-D33A-CFC1-025A-514597072BA7}"/>
                    </a:ext>
                  </a:extLst>
                </p14:cNvPr>
                <p14:cNvContentPartPr/>
                <p14:nvPr/>
              </p14:nvContentPartPr>
              <p14:xfrm>
                <a:off x="520886" y="2480109"/>
                <a:ext cx="136800" cy="1652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ED5775AB-D33A-CFC1-025A-514597072BA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14766" y="2473989"/>
                  <a:ext cx="1490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E3646737-F4C9-E837-DF24-2478282BEC73}"/>
                    </a:ext>
                  </a:extLst>
                </p14:cNvPr>
                <p14:cNvContentPartPr/>
                <p14:nvPr/>
              </p14:nvContentPartPr>
              <p14:xfrm>
                <a:off x="689726" y="2436189"/>
                <a:ext cx="175680" cy="2304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E3646737-F4C9-E837-DF24-2478282BEC7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83606" y="2430069"/>
                  <a:ext cx="1879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524E57E9-ED5C-C228-959E-F692F12CC5EF}"/>
                    </a:ext>
                  </a:extLst>
                </p14:cNvPr>
                <p14:cNvContentPartPr/>
                <p14:nvPr/>
              </p14:nvContentPartPr>
              <p14:xfrm>
                <a:off x="994286" y="2299749"/>
                <a:ext cx="28080" cy="2923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524E57E9-ED5C-C228-959E-F692F12CC5E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88166" y="2293629"/>
                  <a:ext cx="403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A05DA3D2-B7A4-0E14-2146-F1877E843B18}"/>
                    </a:ext>
                  </a:extLst>
                </p14:cNvPr>
                <p14:cNvContentPartPr/>
                <p14:nvPr/>
              </p14:nvContentPartPr>
              <p14:xfrm>
                <a:off x="1052606" y="2494509"/>
                <a:ext cx="37440" cy="90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A05DA3D2-B7A4-0E14-2146-F1877E843B1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46486" y="2488389"/>
                  <a:ext cx="4968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93732779-81B0-81A3-AE0F-DA659DE3ECA3}"/>
              </a:ext>
            </a:extLst>
          </p:cNvPr>
          <p:cNvGrpSpPr/>
          <p:nvPr/>
        </p:nvGrpSpPr>
        <p:grpSpPr>
          <a:xfrm>
            <a:off x="1355726" y="2188869"/>
            <a:ext cx="1506600" cy="573840"/>
            <a:chOff x="1355726" y="2188869"/>
            <a:chExt cx="1506600" cy="57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5D96977F-F28E-70DA-77AE-D5FD41069FCD}"/>
                    </a:ext>
                  </a:extLst>
                </p14:cNvPr>
                <p14:cNvContentPartPr/>
                <p14:nvPr/>
              </p14:nvContentPartPr>
              <p14:xfrm>
                <a:off x="1392806" y="2220189"/>
                <a:ext cx="173880" cy="5425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5D96977F-F28E-70DA-77AE-D5FD41069FC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386686" y="2214069"/>
                  <a:ext cx="186120" cy="5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F097E825-C470-069B-D697-9DC8679641FF}"/>
                    </a:ext>
                  </a:extLst>
                </p14:cNvPr>
                <p14:cNvContentPartPr/>
                <p14:nvPr/>
              </p14:nvContentPartPr>
              <p14:xfrm>
                <a:off x="1355726" y="2421429"/>
                <a:ext cx="363600" cy="1350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F097E825-C470-069B-D697-9DC8679641F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349606" y="2415309"/>
                  <a:ext cx="3758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6DC95ECB-D62B-001D-A0E1-3F0249D04542}"/>
                    </a:ext>
                  </a:extLst>
                </p14:cNvPr>
                <p14:cNvContentPartPr/>
                <p14:nvPr/>
              </p14:nvContentPartPr>
              <p14:xfrm>
                <a:off x="1756046" y="2447709"/>
                <a:ext cx="14760" cy="1022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6DC95ECB-D62B-001D-A0E1-3F0249D0454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49926" y="2441589"/>
                  <a:ext cx="270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E361D0B9-F0F0-91A3-87F8-8831182D7746}"/>
                    </a:ext>
                  </a:extLst>
                </p14:cNvPr>
                <p14:cNvContentPartPr/>
                <p14:nvPr/>
              </p14:nvContentPartPr>
              <p14:xfrm>
                <a:off x="1826966" y="2417469"/>
                <a:ext cx="132480" cy="1292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E361D0B9-F0F0-91A3-87F8-8831182D774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820846" y="2411349"/>
                  <a:ext cx="1447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F855116B-AA84-9226-DA2E-3FFC661DA8E3}"/>
                    </a:ext>
                  </a:extLst>
                </p14:cNvPr>
                <p14:cNvContentPartPr/>
                <p14:nvPr/>
              </p14:nvContentPartPr>
              <p14:xfrm>
                <a:off x="2093366" y="2409549"/>
                <a:ext cx="92160" cy="1126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F855116B-AA84-9226-DA2E-3FFC661DA8E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087246" y="2403429"/>
                  <a:ext cx="1044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DBA4A9BB-BDEB-17F5-06EB-A844B1060688}"/>
                    </a:ext>
                  </a:extLst>
                </p14:cNvPr>
                <p14:cNvContentPartPr/>
                <p14:nvPr/>
              </p14:nvContentPartPr>
              <p14:xfrm>
                <a:off x="2337806" y="2188869"/>
                <a:ext cx="104400" cy="30312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DBA4A9BB-BDEB-17F5-06EB-A844B106068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331686" y="2182749"/>
                  <a:ext cx="11664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5CFCA54E-4ED9-C0BB-A17F-902E81E9A17A}"/>
                    </a:ext>
                  </a:extLst>
                </p14:cNvPr>
                <p14:cNvContentPartPr/>
                <p14:nvPr/>
              </p14:nvContentPartPr>
              <p14:xfrm>
                <a:off x="2507006" y="2287509"/>
                <a:ext cx="1440" cy="381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5CFCA54E-4ED9-C0BB-A17F-902E81E9A17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500886" y="2281389"/>
                  <a:ext cx="136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82D28119-7B37-241C-716B-085AD1D2F00A}"/>
                    </a:ext>
                  </a:extLst>
                </p14:cNvPr>
                <p14:cNvContentPartPr/>
                <p14:nvPr/>
              </p14:nvContentPartPr>
              <p14:xfrm>
                <a:off x="2525366" y="2405949"/>
                <a:ext cx="336960" cy="1047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82D28119-7B37-241C-716B-085AD1D2F00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519246" y="2399829"/>
                  <a:ext cx="34920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34D189CB-983A-BCEE-F020-62C7B3C9D8BD}"/>
              </a:ext>
            </a:extLst>
          </p:cNvPr>
          <p:cNvGrpSpPr/>
          <p:nvPr/>
        </p:nvGrpSpPr>
        <p:grpSpPr>
          <a:xfrm>
            <a:off x="3224486" y="820509"/>
            <a:ext cx="8647920" cy="1901160"/>
            <a:chOff x="3224486" y="820509"/>
            <a:chExt cx="8647920" cy="190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BABAD6B-67AD-65AE-AA47-7DC70C8D21EF}"/>
                    </a:ext>
                  </a:extLst>
                </p14:cNvPr>
                <p14:cNvContentPartPr/>
                <p14:nvPr/>
              </p14:nvContentPartPr>
              <p14:xfrm>
                <a:off x="3442646" y="1032549"/>
                <a:ext cx="261000" cy="3326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BABAD6B-67AD-65AE-AA47-7DC70C8D21E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436526" y="1026429"/>
                  <a:ext cx="27324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1761149-87C6-EC45-3F84-EEE97D30A69B}"/>
                    </a:ext>
                  </a:extLst>
                </p14:cNvPr>
                <p14:cNvContentPartPr/>
                <p14:nvPr/>
              </p14:nvContentPartPr>
              <p14:xfrm>
                <a:off x="3361646" y="1209309"/>
                <a:ext cx="365760" cy="90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1761149-87C6-EC45-3F84-EEE97D30A69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355526" y="1203189"/>
                  <a:ext cx="3780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F20E754-0FEA-7555-78A7-DFFD678D4CE4}"/>
                    </a:ext>
                  </a:extLst>
                </p14:cNvPr>
                <p14:cNvContentPartPr/>
                <p14:nvPr/>
              </p14:nvContentPartPr>
              <p14:xfrm>
                <a:off x="4021166" y="1162509"/>
                <a:ext cx="228240" cy="1857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F20E754-0FEA-7555-78A7-DFFD678D4CE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015046" y="1156389"/>
                  <a:ext cx="2404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6B00C17-9EDF-3DD7-1E04-2C43D5EDDBCE}"/>
                    </a:ext>
                  </a:extLst>
                </p14:cNvPr>
                <p14:cNvContentPartPr/>
                <p14:nvPr/>
              </p14:nvContentPartPr>
              <p14:xfrm>
                <a:off x="4376846" y="1330629"/>
                <a:ext cx="20160" cy="619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6B00C17-9EDF-3DD7-1E04-2C43D5EDDBC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370726" y="1324509"/>
                  <a:ext cx="324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7D995E4-B69C-5CC5-DABE-D37110E3046B}"/>
                    </a:ext>
                  </a:extLst>
                </p14:cNvPr>
                <p14:cNvContentPartPr/>
                <p14:nvPr/>
              </p14:nvContentPartPr>
              <p14:xfrm>
                <a:off x="4537046" y="1148829"/>
                <a:ext cx="160920" cy="774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7D995E4-B69C-5CC5-DABE-D37110E3046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530926" y="1142709"/>
                  <a:ext cx="1731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F1E4BFF-F0E7-62F5-805F-A8CBA2574ECA}"/>
                    </a:ext>
                  </a:extLst>
                </p14:cNvPr>
                <p14:cNvContentPartPr/>
                <p14:nvPr/>
              </p14:nvContentPartPr>
              <p14:xfrm>
                <a:off x="4570886" y="1136229"/>
                <a:ext cx="220680" cy="4093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F1E4BFF-F0E7-62F5-805F-A8CBA2574EC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564766" y="1130109"/>
                  <a:ext cx="23292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B1C71A7-B7A0-1C19-9226-299466BCBB17}"/>
                    </a:ext>
                  </a:extLst>
                </p14:cNvPr>
                <p14:cNvContentPartPr/>
                <p14:nvPr/>
              </p14:nvContentPartPr>
              <p14:xfrm>
                <a:off x="5293046" y="1061709"/>
                <a:ext cx="216360" cy="2080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B1C71A7-B7A0-1C19-9226-299466BCBB1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286926" y="1055589"/>
                  <a:ext cx="2286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035E71B-E04F-3F9A-60B9-548FCA4894F0}"/>
                    </a:ext>
                  </a:extLst>
                </p14:cNvPr>
                <p14:cNvContentPartPr/>
                <p14:nvPr/>
              </p14:nvContentPartPr>
              <p14:xfrm>
                <a:off x="5534246" y="1205709"/>
                <a:ext cx="123840" cy="120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035E71B-E04F-3F9A-60B9-548FCA4894F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528126" y="1199589"/>
                  <a:ext cx="1360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12A4B76-42D0-F091-E08F-2CE24D08EDB8}"/>
                    </a:ext>
                  </a:extLst>
                </p14:cNvPr>
                <p14:cNvContentPartPr/>
                <p14:nvPr/>
              </p14:nvContentPartPr>
              <p14:xfrm>
                <a:off x="5317166" y="1286349"/>
                <a:ext cx="159840" cy="453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12A4B76-42D0-F091-E08F-2CE24D08EDB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311046" y="1280229"/>
                  <a:ext cx="1720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7FA4CDE-6440-0771-27A3-73432A2F52D9}"/>
                    </a:ext>
                  </a:extLst>
                </p14:cNvPr>
                <p14:cNvContentPartPr/>
                <p14:nvPr/>
              </p14:nvContentPartPr>
              <p14:xfrm>
                <a:off x="5707046" y="1240629"/>
                <a:ext cx="176400" cy="900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7FA4CDE-6440-0771-27A3-73432A2F52D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700926" y="1234509"/>
                  <a:ext cx="1886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69C7255-4241-F9BF-D4FA-04A035560DE7}"/>
                    </a:ext>
                  </a:extLst>
                </p14:cNvPr>
                <p14:cNvContentPartPr/>
                <p14:nvPr/>
              </p14:nvContentPartPr>
              <p14:xfrm>
                <a:off x="6236966" y="988989"/>
                <a:ext cx="117720" cy="3348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69C7255-4241-F9BF-D4FA-04A035560DE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230846" y="982869"/>
                  <a:ext cx="12996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1C0AEFF-1984-CF04-DFCD-656A9DF94F79}"/>
                    </a:ext>
                  </a:extLst>
                </p14:cNvPr>
                <p14:cNvContentPartPr/>
                <p14:nvPr/>
              </p14:nvContentPartPr>
              <p14:xfrm>
                <a:off x="6494006" y="1182309"/>
                <a:ext cx="144360" cy="1015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1C0AEFF-1984-CF04-DFCD-656A9DF94F7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487886" y="1176189"/>
                  <a:ext cx="1566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DD139AA-A79D-1274-063E-697CFD1C2F30}"/>
                    </a:ext>
                  </a:extLst>
                </p14:cNvPr>
                <p14:cNvContentPartPr/>
                <p14:nvPr/>
              </p14:nvContentPartPr>
              <p14:xfrm>
                <a:off x="3288206" y="1717629"/>
                <a:ext cx="170640" cy="2660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DD139AA-A79D-1274-063E-697CFD1C2F3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282086" y="1711509"/>
                  <a:ext cx="1828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BA077EA-6025-ABDE-33A8-CBEB93EF397F}"/>
                    </a:ext>
                  </a:extLst>
                </p14:cNvPr>
                <p14:cNvContentPartPr/>
                <p14:nvPr/>
              </p14:nvContentPartPr>
              <p14:xfrm>
                <a:off x="3224486" y="1608189"/>
                <a:ext cx="237240" cy="1335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BA077EA-6025-ABDE-33A8-CBEB93EF397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218366" y="1602069"/>
                  <a:ext cx="2494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818A5B71-F5A9-5DEB-041C-3580D5290926}"/>
                    </a:ext>
                  </a:extLst>
                </p14:cNvPr>
                <p14:cNvContentPartPr/>
                <p14:nvPr/>
              </p14:nvContentPartPr>
              <p14:xfrm>
                <a:off x="3959606" y="1601349"/>
                <a:ext cx="240480" cy="3628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818A5B71-F5A9-5DEB-041C-3580D529092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953486" y="1595229"/>
                  <a:ext cx="25272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6AA4A7E-700D-A1D8-2045-152CB989A6FE}"/>
                    </a:ext>
                  </a:extLst>
                </p14:cNvPr>
                <p14:cNvContentPartPr/>
                <p14:nvPr/>
              </p14:nvContentPartPr>
              <p14:xfrm>
                <a:off x="4278926" y="1804029"/>
                <a:ext cx="132480" cy="1159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6AA4A7E-700D-A1D8-2045-152CB989A6F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272806" y="1797909"/>
                  <a:ext cx="1447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B28312FB-1A90-86B5-F4DA-3FC8FBBD608A}"/>
                    </a:ext>
                  </a:extLst>
                </p14:cNvPr>
                <p14:cNvContentPartPr/>
                <p14:nvPr/>
              </p14:nvContentPartPr>
              <p14:xfrm>
                <a:off x="4648286" y="1807629"/>
                <a:ext cx="175680" cy="1036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B28312FB-1A90-86B5-F4DA-3FC8FBBD608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642166" y="1801509"/>
                  <a:ext cx="1879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45A0A901-91A8-C5F0-7E05-3BE4858885D6}"/>
                    </a:ext>
                  </a:extLst>
                </p14:cNvPr>
                <p14:cNvContentPartPr/>
                <p14:nvPr/>
              </p14:nvContentPartPr>
              <p14:xfrm>
                <a:off x="4886606" y="1823829"/>
                <a:ext cx="110520" cy="1018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45A0A901-91A8-C5F0-7E05-3BE4858885D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880486" y="1817709"/>
                  <a:ext cx="1227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70E2A0E-7513-C1F7-7211-F526B802333D}"/>
                    </a:ext>
                  </a:extLst>
                </p14:cNvPr>
                <p14:cNvContentPartPr/>
                <p14:nvPr/>
              </p14:nvContentPartPr>
              <p14:xfrm>
                <a:off x="5306366" y="1800429"/>
                <a:ext cx="124560" cy="1198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70E2A0E-7513-C1F7-7211-F526B802333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300246" y="1794309"/>
                  <a:ext cx="1368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EA8D6EA-1B14-7A9B-8277-F64BDE2F7A04}"/>
                    </a:ext>
                  </a:extLst>
                </p14:cNvPr>
                <p14:cNvContentPartPr/>
                <p14:nvPr/>
              </p14:nvContentPartPr>
              <p14:xfrm>
                <a:off x="5523806" y="1813389"/>
                <a:ext cx="102240" cy="1134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EA8D6EA-1B14-7A9B-8277-F64BDE2F7A0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517686" y="1807269"/>
                  <a:ext cx="1144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9D98DB45-562E-FA30-2FB2-908A7800A2EE}"/>
                    </a:ext>
                  </a:extLst>
                </p14:cNvPr>
                <p14:cNvContentPartPr/>
                <p14:nvPr/>
              </p14:nvContentPartPr>
              <p14:xfrm>
                <a:off x="5696606" y="1817709"/>
                <a:ext cx="122760" cy="943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9D98DB45-562E-FA30-2FB2-908A7800A2E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690486" y="1811589"/>
                  <a:ext cx="1350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C4598440-9014-2AEB-D35D-2C3F9314A908}"/>
                    </a:ext>
                  </a:extLst>
                </p14:cNvPr>
                <p14:cNvContentPartPr/>
                <p14:nvPr/>
              </p14:nvContentPartPr>
              <p14:xfrm>
                <a:off x="5845286" y="1809789"/>
                <a:ext cx="143280" cy="835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C4598440-9014-2AEB-D35D-2C3F9314A90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839166" y="1803669"/>
                  <a:ext cx="1555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24F42BCA-FE70-35AC-0D86-FC0F2D59A5FC}"/>
                    </a:ext>
                  </a:extLst>
                </p14:cNvPr>
                <p14:cNvContentPartPr/>
                <p14:nvPr/>
              </p14:nvContentPartPr>
              <p14:xfrm>
                <a:off x="6009806" y="1625469"/>
                <a:ext cx="26640" cy="2415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24F42BCA-FE70-35AC-0D86-FC0F2D59A5F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003686" y="1619349"/>
                  <a:ext cx="388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6658B3B-28C1-08F6-4A17-D3675169425F}"/>
                    </a:ext>
                  </a:extLst>
                </p14:cNvPr>
                <p14:cNvContentPartPr/>
                <p14:nvPr/>
              </p14:nvContentPartPr>
              <p14:xfrm>
                <a:off x="6490766" y="1661829"/>
                <a:ext cx="33840" cy="1987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6658B3B-28C1-08F6-4A17-D3675169425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484646" y="1655709"/>
                  <a:ext cx="460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BCFB48D-2DC9-693D-A53B-D09A70756763}"/>
                    </a:ext>
                  </a:extLst>
                </p14:cNvPr>
                <p14:cNvContentPartPr/>
                <p14:nvPr/>
              </p14:nvContentPartPr>
              <p14:xfrm>
                <a:off x="6396446" y="1784229"/>
                <a:ext cx="317880" cy="968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BCFB48D-2DC9-693D-A53B-D09A7075676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390326" y="1778109"/>
                  <a:ext cx="3301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8E8AFB7-144C-2160-BC85-B4BB628FE14E}"/>
                    </a:ext>
                  </a:extLst>
                </p14:cNvPr>
                <p14:cNvContentPartPr/>
                <p14:nvPr/>
              </p14:nvContentPartPr>
              <p14:xfrm>
                <a:off x="7033646" y="1189509"/>
                <a:ext cx="111240" cy="1209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8E8AFB7-144C-2160-BC85-B4BB628FE14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027526" y="1183389"/>
                  <a:ext cx="1234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2D01D5F-AE95-2141-6298-98D46671C0FA}"/>
                    </a:ext>
                  </a:extLst>
                </p14:cNvPr>
                <p14:cNvContentPartPr/>
                <p14:nvPr/>
              </p14:nvContentPartPr>
              <p14:xfrm>
                <a:off x="7232006" y="1206069"/>
                <a:ext cx="74880" cy="781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2D01D5F-AE95-2141-6298-98D46671C0F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225886" y="1199949"/>
                  <a:ext cx="871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16F7C3C-16C4-B999-3A5A-E49E6CFEC7F5}"/>
                    </a:ext>
                  </a:extLst>
                </p14:cNvPr>
                <p14:cNvContentPartPr/>
                <p14:nvPr/>
              </p14:nvContentPartPr>
              <p14:xfrm>
                <a:off x="7341806" y="1197069"/>
                <a:ext cx="68040" cy="910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16F7C3C-16C4-B999-3A5A-E49E6CFEC7F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335686" y="1190949"/>
                  <a:ext cx="802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6387104-EEE6-CCED-2618-A7E5B748ECE5}"/>
                    </a:ext>
                  </a:extLst>
                </p14:cNvPr>
                <p14:cNvContentPartPr/>
                <p14:nvPr/>
              </p14:nvContentPartPr>
              <p14:xfrm>
                <a:off x="7410566" y="820509"/>
                <a:ext cx="223560" cy="7484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6387104-EEE6-CCED-2618-A7E5B748ECE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404446" y="814389"/>
                  <a:ext cx="235800" cy="76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05A2CA6-B4DA-D1A7-5318-B7EBF61F1A23}"/>
                    </a:ext>
                  </a:extLst>
                </p14:cNvPr>
                <p14:cNvContentPartPr/>
                <p14:nvPr/>
              </p14:nvContentPartPr>
              <p14:xfrm>
                <a:off x="7510646" y="1152789"/>
                <a:ext cx="132480" cy="1191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05A2CA6-B4DA-D1A7-5318-B7EBF61F1A2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504526" y="1146669"/>
                  <a:ext cx="1447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FA33F8C8-733D-7288-2D9E-3DA85AB6FD56}"/>
                    </a:ext>
                  </a:extLst>
                </p14:cNvPr>
                <p14:cNvContentPartPr/>
                <p14:nvPr/>
              </p14:nvContentPartPr>
              <p14:xfrm>
                <a:off x="7708286" y="1169349"/>
                <a:ext cx="187920" cy="1123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FA33F8C8-733D-7288-2D9E-3DA85AB6FD5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702166" y="1163229"/>
                  <a:ext cx="2001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CC70EDF-C6E5-6346-A5A3-5594055BB8DE}"/>
                    </a:ext>
                  </a:extLst>
                </p14:cNvPr>
                <p14:cNvContentPartPr/>
                <p14:nvPr/>
              </p14:nvContentPartPr>
              <p14:xfrm>
                <a:off x="7929686" y="1171509"/>
                <a:ext cx="84960" cy="1022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CC70EDF-C6E5-6346-A5A3-5594055BB8D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923566" y="1165389"/>
                  <a:ext cx="972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6C8CCAB-6E61-EAE2-C65E-793EB2C2BB91}"/>
                    </a:ext>
                  </a:extLst>
                </p14:cNvPr>
                <p14:cNvContentPartPr/>
                <p14:nvPr/>
              </p14:nvContentPartPr>
              <p14:xfrm>
                <a:off x="8102126" y="1075749"/>
                <a:ext cx="135720" cy="2088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6C8CCAB-6E61-EAE2-C65E-793EB2C2BB9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096006" y="1069629"/>
                  <a:ext cx="1479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2BEB419-21B4-768D-E8F3-ED914E5CA484}"/>
                    </a:ext>
                  </a:extLst>
                </p14:cNvPr>
                <p14:cNvContentPartPr/>
                <p14:nvPr/>
              </p14:nvContentPartPr>
              <p14:xfrm>
                <a:off x="8232086" y="1116429"/>
                <a:ext cx="143640" cy="1620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2BEB419-21B4-768D-E8F3-ED914E5CA48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225966" y="1110309"/>
                  <a:ext cx="1558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603D057A-C4AD-78B2-FF3C-13848110D291}"/>
                    </a:ext>
                  </a:extLst>
                </p14:cNvPr>
                <p14:cNvContentPartPr/>
                <p14:nvPr/>
              </p14:nvContentPartPr>
              <p14:xfrm>
                <a:off x="8395886" y="1168989"/>
                <a:ext cx="136080" cy="936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603D057A-C4AD-78B2-FF3C-13848110D29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389766" y="1162869"/>
                  <a:ext cx="1483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C36F0D2-AE70-68D6-609A-A80BA08C93B1}"/>
                    </a:ext>
                  </a:extLst>
                </p14:cNvPr>
                <p14:cNvContentPartPr/>
                <p14:nvPr/>
              </p14:nvContentPartPr>
              <p14:xfrm>
                <a:off x="8641406" y="985749"/>
                <a:ext cx="209160" cy="2649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C36F0D2-AE70-68D6-609A-A80BA08C93B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635286" y="979629"/>
                  <a:ext cx="2214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56E414B-85C3-E8F7-2252-C22D4EC3D300}"/>
                    </a:ext>
                  </a:extLst>
                </p14:cNvPr>
                <p14:cNvContentPartPr/>
                <p14:nvPr/>
              </p14:nvContentPartPr>
              <p14:xfrm>
                <a:off x="9042086" y="1112829"/>
                <a:ext cx="406080" cy="2170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56E414B-85C3-E8F7-2252-C22D4EC3D30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035966" y="1106709"/>
                  <a:ext cx="4183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12C3447-1FC9-7E1B-F8B9-AD3B4DAF9B37}"/>
                    </a:ext>
                  </a:extLst>
                </p14:cNvPr>
                <p14:cNvContentPartPr/>
                <p14:nvPr/>
              </p14:nvContentPartPr>
              <p14:xfrm>
                <a:off x="9682526" y="1108509"/>
                <a:ext cx="132840" cy="1303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12C3447-1FC9-7E1B-F8B9-AD3B4DAF9B3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676406" y="1102389"/>
                  <a:ext cx="1450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F7F1285-E210-1C98-4D8F-89538E000D53}"/>
                    </a:ext>
                  </a:extLst>
                </p14:cNvPr>
                <p14:cNvContentPartPr/>
                <p14:nvPr/>
              </p14:nvContentPartPr>
              <p14:xfrm>
                <a:off x="9602966" y="1123989"/>
                <a:ext cx="334800" cy="3765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F7F1285-E210-1C98-4D8F-89538E000D5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596846" y="1117869"/>
                  <a:ext cx="34704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C912C05-0EDE-59C0-F848-053E312CACC7}"/>
                    </a:ext>
                  </a:extLst>
                </p14:cNvPr>
                <p14:cNvContentPartPr/>
                <p14:nvPr/>
              </p14:nvContentPartPr>
              <p14:xfrm>
                <a:off x="9989246" y="1400829"/>
                <a:ext cx="61200" cy="1274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C912C05-0EDE-59C0-F848-053E312CACC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983126" y="1394709"/>
                  <a:ext cx="734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AA56044-9F08-D3A0-9C0D-5AA75562C716}"/>
                    </a:ext>
                  </a:extLst>
                </p14:cNvPr>
                <p14:cNvContentPartPr/>
                <p14:nvPr/>
              </p14:nvContentPartPr>
              <p14:xfrm>
                <a:off x="10069166" y="1270149"/>
                <a:ext cx="12240" cy="183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AA56044-9F08-D3A0-9C0D-5AA75562C71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063046" y="1264029"/>
                  <a:ext cx="244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D1CEB57-FA60-DFB6-04FA-8660A96EC101}"/>
                    </a:ext>
                  </a:extLst>
                </p14:cNvPr>
                <p14:cNvContentPartPr/>
                <p14:nvPr/>
              </p14:nvContentPartPr>
              <p14:xfrm>
                <a:off x="10264286" y="1264749"/>
                <a:ext cx="79560" cy="302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D1CEB57-FA60-DFB6-04FA-8660A96EC10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258166" y="1258629"/>
                  <a:ext cx="918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4623E1C-4192-BB09-C6CF-67CC571A7C2F}"/>
                    </a:ext>
                  </a:extLst>
                </p14:cNvPr>
                <p14:cNvContentPartPr/>
                <p14:nvPr/>
              </p14:nvContentPartPr>
              <p14:xfrm>
                <a:off x="10241966" y="1339269"/>
                <a:ext cx="76320" cy="90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4623E1C-4192-BB09-C6CF-67CC571A7C2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235846" y="1333149"/>
                  <a:ext cx="885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3747AE3-FB83-CDC2-1EFA-9A4F973BD6FE}"/>
                    </a:ext>
                  </a:extLst>
                </p14:cNvPr>
                <p14:cNvContentPartPr/>
                <p14:nvPr/>
              </p14:nvContentPartPr>
              <p14:xfrm>
                <a:off x="10417286" y="1158549"/>
                <a:ext cx="308880" cy="1494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3747AE3-FB83-CDC2-1EFA-9A4F973BD6F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411166" y="1152429"/>
                  <a:ext cx="3211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FC2E991-F3DD-F86D-869A-E6AF59C4BD1C}"/>
                    </a:ext>
                  </a:extLst>
                </p14:cNvPr>
                <p14:cNvContentPartPr/>
                <p14:nvPr/>
              </p14:nvContentPartPr>
              <p14:xfrm>
                <a:off x="10815806" y="1194549"/>
                <a:ext cx="221400" cy="2203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FC2E991-F3DD-F86D-869A-E6AF59C4BD1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809686" y="1188429"/>
                  <a:ext cx="2336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A131EDB-9FD4-01FE-1D59-B003C6FDFA42}"/>
                    </a:ext>
                  </a:extLst>
                </p14:cNvPr>
                <p14:cNvContentPartPr/>
                <p14:nvPr/>
              </p14:nvContentPartPr>
              <p14:xfrm>
                <a:off x="11127566" y="1392189"/>
                <a:ext cx="52920" cy="1202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A131EDB-9FD4-01FE-1D59-B003C6FDFA4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121446" y="1386069"/>
                  <a:ext cx="651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1E2BD51-E7CB-C1D9-5A2F-B3BFDA131286}"/>
                    </a:ext>
                  </a:extLst>
                </p14:cNvPr>
                <p14:cNvContentPartPr/>
                <p14:nvPr/>
              </p14:nvContentPartPr>
              <p14:xfrm>
                <a:off x="11207126" y="1269069"/>
                <a:ext cx="9360" cy="46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1E2BD51-E7CB-C1D9-5A2F-B3BFDA13128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201006" y="1262949"/>
                  <a:ext cx="2160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458A193-C622-98EB-DA0C-605B659F1204}"/>
                    </a:ext>
                  </a:extLst>
                </p14:cNvPr>
                <p14:cNvContentPartPr/>
                <p14:nvPr/>
              </p14:nvContentPartPr>
              <p14:xfrm>
                <a:off x="11346086" y="1336029"/>
                <a:ext cx="151920" cy="169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458A193-C622-98EB-DA0C-605B659F120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1339966" y="1329909"/>
                  <a:ext cx="164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26B514B-9497-AE7C-8115-7E22C1603F85}"/>
                    </a:ext>
                  </a:extLst>
                </p14:cNvPr>
                <p14:cNvContentPartPr/>
                <p14:nvPr/>
              </p14:nvContentPartPr>
              <p14:xfrm>
                <a:off x="11420606" y="1251789"/>
                <a:ext cx="57960" cy="1630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26B514B-9497-AE7C-8115-7E22C1603F8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1414486" y="1245669"/>
                  <a:ext cx="702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141FC73-C41F-6A79-2B4E-AE005FF0F602}"/>
                    </a:ext>
                  </a:extLst>
                </p14:cNvPr>
                <p14:cNvContentPartPr/>
                <p14:nvPr/>
              </p14:nvContentPartPr>
              <p14:xfrm>
                <a:off x="11640566" y="1122909"/>
                <a:ext cx="231840" cy="2746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141FC73-C41F-6A79-2B4E-AE005FF0F60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1634446" y="1116789"/>
                  <a:ext cx="2440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A4FA26EB-6C50-FDE3-D337-89F58E0AD464}"/>
                    </a:ext>
                  </a:extLst>
                </p14:cNvPr>
                <p14:cNvContentPartPr/>
                <p14:nvPr/>
              </p14:nvContentPartPr>
              <p14:xfrm>
                <a:off x="6981806" y="1589469"/>
                <a:ext cx="231480" cy="5389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A4FA26EB-6C50-FDE3-D337-89F58E0AD46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975686" y="1583349"/>
                  <a:ext cx="243720" cy="55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2809816-5BAC-31AE-BC95-835E7993974B}"/>
                    </a:ext>
                  </a:extLst>
                </p14:cNvPr>
                <p14:cNvContentPartPr/>
                <p14:nvPr/>
              </p14:nvContentPartPr>
              <p14:xfrm>
                <a:off x="7041926" y="1796109"/>
                <a:ext cx="273240" cy="1141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2809816-5BAC-31AE-BC95-835E7993974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035806" y="1789989"/>
                  <a:ext cx="2854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842464DD-D305-1820-6F3D-37D12DC85E67}"/>
                    </a:ext>
                  </a:extLst>
                </p14:cNvPr>
                <p14:cNvContentPartPr/>
                <p14:nvPr/>
              </p14:nvContentPartPr>
              <p14:xfrm>
                <a:off x="7303646" y="1745349"/>
                <a:ext cx="5400" cy="345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842464DD-D305-1820-6F3D-37D12DC85E6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297526" y="1739229"/>
                  <a:ext cx="176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44ADC15D-CD8E-1D23-A8D8-FBFC28E0E943}"/>
                    </a:ext>
                  </a:extLst>
                </p14:cNvPr>
                <p14:cNvContentPartPr/>
                <p14:nvPr/>
              </p14:nvContentPartPr>
              <p14:xfrm>
                <a:off x="7377446" y="1798629"/>
                <a:ext cx="179640" cy="1000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44ADC15D-CD8E-1D23-A8D8-FBFC28E0E94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371326" y="1792509"/>
                  <a:ext cx="1918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3428BD7E-2637-28BF-999F-268DE51CB577}"/>
                    </a:ext>
                  </a:extLst>
                </p14:cNvPr>
                <p14:cNvContentPartPr/>
                <p14:nvPr/>
              </p14:nvContentPartPr>
              <p14:xfrm>
                <a:off x="7632326" y="1608909"/>
                <a:ext cx="251640" cy="2685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3428BD7E-2637-28BF-999F-268DE51CB577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626206" y="1602789"/>
                  <a:ext cx="2638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7F9C1C2-6943-9DE1-BFA4-CD9B6A4F59B5}"/>
                    </a:ext>
                  </a:extLst>
                </p14:cNvPr>
                <p14:cNvContentPartPr/>
                <p14:nvPr/>
              </p14:nvContentPartPr>
              <p14:xfrm>
                <a:off x="8065406" y="1712589"/>
                <a:ext cx="116280" cy="1515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7F9C1C2-6943-9DE1-BFA4-CD9B6A4F59B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059286" y="1706469"/>
                  <a:ext cx="1285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EFF7C3B-3E21-59A6-ADFD-5F9DEF565EE2}"/>
                    </a:ext>
                  </a:extLst>
                </p14:cNvPr>
                <p14:cNvContentPartPr/>
                <p14:nvPr/>
              </p14:nvContentPartPr>
              <p14:xfrm>
                <a:off x="8309846" y="1734909"/>
                <a:ext cx="96120" cy="1580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EFF7C3B-3E21-59A6-ADFD-5F9DEF565EE2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303726" y="1728789"/>
                  <a:ext cx="1083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BC18E03-E5CF-2960-9ADD-45DE72A1BE75}"/>
                    </a:ext>
                  </a:extLst>
                </p14:cNvPr>
                <p14:cNvContentPartPr/>
                <p14:nvPr/>
              </p14:nvContentPartPr>
              <p14:xfrm>
                <a:off x="8549246" y="1563909"/>
                <a:ext cx="17640" cy="2944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BC18E03-E5CF-2960-9ADD-45DE72A1BE7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543126" y="1557789"/>
                  <a:ext cx="298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48FECED9-6BB4-6F99-541A-9DF22231300D}"/>
                    </a:ext>
                  </a:extLst>
                </p14:cNvPr>
                <p14:cNvContentPartPr/>
                <p14:nvPr/>
              </p14:nvContentPartPr>
              <p14:xfrm>
                <a:off x="8479406" y="1803309"/>
                <a:ext cx="128160" cy="385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48FECED9-6BB4-6F99-541A-9DF22231300D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473286" y="1797189"/>
                  <a:ext cx="1404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70FA0236-08D2-6C0C-7D74-4762DC55CA13}"/>
                    </a:ext>
                  </a:extLst>
                </p14:cNvPr>
                <p14:cNvContentPartPr/>
                <p14:nvPr/>
              </p14:nvContentPartPr>
              <p14:xfrm>
                <a:off x="8687486" y="1810509"/>
                <a:ext cx="27720" cy="597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70FA0236-08D2-6C0C-7D74-4762DC55CA1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681366" y="1804389"/>
                  <a:ext cx="399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79B76BDC-F96E-6386-6C91-3875964BD19C}"/>
                    </a:ext>
                  </a:extLst>
                </p14:cNvPr>
                <p14:cNvContentPartPr/>
                <p14:nvPr/>
              </p14:nvContentPartPr>
              <p14:xfrm>
                <a:off x="8736086" y="1649949"/>
                <a:ext cx="8280" cy="381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79B76BDC-F96E-6386-6C91-3875964BD19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729966" y="1643829"/>
                  <a:ext cx="20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EC90BF76-352C-C5E9-5815-7E8332DA453E}"/>
                    </a:ext>
                  </a:extLst>
                </p14:cNvPr>
                <p14:cNvContentPartPr/>
                <p14:nvPr/>
              </p14:nvContentPartPr>
              <p14:xfrm>
                <a:off x="8740046" y="1789989"/>
                <a:ext cx="263880" cy="1000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EC90BF76-352C-C5E9-5815-7E8332DA453E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733926" y="1783869"/>
                  <a:ext cx="2761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7C657B2-57C8-B1F3-B07E-CFAAEEEAA2E7}"/>
                    </a:ext>
                  </a:extLst>
                </p14:cNvPr>
                <p14:cNvContentPartPr/>
                <p14:nvPr/>
              </p14:nvContentPartPr>
              <p14:xfrm>
                <a:off x="9080606" y="1752549"/>
                <a:ext cx="184680" cy="1220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7C657B2-57C8-B1F3-B07E-CFAAEEEAA2E7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074486" y="1746429"/>
                  <a:ext cx="1969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CFBE585-E5C7-F416-CB77-BE9F2CC7A87D}"/>
                    </a:ext>
                  </a:extLst>
                </p14:cNvPr>
                <p14:cNvContentPartPr/>
                <p14:nvPr/>
              </p14:nvContentPartPr>
              <p14:xfrm>
                <a:off x="9350246" y="1577589"/>
                <a:ext cx="77760" cy="3106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CFBE585-E5C7-F416-CB77-BE9F2CC7A87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344126" y="1571469"/>
                  <a:ext cx="9000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F89231F4-3D78-DEBE-D317-6760078B4011}"/>
                    </a:ext>
                  </a:extLst>
                </p14:cNvPr>
                <p14:cNvContentPartPr/>
                <p14:nvPr/>
              </p14:nvContentPartPr>
              <p14:xfrm>
                <a:off x="9333686" y="1731309"/>
                <a:ext cx="139320" cy="5580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F89231F4-3D78-DEBE-D317-6760078B401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327566" y="1725189"/>
                  <a:ext cx="1515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2376F9AE-CAE2-0065-15FB-FD23E51AA63F}"/>
                    </a:ext>
                  </a:extLst>
                </p14:cNvPr>
                <p14:cNvContentPartPr/>
                <p14:nvPr/>
              </p14:nvContentPartPr>
              <p14:xfrm>
                <a:off x="9389126" y="1774149"/>
                <a:ext cx="148320" cy="1116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2376F9AE-CAE2-0065-15FB-FD23E51AA63F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383006" y="1768029"/>
                  <a:ext cx="1605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A75DEA6B-334F-4971-E9F0-28F7020CF941}"/>
                    </a:ext>
                  </a:extLst>
                </p14:cNvPr>
                <p14:cNvContentPartPr/>
                <p14:nvPr/>
              </p14:nvContentPartPr>
              <p14:xfrm>
                <a:off x="9683966" y="1642029"/>
                <a:ext cx="175680" cy="2199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A75DEA6B-334F-4971-E9F0-28F7020CF941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677846" y="1635909"/>
                  <a:ext cx="1879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4D6F84E4-1B55-5CF4-8DD7-29E81C46E6F7}"/>
                    </a:ext>
                  </a:extLst>
                </p14:cNvPr>
                <p14:cNvContentPartPr/>
                <p14:nvPr/>
              </p14:nvContentPartPr>
              <p14:xfrm>
                <a:off x="10169246" y="1771629"/>
                <a:ext cx="349200" cy="1454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4D6F84E4-1B55-5CF4-8DD7-29E81C46E6F7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163126" y="1765509"/>
                  <a:ext cx="3614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82975543-445D-FCCD-5026-525980C621F3}"/>
                    </a:ext>
                  </a:extLst>
                </p14:cNvPr>
                <p14:cNvContentPartPr/>
                <p14:nvPr/>
              </p14:nvContentPartPr>
              <p14:xfrm>
                <a:off x="10652726" y="1571829"/>
                <a:ext cx="273960" cy="4100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82975543-445D-FCCD-5026-525980C621F3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646606" y="1565709"/>
                  <a:ext cx="28620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A14C243B-8D6C-9BFD-C8EF-12E26396C61F}"/>
                    </a:ext>
                  </a:extLst>
                </p14:cNvPr>
                <p14:cNvContentPartPr/>
                <p14:nvPr/>
              </p14:nvContentPartPr>
              <p14:xfrm>
                <a:off x="11027126" y="1694229"/>
                <a:ext cx="173880" cy="2638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A14C243B-8D6C-9BFD-C8EF-12E26396C61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1021006" y="1688109"/>
                  <a:ext cx="1861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16D49F45-8989-CB10-3B68-B0BDE8676037}"/>
                    </a:ext>
                  </a:extLst>
                </p14:cNvPr>
                <p14:cNvContentPartPr/>
                <p14:nvPr/>
              </p14:nvContentPartPr>
              <p14:xfrm>
                <a:off x="3225206" y="2422509"/>
                <a:ext cx="19440" cy="460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16D49F45-8989-CB10-3B68-B0BDE8676037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3219086" y="2416389"/>
                  <a:ext cx="316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972F41F3-774D-FD36-DA12-F14BD0447707}"/>
                    </a:ext>
                  </a:extLst>
                </p14:cNvPr>
                <p14:cNvContentPartPr/>
                <p14:nvPr/>
              </p14:nvContentPartPr>
              <p14:xfrm>
                <a:off x="3231686" y="2194269"/>
                <a:ext cx="260640" cy="3362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972F41F3-774D-FD36-DA12-F14BD044770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225566" y="2188149"/>
                  <a:ext cx="27288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183EE853-583C-7929-2A56-7CB00F3BDD86}"/>
                    </a:ext>
                  </a:extLst>
                </p14:cNvPr>
                <p14:cNvContentPartPr/>
                <p14:nvPr/>
              </p14:nvContentPartPr>
              <p14:xfrm>
                <a:off x="3332126" y="2233149"/>
                <a:ext cx="264960" cy="176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183EE853-583C-7929-2A56-7CB00F3BDD86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326006" y="2227029"/>
                  <a:ext cx="2772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7FD8B075-49A7-0518-CDB1-2945D2418D37}"/>
                    </a:ext>
                  </a:extLst>
                </p14:cNvPr>
                <p14:cNvContentPartPr/>
                <p14:nvPr/>
              </p14:nvContentPartPr>
              <p14:xfrm>
                <a:off x="3624086" y="2208669"/>
                <a:ext cx="170280" cy="45180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7FD8B075-49A7-0518-CDB1-2945D2418D3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617966" y="2202549"/>
                  <a:ext cx="18252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3B4359DB-CFCA-12F0-8CA3-AB62AC308273}"/>
                    </a:ext>
                  </a:extLst>
                </p14:cNvPr>
                <p14:cNvContentPartPr/>
                <p14:nvPr/>
              </p14:nvContentPartPr>
              <p14:xfrm>
                <a:off x="5379806" y="2220549"/>
                <a:ext cx="264960" cy="3704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3B4359DB-CFCA-12F0-8CA3-AB62AC308273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373686" y="2214429"/>
                  <a:ext cx="27720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AD9160AC-DDD1-6797-AE2A-CD7210B2C589}"/>
                    </a:ext>
                  </a:extLst>
                </p14:cNvPr>
                <p14:cNvContentPartPr/>
                <p14:nvPr/>
              </p14:nvContentPartPr>
              <p14:xfrm>
                <a:off x="5745206" y="2508549"/>
                <a:ext cx="92880" cy="1350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AD9160AC-DDD1-6797-AE2A-CD7210B2C589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739086" y="2502429"/>
                  <a:ext cx="1051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F86F6430-8299-D482-5AA9-3544E4CD5B7F}"/>
                    </a:ext>
                  </a:extLst>
                </p14:cNvPr>
                <p14:cNvContentPartPr/>
                <p14:nvPr/>
              </p14:nvContentPartPr>
              <p14:xfrm>
                <a:off x="5805686" y="2374989"/>
                <a:ext cx="5760" cy="223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F86F6430-8299-D482-5AA9-3544E4CD5B7F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799566" y="2368869"/>
                  <a:ext cx="180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DAE897AF-3A4E-51FD-255B-276370805A5B}"/>
                    </a:ext>
                  </a:extLst>
                </p14:cNvPr>
                <p14:cNvContentPartPr/>
                <p14:nvPr/>
              </p14:nvContentPartPr>
              <p14:xfrm>
                <a:off x="6075686" y="2264829"/>
                <a:ext cx="264960" cy="4136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DAE897AF-3A4E-51FD-255B-276370805A5B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069566" y="2258709"/>
                  <a:ext cx="27720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921443E3-0D34-0038-4EEE-D6CFB49FABBA}"/>
                    </a:ext>
                  </a:extLst>
                </p14:cNvPr>
                <p14:cNvContentPartPr/>
                <p14:nvPr/>
              </p14:nvContentPartPr>
              <p14:xfrm>
                <a:off x="5837366" y="2420709"/>
                <a:ext cx="194400" cy="280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921443E3-0D34-0038-4EEE-D6CFB49FABBA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5831246" y="2414589"/>
                  <a:ext cx="2066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9097213B-4155-6DDA-5913-67266FF94D75}"/>
                    </a:ext>
                  </a:extLst>
                </p14:cNvPr>
                <p14:cNvContentPartPr/>
                <p14:nvPr/>
              </p14:nvContentPartPr>
              <p14:xfrm>
                <a:off x="6106286" y="2079429"/>
                <a:ext cx="192960" cy="1418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9097213B-4155-6DDA-5913-67266FF94D75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100166" y="2073309"/>
                  <a:ext cx="2052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E9CA0560-0208-2A97-D1D9-F4EFF0BE3C66}"/>
                    </a:ext>
                  </a:extLst>
                </p14:cNvPr>
                <p14:cNvContentPartPr/>
                <p14:nvPr/>
              </p14:nvContentPartPr>
              <p14:xfrm>
                <a:off x="6403646" y="2592429"/>
                <a:ext cx="60120" cy="12924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E9CA0560-0208-2A97-D1D9-F4EFF0BE3C66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397526" y="2586309"/>
                  <a:ext cx="723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E4DBC9DD-CDC6-597B-1FE8-34F3B6ECC7EE}"/>
                    </a:ext>
                  </a:extLst>
                </p14:cNvPr>
                <p14:cNvContentPartPr/>
                <p14:nvPr/>
              </p14:nvContentPartPr>
              <p14:xfrm>
                <a:off x="6444326" y="2471109"/>
                <a:ext cx="29160" cy="1152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E4DBC9DD-CDC6-597B-1FE8-34F3B6ECC7EE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438206" y="2464989"/>
                  <a:ext cx="414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238BAB7C-348F-B38D-89E2-4DF3D15F5A62}"/>
                    </a:ext>
                  </a:extLst>
                </p14:cNvPr>
                <p14:cNvContentPartPr/>
                <p14:nvPr/>
              </p14:nvContentPartPr>
              <p14:xfrm>
                <a:off x="6569246" y="2083389"/>
                <a:ext cx="199440" cy="5594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238BAB7C-348F-B38D-89E2-4DF3D15F5A62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563126" y="2077269"/>
                  <a:ext cx="211680" cy="57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37317ED-1D70-20C0-DCBA-F898A10E10DE}"/>
                    </a:ext>
                  </a:extLst>
                </p14:cNvPr>
                <p14:cNvContentPartPr/>
                <p14:nvPr/>
              </p14:nvContentPartPr>
              <p14:xfrm>
                <a:off x="3832886" y="2300469"/>
                <a:ext cx="262440" cy="1458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37317ED-1D70-20C0-DCBA-F898A10E10DE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826766" y="2294349"/>
                  <a:ext cx="2746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CE4D4A74-EB87-777E-0EF0-EC955D35ECC2}"/>
                    </a:ext>
                  </a:extLst>
                </p14:cNvPr>
                <p14:cNvContentPartPr/>
                <p14:nvPr/>
              </p14:nvContentPartPr>
              <p14:xfrm>
                <a:off x="4231046" y="2431149"/>
                <a:ext cx="27000" cy="554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CE4D4A74-EB87-777E-0EF0-EC955D35ECC2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224926" y="2425029"/>
                  <a:ext cx="392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C16E58FB-C4DA-7990-F12D-890693BC9824}"/>
                    </a:ext>
                  </a:extLst>
                </p14:cNvPr>
                <p14:cNvContentPartPr/>
                <p14:nvPr/>
              </p14:nvContentPartPr>
              <p14:xfrm>
                <a:off x="4382246" y="2224509"/>
                <a:ext cx="114840" cy="2358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C16E58FB-C4DA-7990-F12D-890693BC9824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376126" y="2218389"/>
                  <a:ext cx="1270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FF40CAD9-D58F-D5BF-C23C-0F5A6897386F}"/>
                    </a:ext>
                  </a:extLst>
                </p14:cNvPr>
                <p14:cNvContentPartPr/>
                <p14:nvPr/>
              </p14:nvContentPartPr>
              <p14:xfrm>
                <a:off x="4556846" y="2146029"/>
                <a:ext cx="167760" cy="4622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FF40CAD9-D58F-D5BF-C23C-0F5A6897386F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550726" y="2139909"/>
                  <a:ext cx="18000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D888BB99-28E1-F490-78CC-36685D5ADF2E}"/>
                    </a:ext>
                  </a:extLst>
                </p14:cNvPr>
                <p14:cNvContentPartPr/>
                <p14:nvPr/>
              </p14:nvContentPartPr>
              <p14:xfrm>
                <a:off x="4856006" y="2358429"/>
                <a:ext cx="155880" cy="194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D888BB99-28E1-F490-78CC-36685D5ADF2E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849886" y="2352309"/>
                  <a:ext cx="1681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F71E2C0E-8B19-D31C-EC8E-912EDAF0AAC4}"/>
                    </a:ext>
                  </a:extLst>
                </p14:cNvPr>
                <p14:cNvContentPartPr/>
                <p14:nvPr/>
              </p14:nvContentPartPr>
              <p14:xfrm>
                <a:off x="4846646" y="2448069"/>
                <a:ext cx="178200" cy="100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F71E2C0E-8B19-D31C-EC8E-912EDAF0AAC4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840526" y="2441949"/>
                  <a:ext cx="1904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ACDBB06A-A663-EA4D-EAC0-F0A72BBA60B1}"/>
                    </a:ext>
                  </a:extLst>
                </p14:cNvPr>
                <p14:cNvContentPartPr/>
                <p14:nvPr/>
              </p14:nvContentPartPr>
              <p14:xfrm>
                <a:off x="5165966" y="2089869"/>
                <a:ext cx="312480" cy="5882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ACDBB06A-A663-EA4D-EAC0-F0A72BBA60B1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159846" y="2083749"/>
                  <a:ext cx="324720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31526920-E47A-118E-E5F1-494D0DDAB5D3}"/>
                    </a:ext>
                  </a:extLst>
                </p14:cNvPr>
                <p14:cNvContentPartPr/>
                <p14:nvPr/>
              </p14:nvContentPartPr>
              <p14:xfrm>
                <a:off x="6784886" y="1969629"/>
                <a:ext cx="102960" cy="19980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31526920-E47A-118E-E5F1-494D0DDAB5D3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778766" y="1963509"/>
                  <a:ext cx="1152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45D4D791-6E4D-9BCF-66F9-F672FD29CCE2}"/>
                    </a:ext>
                  </a:extLst>
                </p14:cNvPr>
                <p14:cNvContentPartPr/>
                <p14:nvPr/>
              </p14:nvContentPartPr>
              <p14:xfrm>
                <a:off x="7204646" y="2100309"/>
                <a:ext cx="661680" cy="32724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45D4D791-6E4D-9BCF-66F9-F672FD29CCE2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198526" y="2094189"/>
                  <a:ext cx="67392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24C6BC7F-C3CA-0BD9-6D3B-37D90D93CF2A}"/>
                    </a:ext>
                  </a:extLst>
                </p14:cNvPr>
                <p14:cNvContentPartPr/>
                <p14:nvPr/>
              </p14:nvContentPartPr>
              <p14:xfrm>
                <a:off x="7924646" y="2223069"/>
                <a:ext cx="360" cy="284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24C6BC7F-C3CA-0BD9-6D3B-37D90D93CF2A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918526" y="2216949"/>
                  <a:ext cx="126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0E9DCF1B-EF68-4A0F-D9C5-73C2FD13E3E8}"/>
                    </a:ext>
                  </a:extLst>
                </p14:cNvPr>
                <p14:cNvContentPartPr/>
                <p14:nvPr/>
              </p14:nvContentPartPr>
              <p14:xfrm>
                <a:off x="7995206" y="2110389"/>
                <a:ext cx="312480" cy="34380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0E9DCF1B-EF68-4A0F-D9C5-73C2FD13E3E8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989086" y="2104269"/>
                  <a:ext cx="324720" cy="35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9E2B4248-33D6-01C2-C638-2D766EED7388}"/>
              </a:ext>
            </a:extLst>
          </p:cNvPr>
          <p:cNvGrpSpPr/>
          <p:nvPr/>
        </p:nvGrpSpPr>
        <p:grpSpPr>
          <a:xfrm>
            <a:off x="8684966" y="2260149"/>
            <a:ext cx="550800" cy="174960"/>
            <a:chOff x="8684966" y="2260149"/>
            <a:chExt cx="550800" cy="17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4381C1E3-04B2-4CA9-CB85-D2143795C71E}"/>
                    </a:ext>
                  </a:extLst>
                </p14:cNvPr>
                <p14:cNvContentPartPr/>
                <p14:nvPr/>
              </p14:nvContentPartPr>
              <p14:xfrm>
                <a:off x="8684966" y="2260149"/>
                <a:ext cx="137160" cy="17496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4381C1E3-04B2-4CA9-CB85-D2143795C71E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678846" y="2254029"/>
                  <a:ext cx="1494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242ABB22-CE78-C08B-3B43-63C1B4481F37}"/>
                    </a:ext>
                  </a:extLst>
                </p14:cNvPr>
                <p14:cNvContentPartPr/>
                <p14:nvPr/>
              </p14:nvContentPartPr>
              <p14:xfrm>
                <a:off x="8915366" y="2305149"/>
                <a:ext cx="134280" cy="12924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242ABB22-CE78-C08B-3B43-63C1B4481F37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909246" y="2299029"/>
                  <a:ext cx="1465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6C5B1684-9524-0DD0-5BC9-BC9792FE9B06}"/>
                    </a:ext>
                  </a:extLst>
                </p14:cNvPr>
                <p14:cNvContentPartPr/>
                <p14:nvPr/>
              </p14:nvContentPartPr>
              <p14:xfrm>
                <a:off x="9100406" y="2318109"/>
                <a:ext cx="135360" cy="1011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6C5B1684-9524-0DD0-5BC9-BC9792FE9B06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094286" y="2311989"/>
                  <a:ext cx="147600" cy="11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31184DA1-17F8-1E80-B4CE-ECEFC2812860}"/>
              </a:ext>
            </a:extLst>
          </p:cNvPr>
          <p:cNvGrpSpPr/>
          <p:nvPr/>
        </p:nvGrpSpPr>
        <p:grpSpPr>
          <a:xfrm>
            <a:off x="9534566" y="2174469"/>
            <a:ext cx="354960" cy="270360"/>
            <a:chOff x="9534566" y="2174469"/>
            <a:chExt cx="35496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DA8FD1FD-B431-7D2B-C9EA-79DA123B1A4B}"/>
                    </a:ext>
                  </a:extLst>
                </p14:cNvPr>
                <p14:cNvContentPartPr/>
                <p14:nvPr/>
              </p14:nvContentPartPr>
              <p14:xfrm>
                <a:off x="9534566" y="2174469"/>
                <a:ext cx="141840" cy="2520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DA8FD1FD-B431-7D2B-C9EA-79DA123B1A4B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528446" y="2168349"/>
                  <a:ext cx="1540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8A852B86-93C7-0CC7-88AD-B22B63C15832}"/>
                    </a:ext>
                  </a:extLst>
                </p14:cNvPr>
                <p14:cNvContentPartPr/>
                <p14:nvPr/>
              </p14:nvContentPartPr>
              <p14:xfrm>
                <a:off x="9787286" y="2329989"/>
                <a:ext cx="102240" cy="1148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8A852B86-93C7-0CC7-88AD-B22B63C15832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781166" y="2323869"/>
                  <a:ext cx="11448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F21D9B65-17EF-E92B-9A48-11DF244BDAF3}"/>
              </a:ext>
            </a:extLst>
          </p:cNvPr>
          <p:cNvGrpSpPr/>
          <p:nvPr/>
        </p:nvGrpSpPr>
        <p:grpSpPr>
          <a:xfrm>
            <a:off x="10164926" y="2119389"/>
            <a:ext cx="2011320" cy="572760"/>
            <a:chOff x="10164926" y="2119389"/>
            <a:chExt cx="2011320" cy="57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CD6F074B-A8C4-013C-E5D0-E46BD2CDEA07}"/>
                    </a:ext>
                  </a:extLst>
                </p14:cNvPr>
                <p14:cNvContentPartPr/>
                <p14:nvPr/>
              </p14:nvContentPartPr>
              <p14:xfrm>
                <a:off x="10164926" y="2309109"/>
                <a:ext cx="145800" cy="15264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CD6F074B-A8C4-013C-E5D0-E46BD2CDEA07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0158806" y="2302989"/>
                  <a:ext cx="1580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B815CA1B-A9DB-3023-A630-581D88331636}"/>
                    </a:ext>
                  </a:extLst>
                </p14:cNvPr>
                <p14:cNvContentPartPr/>
                <p14:nvPr/>
              </p14:nvContentPartPr>
              <p14:xfrm>
                <a:off x="10422326" y="2331069"/>
                <a:ext cx="143280" cy="13500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B815CA1B-A9DB-3023-A630-581D88331636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0416206" y="2324949"/>
                  <a:ext cx="1555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C99CAF39-2E16-247C-C332-53B8A97305C8}"/>
                    </a:ext>
                  </a:extLst>
                </p14:cNvPr>
                <p14:cNvContentPartPr/>
                <p14:nvPr/>
              </p14:nvContentPartPr>
              <p14:xfrm>
                <a:off x="10550486" y="2119389"/>
                <a:ext cx="152280" cy="57276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C99CAF39-2E16-247C-C332-53B8A97305C8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544366" y="2113269"/>
                  <a:ext cx="164520" cy="58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0C01B25C-E3DD-EC9B-0E8D-AAF33E0BC664}"/>
                    </a:ext>
                  </a:extLst>
                </p14:cNvPr>
                <p14:cNvContentPartPr/>
                <p14:nvPr/>
              </p14:nvContentPartPr>
              <p14:xfrm>
                <a:off x="10620686" y="2328189"/>
                <a:ext cx="149040" cy="8748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0C01B25C-E3DD-EC9B-0E8D-AAF33E0BC664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0614566" y="2322069"/>
                  <a:ext cx="1612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2BA25DE0-E72E-7930-7534-D84897403E87}"/>
                    </a:ext>
                  </a:extLst>
                </p14:cNvPr>
                <p14:cNvContentPartPr/>
                <p14:nvPr/>
              </p14:nvContentPartPr>
              <p14:xfrm>
                <a:off x="10848566" y="2323509"/>
                <a:ext cx="135360" cy="1303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2BA25DE0-E72E-7930-7534-D84897403E87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842446" y="2317389"/>
                  <a:ext cx="1476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C7D81C45-EC7C-E51F-E684-2FAB779B7BCA}"/>
                    </a:ext>
                  </a:extLst>
                </p14:cNvPr>
                <p14:cNvContentPartPr/>
                <p14:nvPr/>
              </p14:nvContentPartPr>
              <p14:xfrm>
                <a:off x="10973486" y="2360229"/>
                <a:ext cx="114120" cy="954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C7D81C45-EC7C-E51F-E684-2FAB779B7BCA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0967366" y="2354109"/>
                  <a:ext cx="1263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83446638-0A88-8368-7991-5B16C47959FB}"/>
                    </a:ext>
                  </a:extLst>
                </p14:cNvPr>
                <p14:cNvContentPartPr/>
                <p14:nvPr/>
              </p14:nvContentPartPr>
              <p14:xfrm>
                <a:off x="11171846" y="2326389"/>
                <a:ext cx="100440" cy="1526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83446638-0A88-8368-7991-5B16C47959FB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1165726" y="2320269"/>
                  <a:ext cx="1126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1976A1F9-E2F8-B848-730F-D333305BD001}"/>
                    </a:ext>
                  </a:extLst>
                </p14:cNvPr>
                <p14:cNvContentPartPr/>
                <p14:nvPr/>
              </p14:nvContentPartPr>
              <p14:xfrm>
                <a:off x="11286686" y="2340069"/>
                <a:ext cx="132120" cy="15048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1976A1F9-E2F8-B848-730F-D333305BD001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1280566" y="2333949"/>
                  <a:ext cx="1443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83CC3B23-5D72-0082-EACA-B5D1E987F1D2}"/>
                    </a:ext>
                  </a:extLst>
                </p14:cNvPr>
                <p14:cNvContentPartPr/>
                <p14:nvPr/>
              </p14:nvContentPartPr>
              <p14:xfrm>
                <a:off x="11444366" y="2376789"/>
                <a:ext cx="146520" cy="8388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83CC3B23-5D72-0082-EACA-B5D1E987F1D2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1438246" y="2370669"/>
                  <a:ext cx="1587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28E3F5BA-16DC-EA1F-BB8E-F54AC03073E2}"/>
                    </a:ext>
                  </a:extLst>
                </p14:cNvPr>
                <p14:cNvContentPartPr/>
                <p14:nvPr/>
              </p14:nvContentPartPr>
              <p14:xfrm>
                <a:off x="11643806" y="2230989"/>
                <a:ext cx="195480" cy="23112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28E3F5BA-16DC-EA1F-BB8E-F54AC03073E2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1637686" y="2224869"/>
                  <a:ext cx="2077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583063D0-28A6-C486-1B2C-AC76A06F6440}"/>
                    </a:ext>
                  </a:extLst>
                </p14:cNvPr>
                <p14:cNvContentPartPr/>
                <p14:nvPr/>
              </p14:nvContentPartPr>
              <p14:xfrm>
                <a:off x="11780966" y="2379669"/>
                <a:ext cx="3960" cy="2232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583063D0-28A6-C486-1B2C-AC76A06F6440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1774846" y="2373549"/>
                  <a:ext cx="162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61F30126-5632-22CD-FA33-9F4CB59634CF}"/>
                    </a:ext>
                  </a:extLst>
                </p14:cNvPr>
                <p14:cNvContentPartPr/>
                <p14:nvPr/>
              </p14:nvContentPartPr>
              <p14:xfrm>
                <a:off x="11899046" y="2379669"/>
                <a:ext cx="277200" cy="18684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61F30126-5632-22CD-FA33-9F4CB59634CF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1892926" y="2373549"/>
                  <a:ext cx="28944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AB8E69DC-D103-495B-39B9-6CCFF3695F25}"/>
              </a:ext>
            </a:extLst>
          </p:cNvPr>
          <p:cNvGrpSpPr/>
          <p:nvPr/>
        </p:nvGrpSpPr>
        <p:grpSpPr>
          <a:xfrm>
            <a:off x="7199966" y="2667669"/>
            <a:ext cx="1078560" cy="199080"/>
            <a:chOff x="7199966" y="2667669"/>
            <a:chExt cx="1078560" cy="19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1B621274-222A-F964-F3AC-67B6C5A69E7F}"/>
                    </a:ext>
                  </a:extLst>
                </p14:cNvPr>
                <p14:cNvContentPartPr/>
                <p14:nvPr/>
              </p14:nvContentPartPr>
              <p14:xfrm>
                <a:off x="7199966" y="2667669"/>
                <a:ext cx="144000" cy="17784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1B621274-222A-F964-F3AC-67B6C5A69E7F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193846" y="2661549"/>
                  <a:ext cx="1562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DB1A71A4-75A0-E25E-E34B-542BEB061307}"/>
                    </a:ext>
                  </a:extLst>
                </p14:cNvPr>
                <p14:cNvContentPartPr/>
                <p14:nvPr/>
              </p14:nvContentPartPr>
              <p14:xfrm>
                <a:off x="7417046" y="2676309"/>
                <a:ext cx="164160" cy="11988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DB1A71A4-75A0-E25E-E34B-542BEB061307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410926" y="2670189"/>
                  <a:ext cx="1764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F8297F58-2A29-6D62-B2D9-8B5BD2F750D5}"/>
                    </a:ext>
                  </a:extLst>
                </p14:cNvPr>
                <p14:cNvContentPartPr/>
                <p14:nvPr/>
              </p14:nvContentPartPr>
              <p14:xfrm>
                <a:off x="7647446" y="2696469"/>
                <a:ext cx="118800" cy="12024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F8297F58-2A29-6D62-B2D9-8B5BD2F750D5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7641326" y="2690349"/>
                  <a:ext cx="1310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EF914AF3-6D81-172D-58D5-EF6672981BF8}"/>
                    </a:ext>
                  </a:extLst>
                </p14:cNvPr>
                <p14:cNvContentPartPr/>
                <p14:nvPr/>
              </p14:nvContentPartPr>
              <p14:xfrm>
                <a:off x="7825286" y="2724909"/>
                <a:ext cx="118440" cy="12888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EF914AF3-6D81-172D-58D5-EF6672981BF8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7818806" y="2718789"/>
                  <a:ext cx="1306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900B59D6-3852-19D8-455C-B0AA7F8BE075}"/>
                    </a:ext>
                  </a:extLst>
                </p14:cNvPr>
                <p14:cNvContentPartPr/>
                <p14:nvPr/>
              </p14:nvContentPartPr>
              <p14:xfrm>
                <a:off x="8080886" y="2741109"/>
                <a:ext cx="197640" cy="12564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900B59D6-3852-19D8-455C-B0AA7F8BE075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074766" y="2734989"/>
                  <a:ext cx="20988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AA215781-73BF-3D94-1082-69E2E10A4043}"/>
              </a:ext>
            </a:extLst>
          </p:cNvPr>
          <p:cNvGrpSpPr/>
          <p:nvPr/>
        </p:nvGrpSpPr>
        <p:grpSpPr>
          <a:xfrm>
            <a:off x="8877206" y="2693949"/>
            <a:ext cx="397440" cy="352080"/>
            <a:chOff x="8877206" y="2693949"/>
            <a:chExt cx="397440" cy="35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8ABCFEEE-5C80-D7C7-1C92-CF5CC53D3A41}"/>
                    </a:ext>
                  </a:extLst>
                </p14:cNvPr>
                <p14:cNvContentPartPr/>
                <p14:nvPr/>
              </p14:nvContentPartPr>
              <p14:xfrm>
                <a:off x="8877206" y="2693949"/>
                <a:ext cx="181440" cy="23940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8ABCFEEE-5C80-D7C7-1C92-CF5CC53D3A41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871086" y="2687829"/>
                  <a:ext cx="1936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5C07E203-985A-A44E-EAC6-1BF07F327E01}"/>
                    </a:ext>
                  </a:extLst>
                </p14:cNvPr>
                <p14:cNvContentPartPr/>
                <p14:nvPr/>
              </p14:nvContentPartPr>
              <p14:xfrm>
                <a:off x="9165206" y="2863149"/>
                <a:ext cx="66600" cy="18288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5C07E203-985A-A44E-EAC6-1BF07F327E01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9159086" y="2857029"/>
                  <a:ext cx="788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5ACC1A59-FE54-C003-5E71-68E0C73A0BD7}"/>
                    </a:ext>
                  </a:extLst>
                </p14:cNvPr>
                <p14:cNvContentPartPr/>
                <p14:nvPr/>
              </p14:nvContentPartPr>
              <p14:xfrm>
                <a:off x="9246206" y="2735709"/>
                <a:ext cx="28440" cy="403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5ACC1A59-FE54-C003-5E71-68E0C73A0BD7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9240086" y="2729589"/>
                  <a:ext cx="4068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A8A0C994-1EC9-D7A1-C558-0BDF1C2D6453}"/>
              </a:ext>
            </a:extLst>
          </p:cNvPr>
          <p:cNvGrpSpPr/>
          <p:nvPr/>
        </p:nvGrpSpPr>
        <p:grpSpPr>
          <a:xfrm>
            <a:off x="777206" y="3017589"/>
            <a:ext cx="932040" cy="428760"/>
            <a:chOff x="777206" y="3017589"/>
            <a:chExt cx="932040" cy="42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EA333C21-6B27-3B50-6817-1345BC1C9E45}"/>
                    </a:ext>
                  </a:extLst>
                </p14:cNvPr>
                <p14:cNvContentPartPr/>
                <p14:nvPr/>
              </p14:nvContentPartPr>
              <p14:xfrm>
                <a:off x="1243406" y="3045309"/>
                <a:ext cx="271440" cy="29196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EA333C21-6B27-3B50-6817-1345BC1C9E45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237286" y="3039189"/>
                  <a:ext cx="2836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C1793B9F-B7FB-96C9-89BE-594018713B2F}"/>
                    </a:ext>
                  </a:extLst>
                </p14:cNvPr>
                <p14:cNvContentPartPr/>
                <p14:nvPr/>
              </p14:nvContentPartPr>
              <p14:xfrm>
                <a:off x="1581446" y="3238269"/>
                <a:ext cx="127800" cy="20808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C1793B9F-B7FB-96C9-89BE-594018713B2F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575326" y="3232149"/>
                  <a:ext cx="1400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B8C278B6-A4DD-DE54-B40A-882E1BE3B2BE}"/>
                    </a:ext>
                  </a:extLst>
                </p14:cNvPr>
                <p14:cNvContentPartPr/>
                <p14:nvPr/>
              </p14:nvContentPartPr>
              <p14:xfrm>
                <a:off x="1649486" y="3112629"/>
                <a:ext cx="24840" cy="205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B8C278B6-A4DD-DE54-B40A-882E1BE3B2BE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643366" y="3106509"/>
                  <a:ext cx="370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D7BA13E2-704B-F1A0-7761-F0AA14CC5566}"/>
                    </a:ext>
                  </a:extLst>
                </p14:cNvPr>
                <p14:cNvContentPartPr/>
                <p14:nvPr/>
              </p14:nvContentPartPr>
              <p14:xfrm>
                <a:off x="777206" y="3017589"/>
                <a:ext cx="251640" cy="3636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D7BA13E2-704B-F1A0-7761-F0AA14CC5566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771086" y="3011469"/>
                  <a:ext cx="2638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272C04B2-A08E-05BF-D28B-1D933E2CBFD1}"/>
                    </a:ext>
                  </a:extLst>
                </p14:cNvPr>
                <p14:cNvContentPartPr/>
                <p14:nvPr/>
              </p14:nvContentPartPr>
              <p14:xfrm>
                <a:off x="822206" y="3075909"/>
                <a:ext cx="343800" cy="36936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272C04B2-A08E-05BF-D28B-1D933E2CBFD1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816086" y="3069789"/>
                  <a:ext cx="356040" cy="38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7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CABB95EA-4009-28AD-F84E-2FE39DDAFCAD}"/>
                  </a:ext>
                </a:extLst>
              </p14:cNvPr>
              <p14:cNvContentPartPr/>
              <p14:nvPr/>
            </p14:nvContentPartPr>
            <p14:xfrm>
              <a:off x="1960886" y="3191469"/>
              <a:ext cx="122400" cy="9720"/>
            </p14:xfrm>
          </p:contentPart>
        </mc:Choice>
        <mc:Fallback xmlns=""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CABB95EA-4009-28AD-F84E-2FE39DDAFCAD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1954766" y="3185349"/>
                <a:ext cx="13464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9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E246610D-214E-5367-99AD-CCBFBF41C11A}"/>
                  </a:ext>
                </a:extLst>
              </p14:cNvPr>
              <p14:cNvContentPartPr/>
              <p14:nvPr/>
            </p14:nvContentPartPr>
            <p14:xfrm>
              <a:off x="1940006" y="3303069"/>
              <a:ext cx="209160" cy="11520"/>
            </p14:xfrm>
          </p:contentPart>
        </mc:Choice>
        <mc:Fallback xmlns=""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E246610D-214E-5367-99AD-CCBFBF41C11A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1933886" y="3296949"/>
                <a:ext cx="22140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1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378164FA-A9BC-D88D-0B7A-614CCB800668}"/>
                  </a:ext>
                </a:extLst>
              </p14:cNvPr>
              <p14:cNvContentPartPr/>
              <p14:nvPr/>
            </p14:nvContentPartPr>
            <p14:xfrm>
              <a:off x="1608086" y="2801949"/>
              <a:ext cx="253800" cy="207720"/>
            </p14:xfrm>
          </p:contentPart>
        </mc:Choice>
        <mc:Fallback xmlns=""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378164FA-A9BC-D88D-0B7A-614CCB800668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1601966" y="2795829"/>
                <a:ext cx="266040" cy="21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8" name="Group 357">
            <a:extLst>
              <a:ext uri="{FF2B5EF4-FFF2-40B4-BE49-F238E27FC236}">
                <a16:creationId xmlns:a16="http://schemas.microsoft.com/office/drawing/2014/main" id="{A408C4EE-0BE1-A48D-D86F-FB8DCE377962}"/>
              </a:ext>
            </a:extLst>
          </p:cNvPr>
          <p:cNvGrpSpPr/>
          <p:nvPr/>
        </p:nvGrpSpPr>
        <p:grpSpPr>
          <a:xfrm>
            <a:off x="2498726" y="2864229"/>
            <a:ext cx="1186200" cy="676440"/>
            <a:chOff x="2498726" y="2864229"/>
            <a:chExt cx="1186200" cy="67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61F51A1B-3C60-AD62-8C26-D9D65391F2DC}"/>
                    </a:ext>
                  </a:extLst>
                </p14:cNvPr>
                <p14:cNvContentPartPr/>
                <p14:nvPr/>
              </p14:nvContentPartPr>
              <p14:xfrm>
                <a:off x="2498726" y="3026949"/>
                <a:ext cx="248040" cy="4104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61F51A1B-3C60-AD62-8C26-D9D65391F2DC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492606" y="3020829"/>
                  <a:ext cx="2602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DD46B860-33A4-C9DA-B894-D7F0454466F3}"/>
                    </a:ext>
                  </a:extLst>
                </p14:cNvPr>
                <p14:cNvContentPartPr/>
                <p14:nvPr/>
              </p14:nvContentPartPr>
              <p14:xfrm>
                <a:off x="2531846" y="3045309"/>
                <a:ext cx="396360" cy="3873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DD46B860-33A4-C9DA-B894-D7F0454466F3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525726" y="3039189"/>
                  <a:ext cx="40860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AA9FD55E-6142-659C-ACEE-E4405FD884E2}"/>
                    </a:ext>
                  </a:extLst>
                </p14:cNvPr>
                <p14:cNvContentPartPr/>
                <p14:nvPr/>
              </p14:nvContentPartPr>
              <p14:xfrm>
                <a:off x="3220526" y="3003549"/>
                <a:ext cx="262440" cy="40464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AA9FD55E-6142-659C-ACEE-E4405FD884E2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3214406" y="2997429"/>
                  <a:ext cx="27468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C93438EA-782B-1E34-FECC-43C34153816E}"/>
                    </a:ext>
                  </a:extLst>
                </p14:cNvPr>
                <p14:cNvContentPartPr/>
                <p14:nvPr/>
              </p14:nvContentPartPr>
              <p14:xfrm>
                <a:off x="3591326" y="3321789"/>
                <a:ext cx="82080" cy="13104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C93438EA-782B-1E34-FECC-43C34153816E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3585206" y="3315669"/>
                  <a:ext cx="943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2A143B69-4838-FBEE-B084-B36E1F7D38CB}"/>
                    </a:ext>
                  </a:extLst>
                </p14:cNvPr>
                <p14:cNvContentPartPr/>
                <p14:nvPr/>
              </p14:nvContentPartPr>
              <p14:xfrm>
                <a:off x="3646046" y="3158709"/>
                <a:ext cx="38880" cy="7200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2A143B69-4838-FBEE-B084-B36E1F7D38CB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3639926" y="3152589"/>
                  <a:ext cx="511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ACB90BB4-6BDA-A6D7-F9CB-53241D424D10}"/>
                    </a:ext>
                  </a:extLst>
                </p14:cNvPr>
                <p14:cNvContentPartPr/>
                <p14:nvPr/>
              </p14:nvContentPartPr>
              <p14:xfrm>
                <a:off x="3044486" y="2864229"/>
                <a:ext cx="315360" cy="67644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ACB90BB4-6BDA-A6D7-F9CB-53241D424D10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038366" y="2858109"/>
                  <a:ext cx="327600" cy="68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22769894-3D2F-336C-1E78-072DB733B965}"/>
              </a:ext>
            </a:extLst>
          </p:cNvPr>
          <p:cNvGrpSpPr/>
          <p:nvPr/>
        </p:nvGrpSpPr>
        <p:grpSpPr>
          <a:xfrm>
            <a:off x="3956726" y="2802669"/>
            <a:ext cx="1198800" cy="687960"/>
            <a:chOff x="3956726" y="2802669"/>
            <a:chExt cx="1198800" cy="68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5A723C0B-5DB5-9043-837F-F2DB4C6D00F5}"/>
                    </a:ext>
                  </a:extLst>
                </p14:cNvPr>
                <p14:cNvContentPartPr/>
                <p14:nvPr/>
              </p14:nvContentPartPr>
              <p14:xfrm>
                <a:off x="3956726" y="3181389"/>
                <a:ext cx="226080" cy="2772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5A723C0B-5DB5-9043-837F-F2DB4C6D00F5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950606" y="3175269"/>
                  <a:ext cx="238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F353EA14-A709-E759-2467-EB4E244281F0}"/>
                    </a:ext>
                  </a:extLst>
                </p14:cNvPr>
                <p14:cNvContentPartPr/>
                <p14:nvPr/>
              </p14:nvContentPartPr>
              <p14:xfrm>
                <a:off x="4271366" y="3042069"/>
                <a:ext cx="240840" cy="39024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F353EA14-A709-E759-2467-EB4E244281F0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4265246" y="3035949"/>
                  <a:ext cx="25308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5EA05EA4-C344-F597-E6EF-6FAE9475B3DE}"/>
                    </a:ext>
                  </a:extLst>
                </p14:cNvPr>
                <p14:cNvContentPartPr/>
                <p14:nvPr/>
              </p14:nvContentPartPr>
              <p14:xfrm>
                <a:off x="4283966" y="2802669"/>
                <a:ext cx="210240" cy="14796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5EA05EA4-C344-F597-E6EF-6FAE9475B3DE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4277846" y="2796549"/>
                  <a:ext cx="2224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FC9CC4E5-117E-5342-EF5A-D76BE2EF3C76}"/>
                    </a:ext>
                  </a:extLst>
                </p14:cNvPr>
                <p14:cNvContentPartPr/>
                <p14:nvPr/>
              </p14:nvContentPartPr>
              <p14:xfrm>
                <a:off x="4557566" y="3243309"/>
                <a:ext cx="80280" cy="21168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FC9CC4E5-117E-5342-EF5A-D76BE2EF3C76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4551446" y="3237189"/>
                  <a:ext cx="925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4A8B63EF-130A-7DB8-3F01-C4C63D32B1FA}"/>
                    </a:ext>
                  </a:extLst>
                </p14:cNvPr>
                <p14:cNvContentPartPr/>
                <p14:nvPr/>
              </p14:nvContentPartPr>
              <p14:xfrm>
                <a:off x="4629926" y="3160869"/>
                <a:ext cx="46080" cy="1260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4A8B63EF-130A-7DB8-3F01-C4C63D32B1FA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4623806" y="3154749"/>
                  <a:ext cx="583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22F12FDA-62C7-725F-0274-ECB610DB3976}"/>
                    </a:ext>
                  </a:extLst>
                </p14:cNvPr>
                <p14:cNvContentPartPr/>
                <p14:nvPr/>
              </p14:nvContentPartPr>
              <p14:xfrm>
                <a:off x="4745126" y="2882949"/>
                <a:ext cx="210960" cy="60768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22F12FDA-62C7-725F-0274-ECB610DB3976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4739006" y="2876829"/>
                  <a:ext cx="223200" cy="61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710951A6-A6A1-7F03-4C00-F68CFD7A1B40}"/>
                    </a:ext>
                  </a:extLst>
                </p14:cNvPr>
                <p14:cNvContentPartPr/>
                <p14:nvPr/>
              </p14:nvContentPartPr>
              <p14:xfrm>
                <a:off x="4968326" y="2830749"/>
                <a:ext cx="187200" cy="1879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710951A6-A6A1-7F03-4C00-F68CFD7A1B40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4962206" y="2824629"/>
                  <a:ext cx="199440" cy="20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9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1D87E743-02C6-A96D-568D-709EFB779BCA}"/>
                  </a:ext>
                </a:extLst>
              </p14:cNvPr>
              <p14:cNvContentPartPr/>
              <p14:nvPr/>
            </p14:nvContentPartPr>
            <p14:xfrm>
              <a:off x="5594006" y="3206229"/>
              <a:ext cx="340200" cy="34200"/>
            </p14:xfrm>
          </p:contentPart>
        </mc:Choice>
        <mc:Fallback xmlns=""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1D87E743-02C6-A96D-568D-709EFB779BCA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5587886" y="3200109"/>
                <a:ext cx="352440" cy="4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79" name="Group 378">
            <a:extLst>
              <a:ext uri="{FF2B5EF4-FFF2-40B4-BE49-F238E27FC236}">
                <a16:creationId xmlns:a16="http://schemas.microsoft.com/office/drawing/2014/main" id="{B2BCA1EE-20A4-F587-ED2B-BAABDFCA412F}"/>
              </a:ext>
            </a:extLst>
          </p:cNvPr>
          <p:cNvGrpSpPr/>
          <p:nvPr/>
        </p:nvGrpSpPr>
        <p:grpSpPr>
          <a:xfrm>
            <a:off x="6135446" y="2957469"/>
            <a:ext cx="1562400" cy="601560"/>
            <a:chOff x="6135446" y="2957469"/>
            <a:chExt cx="1562400" cy="60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6CD1715E-EF53-4C36-A1C4-473721B45856}"/>
                    </a:ext>
                  </a:extLst>
                </p14:cNvPr>
                <p14:cNvContentPartPr/>
                <p14:nvPr/>
              </p14:nvContentPartPr>
              <p14:xfrm>
                <a:off x="6135446" y="3150429"/>
                <a:ext cx="126000" cy="16200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6CD1715E-EF53-4C36-A1C4-473721B45856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6129326" y="3144309"/>
                  <a:ext cx="1382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A9A0E7D3-556E-A3F9-E759-3DB09B5F8C69}"/>
                    </a:ext>
                  </a:extLst>
                </p14:cNvPr>
                <p14:cNvContentPartPr/>
                <p14:nvPr/>
              </p14:nvContentPartPr>
              <p14:xfrm>
                <a:off x="6314726" y="2957469"/>
                <a:ext cx="87120" cy="33372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A9A0E7D3-556E-A3F9-E759-3DB09B5F8C69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6308606" y="2951349"/>
                  <a:ext cx="9936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C4CE552D-4D82-49D7-1752-13D8DAAF4FD6}"/>
                    </a:ext>
                  </a:extLst>
                </p14:cNvPr>
                <p14:cNvContentPartPr/>
                <p14:nvPr/>
              </p14:nvContentPartPr>
              <p14:xfrm>
                <a:off x="6349646" y="3134229"/>
                <a:ext cx="119880" cy="14148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C4CE552D-4D82-49D7-1752-13D8DAAF4FD6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6343526" y="3128109"/>
                  <a:ext cx="1321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B07C91FB-9D2C-9027-A168-5CF70177461D}"/>
                    </a:ext>
                  </a:extLst>
                </p14:cNvPr>
                <p14:cNvContentPartPr/>
                <p14:nvPr/>
              </p14:nvContentPartPr>
              <p14:xfrm>
                <a:off x="6375566" y="3215589"/>
                <a:ext cx="225360" cy="34344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B07C91FB-9D2C-9027-A168-5CF70177461D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6369446" y="3209469"/>
                  <a:ext cx="23760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649FC629-3A48-13C2-4861-51CFDEF9A06D}"/>
                    </a:ext>
                  </a:extLst>
                </p14:cNvPr>
                <p14:cNvContentPartPr/>
                <p14:nvPr/>
              </p14:nvContentPartPr>
              <p14:xfrm>
                <a:off x="6607046" y="3070869"/>
                <a:ext cx="76320" cy="3240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649FC629-3A48-13C2-4861-51CFDEF9A06D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6600926" y="3064749"/>
                  <a:ext cx="885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9741A6D5-BACA-EC68-661A-CCF6B550095D}"/>
                    </a:ext>
                  </a:extLst>
                </p14:cNvPr>
                <p14:cNvContentPartPr/>
                <p14:nvPr/>
              </p14:nvContentPartPr>
              <p14:xfrm>
                <a:off x="6728726" y="3157629"/>
                <a:ext cx="110160" cy="14004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9741A6D5-BACA-EC68-661A-CCF6B550095D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6722606" y="3151509"/>
                  <a:ext cx="1224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13C3F3B0-4511-05F8-62BC-89A6F02035D6}"/>
                    </a:ext>
                  </a:extLst>
                </p14:cNvPr>
                <p14:cNvContentPartPr/>
                <p14:nvPr/>
              </p14:nvContentPartPr>
              <p14:xfrm>
                <a:off x="6941126" y="3146469"/>
                <a:ext cx="88560" cy="13176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13C3F3B0-4511-05F8-62BC-89A6F02035D6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6935006" y="3140349"/>
                  <a:ext cx="1008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77A6E84D-2668-F2C6-FF0E-F06A7B6C300A}"/>
                    </a:ext>
                  </a:extLst>
                </p14:cNvPr>
                <p14:cNvContentPartPr/>
                <p14:nvPr/>
              </p14:nvContentPartPr>
              <p14:xfrm>
                <a:off x="7135166" y="2983029"/>
                <a:ext cx="143280" cy="29412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77A6E84D-2668-F2C6-FF0E-F06A7B6C300A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7129046" y="2976909"/>
                  <a:ext cx="1555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7C016B7C-871D-8F3B-DAF0-4F66F192B82C}"/>
                    </a:ext>
                  </a:extLst>
                </p14:cNvPr>
                <p14:cNvContentPartPr/>
                <p14:nvPr/>
              </p14:nvContentPartPr>
              <p14:xfrm>
                <a:off x="7321286" y="3112629"/>
                <a:ext cx="9000" cy="5148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7C016B7C-871D-8F3B-DAF0-4F66F192B82C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7315166" y="3106509"/>
                  <a:ext cx="212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750764DB-2F56-BFAA-BF75-CC3244DD8916}"/>
                    </a:ext>
                  </a:extLst>
                </p14:cNvPr>
                <p14:cNvContentPartPr/>
                <p14:nvPr/>
              </p14:nvContentPartPr>
              <p14:xfrm>
                <a:off x="7376726" y="3193629"/>
                <a:ext cx="146880" cy="8208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750764DB-2F56-BFAA-BF75-CC3244DD8916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7370606" y="3187509"/>
                  <a:ext cx="1591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EF913E91-7C82-0576-3DC0-4780F716ECC3}"/>
                    </a:ext>
                  </a:extLst>
                </p14:cNvPr>
                <p14:cNvContentPartPr/>
                <p14:nvPr/>
              </p14:nvContentPartPr>
              <p14:xfrm>
                <a:off x="7571846" y="3201549"/>
                <a:ext cx="126000" cy="6156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EF913E91-7C82-0576-3DC0-4780F716ECC3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7565726" y="3195429"/>
                  <a:ext cx="13824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25271E07-293E-3A0D-78A2-7A0BDA00B8CC}"/>
              </a:ext>
            </a:extLst>
          </p:cNvPr>
          <p:cNvGrpSpPr/>
          <p:nvPr/>
        </p:nvGrpSpPr>
        <p:grpSpPr>
          <a:xfrm>
            <a:off x="8142446" y="3053949"/>
            <a:ext cx="203040" cy="277200"/>
            <a:chOff x="8142446" y="3053949"/>
            <a:chExt cx="203040" cy="27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1C2E7212-B131-BA85-2FAF-9A5A13D457B7}"/>
                    </a:ext>
                  </a:extLst>
                </p14:cNvPr>
                <p14:cNvContentPartPr/>
                <p14:nvPr/>
              </p14:nvContentPartPr>
              <p14:xfrm>
                <a:off x="8142446" y="3193269"/>
                <a:ext cx="62640" cy="7740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1C2E7212-B131-BA85-2FAF-9A5A13D457B7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136326" y="3187149"/>
                  <a:ext cx="748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207D37D5-6F4E-B388-0711-B7357CF62A24}"/>
                    </a:ext>
                  </a:extLst>
                </p14:cNvPr>
                <p14:cNvContentPartPr/>
                <p14:nvPr/>
              </p14:nvContentPartPr>
              <p14:xfrm>
                <a:off x="8173406" y="3053949"/>
                <a:ext cx="13680" cy="2736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207D37D5-6F4E-B388-0711-B7357CF62A24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8167286" y="3047829"/>
                  <a:ext cx="259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34DFD822-272A-D649-2EB7-345047099C84}"/>
                    </a:ext>
                  </a:extLst>
                </p14:cNvPr>
                <p14:cNvContentPartPr/>
                <p14:nvPr/>
              </p14:nvContentPartPr>
              <p14:xfrm>
                <a:off x="8238566" y="3164109"/>
                <a:ext cx="106920" cy="16704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34DFD822-272A-D649-2EB7-345047099C84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8232446" y="3157989"/>
                  <a:ext cx="119160" cy="17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7" name="Group 376">
            <a:extLst>
              <a:ext uri="{FF2B5EF4-FFF2-40B4-BE49-F238E27FC236}">
                <a16:creationId xmlns:a16="http://schemas.microsoft.com/office/drawing/2014/main" id="{C8457C78-7600-3B74-53B7-92029E3ADA53}"/>
              </a:ext>
            </a:extLst>
          </p:cNvPr>
          <p:cNvGrpSpPr/>
          <p:nvPr/>
        </p:nvGrpSpPr>
        <p:grpSpPr>
          <a:xfrm>
            <a:off x="8689286" y="3082029"/>
            <a:ext cx="263160" cy="290520"/>
            <a:chOff x="8689286" y="3082029"/>
            <a:chExt cx="263160" cy="29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B13C11F6-D974-4E12-0E11-1CED4BC2C488}"/>
                    </a:ext>
                  </a:extLst>
                </p14:cNvPr>
                <p14:cNvContentPartPr/>
                <p14:nvPr/>
              </p14:nvContentPartPr>
              <p14:xfrm>
                <a:off x="8736086" y="3082029"/>
                <a:ext cx="78840" cy="29052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B13C11F6-D974-4E12-0E11-1CED4BC2C488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8729966" y="3075909"/>
                  <a:ext cx="910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29AC69C5-A8A6-988E-ED22-88B4A1ABEE7B}"/>
                    </a:ext>
                  </a:extLst>
                </p14:cNvPr>
                <p14:cNvContentPartPr/>
                <p14:nvPr/>
              </p14:nvContentPartPr>
              <p14:xfrm>
                <a:off x="8689286" y="3230349"/>
                <a:ext cx="263160" cy="11520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29AC69C5-A8A6-988E-ED22-88B4A1ABEE7B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8683166" y="3224229"/>
                  <a:ext cx="27540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E2E9355A-E75E-A593-315D-E7500C6BA9DB}"/>
              </a:ext>
            </a:extLst>
          </p:cNvPr>
          <p:cNvGrpSpPr/>
          <p:nvPr/>
        </p:nvGrpSpPr>
        <p:grpSpPr>
          <a:xfrm>
            <a:off x="9190766" y="3065829"/>
            <a:ext cx="1841760" cy="546120"/>
            <a:chOff x="9190766" y="3065829"/>
            <a:chExt cx="1841760" cy="54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8A1FFDDC-8308-E282-EC56-62A4309B38F4}"/>
                    </a:ext>
                  </a:extLst>
                </p14:cNvPr>
                <p14:cNvContentPartPr/>
                <p14:nvPr/>
              </p14:nvContentPartPr>
              <p14:xfrm>
                <a:off x="9190766" y="3219909"/>
                <a:ext cx="300240" cy="13824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8A1FFDDC-8308-E282-EC56-62A4309B38F4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9184646" y="3213789"/>
                  <a:ext cx="3124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FEA597A6-A76A-C108-01DF-9BFB769D1671}"/>
                    </a:ext>
                  </a:extLst>
                </p14:cNvPr>
                <p14:cNvContentPartPr/>
                <p14:nvPr/>
              </p14:nvContentPartPr>
              <p14:xfrm>
                <a:off x="9605126" y="3250149"/>
                <a:ext cx="14400" cy="4896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FEA597A6-A76A-C108-01DF-9BFB769D1671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9599006" y="3244029"/>
                  <a:ext cx="266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26206025-61EE-CC1D-10DC-E67B7AAC6317}"/>
                    </a:ext>
                  </a:extLst>
                </p14:cNvPr>
                <p14:cNvContentPartPr/>
                <p14:nvPr/>
              </p14:nvContentPartPr>
              <p14:xfrm>
                <a:off x="9659126" y="3065829"/>
                <a:ext cx="30240" cy="5652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26206025-61EE-CC1D-10DC-E67B7AAC6317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9653006" y="3059709"/>
                  <a:ext cx="424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B13CD056-DC99-9F15-91DB-F45BC92F5FBD}"/>
                    </a:ext>
                  </a:extLst>
                </p14:cNvPr>
                <p14:cNvContentPartPr/>
                <p14:nvPr/>
              </p14:nvContentPartPr>
              <p14:xfrm>
                <a:off x="9684326" y="3270669"/>
                <a:ext cx="181800" cy="9000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B13CD056-DC99-9F15-91DB-F45BC92F5FBD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9678206" y="3264549"/>
                  <a:ext cx="1940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6B3093A6-0EE8-9981-77B9-C81CB925414F}"/>
                    </a:ext>
                  </a:extLst>
                </p14:cNvPr>
                <p14:cNvContentPartPr/>
                <p14:nvPr/>
              </p14:nvContentPartPr>
              <p14:xfrm>
                <a:off x="10017326" y="3253389"/>
                <a:ext cx="14760" cy="7812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6B3093A6-0EE8-9981-77B9-C81CB925414F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0011206" y="3247269"/>
                  <a:ext cx="270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33A11889-6E58-5AC2-CD55-F0F66312F99A}"/>
                    </a:ext>
                  </a:extLst>
                </p14:cNvPr>
                <p14:cNvContentPartPr/>
                <p14:nvPr/>
              </p14:nvContentPartPr>
              <p14:xfrm>
                <a:off x="10013726" y="3088509"/>
                <a:ext cx="11880" cy="5220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33A11889-6E58-5AC2-CD55-F0F66312F99A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0007606" y="3082389"/>
                  <a:ext cx="241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7FEFF273-279A-D7EB-00A0-836F16799CED}"/>
                    </a:ext>
                  </a:extLst>
                </p14:cNvPr>
                <p14:cNvContentPartPr/>
                <p14:nvPr/>
              </p14:nvContentPartPr>
              <p14:xfrm>
                <a:off x="10104086" y="3267789"/>
                <a:ext cx="363960" cy="12564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7FEFF273-279A-D7EB-00A0-836F16799CED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0097966" y="3261669"/>
                  <a:ext cx="3762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5D6EC50E-1A61-A601-DBD8-DE90A7A4ED13}"/>
                    </a:ext>
                  </a:extLst>
                </p14:cNvPr>
                <p14:cNvContentPartPr/>
                <p14:nvPr/>
              </p14:nvContentPartPr>
              <p14:xfrm>
                <a:off x="10550126" y="3292629"/>
                <a:ext cx="14400" cy="5616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5D6EC50E-1A61-A601-DBD8-DE90A7A4ED13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0544006" y="3286509"/>
                  <a:ext cx="266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F1BBA73F-95D9-A39F-960C-282CB4A29D48}"/>
                    </a:ext>
                  </a:extLst>
                </p14:cNvPr>
                <p14:cNvContentPartPr/>
                <p14:nvPr/>
              </p14:nvContentPartPr>
              <p14:xfrm>
                <a:off x="10576766" y="3122349"/>
                <a:ext cx="7560" cy="3204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F1BBA73F-95D9-A39F-960C-282CB4A29D4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570646" y="3116229"/>
                  <a:ext cx="198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88914572-1F7A-A4EE-E20E-AA1449A124E0}"/>
                    </a:ext>
                  </a:extLst>
                </p14:cNvPr>
                <p14:cNvContentPartPr/>
                <p14:nvPr/>
              </p14:nvContentPartPr>
              <p14:xfrm>
                <a:off x="10571726" y="3278229"/>
                <a:ext cx="194040" cy="33372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88914572-1F7A-A4EE-E20E-AA1449A124E0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565606" y="3272109"/>
                  <a:ext cx="20628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3BD6CA98-F53B-D065-6662-8D7DAA49E310}"/>
                    </a:ext>
                  </a:extLst>
                </p14:cNvPr>
                <p14:cNvContentPartPr/>
                <p14:nvPr/>
              </p14:nvContentPartPr>
              <p14:xfrm>
                <a:off x="10911926" y="3308829"/>
                <a:ext cx="120600" cy="13068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3BD6CA98-F53B-D065-6662-8D7DAA49E310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905806" y="3302709"/>
                  <a:ext cx="13284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9" name="Group 398">
            <a:extLst>
              <a:ext uri="{FF2B5EF4-FFF2-40B4-BE49-F238E27FC236}">
                <a16:creationId xmlns:a16="http://schemas.microsoft.com/office/drawing/2014/main" id="{A70F7489-0F5B-C049-0288-A3A428D16CBA}"/>
              </a:ext>
            </a:extLst>
          </p:cNvPr>
          <p:cNvGrpSpPr/>
          <p:nvPr/>
        </p:nvGrpSpPr>
        <p:grpSpPr>
          <a:xfrm>
            <a:off x="11224406" y="3045309"/>
            <a:ext cx="795960" cy="463680"/>
            <a:chOff x="11224406" y="3045309"/>
            <a:chExt cx="795960" cy="46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77A2B133-ECDB-1BA1-B8F7-8CA66A1F8523}"/>
                    </a:ext>
                  </a:extLst>
                </p14:cNvPr>
                <p14:cNvContentPartPr/>
                <p14:nvPr/>
              </p14:nvContentPartPr>
              <p14:xfrm>
                <a:off x="11224406" y="3061509"/>
                <a:ext cx="147600" cy="33336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77A2B133-ECDB-1BA1-B8F7-8CA66A1F8523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1218286" y="3055389"/>
                  <a:ext cx="15984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A24795BB-30DC-88F4-C66D-5E0FCD87CEDF}"/>
                    </a:ext>
                  </a:extLst>
                </p14:cNvPr>
                <p14:cNvContentPartPr/>
                <p14:nvPr/>
              </p14:nvContentPartPr>
              <p14:xfrm>
                <a:off x="11256806" y="3045309"/>
                <a:ext cx="450000" cy="33228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A24795BB-30DC-88F4-C66D-5E0FCD87CED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1250686" y="3039189"/>
                  <a:ext cx="46224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804074A8-3562-6C5C-ECC6-CE0C4DA04C57}"/>
                    </a:ext>
                  </a:extLst>
                </p14:cNvPr>
                <p14:cNvContentPartPr/>
                <p14:nvPr/>
              </p14:nvContentPartPr>
              <p14:xfrm>
                <a:off x="11793926" y="3136749"/>
                <a:ext cx="7920" cy="4284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804074A8-3562-6C5C-ECC6-CE0C4DA04C57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1787806" y="3130629"/>
                  <a:ext cx="201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473B4FEB-D9ED-2933-17FB-F9BD487C6D6E}"/>
                    </a:ext>
                  </a:extLst>
                </p14:cNvPr>
                <p14:cNvContentPartPr/>
                <p14:nvPr/>
              </p14:nvContentPartPr>
              <p14:xfrm>
                <a:off x="11796806" y="3302709"/>
                <a:ext cx="111960" cy="14004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473B4FEB-D9ED-2933-17FB-F9BD487C6D6E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1790686" y="3296589"/>
                  <a:ext cx="1242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091C6097-3933-A7E0-94AB-705E767B6285}"/>
                    </a:ext>
                  </a:extLst>
                </p14:cNvPr>
                <p14:cNvContentPartPr/>
                <p14:nvPr/>
              </p14:nvContentPartPr>
              <p14:xfrm>
                <a:off x="12001646" y="3496389"/>
                <a:ext cx="18720" cy="1260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091C6097-3933-A7E0-94AB-705E767B6285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1995526" y="3490269"/>
                  <a:ext cx="3096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4505B045-9F20-40D6-F226-3537B5E2F0BE}"/>
              </a:ext>
            </a:extLst>
          </p:cNvPr>
          <p:cNvGrpSpPr/>
          <p:nvPr/>
        </p:nvGrpSpPr>
        <p:grpSpPr>
          <a:xfrm>
            <a:off x="411086" y="3633549"/>
            <a:ext cx="941760" cy="323640"/>
            <a:chOff x="411086" y="3633549"/>
            <a:chExt cx="941760" cy="32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8C3AFAAF-AB68-B524-6425-9A6D874D378F}"/>
                    </a:ext>
                  </a:extLst>
                </p14:cNvPr>
                <p14:cNvContentPartPr/>
                <p14:nvPr/>
              </p14:nvContentPartPr>
              <p14:xfrm>
                <a:off x="411086" y="3783309"/>
                <a:ext cx="444960" cy="17388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8C3AFAAF-AB68-B524-6425-9A6D874D378F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04966" y="3777189"/>
                  <a:ext cx="4572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44AC308A-A181-A40F-858A-489A44C8CEEB}"/>
                    </a:ext>
                  </a:extLst>
                </p14:cNvPr>
                <p14:cNvContentPartPr/>
                <p14:nvPr/>
              </p14:nvContentPartPr>
              <p14:xfrm>
                <a:off x="931286" y="3750549"/>
                <a:ext cx="83520" cy="16236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44AC308A-A181-A40F-858A-489A44C8CEEB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25166" y="3744429"/>
                  <a:ext cx="957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B0BE6F9B-C568-E3D4-C277-C8A9D5C0E043}"/>
                    </a:ext>
                  </a:extLst>
                </p14:cNvPr>
                <p14:cNvContentPartPr/>
                <p14:nvPr/>
              </p14:nvContentPartPr>
              <p14:xfrm>
                <a:off x="963326" y="3633549"/>
                <a:ext cx="54000" cy="3240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B0BE6F9B-C568-E3D4-C277-C8A9D5C0E043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957206" y="3627429"/>
                  <a:ext cx="662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5CC1F182-33D5-FB90-5254-D9F7419AF5BD}"/>
                    </a:ext>
                  </a:extLst>
                </p14:cNvPr>
                <p14:cNvContentPartPr/>
                <p14:nvPr/>
              </p14:nvContentPartPr>
              <p14:xfrm>
                <a:off x="1138646" y="3716709"/>
                <a:ext cx="214200" cy="16668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5CC1F182-33D5-FB90-5254-D9F7419AF5BD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132526" y="3710589"/>
                  <a:ext cx="22644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CE766E2A-1A21-784C-24C5-23353567BBF4}"/>
              </a:ext>
            </a:extLst>
          </p:cNvPr>
          <p:cNvGrpSpPr/>
          <p:nvPr/>
        </p:nvGrpSpPr>
        <p:grpSpPr>
          <a:xfrm>
            <a:off x="1560206" y="3482709"/>
            <a:ext cx="973080" cy="534600"/>
            <a:chOff x="1560206" y="3482709"/>
            <a:chExt cx="973080" cy="53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CC9EF420-F782-50CB-922F-F4727170D157}"/>
                    </a:ext>
                  </a:extLst>
                </p14:cNvPr>
                <p14:cNvContentPartPr/>
                <p14:nvPr/>
              </p14:nvContentPartPr>
              <p14:xfrm>
                <a:off x="1599086" y="3666669"/>
                <a:ext cx="198360" cy="1656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CC9EF420-F782-50CB-922F-F4727170D157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592966" y="3660549"/>
                  <a:ext cx="2106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EF62F56F-D8C5-E829-5DAE-DB4C9798CB7C}"/>
                    </a:ext>
                  </a:extLst>
                </p14:cNvPr>
                <p14:cNvContentPartPr/>
                <p14:nvPr/>
              </p14:nvContentPartPr>
              <p14:xfrm>
                <a:off x="1560206" y="3685749"/>
                <a:ext cx="253080" cy="28332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EF62F56F-D8C5-E829-5DAE-DB4C9798CB7C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554086" y="3679629"/>
                  <a:ext cx="2653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99743F95-B6E1-0532-A79B-0F52779E6427}"/>
                    </a:ext>
                  </a:extLst>
                </p14:cNvPr>
                <p14:cNvContentPartPr/>
                <p14:nvPr/>
              </p14:nvContentPartPr>
              <p14:xfrm>
                <a:off x="1877006" y="3734349"/>
                <a:ext cx="219960" cy="24120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99743F95-B6E1-0532-A79B-0F52779E642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870886" y="3728229"/>
                  <a:ext cx="2322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965CE97A-507C-C664-C568-0C3817015128}"/>
                    </a:ext>
                  </a:extLst>
                </p14:cNvPr>
                <p14:cNvContentPartPr/>
                <p14:nvPr/>
              </p14:nvContentPartPr>
              <p14:xfrm>
                <a:off x="2202086" y="3876549"/>
                <a:ext cx="98640" cy="14076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965CE97A-507C-C664-C568-0C3817015128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2195966" y="3870429"/>
                  <a:ext cx="1108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EEAF7160-8014-F845-6D7C-383D6BC37968}"/>
                    </a:ext>
                  </a:extLst>
                </p14:cNvPr>
                <p14:cNvContentPartPr/>
                <p14:nvPr/>
              </p14:nvContentPartPr>
              <p14:xfrm>
                <a:off x="2274806" y="3696909"/>
                <a:ext cx="43560" cy="6624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EEAF7160-8014-F845-6D7C-383D6BC37968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2268686" y="3690789"/>
                  <a:ext cx="558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80A1E06A-69A8-447E-9E29-201978351238}"/>
                    </a:ext>
                  </a:extLst>
                </p14:cNvPr>
                <p14:cNvContentPartPr/>
                <p14:nvPr/>
              </p14:nvContentPartPr>
              <p14:xfrm>
                <a:off x="2341406" y="3482709"/>
                <a:ext cx="191880" cy="16884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80A1E06A-69A8-447E-9E29-201978351238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2335286" y="3476589"/>
                  <a:ext cx="20412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34F59C56-5B11-7E13-0C1A-1C4A47596D73}"/>
              </a:ext>
            </a:extLst>
          </p:cNvPr>
          <p:cNvGrpSpPr/>
          <p:nvPr/>
        </p:nvGrpSpPr>
        <p:grpSpPr>
          <a:xfrm>
            <a:off x="2719766" y="3686829"/>
            <a:ext cx="259560" cy="328320"/>
            <a:chOff x="2719766" y="3686829"/>
            <a:chExt cx="259560" cy="32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EEFD2FFD-3DC0-45F8-94A4-DBF3B2207552}"/>
                    </a:ext>
                  </a:extLst>
                </p14:cNvPr>
                <p14:cNvContentPartPr/>
                <p14:nvPr/>
              </p14:nvContentPartPr>
              <p14:xfrm>
                <a:off x="2730926" y="3791589"/>
                <a:ext cx="177480" cy="3888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EEFD2FFD-3DC0-45F8-94A4-DBF3B2207552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2724806" y="3785469"/>
                  <a:ext cx="1897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E0906BFE-3618-016E-D98D-2EEC80AB426A}"/>
                    </a:ext>
                  </a:extLst>
                </p14:cNvPr>
                <p14:cNvContentPartPr/>
                <p14:nvPr/>
              </p14:nvContentPartPr>
              <p14:xfrm>
                <a:off x="2719766" y="3858909"/>
                <a:ext cx="171000" cy="4140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E0906BFE-3618-016E-D98D-2EEC80AB426A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2713646" y="3852789"/>
                  <a:ext cx="1832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BA39DC99-66B9-E9FE-401F-2132ADB74789}"/>
                    </a:ext>
                  </a:extLst>
                </p14:cNvPr>
                <p14:cNvContentPartPr/>
                <p14:nvPr/>
              </p14:nvContentPartPr>
              <p14:xfrm>
                <a:off x="2828126" y="3686829"/>
                <a:ext cx="151200" cy="32832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BA39DC99-66B9-E9FE-401F-2132ADB74789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2822006" y="3680709"/>
                  <a:ext cx="163440" cy="34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0">
            <p14:nvContentPartPr>
              <p14:cNvPr id="420" name="Ink 419">
                <a:extLst>
                  <a:ext uri="{FF2B5EF4-FFF2-40B4-BE49-F238E27FC236}">
                    <a16:creationId xmlns:a16="http://schemas.microsoft.com/office/drawing/2014/main" id="{8E42D0EB-2269-2002-CF89-2B43A744F031}"/>
                  </a:ext>
                </a:extLst>
              </p14:cNvPr>
              <p14:cNvContentPartPr/>
              <p14:nvPr/>
            </p14:nvContentPartPr>
            <p14:xfrm>
              <a:off x="4795166" y="4309269"/>
              <a:ext cx="22320" cy="2520"/>
            </p14:xfrm>
          </p:contentPart>
        </mc:Choice>
        <mc:Fallback xmlns="">
          <p:pic>
            <p:nvPicPr>
              <p:cNvPr id="420" name="Ink 419">
                <a:extLst>
                  <a:ext uri="{FF2B5EF4-FFF2-40B4-BE49-F238E27FC236}">
                    <a16:creationId xmlns:a16="http://schemas.microsoft.com/office/drawing/2014/main" id="{8E42D0EB-2269-2002-CF89-2B43A744F031}"/>
                  </a:ext>
                </a:extLst>
              </p:cNvPr>
              <p:cNvPicPr/>
              <p:nvPr/>
            </p:nvPicPr>
            <p:blipFill>
              <a:blip r:embed="rId451"/>
              <a:stretch>
                <a:fillRect/>
              </a:stretch>
            </p:blipFill>
            <p:spPr>
              <a:xfrm>
                <a:off x="4789046" y="4303149"/>
                <a:ext cx="34560" cy="1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5" name="Group 444">
            <a:extLst>
              <a:ext uri="{FF2B5EF4-FFF2-40B4-BE49-F238E27FC236}">
                <a16:creationId xmlns:a16="http://schemas.microsoft.com/office/drawing/2014/main" id="{8BD222C1-A7CD-9C2D-581C-F7094806D630}"/>
              </a:ext>
            </a:extLst>
          </p:cNvPr>
          <p:cNvGrpSpPr/>
          <p:nvPr/>
        </p:nvGrpSpPr>
        <p:grpSpPr>
          <a:xfrm>
            <a:off x="3507086" y="3596469"/>
            <a:ext cx="2027880" cy="448200"/>
            <a:chOff x="3507086" y="3596469"/>
            <a:chExt cx="2027880" cy="44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CD5E5F32-2DA9-E9DE-BC8F-AA5E3C3AE981}"/>
                    </a:ext>
                  </a:extLst>
                </p14:cNvPr>
                <p14:cNvContentPartPr/>
                <p14:nvPr/>
              </p14:nvContentPartPr>
              <p14:xfrm>
                <a:off x="3507086" y="3596469"/>
                <a:ext cx="223560" cy="27072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CD5E5F32-2DA9-E9DE-BC8F-AA5E3C3AE981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3500966" y="3590349"/>
                  <a:ext cx="2358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0DCD6EA1-47D2-AB35-5EB0-B5579E9C6F9A}"/>
                    </a:ext>
                  </a:extLst>
                </p14:cNvPr>
                <p14:cNvContentPartPr/>
                <p14:nvPr/>
              </p14:nvContentPartPr>
              <p14:xfrm>
                <a:off x="3604646" y="3755229"/>
                <a:ext cx="115200" cy="1980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0DCD6EA1-47D2-AB35-5EB0-B5579E9C6F9A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3598526" y="3749109"/>
                  <a:ext cx="1274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7C871339-6644-0BE8-7D8E-B35692E4951E}"/>
                    </a:ext>
                  </a:extLst>
                </p14:cNvPr>
                <p14:cNvContentPartPr/>
                <p14:nvPr/>
              </p14:nvContentPartPr>
              <p14:xfrm>
                <a:off x="3892646" y="3762789"/>
                <a:ext cx="268920" cy="14472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7C871339-6644-0BE8-7D8E-B35692E4951E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3886526" y="3756669"/>
                  <a:ext cx="2811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6C818E6F-22C6-E316-DEED-C1DAF939A207}"/>
                    </a:ext>
                  </a:extLst>
                </p14:cNvPr>
                <p14:cNvContentPartPr/>
                <p14:nvPr/>
              </p14:nvContentPartPr>
              <p14:xfrm>
                <a:off x="4250126" y="3812469"/>
                <a:ext cx="11160" cy="5112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6C818E6F-22C6-E316-DEED-C1DAF939A207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4244006" y="3806349"/>
                  <a:ext cx="234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1B96D1A5-D8CD-9767-B1A0-5F15F1DE226B}"/>
                    </a:ext>
                  </a:extLst>
                </p14:cNvPr>
                <p14:cNvContentPartPr/>
                <p14:nvPr/>
              </p14:nvContentPartPr>
              <p14:xfrm>
                <a:off x="4259846" y="3658389"/>
                <a:ext cx="17280" cy="3456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1B96D1A5-D8CD-9767-B1A0-5F15F1DE226B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4253726" y="3652269"/>
                  <a:ext cx="295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F376DD68-8F65-BE23-F9BF-D8B36C02E53B}"/>
                    </a:ext>
                  </a:extLst>
                </p14:cNvPr>
                <p14:cNvContentPartPr/>
                <p14:nvPr/>
              </p14:nvContentPartPr>
              <p14:xfrm>
                <a:off x="4377566" y="3790869"/>
                <a:ext cx="129600" cy="9288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F376DD68-8F65-BE23-F9BF-D8B36C02E53B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4371446" y="3784749"/>
                  <a:ext cx="1418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D8A524E4-AE23-FA20-354D-2776D122BFBE}"/>
                    </a:ext>
                  </a:extLst>
                </p14:cNvPr>
                <p14:cNvContentPartPr/>
                <p14:nvPr/>
              </p14:nvContentPartPr>
              <p14:xfrm>
                <a:off x="4662686" y="3640029"/>
                <a:ext cx="181080" cy="25164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D8A524E4-AE23-FA20-354D-2776D122BFBE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4656566" y="3633909"/>
                  <a:ext cx="1933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85224ABC-2B19-0FE9-4E0A-151BA38408DC}"/>
                    </a:ext>
                  </a:extLst>
                </p14:cNvPr>
                <p14:cNvContentPartPr/>
                <p14:nvPr/>
              </p14:nvContentPartPr>
              <p14:xfrm>
                <a:off x="4708766" y="3651189"/>
                <a:ext cx="198000" cy="4536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85224ABC-2B19-0FE9-4E0A-151BA38408DC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4702646" y="3645069"/>
                  <a:ext cx="2102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EC56F463-5EE1-FAB4-8E80-63544A0CFE0A}"/>
                    </a:ext>
                  </a:extLst>
                </p14:cNvPr>
                <p14:cNvContentPartPr/>
                <p14:nvPr/>
              </p14:nvContentPartPr>
              <p14:xfrm>
                <a:off x="4978046" y="3602589"/>
                <a:ext cx="165960" cy="44208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EC56F463-5EE1-FAB4-8E80-63544A0CFE0A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4971926" y="3596469"/>
                  <a:ext cx="17820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070F2FB9-86BD-2E37-C7D3-B8F1EDA9D86E}"/>
                    </a:ext>
                  </a:extLst>
                </p14:cNvPr>
                <p14:cNvContentPartPr/>
                <p14:nvPr/>
              </p14:nvContentPartPr>
              <p14:xfrm>
                <a:off x="5135366" y="3641469"/>
                <a:ext cx="45360" cy="9900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070F2FB9-86BD-2E37-C7D3-B8F1EDA9D86E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5129246" y="3635349"/>
                  <a:ext cx="576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B76B0F8D-9EAF-C555-DF1B-D4DAF71A20D0}"/>
                    </a:ext>
                  </a:extLst>
                </p14:cNvPr>
                <p14:cNvContentPartPr/>
                <p14:nvPr/>
              </p14:nvContentPartPr>
              <p14:xfrm>
                <a:off x="5134646" y="3665589"/>
                <a:ext cx="253800" cy="18792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B76B0F8D-9EAF-C555-DF1B-D4DAF71A20D0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5128526" y="3659469"/>
                  <a:ext cx="2660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2A57E2B8-BE29-CBE7-86DF-729B2EAC900E}"/>
                    </a:ext>
                  </a:extLst>
                </p14:cNvPr>
                <p14:cNvContentPartPr/>
                <p14:nvPr/>
              </p14:nvContentPartPr>
              <p14:xfrm>
                <a:off x="5504726" y="3841269"/>
                <a:ext cx="30240" cy="9144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2A57E2B8-BE29-CBE7-86DF-729B2EAC900E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5498606" y="3835149"/>
                  <a:ext cx="4248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4" name="Group 443">
            <a:extLst>
              <a:ext uri="{FF2B5EF4-FFF2-40B4-BE49-F238E27FC236}">
                <a16:creationId xmlns:a16="http://schemas.microsoft.com/office/drawing/2014/main" id="{CD11DF2A-B747-D7E4-DF00-DF9674E8B882}"/>
              </a:ext>
            </a:extLst>
          </p:cNvPr>
          <p:cNvGrpSpPr/>
          <p:nvPr/>
        </p:nvGrpSpPr>
        <p:grpSpPr>
          <a:xfrm>
            <a:off x="5724686" y="3534909"/>
            <a:ext cx="375840" cy="498960"/>
            <a:chOff x="5724686" y="3534909"/>
            <a:chExt cx="375840" cy="49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5C226DCF-5AB2-0974-E815-0ABF09627EFA}"/>
                    </a:ext>
                  </a:extLst>
                </p14:cNvPr>
                <p14:cNvContentPartPr/>
                <p14:nvPr/>
              </p14:nvContentPartPr>
              <p14:xfrm>
                <a:off x="5724686" y="3600069"/>
                <a:ext cx="120960" cy="23580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5C226DCF-5AB2-0974-E815-0ABF09627EFA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5718566" y="3593949"/>
                  <a:ext cx="1332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41694484-63A5-F987-2BCF-D773294F5C49}"/>
                    </a:ext>
                  </a:extLst>
                </p14:cNvPr>
                <p14:cNvContentPartPr/>
                <p14:nvPr/>
              </p14:nvContentPartPr>
              <p14:xfrm>
                <a:off x="5933846" y="3534909"/>
                <a:ext cx="166680" cy="49896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41694484-63A5-F987-2BCF-D773294F5C49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5927726" y="3528789"/>
                  <a:ext cx="178920" cy="51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4" name="Group 453">
            <a:extLst>
              <a:ext uri="{FF2B5EF4-FFF2-40B4-BE49-F238E27FC236}">
                <a16:creationId xmlns:a16="http://schemas.microsoft.com/office/drawing/2014/main" id="{678DFD44-BF86-8FDE-4410-946E888C7CAC}"/>
              </a:ext>
            </a:extLst>
          </p:cNvPr>
          <p:cNvGrpSpPr/>
          <p:nvPr/>
        </p:nvGrpSpPr>
        <p:grpSpPr>
          <a:xfrm>
            <a:off x="6279086" y="3748029"/>
            <a:ext cx="349560" cy="397800"/>
            <a:chOff x="6279086" y="3748029"/>
            <a:chExt cx="349560" cy="39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89DD98C0-972F-D914-9918-6575C8C041C8}"/>
                    </a:ext>
                  </a:extLst>
                </p14:cNvPr>
                <p14:cNvContentPartPr/>
                <p14:nvPr/>
              </p14:nvContentPartPr>
              <p14:xfrm>
                <a:off x="6305726" y="3852069"/>
                <a:ext cx="223920" cy="1044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89DD98C0-972F-D914-9918-6575C8C041C8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6299246" y="3845949"/>
                  <a:ext cx="2361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DA360DA6-2BD7-9E95-60E8-5034720EF2DD}"/>
                    </a:ext>
                  </a:extLst>
                </p14:cNvPr>
                <p14:cNvContentPartPr/>
                <p14:nvPr/>
              </p14:nvContentPartPr>
              <p14:xfrm>
                <a:off x="6279086" y="3957549"/>
                <a:ext cx="230760" cy="1368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DA360DA6-2BD7-9E95-60E8-5034720EF2DD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6272966" y="3951429"/>
                  <a:ext cx="2430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D7F6A449-16BC-C832-3C56-6E95241E92F8}"/>
                    </a:ext>
                  </a:extLst>
                </p14:cNvPr>
                <p14:cNvContentPartPr/>
                <p14:nvPr/>
              </p14:nvContentPartPr>
              <p14:xfrm>
                <a:off x="6438566" y="3748029"/>
                <a:ext cx="190080" cy="39780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D7F6A449-16BC-C832-3C56-6E95241E92F8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6432446" y="3741909"/>
                  <a:ext cx="202320" cy="41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5CF7793F-8672-1FC7-28F1-E9665F93774F}"/>
              </a:ext>
            </a:extLst>
          </p:cNvPr>
          <p:cNvGrpSpPr/>
          <p:nvPr/>
        </p:nvGrpSpPr>
        <p:grpSpPr>
          <a:xfrm>
            <a:off x="7107806" y="3652629"/>
            <a:ext cx="595800" cy="333000"/>
            <a:chOff x="7107806" y="3652629"/>
            <a:chExt cx="595800" cy="33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0A75F843-AFF0-2BCB-B743-5F493E3406DA}"/>
                    </a:ext>
                  </a:extLst>
                </p14:cNvPr>
                <p14:cNvContentPartPr/>
                <p14:nvPr/>
              </p14:nvContentPartPr>
              <p14:xfrm>
                <a:off x="7107806" y="3652629"/>
                <a:ext cx="255600" cy="33300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0A75F843-AFF0-2BCB-B743-5F493E3406DA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7101686" y="3646509"/>
                  <a:ext cx="26784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27B2B376-4B13-CE6D-C806-6B414788473D}"/>
                    </a:ext>
                  </a:extLst>
                </p14:cNvPr>
                <p14:cNvContentPartPr/>
                <p14:nvPr/>
              </p14:nvContentPartPr>
              <p14:xfrm>
                <a:off x="7446926" y="3732189"/>
                <a:ext cx="152640" cy="25236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27B2B376-4B13-CE6D-C806-6B414788473D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7440806" y="3726069"/>
                  <a:ext cx="1648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0B2F216F-BFFA-A173-1656-DC70F3DB9156}"/>
                    </a:ext>
                  </a:extLst>
                </p14:cNvPr>
                <p14:cNvContentPartPr/>
                <p14:nvPr/>
              </p14:nvContentPartPr>
              <p14:xfrm>
                <a:off x="7508126" y="3733629"/>
                <a:ext cx="195480" cy="1188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0B2F216F-BFFA-A173-1656-DC70F3DB9156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7502006" y="3727509"/>
                  <a:ext cx="20772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4" name="Group 463">
            <a:extLst>
              <a:ext uri="{FF2B5EF4-FFF2-40B4-BE49-F238E27FC236}">
                <a16:creationId xmlns:a16="http://schemas.microsoft.com/office/drawing/2014/main" id="{5362DC1A-5241-AB9F-65E6-11B04CB264A4}"/>
              </a:ext>
            </a:extLst>
          </p:cNvPr>
          <p:cNvGrpSpPr/>
          <p:nvPr/>
        </p:nvGrpSpPr>
        <p:grpSpPr>
          <a:xfrm>
            <a:off x="7051286" y="4131789"/>
            <a:ext cx="629640" cy="396360"/>
            <a:chOff x="7051286" y="4131789"/>
            <a:chExt cx="629640" cy="39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7BDCA628-4BF9-A244-F4A1-BA5D866DD2D7}"/>
                    </a:ext>
                  </a:extLst>
                </p14:cNvPr>
                <p14:cNvContentPartPr/>
                <p14:nvPr/>
              </p14:nvContentPartPr>
              <p14:xfrm>
                <a:off x="7098446" y="4131789"/>
                <a:ext cx="420120" cy="1404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7BDCA628-4BF9-A244-F4A1-BA5D866DD2D7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7092326" y="4125669"/>
                  <a:ext cx="4323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AC2983C7-3FB5-AC99-7F4A-BC06FA534681}"/>
                    </a:ext>
                  </a:extLst>
                </p14:cNvPr>
                <p14:cNvContentPartPr/>
                <p14:nvPr/>
              </p14:nvContentPartPr>
              <p14:xfrm>
                <a:off x="7051286" y="4229349"/>
                <a:ext cx="193320" cy="29880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AC2983C7-3FB5-AC99-7F4A-BC06FA534681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7045166" y="4223229"/>
                  <a:ext cx="2055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78D9B0F4-33A3-7F51-673A-5E8681D274CF}"/>
                    </a:ext>
                  </a:extLst>
                </p14:cNvPr>
                <p14:cNvContentPartPr/>
                <p14:nvPr/>
              </p14:nvContentPartPr>
              <p14:xfrm>
                <a:off x="7392206" y="4266789"/>
                <a:ext cx="16200" cy="5004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78D9B0F4-33A3-7F51-673A-5E8681D274CF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7386086" y="4260669"/>
                  <a:ext cx="284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0175384D-AFE6-332C-D907-A711412DC010}"/>
                    </a:ext>
                  </a:extLst>
                </p14:cNvPr>
                <p14:cNvContentPartPr/>
                <p14:nvPr/>
              </p14:nvContentPartPr>
              <p14:xfrm>
                <a:off x="7374206" y="4291629"/>
                <a:ext cx="306720" cy="14760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0175384D-AFE6-332C-D907-A711412DC010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7368086" y="4285509"/>
                  <a:ext cx="31896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44E92D85-2C9E-751B-7B1B-A6E5F1AC2DEF}"/>
              </a:ext>
            </a:extLst>
          </p:cNvPr>
          <p:cNvGrpSpPr/>
          <p:nvPr/>
        </p:nvGrpSpPr>
        <p:grpSpPr>
          <a:xfrm>
            <a:off x="7960286" y="3935229"/>
            <a:ext cx="678600" cy="243360"/>
            <a:chOff x="7960286" y="3935229"/>
            <a:chExt cx="678600" cy="24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EC9BFEC8-CDFD-EAF4-5E24-76CB05476012}"/>
                    </a:ext>
                  </a:extLst>
                </p14:cNvPr>
                <p14:cNvContentPartPr/>
                <p14:nvPr/>
              </p14:nvContentPartPr>
              <p14:xfrm>
                <a:off x="7960286" y="4014789"/>
                <a:ext cx="265680" cy="4896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EC9BFEC8-CDFD-EAF4-5E24-76CB05476012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7954166" y="4008669"/>
                  <a:ext cx="2779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8BC18046-ADA6-5155-51ED-5672245A617B}"/>
                    </a:ext>
                  </a:extLst>
                </p14:cNvPr>
                <p14:cNvContentPartPr/>
                <p14:nvPr/>
              </p14:nvContentPartPr>
              <p14:xfrm>
                <a:off x="7973606" y="4141509"/>
                <a:ext cx="210960" cy="1224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8BC18046-ADA6-5155-51ED-5672245A617B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7967486" y="4135389"/>
                  <a:ext cx="2232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DEBF0286-A921-AB63-FC35-BD15C90B12BE}"/>
                    </a:ext>
                  </a:extLst>
                </p14:cNvPr>
                <p14:cNvContentPartPr/>
                <p14:nvPr/>
              </p14:nvContentPartPr>
              <p14:xfrm>
                <a:off x="8398046" y="3935229"/>
                <a:ext cx="240840" cy="24336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DEBF0286-A921-AB63-FC35-BD15C90B12BE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8391926" y="3929109"/>
                  <a:ext cx="253080" cy="25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6">
            <p14:nvContentPartPr>
              <p14:cNvPr id="462" name="Ink 461">
                <a:extLst>
                  <a:ext uri="{FF2B5EF4-FFF2-40B4-BE49-F238E27FC236}">
                    <a16:creationId xmlns:a16="http://schemas.microsoft.com/office/drawing/2014/main" id="{B0BDDB08-92D1-4F50-77E2-10C2DFF50C79}"/>
                  </a:ext>
                </a:extLst>
              </p14:cNvPr>
              <p14:cNvContentPartPr/>
              <p14:nvPr/>
            </p14:nvContentPartPr>
            <p14:xfrm>
              <a:off x="9042086" y="3782949"/>
              <a:ext cx="196920" cy="451800"/>
            </p14:xfrm>
          </p:contentPart>
        </mc:Choice>
        <mc:Fallback xmlns="">
          <p:pic>
            <p:nvPicPr>
              <p:cNvPr id="462" name="Ink 461">
                <a:extLst>
                  <a:ext uri="{FF2B5EF4-FFF2-40B4-BE49-F238E27FC236}">
                    <a16:creationId xmlns:a16="http://schemas.microsoft.com/office/drawing/2014/main" id="{B0BDDB08-92D1-4F50-77E2-10C2DFF50C79}"/>
                  </a:ext>
                </a:extLst>
              </p:cNvPr>
              <p:cNvPicPr/>
              <p:nvPr/>
            </p:nvPicPr>
            <p:blipFill>
              <a:blip r:embed="rId507"/>
              <a:stretch>
                <a:fillRect/>
              </a:stretch>
            </p:blipFill>
            <p:spPr>
              <a:xfrm>
                <a:off x="9035966" y="3776829"/>
                <a:ext cx="209160" cy="46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69" name="Group 468">
            <a:extLst>
              <a:ext uri="{FF2B5EF4-FFF2-40B4-BE49-F238E27FC236}">
                <a16:creationId xmlns:a16="http://schemas.microsoft.com/office/drawing/2014/main" id="{787F2B79-56E3-6E3E-C083-7F0243EC2350}"/>
              </a:ext>
            </a:extLst>
          </p:cNvPr>
          <p:cNvGrpSpPr/>
          <p:nvPr/>
        </p:nvGrpSpPr>
        <p:grpSpPr>
          <a:xfrm>
            <a:off x="9678206" y="3715269"/>
            <a:ext cx="516960" cy="336960"/>
            <a:chOff x="9678206" y="3715269"/>
            <a:chExt cx="51696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6251E44C-DDFD-2D16-D203-CFC56BDCBF29}"/>
                    </a:ext>
                  </a:extLst>
                </p14:cNvPr>
                <p14:cNvContentPartPr/>
                <p14:nvPr/>
              </p14:nvContentPartPr>
              <p14:xfrm>
                <a:off x="9678206" y="3715269"/>
                <a:ext cx="176400" cy="30456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6251E44C-DDFD-2D16-D203-CFC56BDCBF29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9672086" y="3709149"/>
                  <a:ext cx="18864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230E168A-1187-5DCB-D0F1-0264F8C08C65}"/>
                    </a:ext>
                  </a:extLst>
                </p14:cNvPr>
                <p14:cNvContentPartPr/>
                <p14:nvPr/>
              </p14:nvContentPartPr>
              <p14:xfrm>
                <a:off x="9894566" y="3804189"/>
                <a:ext cx="211320" cy="24804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230E168A-1187-5DCB-D0F1-0264F8C08C65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9888446" y="3798069"/>
                  <a:ext cx="2235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AF3203B3-7FDD-921B-DB8B-DB913679F1A5}"/>
                    </a:ext>
                  </a:extLst>
                </p14:cNvPr>
                <p14:cNvContentPartPr/>
                <p14:nvPr/>
              </p14:nvContentPartPr>
              <p14:xfrm>
                <a:off x="10002206" y="3824349"/>
                <a:ext cx="192960" cy="576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AF3203B3-7FDD-921B-DB8B-DB913679F1A5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9996086" y="3818229"/>
                  <a:ext cx="2052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5" name="Group 474">
            <a:extLst>
              <a:ext uri="{FF2B5EF4-FFF2-40B4-BE49-F238E27FC236}">
                <a16:creationId xmlns:a16="http://schemas.microsoft.com/office/drawing/2014/main" id="{EA7091DB-0F71-CF9B-0565-7063D8DCCF6D}"/>
              </a:ext>
            </a:extLst>
          </p:cNvPr>
          <p:cNvGrpSpPr/>
          <p:nvPr/>
        </p:nvGrpSpPr>
        <p:grpSpPr>
          <a:xfrm>
            <a:off x="9533126" y="4191909"/>
            <a:ext cx="595800" cy="383400"/>
            <a:chOff x="9533126" y="4191909"/>
            <a:chExt cx="595800" cy="38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CDBCFE7D-8D88-09D5-AA1B-8DE6FD10671F}"/>
                    </a:ext>
                  </a:extLst>
                </p14:cNvPr>
                <p14:cNvContentPartPr/>
                <p14:nvPr/>
              </p14:nvContentPartPr>
              <p14:xfrm>
                <a:off x="9533126" y="4191909"/>
                <a:ext cx="546120" cy="6480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CDBCFE7D-8D88-09D5-AA1B-8DE6FD10671F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9527006" y="4185789"/>
                  <a:ext cx="5583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F1CDC39A-1F82-6FBD-1BF5-F3E23C6BA6BF}"/>
                    </a:ext>
                  </a:extLst>
                </p14:cNvPr>
                <p14:cNvContentPartPr/>
                <p14:nvPr/>
              </p14:nvContentPartPr>
              <p14:xfrm>
                <a:off x="9534566" y="4312509"/>
                <a:ext cx="173520" cy="26280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F1CDC39A-1F82-6FBD-1BF5-F3E23C6BA6BF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9528446" y="4306389"/>
                  <a:ext cx="1857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E2B4DB80-0A13-3CE8-EB15-CED8BF7D8638}"/>
                    </a:ext>
                  </a:extLst>
                </p14:cNvPr>
                <p14:cNvContentPartPr/>
                <p14:nvPr/>
              </p14:nvContentPartPr>
              <p14:xfrm>
                <a:off x="9826886" y="4442469"/>
                <a:ext cx="302040" cy="8676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E2B4DB80-0A13-3CE8-EB15-CED8BF7D8638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9820766" y="4436349"/>
                  <a:ext cx="314280" cy="9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0">
            <p14:nvContentPartPr>
              <p14:cNvPr id="472" name="Ink 471">
                <a:extLst>
                  <a:ext uri="{FF2B5EF4-FFF2-40B4-BE49-F238E27FC236}">
                    <a16:creationId xmlns:a16="http://schemas.microsoft.com/office/drawing/2014/main" id="{271782BB-F7D7-A183-D04D-D63963C7A697}"/>
                  </a:ext>
                </a:extLst>
              </p14:cNvPr>
              <p14:cNvContentPartPr/>
              <p14:nvPr/>
            </p14:nvContentPartPr>
            <p14:xfrm>
              <a:off x="10398206" y="4179669"/>
              <a:ext cx="110880" cy="6840"/>
            </p14:xfrm>
          </p:contentPart>
        </mc:Choice>
        <mc:Fallback xmlns="">
          <p:pic>
            <p:nvPicPr>
              <p:cNvPr id="472" name="Ink 471">
                <a:extLst>
                  <a:ext uri="{FF2B5EF4-FFF2-40B4-BE49-F238E27FC236}">
                    <a16:creationId xmlns:a16="http://schemas.microsoft.com/office/drawing/2014/main" id="{271782BB-F7D7-A183-D04D-D63963C7A697}"/>
                  </a:ext>
                </a:extLst>
              </p:cNvPr>
              <p:cNvPicPr/>
              <p:nvPr/>
            </p:nvPicPr>
            <p:blipFill>
              <a:blip r:embed="rId521"/>
              <a:stretch>
                <a:fillRect/>
              </a:stretch>
            </p:blipFill>
            <p:spPr>
              <a:xfrm>
                <a:off x="10392086" y="4173549"/>
                <a:ext cx="12312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2">
            <p14:nvContentPartPr>
              <p14:cNvPr id="473" name="Ink 472">
                <a:extLst>
                  <a:ext uri="{FF2B5EF4-FFF2-40B4-BE49-F238E27FC236}">
                    <a16:creationId xmlns:a16="http://schemas.microsoft.com/office/drawing/2014/main" id="{C22D8E51-9E16-EACF-398B-C0077877C399}"/>
                  </a:ext>
                </a:extLst>
              </p14:cNvPr>
              <p14:cNvContentPartPr/>
              <p14:nvPr/>
            </p14:nvContentPartPr>
            <p14:xfrm>
              <a:off x="10405766" y="4282269"/>
              <a:ext cx="123480" cy="6120"/>
            </p14:xfrm>
          </p:contentPart>
        </mc:Choice>
        <mc:Fallback xmlns="">
          <p:pic>
            <p:nvPicPr>
              <p:cNvPr id="473" name="Ink 472">
                <a:extLst>
                  <a:ext uri="{FF2B5EF4-FFF2-40B4-BE49-F238E27FC236}">
                    <a16:creationId xmlns:a16="http://schemas.microsoft.com/office/drawing/2014/main" id="{C22D8E51-9E16-EACF-398B-C0077877C399}"/>
                  </a:ext>
                </a:extLst>
              </p:cNvPr>
              <p:cNvPicPr/>
              <p:nvPr/>
            </p:nvPicPr>
            <p:blipFill>
              <a:blip r:embed="rId523"/>
              <a:stretch>
                <a:fillRect/>
              </a:stretch>
            </p:blipFill>
            <p:spPr>
              <a:xfrm>
                <a:off x="10399646" y="4276149"/>
                <a:ext cx="135720" cy="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4">
            <p14:nvContentPartPr>
              <p14:cNvPr id="474" name="Ink 473">
                <a:extLst>
                  <a:ext uri="{FF2B5EF4-FFF2-40B4-BE49-F238E27FC236}">
                    <a16:creationId xmlns:a16="http://schemas.microsoft.com/office/drawing/2014/main" id="{98282195-757D-CDCC-D5B4-F10391FB1DBD}"/>
                  </a:ext>
                </a:extLst>
              </p14:cNvPr>
              <p14:cNvContentPartPr/>
              <p14:nvPr/>
            </p14:nvContentPartPr>
            <p14:xfrm>
              <a:off x="10743806" y="4119189"/>
              <a:ext cx="192600" cy="175320"/>
            </p14:xfrm>
          </p:contentPart>
        </mc:Choice>
        <mc:Fallback xmlns="">
          <p:pic>
            <p:nvPicPr>
              <p:cNvPr id="474" name="Ink 473">
                <a:extLst>
                  <a:ext uri="{FF2B5EF4-FFF2-40B4-BE49-F238E27FC236}">
                    <a16:creationId xmlns:a16="http://schemas.microsoft.com/office/drawing/2014/main" id="{98282195-757D-CDCC-D5B4-F10391FB1DBD}"/>
                  </a:ext>
                </a:extLst>
              </p:cNvPr>
              <p:cNvPicPr/>
              <p:nvPr/>
            </p:nvPicPr>
            <p:blipFill>
              <a:blip r:embed="rId525"/>
              <a:stretch>
                <a:fillRect/>
              </a:stretch>
            </p:blipFill>
            <p:spPr>
              <a:xfrm>
                <a:off x="10737686" y="4113069"/>
                <a:ext cx="204840" cy="18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81" name="Group 480">
            <a:extLst>
              <a:ext uri="{FF2B5EF4-FFF2-40B4-BE49-F238E27FC236}">
                <a16:creationId xmlns:a16="http://schemas.microsoft.com/office/drawing/2014/main" id="{20E0B7C6-CE0D-8BDA-5035-56FF264553D7}"/>
              </a:ext>
            </a:extLst>
          </p:cNvPr>
          <p:cNvGrpSpPr/>
          <p:nvPr/>
        </p:nvGrpSpPr>
        <p:grpSpPr>
          <a:xfrm>
            <a:off x="352406" y="4462269"/>
            <a:ext cx="786600" cy="351000"/>
            <a:chOff x="352406" y="4462269"/>
            <a:chExt cx="786600" cy="35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EF82F7B0-9674-15CE-A504-C1FE7E7ED947}"/>
                    </a:ext>
                  </a:extLst>
                </p14:cNvPr>
                <p14:cNvContentPartPr/>
                <p14:nvPr/>
              </p14:nvContentPartPr>
              <p14:xfrm>
                <a:off x="352406" y="4478109"/>
                <a:ext cx="209520" cy="33516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EF82F7B0-9674-15CE-A504-C1FE7E7ED947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346286" y="4471989"/>
                  <a:ext cx="22176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04BB7F48-8969-C065-B81D-A4A0D2E9C67C}"/>
                    </a:ext>
                  </a:extLst>
                </p14:cNvPr>
                <p14:cNvContentPartPr/>
                <p14:nvPr/>
              </p14:nvContentPartPr>
              <p14:xfrm>
                <a:off x="739766" y="4462269"/>
                <a:ext cx="127440" cy="32256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04BB7F48-8969-C065-B81D-A4A0D2E9C67C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733646" y="4456149"/>
                  <a:ext cx="13968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9CFABDF2-7500-FCD4-4E4D-3E76AF50B19C}"/>
                    </a:ext>
                  </a:extLst>
                </p14:cNvPr>
                <p14:cNvContentPartPr/>
                <p14:nvPr/>
              </p14:nvContentPartPr>
              <p14:xfrm>
                <a:off x="931286" y="4507989"/>
                <a:ext cx="134280" cy="3492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9CFABDF2-7500-FCD4-4E4D-3E76AF50B19C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925166" y="4501869"/>
                  <a:ext cx="1465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11C14150-824E-1637-5C4C-44D5B7B2F362}"/>
                    </a:ext>
                  </a:extLst>
                </p14:cNvPr>
                <p14:cNvContentPartPr/>
                <p14:nvPr/>
              </p14:nvContentPartPr>
              <p14:xfrm>
                <a:off x="943886" y="4558749"/>
                <a:ext cx="195120" cy="18612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11C14150-824E-1637-5C4C-44D5B7B2F362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937766" y="4552629"/>
                  <a:ext cx="207360" cy="19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1" name="Group 490">
            <a:extLst>
              <a:ext uri="{FF2B5EF4-FFF2-40B4-BE49-F238E27FC236}">
                <a16:creationId xmlns:a16="http://schemas.microsoft.com/office/drawing/2014/main" id="{81AF2D7D-8C1A-B3CA-D72E-42A2124AC945}"/>
              </a:ext>
            </a:extLst>
          </p:cNvPr>
          <p:cNvGrpSpPr/>
          <p:nvPr/>
        </p:nvGrpSpPr>
        <p:grpSpPr>
          <a:xfrm>
            <a:off x="1286606" y="4450029"/>
            <a:ext cx="972360" cy="394920"/>
            <a:chOff x="1286606" y="4450029"/>
            <a:chExt cx="972360" cy="39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34017ADD-E39E-1D1E-F80B-FBDED813E3AA}"/>
                    </a:ext>
                  </a:extLst>
                </p14:cNvPr>
                <p14:cNvContentPartPr/>
                <p14:nvPr/>
              </p14:nvContentPartPr>
              <p14:xfrm>
                <a:off x="1286606" y="4450029"/>
                <a:ext cx="181080" cy="39492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34017ADD-E39E-1D1E-F80B-FBDED813E3AA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280486" y="4443909"/>
                  <a:ext cx="19332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4F543504-5326-9E68-FBDC-ACC60233081B}"/>
                    </a:ext>
                  </a:extLst>
                </p14:cNvPr>
                <p14:cNvContentPartPr/>
                <p14:nvPr/>
              </p14:nvContentPartPr>
              <p14:xfrm>
                <a:off x="1514486" y="4530309"/>
                <a:ext cx="10080" cy="2952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4F543504-5326-9E68-FBDC-ACC60233081B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1508366" y="4524189"/>
                  <a:ext cx="223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B2A39918-78CC-200E-69C6-8525F56422FF}"/>
                    </a:ext>
                  </a:extLst>
                </p14:cNvPr>
                <p14:cNvContentPartPr/>
                <p14:nvPr/>
              </p14:nvContentPartPr>
              <p14:xfrm>
                <a:off x="1523846" y="4549029"/>
                <a:ext cx="152640" cy="6408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B2A39918-78CC-200E-69C6-8525F56422FF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1517726" y="4542909"/>
                  <a:ext cx="1648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6168B48A-AD70-6A8A-344F-D6CB928B3150}"/>
                    </a:ext>
                  </a:extLst>
                </p14:cNvPr>
                <p14:cNvContentPartPr/>
                <p14:nvPr/>
              </p14:nvContentPartPr>
              <p14:xfrm>
                <a:off x="1555886" y="4535709"/>
                <a:ext cx="200160" cy="27684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6168B48A-AD70-6A8A-344F-D6CB928B3150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1549766" y="4529589"/>
                  <a:ext cx="2124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9D802274-51FC-0E93-362B-10D9FAE47845}"/>
                    </a:ext>
                  </a:extLst>
                </p14:cNvPr>
                <p14:cNvContentPartPr/>
                <p14:nvPr/>
              </p14:nvContentPartPr>
              <p14:xfrm>
                <a:off x="1833446" y="4723989"/>
                <a:ext cx="45000" cy="9036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9D802274-51FC-0E93-362B-10D9FAE47845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1827326" y="4717869"/>
                  <a:ext cx="57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216E68F6-3AF6-5F0A-A28B-74057F2D0112}"/>
                    </a:ext>
                  </a:extLst>
                </p14:cNvPr>
                <p14:cNvContentPartPr/>
                <p14:nvPr/>
              </p14:nvContentPartPr>
              <p14:xfrm>
                <a:off x="1867646" y="4626069"/>
                <a:ext cx="3600" cy="1008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216E68F6-3AF6-5F0A-A28B-74057F2D0112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1861526" y="4619949"/>
                  <a:ext cx="158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00023E0B-74CC-8C8F-E6E7-23CE983E859C}"/>
                    </a:ext>
                  </a:extLst>
                </p14:cNvPr>
                <p14:cNvContentPartPr/>
                <p14:nvPr/>
              </p14:nvContentPartPr>
              <p14:xfrm>
                <a:off x="2052686" y="4574589"/>
                <a:ext cx="206280" cy="5724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00023E0B-74CC-8C8F-E6E7-23CE983E859C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2046566" y="4568469"/>
                  <a:ext cx="21852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4" name="Group 503">
            <a:extLst>
              <a:ext uri="{FF2B5EF4-FFF2-40B4-BE49-F238E27FC236}">
                <a16:creationId xmlns:a16="http://schemas.microsoft.com/office/drawing/2014/main" id="{40A9F504-1950-6F89-5B25-C1FD80D11878}"/>
              </a:ext>
            </a:extLst>
          </p:cNvPr>
          <p:cNvGrpSpPr/>
          <p:nvPr/>
        </p:nvGrpSpPr>
        <p:grpSpPr>
          <a:xfrm>
            <a:off x="2381726" y="4174269"/>
            <a:ext cx="1866240" cy="658080"/>
            <a:chOff x="2381726" y="4174269"/>
            <a:chExt cx="1866240" cy="65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3CCF0948-659C-2C07-C17E-2BF6F17968B1}"/>
                    </a:ext>
                  </a:extLst>
                </p14:cNvPr>
                <p14:cNvContentPartPr/>
                <p14:nvPr/>
              </p14:nvContentPartPr>
              <p14:xfrm>
                <a:off x="2381726" y="4506549"/>
                <a:ext cx="295920" cy="15516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3CCF0948-659C-2C07-C17E-2BF6F17968B1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2375606" y="4500429"/>
                  <a:ext cx="3081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3A92FE0C-237F-27AB-1843-B2B8BEDB1967}"/>
                    </a:ext>
                  </a:extLst>
                </p14:cNvPr>
                <p14:cNvContentPartPr/>
                <p14:nvPr/>
              </p14:nvContentPartPr>
              <p14:xfrm>
                <a:off x="2730206" y="4472709"/>
                <a:ext cx="235080" cy="20340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3A92FE0C-237F-27AB-1843-B2B8BEDB1967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2724086" y="4466589"/>
                  <a:ext cx="2473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92FA8391-9392-F243-F152-E94E79BE0C9A}"/>
                    </a:ext>
                  </a:extLst>
                </p14:cNvPr>
                <p14:cNvContentPartPr/>
                <p14:nvPr/>
              </p14:nvContentPartPr>
              <p14:xfrm>
                <a:off x="3033686" y="4633989"/>
                <a:ext cx="63000" cy="11088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92FA8391-9392-F243-F152-E94E79BE0C9A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3027566" y="4627869"/>
                  <a:ext cx="752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12167511-A604-1AA3-BE43-F26A6DBBE8BE}"/>
                    </a:ext>
                  </a:extLst>
                </p14:cNvPr>
                <p14:cNvContentPartPr/>
                <p14:nvPr/>
              </p14:nvContentPartPr>
              <p14:xfrm>
                <a:off x="3045206" y="4527789"/>
                <a:ext cx="2160" cy="2556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12167511-A604-1AA3-BE43-F26A6DBBE8BE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3039086" y="4521669"/>
                  <a:ext cx="144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C57A4224-4955-B28C-2A6D-FC57529841A4}"/>
                    </a:ext>
                  </a:extLst>
                </p14:cNvPr>
                <p14:cNvContentPartPr/>
                <p14:nvPr/>
              </p14:nvContentPartPr>
              <p14:xfrm>
                <a:off x="3264806" y="4509789"/>
                <a:ext cx="222120" cy="3132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C57A4224-4955-B28C-2A6D-FC57529841A4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3258686" y="4503669"/>
                  <a:ext cx="2343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65EF4D7C-4C6C-67D1-2804-6BF9FAB70994}"/>
                    </a:ext>
                  </a:extLst>
                </p14:cNvPr>
                <p14:cNvContentPartPr/>
                <p14:nvPr/>
              </p14:nvContentPartPr>
              <p14:xfrm>
                <a:off x="3567566" y="4392429"/>
                <a:ext cx="149400" cy="30492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65EF4D7C-4C6C-67D1-2804-6BF9FAB70994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3561446" y="4386309"/>
                  <a:ext cx="1616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2526DA69-2AA8-A69D-F5C0-D70A188CDB09}"/>
                    </a:ext>
                  </a:extLst>
                </p14:cNvPr>
                <p14:cNvContentPartPr/>
                <p14:nvPr/>
              </p14:nvContentPartPr>
              <p14:xfrm>
                <a:off x="3668366" y="4327629"/>
                <a:ext cx="148320" cy="50472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2526DA69-2AA8-A69D-F5C0-D70A188CDB09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3662246" y="4321509"/>
                  <a:ext cx="16056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EE6464C6-8A85-9634-C5E6-F859B272F9C8}"/>
                    </a:ext>
                  </a:extLst>
                </p14:cNvPr>
                <p14:cNvContentPartPr/>
                <p14:nvPr/>
              </p14:nvContentPartPr>
              <p14:xfrm>
                <a:off x="3890126" y="4174269"/>
                <a:ext cx="171360" cy="12348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EE6464C6-8A85-9634-C5E6-F859B272F9C8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3884006" y="4168149"/>
                  <a:ext cx="1836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2F6EF015-4348-9F55-CAD5-5A87F214C229}"/>
                    </a:ext>
                  </a:extLst>
                </p14:cNvPr>
                <p14:cNvContentPartPr/>
                <p14:nvPr/>
              </p14:nvContentPartPr>
              <p14:xfrm>
                <a:off x="4047446" y="4329789"/>
                <a:ext cx="200520" cy="46476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2F6EF015-4348-9F55-CAD5-5A87F214C229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4041326" y="4323669"/>
                  <a:ext cx="212760" cy="47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01DA417B-CECA-5BD5-6371-05DE15B62683}"/>
              </a:ext>
            </a:extLst>
          </p:cNvPr>
          <p:cNvGrpSpPr/>
          <p:nvPr/>
        </p:nvGrpSpPr>
        <p:grpSpPr>
          <a:xfrm>
            <a:off x="4559006" y="4913349"/>
            <a:ext cx="222120" cy="192240"/>
            <a:chOff x="4559006" y="4913349"/>
            <a:chExt cx="222120" cy="19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A1DA5097-DC2B-AF1E-62FC-0228EC256C32}"/>
                    </a:ext>
                  </a:extLst>
                </p14:cNvPr>
                <p14:cNvContentPartPr/>
                <p14:nvPr/>
              </p14:nvContentPartPr>
              <p14:xfrm>
                <a:off x="4559006" y="4913349"/>
                <a:ext cx="222120" cy="5940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A1DA5097-DC2B-AF1E-62FC-0228EC256C32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4552886" y="4907229"/>
                  <a:ext cx="2343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7D036F93-FB0D-C4EC-AEF1-67B9772405EE}"/>
                    </a:ext>
                  </a:extLst>
                </p14:cNvPr>
                <p14:cNvContentPartPr/>
                <p14:nvPr/>
              </p14:nvContentPartPr>
              <p14:xfrm>
                <a:off x="4566566" y="5060589"/>
                <a:ext cx="204120" cy="4500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7D036F93-FB0D-C4EC-AEF1-67B9772405EE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4560446" y="5054469"/>
                  <a:ext cx="216360" cy="5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0">
            <p14:nvContentPartPr>
              <p14:cNvPr id="512" name="Ink 511">
                <a:extLst>
                  <a:ext uri="{FF2B5EF4-FFF2-40B4-BE49-F238E27FC236}">
                    <a16:creationId xmlns:a16="http://schemas.microsoft.com/office/drawing/2014/main" id="{7AC0DA62-215C-640D-EF54-F0A4F206C5AF}"/>
                  </a:ext>
                </a:extLst>
              </p14:cNvPr>
              <p14:cNvContentPartPr/>
              <p14:nvPr/>
            </p14:nvContentPartPr>
            <p14:xfrm>
              <a:off x="5155166" y="4720389"/>
              <a:ext cx="321840" cy="324720"/>
            </p14:xfrm>
          </p:contentPart>
        </mc:Choice>
        <mc:Fallback xmlns="">
          <p:pic>
            <p:nvPicPr>
              <p:cNvPr id="512" name="Ink 511">
                <a:extLst>
                  <a:ext uri="{FF2B5EF4-FFF2-40B4-BE49-F238E27FC236}">
                    <a16:creationId xmlns:a16="http://schemas.microsoft.com/office/drawing/2014/main" id="{7AC0DA62-215C-640D-EF54-F0A4F206C5AF}"/>
                  </a:ext>
                </a:extLst>
              </p:cNvPr>
              <p:cNvPicPr/>
              <p:nvPr/>
            </p:nvPicPr>
            <p:blipFill>
              <a:blip r:embed="rId571"/>
              <a:stretch>
                <a:fillRect/>
              </a:stretch>
            </p:blipFill>
            <p:spPr>
              <a:xfrm>
                <a:off x="5149046" y="4714269"/>
                <a:ext cx="334080" cy="33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23" name="Group 522">
            <a:extLst>
              <a:ext uri="{FF2B5EF4-FFF2-40B4-BE49-F238E27FC236}">
                <a16:creationId xmlns:a16="http://schemas.microsoft.com/office/drawing/2014/main" id="{1E6CAFAF-2BA9-F362-B90E-E6690391E2A7}"/>
              </a:ext>
            </a:extLst>
          </p:cNvPr>
          <p:cNvGrpSpPr/>
          <p:nvPr/>
        </p:nvGrpSpPr>
        <p:grpSpPr>
          <a:xfrm>
            <a:off x="5663126" y="4626789"/>
            <a:ext cx="990000" cy="641880"/>
            <a:chOff x="5663126" y="4626789"/>
            <a:chExt cx="990000" cy="64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19214A9A-3387-7312-F370-CBCA7227306E}"/>
                    </a:ext>
                  </a:extLst>
                </p14:cNvPr>
                <p14:cNvContentPartPr/>
                <p14:nvPr/>
              </p14:nvContentPartPr>
              <p14:xfrm>
                <a:off x="5663126" y="4741629"/>
                <a:ext cx="198000" cy="6804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19214A9A-3387-7312-F370-CBCA7227306E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5657006" y="4735509"/>
                  <a:ext cx="2102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3F77C4CD-312B-661F-70A1-AB8E52B3BF53}"/>
                    </a:ext>
                  </a:extLst>
                </p14:cNvPr>
                <p14:cNvContentPartPr/>
                <p14:nvPr/>
              </p14:nvContentPartPr>
              <p14:xfrm>
                <a:off x="5693726" y="4796709"/>
                <a:ext cx="235800" cy="26172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3F77C4CD-312B-661F-70A1-AB8E52B3BF53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5687606" y="4790589"/>
                  <a:ext cx="2480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73E88DDF-3827-80F6-1FD5-935C44DFF74E}"/>
                    </a:ext>
                  </a:extLst>
                </p14:cNvPr>
                <p14:cNvContentPartPr/>
                <p14:nvPr/>
              </p14:nvContentPartPr>
              <p14:xfrm>
                <a:off x="6208886" y="4761789"/>
                <a:ext cx="133560" cy="10188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73E88DDF-3827-80F6-1FD5-935C44DFF74E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6202766" y="4755669"/>
                  <a:ext cx="1458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1300EF19-8485-6081-0555-C505E7A6D067}"/>
                    </a:ext>
                  </a:extLst>
                </p14:cNvPr>
                <p14:cNvContentPartPr/>
                <p14:nvPr/>
              </p14:nvContentPartPr>
              <p14:xfrm>
                <a:off x="6189086" y="4759629"/>
                <a:ext cx="244080" cy="39204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1300EF19-8485-6081-0555-C505E7A6D067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6182966" y="4753509"/>
                  <a:ext cx="25632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747F8CBB-ADB4-35C9-46AC-77FC28DF9ED0}"/>
                    </a:ext>
                  </a:extLst>
                </p14:cNvPr>
                <p14:cNvContentPartPr/>
                <p14:nvPr/>
              </p14:nvContentPartPr>
              <p14:xfrm>
                <a:off x="6590846" y="4974909"/>
                <a:ext cx="62280" cy="10656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747F8CBB-ADB4-35C9-46AC-77FC28DF9ED0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6584726" y="4968789"/>
                  <a:ext cx="745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B320C00A-FEF1-103D-A74B-CD8C8DFA3522}"/>
                    </a:ext>
                  </a:extLst>
                </p14:cNvPr>
                <p14:cNvContentPartPr/>
                <p14:nvPr/>
              </p14:nvContentPartPr>
              <p14:xfrm>
                <a:off x="6630806" y="4850349"/>
                <a:ext cx="10080" cy="1296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B320C00A-FEF1-103D-A74B-CD8C8DFA3522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6624686" y="4844229"/>
                  <a:ext cx="223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4D1B7DA8-E50A-5878-C633-65EC45B4BE91}"/>
                    </a:ext>
                  </a:extLst>
                </p14:cNvPr>
                <p14:cNvContentPartPr/>
                <p14:nvPr/>
              </p14:nvContentPartPr>
              <p14:xfrm>
                <a:off x="6023126" y="4626789"/>
                <a:ext cx="259200" cy="64188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4D1B7DA8-E50A-5878-C633-65EC45B4BE91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6017006" y="4620669"/>
                  <a:ext cx="271440" cy="65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1007F465-02E4-A248-AACF-4D0F2DA9667B}"/>
              </a:ext>
            </a:extLst>
          </p:cNvPr>
          <p:cNvGrpSpPr/>
          <p:nvPr/>
        </p:nvGrpSpPr>
        <p:grpSpPr>
          <a:xfrm>
            <a:off x="6845006" y="4808949"/>
            <a:ext cx="1542600" cy="246600"/>
            <a:chOff x="6845006" y="4808949"/>
            <a:chExt cx="1542600" cy="24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359C6C8F-C9FB-9330-9025-F768C2A370A3}"/>
                    </a:ext>
                  </a:extLst>
                </p14:cNvPr>
                <p14:cNvContentPartPr/>
                <p14:nvPr/>
              </p14:nvContentPartPr>
              <p14:xfrm>
                <a:off x="6845006" y="4923789"/>
                <a:ext cx="228600" cy="1332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359C6C8F-C9FB-9330-9025-F768C2A370A3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6838886" y="4917669"/>
                  <a:ext cx="2408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2331D154-5644-D0E1-C127-8F5C3C50F95E}"/>
                    </a:ext>
                  </a:extLst>
                </p14:cNvPr>
                <p14:cNvContentPartPr/>
                <p14:nvPr/>
              </p14:nvContentPartPr>
              <p14:xfrm>
                <a:off x="7232006" y="4808949"/>
                <a:ext cx="294480" cy="19188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2331D154-5644-D0E1-C127-8F5C3C50F95E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7225886" y="4802829"/>
                  <a:ext cx="3067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42E1078F-D7C5-ED30-2147-64FAE0CA95BE}"/>
                    </a:ext>
                  </a:extLst>
                </p14:cNvPr>
                <p14:cNvContentPartPr/>
                <p14:nvPr/>
              </p14:nvContentPartPr>
              <p14:xfrm>
                <a:off x="7650326" y="4831269"/>
                <a:ext cx="224280" cy="176040"/>
              </p14:xfrm>
            </p:contentPart>
          </mc:Choice>
          <mc:Fallback xmlns=""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42E1078F-D7C5-ED30-2147-64FAE0CA95BE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7644206" y="4825149"/>
                  <a:ext cx="2365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A65AAD9D-F198-EC0F-33BD-84235A9D7216}"/>
                    </a:ext>
                  </a:extLst>
                </p14:cNvPr>
                <p14:cNvContentPartPr/>
                <p14:nvPr/>
              </p14:nvContentPartPr>
              <p14:xfrm>
                <a:off x="7911326" y="4972389"/>
                <a:ext cx="59760" cy="8316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A65AAD9D-F198-EC0F-33BD-84235A9D7216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7905206" y="4966269"/>
                  <a:ext cx="720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ED5006F7-E6FA-CCDE-C61C-88A175103641}"/>
                    </a:ext>
                  </a:extLst>
                </p14:cNvPr>
                <p14:cNvContentPartPr/>
                <p14:nvPr/>
              </p14:nvContentPartPr>
              <p14:xfrm>
                <a:off x="7981886" y="4864389"/>
                <a:ext cx="24840" cy="1080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ED5006F7-E6FA-CCDE-C61C-88A175103641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7975766" y="4858269"/>
                  <a:ext cx="370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8B494300-C4AB-8DA4-3BB2-325DA1740565}"/>
                    </a:ext>
                  </a:extLst>
                </p14:cNvPr>
                <p14:cNvContentPartPr/>
                <p14:nvPr/>
              </p14:nvContentPartPr>
              <p14:xfrm>
                <a:off x="8167286" y="4922709"/>
                <a:ext cx="220320" cy="2880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8B494300-C4AB-8DA4-3BB2-325DA1740565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8161166" y="4916589"/>
                  <a:ext cx="23256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3" name="Group 532">
            <a:extLst>
              <a:ext uri="{FF2B5EF4-FFF2-40B4-BE49-F238E27FC236}">
                <a16:creationId xmlns:a16="http://schemas.microsoft.com/office/drawing/2014/main" id="{38FB9946-399D-7B15-C5E1-E478A592A18F}"/>
              </a:ext>
            </a:extLst>
          </p:cNvPr>
          <p:cNvGrpSpPr/>
          <p:nvPr/>
        </p:nvGrpSpPr>
        <p:grpSpPr>
          <a:xfrm>
            <a:off x="8571566" y="4675749"/>
            <a:ext cx="401760" cy="439560"/>
            <a:chOff x="8571566" y="4675749"/>
            <a:chExt cx="401760" cy="43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2E283078-5F9C-1E71-0E1D-6A93955B013C}"/>
                    </a:ext>
                  </a:extLst>
                </p14:cNvPr>
                <p14:cNvContentPartPr/>
                <p14:nvPr/>
              </p14:nvContentPartPr>
              <p14:xfrm>
                <a:off x="8571566" y="4718949"/>
                <a:ext cx="160920" cy="27576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2E283078-5F9C-1E71-0E1D-6A93955B013C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8565446" y="4712829"/>
                  <a:ext cx="1731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8F950E4B-79AD-B32B-16EB-282D8D748536}"/>
                    </a:ext>
                  </a:extLst>
                </p14:cNvPr>
                <p14:cNvContentPartPr/>
                <p14:nvPr/>
              </p14:nvContentPartPr>
              <p14:xfrm>
                <a:off x="8765966" y="4675749"/>
                <a:ext cx="207360" cy="439560"/>
              </p14:xfrm>
            </p:contentPart>
          </mc:Choice>
          <mc:Fallback xmlns=""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8F950E4B-79AD-B32B-16EB-282D8D748536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8759846" y="4669629"/>
                  <a:ext cx="219600" cy="45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9" name="Group 538">
            <a:extLst>
              <a:ext uri="{FF2B5EF4-FFF2-40B4-BE49-F238E27FC236}">
                <a16:creationId xmlns:a16="http://schemas.microsoft.com/office/drawing/2014/main" id="{673C4B66-C05E-51DC-1FCB-2F8BF3BD7506}"/>
              </a:ext>
            </a:extLst>
          </p:cNvPr>
          <p:cNvGrpSpPr/>
          <p:nvPr/>
        </p:nvGrpSpPr>
        <p:grpSpPr>
          <a:xfrm>
            <a:off x="9181046" y="4796349"/>
            <a:ext cx="885600" cy="448920"/>
            <a:chOff x="9181046" y="4796349"/>
            <a:chExt cx="885600" cy="44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5AC2D9A6-B665-CA6E-CF07-80C7CF8B023B}"/>
                    </a:ext>
                  </a:extLst>
                </p14:cNvPr>
                <p14:cNvContentPartPr/>
                <p14:nvPr/>
              </p14:nvContentPartPr>
              <p14:xfrm>
                <a:off x="9181046" y="4912629"/>
                <a:ext cx="164520" cy="4500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5AC2D9A6-B665-CA6E-CF07-80C7CF8B023B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9174926" y="4906509"/>
                  <a:ext cx="1767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1E776B62-BAE1-20F6-E555-19954A3F2BA1}"/>
                    </a:ext>
                  </a:extLst>
                </p14:cNvPr>
                <p14:cNvContentPartPr/>
                <p14:nvPr/>
              </p14:nvContentPartPr>
              <p14:xfrm>
                <a:off x="9472646" y="4841349"/>
                <a:ext cx="217800" cy="28080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1E776B62-BAE1-20F6-E555-19954A3F2BA1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9466526" y="4835229"/>
                  <a:ext cx="2300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CCAFA0DF-5A53-4048-7047-1D021954B5A5}"/>
                    </a:ext>
                  </a:extLst>
                </p14:cNvPr>
                <p14:cNvContentPartPr/>
                <p14:nvPr/>
              </p14:nvContentPartPr>
              <p14:xfrm>
                <a:off x="9774326" y="5095509"/>
                <a:ext cx="69840" cy="11088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CCAFA0DF-5A53-4048-7047-1D021954B5A5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9768206" y="5089389"/>
                  <a:ext cx="820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C908501F-DC2C-B700-55AA-FB5F9D2FA8BC}"/>
                    </a:ext>
                  </a:extLst>
                </p14:cNvPr>
                <p14:cNvContentPartPr/>
                <p14:nvPr/>
              </p14:nvContentPartPr>
              <p14:xfrm>
                <a:off x="9807446" y="4954389"/>
                <a:ext cx="34920" cy="3636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C908501F-DC2C-B700-55AA-FB5F9D2FA8BC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9801326" y="4948269"/>
                  <a:ext cx="471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96E02B66-F92E-5F9D-3128-9EE3735E566E}"/>
                    </a:ext>
                  </a:extLst>
                </p14:cNvPr>
                <p14:cNvContentPartPr/>
                <p14:nvPr/>
              </p14:nvContentPartPr>
              <p14:xfrm>
                <a:off x="9846326" y="4796349"/>
                <a:ext cx="220320" cy="448920"/>
              </p14:xfrm>
            </p:contentPart>
          </mc:Choice>
          <mc:Fallback xmlns=""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96E02B66-F92E-5F9D-3128-9EE3735E566E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9840206" y="4790229"/>
                  <a:ext cx="232560" cy="46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2">
            <p14:nvContentPartPr>
              <p14:cNvPr id="540" name="Ink 539">
                <a:extLst>
                  <a:ext uri="{FF2B5EF4-FFF2-40B4-BE49-F238E27FC236}">
                    <a16:creationId xmlns:a16="http://schemas.microsoft.com/office/drawing/2014/main" id="{254EA1E2-6EC1-78CB-C542-CBF37A00E597}"/>
                  </a:ext>
                </a:extLst>
              </p14:cNvPr>
              <p14:cNvContentPartPr/>
              <p14:nvPr/>
            </p14:nvContentPartPr>
            <p14:xfrm>
              <a:off x="9091046" y="4690509"/>
              <a:ext cx="113040" cy="504000"/>
            </p14:xfrm>
          </p:contentPart>
        </mc:Choice>
        <mc:Fallback xmlns="">
          <p:pic>
            <p:nvPicPr>
              <p:cNvPr id="540" name="Ink 539">
                <a:extLst>
                  <a:ext uri="{FF2B5EF4-FFF2-40B4-BE49-F238E27FC236}">
                    <a16:creationId xmlns:a16="http://schemas.microsoft.com/office/drawing/2014/main" id="{254EA1E2-6EC1-78CB-C542-CBF37A00E597}"/>
                  </a:ext>
                </a:extLst>
              </p:cNvPr>
              <p:cNvPicPr/>
              <p:nvPr/>
            </p:nvPicPr>
            <p:blipFill>
              <a:blip r:embed="rId613"/>
              <a:stretch>
                <a:fillRect/>
              </a:stretch>
            </p:blipFill>
            <p:spPr>
              <a:xfrm>
                <a:off x="9084926" y="4684389"/>
                <a:ext cx="125280" cy="51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44" name="Group 543">
            <a:extLst>
              <a:ext uri="{FF2B5EF4-FFF2-40B4-BE49-F238E27FC236}">
                <a16:creationId xmlns:a16="http://schemas.microsoft.com/office/drawing/2014/main" id="{23D17183-F404-EB9A-CC58-975A8B0A6A5E}"/>
              </a:ext>
            </a:extLst>
          </p:cNvPr>
          <p:cNvGrpSpPr/>
          <p:nvPr/>
        </p:nvGrpSpPr>
        <p:grpSpPr>
          <a:xfrm>
            <a:off x="10407566" y="4906149"/>
            <a:ext cx="587160" cy="230400"/>
            <a:chOff x="10407566" y="4906149"/>
            <a:chExt cx="587160" cy="23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8749D931-B0C4-DBF7-34C0-39B85831C337}"/>
                    </a:ext>
                  </a:extLst>
                </p14:cNvPr>
                <p14:cNvContentPartPr/>
                <p14:nvPr/>
              </p14:nvContentPartPr>
              <p14:xfrm>
                <a:off x="10436366" y="4906149"/>
                <a:ext cx="170640" cy="2304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8749D931-B0C4-DBF7-34C0-39B85831C337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10430246" y="4900029"/>
                  <a:ext cx="1828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F79882D1-B950-C92F-6DED-9B43C2BB26E9}"/>
                    </a:ext>
                  </a:extLst>
                </p14:cNvPr>
                <p14:cNvContentPartPr/>
                <p14:nvPr/>
              </p14:nvContentPartPr>
              <p14:xfrm>
                <a:off x="10407566" y="5035029"/>
                <a:ext cx="133200" cy="11520"/>
              </p14:xfrm>
            </p:contentPart>
          </mc:Choice>
          <mc:Fallback xmlns=""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F79882D1-B950-C92F-6DED-9B43C2BB26E9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10401446" y="5028909"/>
                  <a:ext cx="1454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83A2778E-805B-1CEC-C682-6C26876E9CB7}"/>
                    </a:ext>
                  </a:extLst>
                </p14:cNvPr>
                <p14:cNvContentPartPr/>
                <p14:nvPr/>
              </p14:nvContentPartPr>
              <p14:xfrm>
                <a:off x="10721486" y="4907949"/>
                <a:ext cx="273240" cy="22860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83A2778E-805B-1CEC-C682-6C26876E9CB7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10715366" y="4901829"/>
                  <a:ext cx="285480" cy="24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0">
            <p14:nvContentPartPr>
              <p14:cNvPr id="505" name="Ink 504">
                <a:extLst>
                  <a:ext uri="{FF2B5EF4-FFF2-40B4-BE49-F238E27FC236}">
                    <a16:creationId xmlns:a16="http://schemas.microsoft.com/office/drawing/2014/main" id="{EB081859-7051-A95F-B4A2-ACCA4174835C}"/>
                  </a:ext>
                </a:extLst>
              </p14:cNvPr>
              <p14:cNvContentPartPr/>
              <p14:nvPr/>
            </p14:nvContentPartPr>
            <p14:xfrm>
              <a:off x="708806" y="4929909"/>
              <a:ext cx="3090600" cy="150120"/>
            </p14:xfrm>
          </p:contentPart>
        </mc:Choice>
        <mc:Fallback xmlns="">
          <p:pic>
            <p:nvPicPr>
              <p:cNvPr id="505" name="Ink 504">
                <a:extLst>
                  <a:ext uri="{FF2B5EF4-FFF2-40B4-BE49-F238E27FC236}">
                    <a16:creationId xmlns:a16="http://schemas.microsoft.com/office/drawing/2014/main" id="{EB081859-7051-A95F-B4A2-ACCA4174835C}"/>
                  </a:ext>
                </a:extLst>
              </p:cNvPr>
              <p:cNvPicPr/>
              <p:nvPr/>
            </p:nvPicPr>
            <p:blipFill>
              <a:blip r:embed="rId621"/>
              <a:stretch>
                <a:fillRect/>
              </a:stretch>
            </p:blipFill>
            <p:spPr>
              <a:xfrm>
                <a:off x="702686" y="4923789"/>
                <a:ext cx="310284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2">
            <p14:nvContentPartPr>
              <p14:cNvPr id="506" name="Ink 505">
                <a:extLst>
                  <a:ext uri="{FF2B5EF4-FFF2-40B4-BE49-F238E27FC236}">
                    <a16:creationId xmlns:a16="http://schemas.microsoft.com/office/drawing/2014/main" id="{C4D61587-048F-6608-A429-9348151D3061}"/>
                  </a:ext>
                </a:extLst>
              </p14:cNvPr>
              <p14:cNvContentPartPr/>
              <p14:nvPr/>
            </p14:nvContentPartPr>
            <p14:xfrm>
              <a:off x="1388846" y="5117109"/>
              <a:ext cx="202680" cy="299160"/>
            </p14:xfrm>
          </p:contentPart>
        </mc:Choice>
        <mc:Fallback xmlns="">
          <p:pic>
            <p:nvPicPr>
              <p:cNvPr id="506" name="Ink 505">
                <a:extLst>
                  <a:ext uri="{FF2B5EF4-FFF2-40B4-BE49-F238E27FC236}">
                    <a16:creationId xmlns:a16="http://schemas.microsoft.com/office/drawing/2014/main" id="{C4D61587-048F-6608-A429-9348151D3061}"/>
                  </a:ext>
                </a:extLst>
              </p:cNvPr>
              <p:cNvPicPr/>
              <p:nvPr/>
            </p:nvPicPr>
            <p:blipFill>
              <a:blip r:embed="rId623"/>
              <a:stretch>
                <a:fillRect/>
              </a:stretch>
            </p:blipFill>
            <p:spPr>
              <a:xfrm>
                <a:off x="1382726" y="5110989"/>
                <a:ext cx="21492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4">
            <p14:nvContentPartPr>
              <p14:cNvPr id="507" name="Ink 506">
                <a:extLst>
                  <a:ext uri="{FF2B5EF4-FFF2-40B4-BE49-F238E27FC236}">
                    <a16:creationId xmlns:a16="http://schemas.microsoft.com/office/drawing/2014/main" id="{26442AF5-3799-1719-1ADF-EBE2A9AA7876}"/>
                  </a:ext>
                </a:extLst>
              </p14:cNvPr>
              <p14:cNvContentPartPr/>
              <p14:nvPr/>
            </p14:nvContentPartPr>
            <p14:xfrm>
              <a:off x="1748486" y="5213949"/>
              <a:ext cx="420120" cy="142920"/>
            </p14:xfrm>
          </p:contentPart>
        </mc:Choice>
        <mc:Fallback xmlns="">
          <p:pic>
            <p:nvPicPr>
              <p:cNvPr id="507" name="Ink 506">
                <a:extLst>
                  <a:ext uri="{FF2B5EF4-FFF2-40B4-BE49-F238E27FC236}">
                    <a16:creationId xmlns:a16="http://schemas.microsoft.com/office/drawing/2014/main" id="{26442AF5-3799-1719-1ADF-EBE2A9AA7876}"/>
                  </a:ext>
                </a:extLst>
              </p:cNvPr>
              <p:cNvPicPr/>
              <p:nvPr/>
            </p:nvPicPr>
            <p:blipFill>
              <a:blip r:embed="rId625"/>
              <a:stretch>
                <a:fillRect/>
              </a:stretch>
            </p:blipFill>
            <p:spPr>
              <a:xfrm>
                <a:off x="1742366" y="5207829"/>
                <a:ext cx="43236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6">
            <p14:nvContentPartPr>
              <p14:cNvPr id="545" name="Ink 544">
                <a:extLst>
                  <a:ext uri="{FF2B5EF4-FFF2-40B4-BE49-F238E27FC236}">
                    <a16:creationId xmlns:a16="http://schemas.microsoft.com/office/drawing/2014/main" id="{32ED75AD-6814-FC90-F69D-4668CE853915}"/>
                  </a:ext>
                </a:extLst>
              </p14:cNvPr>
              <p14:cNvContentPartPr/>
              <p14:nvPr/>
            </p14:nvContentPartPr>
            <p14:xfrm>
              <a:off x="361766" y="5573229"/>
              <a:ext cx="205920" cy="325440"/>
            </p14:xfrm>
          </p:contentPart>
        </mc:Choice>
        <mc:Fallback xmlns="">
          <p:pic>
            <p:nvPicPr>
              <p:cNvPr id="545" name="Ink 544">
                <a:extLst>
                  <a:ext uri="{FF2B5EF4-FFF2-40B4-BE49-F238E27FC236}">
                    <a16:creationId xmlns:a16="http://schemas.microsoft.com/office/drawing/2014/main" id="{32ED75AD-6814-FC90-F69D-4668CE853915}"/>
                  </a:ext>
                </a:extLst>
              </p:cNvPr>
              <p:cNvPicPr/>
              <p:nvPr/>
            </p:nvPicPr>
            <p:blipFill>
              <a:blip r:embed="rId627"/>
              <a:stretch>
                <a:fillRect/>
              </a:stretch>
            </p:blipFill>
            <p:spPr>
              <a:xfrm>
                <a:off x="355646" y="5567109"/>
                <a:ext cx="21816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8">
            <p14:nvContentPartPr>
              <p14:cNvPr id="546" name="Ink 545">
                <a:extLst>
                  <a:ext uri="{FF2B5EF4-FFF2-40B4-BE49-F238E27FC236}">
                    <a16:creationId xmlns:a16="http://schemas.microsoft.com/office/drawing/2014/main" id="{53841C6B-61B6-FA3A-A189-4BE630A73790}"/>
                  </a:ext>
                </a:extLst>
              </p14:cNvPr>
              <p14:cNvContentPartPr/>
              <p14:nvPr/>
            </p14:nvContentPartPr>
            <p14:xfrm>
              <a:off x="793046" y="5569269"/>
              <a:ext cx="241560" cy="18360"/>
            </p14:xfrm>
          </p:contentPart>
        </mc:Choice>
        <mc:Fallback xmlns="">
          <p:pic>
            <p:nvPicPr>
              <p:cNvPr id="546" name="Ink 545">
                <a:extLst>
                  <a:ext uri="{FF2B5EF4-FFF2-40B4-BE49-F238E27FC236}">
                    <a16:creationId xmlns:a16="http://schemas.microsoft.com/office/drawing/2014/main" id="{53841C6B-61B6-FA3A-A189-4BE630A73790}"/>
                  </a:ext>
                </a:extLst>
              </p:cNvPr>
              <p:cNvPicPr/>
              <p:nvPr/>
            </p:nvPicPr>
            <p:blipFill>
              <a:blip r:embed="rId629"/>
              <a:stretch>
                <a:fillRect/>
              </a:stretch>
            </p:blipFill>
            <p:spPr>
              <a:xfrm>
                <a:off x="786926" y="5563149"/>
                <a:ext cx="25380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0">
            <p14:nvContentPartPr>
              <p14:cNvPr id="547" name="Ink 546">
                <a:extLst>
                  <a:ext uri="{FF2B5EF4-FFF2-40B4-BE49-F238E27FC236}">
                    <a16:creationId xmlns:a16="http://schemas.microsoft.com/office/drawing/2014/main" id="{FA5960F4-E4F7-B8F7-63D7-5CBB98BC3308}"/>
                  </a:ext>
                </a:extLst>
              </p14:cNvPr>
              <p14:cNvContentPartPr/>
              <p14:nvPr/>
            </p14:nvContentPartPr>
            <p14:xfrm>
              <a:off x="831206" y="5604909"/>
              <a:ext cx="208800" cy="271440"/>
            </p14:xfrm>
          </p:contentPart>
        </mc:Choice>
        <mc:Fallback xmlns="">
          <p:pic>
            <p:nvPicPr>
              <p:cNvPr id="547" name="Ink 546">
                <a:extLst>
                  <a:ext uri="{FF2B5EF4-FFF2-40B4-BE49-F238E27FC236}">
                    <a16:creationId xmlns:a16="http://schemas.microsoft.com/office/drawing/2014/main" id="{FA5960F4-E4F7-B8F7-63D7-5CBB98BC3308}"/>
                  </a:ext>
                </a:extLst>
              </p:cNvPr>
              <p:cNvPicPr/>
              <p:nvPr/>
            </p:nvPicPr>
            <p:blipFill>
              <a:blip r:embed="rId631"/>
              <a:stretch>
                <a:fillRect/>
              </a:stretch>
            </p:blipFill>
            <p:spPr>
              <a:xfrm>
                <a:off x="825086" y="5598789"/>
                <a:ext cx="22104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2">
            <p14:nvContentPartPr>
              <p14:cNvPr id="548" name="Ink 547">
                <a:extLst>
                  <a:ext uri="{FF2B5EF4-FFF2-40B4-BE49-F238E27FC236}">
                    <a16:creationId xmlns:a16="http://schemas.microsoft.com/office/drawing/2014/main" id="{649E57F4-3ADB-6986-B1CE-23D108D71F22}"/>
                  </a:ext>
                </a:extLst>
              </p14:cNvPr>
              <p14:cNvContentPartPr/>
              <p14:nvPr/>
            </p14:nvContentPartPr>
            <p14:xfrm>
              <a:off x="705206" y="5452269"/>
              <a:ext cx="224640" cy="638280"/>
            </p14:xfrm>
          </p:contentPart>
        </mc:Choice>
        <mc:Fallback xmlns="">
          <p:pic>
            <p:nvPicPr>
              <p:cNvPr id="548" name="Ink 547">
                <a:extLst>
                  <a:ext uri="{FF2B5EF4-FFF2-40B4-BE49-F238E27FC236}">
                    <a16:creationId xmlns:a16="http://schemas.microsoft.com/office/drawing/2014/main" id="{649E57F4-3ADB-6986-B1CE-23D108D71F22}"/>
                  </a:ext>
                </a:extLst>
              </p:cNvPr>
              <p:cNvPicPr/>
              <p:nvPr/>
            </p:nvPicPr>
            <p:blipFill>
              <a:blip r:embed="rId633"/>
              <a:stretch>
                <a:fillRect/>
              </a:stretch>
            </p:blipFill>
            <p:spPr>
              <a:xfrm>
                <a:off x="699086" y="5446149"/>
                <a:ext cx="236880" cy="65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4">
            <p14:nvContentPartPr>
              <p14:cNvPr id="550" name="Ink 549">
                <a:extLst>
                  <a:ext uri="{FF2B5EF4-FFF2-40B4-BE49-F238E27FC236}">
                    <a16:creationId xmlns:a16="http://schemas.microsoft.com/office/drawing/2014/main" id="{3E26CF64-D708-60C5-0BF1-53E361171FCC}"/>
                  </a:ext>
                </a:extLst>
              </p14:cNvPr>
              <p14:cNvContentPartPr/>
              <p14:nvPr/>
            </p14:nvContentPartPr>
            <p14:xfrm>
              <a:off x="1248446" y="5592309"/>
              <a:ext cx="235080" cy="368640"/>
            </p14:xfrm>
          </p:contentPart>
        </mc:Choice>
        <mc:Fallback xmlns="">
          <p:pic>
            <p:nvPicPr>
              <p:cNvPr id="550" name="Ink 549">
                <a:extLst>
                  <a:ext uri="{FF2B5EF4-FFF2-40B4-BE49-F238E27FC236}">
                    <a16:creationId xmlns:a16="http://schemas.microsoft.com/office/drawing/2014/main" id="{3E26CF64-D708-60C5-0BF1-53E361171FCC}"/>
                  </a:ext>
                </a:extLst>
              </p:cNvPr>
              <p:cNvPicPr/>
              <p:nvPr/>
            </p:nvPicPr>
            <p:blipFill>
              <a:blip r:embed="rId635"/>
              <a:stretch>
                <a:fillRect/>
              </a:stretch>
            </p:blipFill>
            <p:spPr>
              <a:xfrm>
                <a:off x="1242326" y="5586189"/>
                <a:ext cx="247320" cy="3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6">
            <p14:nvContentPartPr>
              <p14:cNvPr id="551" name="Ink 550">
                <a:extLst>
                  <a:ext uri="{FF2B5EF4-FFF2-40B4-BE49-F238E27FC236}">
                    <a16:creationId xmlns:a16="http://schemas.microsoft.com/office/drawing/2014/main" id="{4774EB6A-2C46-B4D8-6111-C4AA2B069B27}"/>
                  </a:ext>
                </a:extLst>
              </p14:cNvPr>
              <p14:cNvContentPartPr/>
              <p14:nvPr/>
            </p14:nvContentPartPr>
            <p14:xfrm>
              <a:off x="1631126" y="5779149"/>
              <a:ext cx="41040" cy="87480"/>
            </p14:xfrm>
          </p:contentPart>
        </mc:Choice>
        <mc:Fallback xmlns="">
          <p:pic>
            <p:nvPicPr>
              <p:cNvPr id="551" name="Ink 550">
                <a:extLst>
                  <a:ext uri="{FF2B5EF4-FFF2-40B4-BE49-F238E27FC236}">
                    <a16:creationId xmlns:a16="http://schemas.microsoft.com/office/drawing/2014/main" id="{4774EB6A-2C46-B4D8-6111-C4AA2B069B27}"/>
                  </a:ext>
                </a:extLst>
              </p:cNvPr>
              <p:cNvPicPr/>
              <p:nvPr/>
            </p:nvPicPr>
            <p:blipFill>
              <a:blip r:embed="rId637"/>
              <a:stretch>
                <a:fillRect/>
              </a:stretch>
            </p:blipFill>
            <p:spPr>
              <a:xfrm>
                <a:off x="1625006" y="5773029"/>
                <a:ext cx="5328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8">
            <p14:nvContentPartPr>
              <p14:cNvPr id="552" name="Ink 551">
                <a:extLst>
                  <a:ext uri="{FF2B5EF4-FFF2-40B4-BE49-F238E27FC236}">
                    <a16:creationId xmlns:a16="http://schemas.microsoft.com/office/drawing/2014/main" id="{04DBD4B3-099D-7A26-F32E-A4669B3925F1}"/>
                  </a:ext>
                </a:extLst>
              </p14:cNvPr>
              <p14:cNvContentPartPr/>
              <p14:nvPr/>
            </p14:nvContentPartPr>
            <p14:xfrm>
              <a:off x="1646966" y="5671149"/>
              <a:ext cx="30600" cy="9360"/>
            </p14:xfrm>
          </p:contentPart>
        </mc:Choice>
        <mc:Fallback xmlns="">
          <p:pic>
            <p:nvPicPr>
              <p:cNvPr id="552" name="Ink 551">
                <a:extLst>
                  <a:ext uri="{FF2B5EF4-FFF2-40B4-BE49-F238E27FC236}">
                    <a16:creationId xmlns:a16="http://schemas.microsoft.com/office/drawing/2014/main" id="{04DBD4B3-099D-7A26-F32E-A4669B3925F1}"/>
                  </a:ext>
                </a:extLst>
              </p:cNvPr>
              <p:cNvPicPr/>
              <p:nvPr/>
            </p:nvPicPr>
            <p:blipFill>
              <a:blip r:embed="rId639"/>
              <a:stretch>
                <a:fillRect/>
              </a:stretch>
            </p:blipFill>
            <p:spPr>
              <a:xfrm>
                <a:off x="1640846" y="5665029"/>
                <a:ext cx="42840" cy="2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64" name="Group 563">
            <a:extLst>
              <a:ext uri="{FF2B5EF4-FFF2-40B4-BE49-F238E27FC236}">
                <a16:creationId xmlns:a16="http://schemas.microsoft.com/office/drawing/2014/main" id="{05F4A43D-000F-A92B-EA06-2FD2CF6EB2AC}"/>
              </a:ext>
            </a:extLst>
          </p:cNvPr>
          <p:cNvGrpSpPr/>
          <p:nvPr/>
        </p:nvGrpSpPr>
        <p:grpSpPr>
          <a:xfrm>
            <a:off x="1910486" y="5239869"/>
            <a:ext cx="2155680" cy="692640"/>
            <a:chOff x="1910486" y="5239869"/>
            <a:chExt cx="2155680" cy="69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7A68883A-4830-3862-F327-0096EB157555}"/>
                    </a:ext>
                  </a:extLst>
                </p14:cNvPr>
                <p14:cNvContentPartPr/>
                <p14:nvPr/>
              </p14:nvContentPartPr>
              <p14:xfrm>
                <a:off x="1910486" y="5699949"/>
                <a:ext cx="165240" cy="20880"/>
              </p14:xfrm>
            </p:contentPart>
          </mc:Choice>
          <mc:Fallback xmlns=""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7A68883A-4830-3862-F327-0096EB157555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1904366" y="5693829"/>
                  <a:ext cx="1774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C3AABD87-B02F-61CF-FE50-172D002CB08A}"/>
                    </a:ext>
                  </a:extLst>
                </p14:cNvPr>
                <p14:cNvContentPartPr/>
                <p14:nvPr/>
              </p14:nvContentPartPr>
              <p14:xfrm>
                <a:off x="2277326" y="5636949"/>
                <a:ext cx="317880" cy="160920"/>
              </p14:xfrm>
            </p:contentPart>
          </mc:Choice>
          <mc:Fallback xmlns=""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C3AABD87-B02F-61CF-FE50-172D002CB08A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2271206" y="5630829"/>
                  <a:ext cx="3301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3FDE0AB2-0202-BD1A-765D-46F180CC787E}"/>
                    </a:ext>
                  </a:extLst>
                </p14:cNvPr>
                <p14:cNvContentPartPr/>
                <p14:nvPr/>
              </p14:nvContentPartPr>
              <p14:xfrm>
                <a:off x="2670086" y="5557749"/>
                <a:ext cx="264960" cy="204120"/>
              </p14:xfrm>
            </p:contentPart>
          </mc:Choice>
          <mc:Fallback xmlns=""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3FDE0AB2-0202-BD1A-765D-46F180CC787E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2663966" y="5551629"/>
                  <a:ext cx="2772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B77D9852-E78C-F361-8248-637BEE970E84}"/>
                    </a:ext>
                  </a:extLst>
                </p14:cNvPr>
                <p14:cNvContentPartPr/>
                <p14:nvPr/>
              </p14:nvContentPartPr>
              <p14:xfrm>
                <a:off x="2940086" y="5555229"/>
                <a:ext cx="25560" cy="14760"/>
              </p14:xfrm>
            </p:contentPart>
          </mc:Choice>
          <mc:Fallback xmlns=""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B77D9852-E78C-F361-8248-637BEE970E84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2933966" y="5549109"/>
                  <a:ext cx="378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ECD62852-FC73-6CDA-074A-866B7F2E6A46}"/>
                    </a:ext>
                  </a:extLst>
                </p14:cNvPr>
                <p14:cNvContentPartPr/>
                <p14:nvPr/>
              </p14:nvContentPartPr>
              <p14:xfrm>
                <a:off x="3151046" y="5639109"/>
                <a:ext cx="153720" cy="25920"/>
              </p14:xfrm>
            </p:contentPart>
          </mc:Choice>
          <mc:Fallback xmlns=""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ECD62852-FC73-6CDA-074A-866B7F2E6A46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3144926" y="5632989"/>
                  <a:ext cx="1659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69904120-6420-FD19-DE88-8D2EB6355BB8}"/>
                    </a:ext>
                  </a:extLst>
                </p14:cNvPr>
                <p14:cNvContentPartPr/>
                <p14:nvPr/>
              </p14:nvContentPartPr>
              <p14:xfrm>
                <a:off x="3265886" y="5567109"/>
                <a:ext cx="30240" cy="9000"/>
              </p14:xfrm>
            </p:contentPart>
          </mc:Choice>
          <mc:Fallback xmlns=""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69904120-6420-FD19-DE88-8D2EB6355BB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259766" y="5560989"/>
                  <a:ext cx="424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F75E9FE8-6632-0ABB-0BA6-F94B2A60B86F}"/>
                    </a:ext>
                  </a:extLst>
                </p14:cNvPr>
                <p14:cNvContentPartPr/>
                <p14:nvPr/>
              </p14:nvContentPartPr>
              <p14:xfrm>
                <a:off x="3445886" y="5557749"/>
                <a:ext cx="131760" cy="221760"/>
              </p14:xfrm>
            </p:contentPart>
          </mc:Choice>
          <mc:Fallback xmlns=""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F75E9FE8-6632-0ABB-0BA6-F94B2A60B86F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3439766" y="5551629"/>
                  <a:ext cx="1440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9F39D74B-06FE-4965-92ED-FED1C68DF7F0}"/>
                    </a:ext>
                  </a:extLst>
                </p14:cNvPr>
                <p14:cNvContentPartPr/>
                <p14:nvPr/>
              </p14:nvContentPartPr>
              <p14:xfrm>
                <a:off x="3663326" y="5405829"/>
                <a:ext cx="162000" cy="526680"/>
              </p14:xfrm>
            </p:contentPart>
          </mc:Choice>
          <mc:Fallback xmlns=""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9F39D74B-06FE-4965-92ED-FED1C68DF7F0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3657206" y="5399709"/>
                  <a:ext cx="17424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563" name="Ink 562">
                  <a:extLst>
                    <a:ext uri="{FF2B5EF4-FFF2-40B4-BE49-F238E27FC236}">
                      <a16:creationId xmlns:a16="http://schemas.microsoft.com/office/drawing/2014/main" id="{A6CF1B93-F4A7-1F6F-0717-79C4C5A502C6}"/>
                    </a:ext>
                  </a:extLst>
                </p14:cNvPr>
                <p14:cNvContentPartPr/>
                <p14:nvPr/>
              </p14:nvContentPartPr>
              <p14:xfrm>
                <a:off x="3827126" y="5239869"/>
                <a:ext cx="239040" cy="211680"/>
              </p14:xfrm>
            </p:contentPart>
          </mc:Choice>
          <mc:Fallback xmlns="">
            <p:pic>
              <p:nvPicPr>
                <p:cNvPr id="563" name="Ink 562">
                  <a:extLst>
                    <a:ext uri="{FF2B5EF4-FFF2-40B4-BE49-F238E27FC236}">
                      <a16:creationId xmlns:a16="http://schemas.microsoft.com/office/drawing/2014/main" id="{A6CF1B93-F4A7-1F6F-0717-79C4C5A502C6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3821006" y="5233749"/>
                  <a:ext cx="25128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8" name="Group 567">
            <a:extLst>
              <a:ext uri="{FF2B5EF4-FFF2-40B4-BE49-F238E27FC236}">
                <a16:creationId xmlns:a16="http://schemas.microsoft.com/office/drawing/2014/main" id="{ADCD2B8C-1F84-7B00-3430-AD401DDDE952}"/>
              </a:ext>
            </a:extLst>
          </p:cNvPr>
          <p:cNvGrpSpPr/>
          <p:nvPr/>
        </p:nvGrpSpPr>
        <p:grpSpPr>
          <a:xfrm>
            <a:off x="589646" y="6069669"/>
            <a:ext cx="3018600" cy="476280"/>
            <a:chOff x="589646" y="6069669"/>
            <a:chExt cx="3018600" cy="47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565" name="Ink 564">
                  <a:extLst>
                    <a:ext uri="{FF2B5EF4-FFF2-40B4-BE49-F238E27FC236}">
                      <a16:creationId xmlns:a16="http://schemas.microsoft.com/office/drawing/2014/main" id="{06C07F4A-BF1D-F2F4-52C5-D54131B38C18}"/>
                    </a:ext>
                  </a:extLst>
                </p14:cNvPr>
                <p14:cNvContentPartPr/>
                <p14:nvPr/>
              </p14:nvContentPartPr>
              <p14:xfrm>
                <a:off x="589646" y="6069669"/>
                <a:ext cx="3018600" cy="87480"/>
              </p14:xfrm>
            </p:contentPart>
          </mc:Choice>
          <mc:Fallback xmlns="">
            <p:pic>
              <p:nvPicPr>
                <p:cNvPr id="565" name="Ink 564">
                  <a:extLst>
                    <a:ext uri="{FF2B5EF4-FFF2-40B4-BE49-F238E27FC236}">
                      <a16:creationId xmlns:a16="http://schemas.microsoft.com/office/drawing/2014/main" id="{06C07F4A-BF1D-F2F4-52C5-D54131B38C18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583526" y="6063549"/>
                  <a:ext cx="30308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575C37E7-E07A-8C82-B6E0-E18BE09D67B1}"/>
                    </a:ext>
                  </a:extLst>
                </p14:cNvPr>
                <p14:cNvContentPartPr/>
                <p14:nvPr/>
              </p14:nvContentPartPr>
              <p14:xfrm>
                <a:off x="1593326" y="6189909"/>
                <a:ext cx="220680" cy="356040"/>
              </p14:xfrm>
            </p:contentPart>
          </mc:Choice>
          <mc:Fallback xmlns=""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575C37E7-E07A-8C82-B6E0-E18BE09D67B1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1587206" y="6183789"/>
                  <a:ext cx="23292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1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7973A649-3E5D-97E1-35BA-1D79BCB81567}"/>
                    </a:ext>
                  </a:extLst>
                </p14:cNvPr>
                <p14:cNvContentPartPr/>
                <p14:nvPr/>
              </p14:nvContentPartPr>
              <p14:xfrm>
                <a:off x="1968446" y="6235629"/>
                <a:ext cx="141480" cy="308160"/>
              </p14:xfrm>
            </p:contentPart>
          </mc:Choice>
          <mc:Fallback xmlns=""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7973A649-3E5D-97E1-35BA-1D79BCB81567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1962326" y="6229509"/>
                  <a:ext cx="153720" cy="32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1" name="Group 570">
            <a:extLst>
              <a:ext uri="{FF2B5EF4-FFF2-40B4-BE49-F238E27FC236}">
                <a16:creationId xmlns:a16="http://schemas.microsoft.com/office/drawing/2014/main" id="{0FAC69B0-EDA1-7C46-2155-BC62DD0DD09A}"/>
              </a:ext>
            </a:extLst>
          </p:cNvPr>
          <p:cNvGrpSpPr/>
          <p:nvPr/>
        </p:nvGrpSpPr>
        <p:grpSpPr>
          <a:xfrm>
            <a:off x="4226366" y="5932509"/>
            <a:ext cx="199440" cy="164160"/>
            <a:chOff x="4226366" y="5932509"/>
            <a:chExt cx="199440" cy="16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3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28F072C8-7080-F7EF-2FDC-491665C8D3C3}"/>
                    </a:ext>
                  </a:extLst>
                </p14:cNvPr>
                <p14:cNvContentPartPr/>
                <p14:nvPr/>
              </p14:nvContentPartPr>
              <p14:xfrm>
                <a:off x="4262366" y="5932509"/>
                <a:ext cx="163440" cy="48960"/>
              </p14:xfrm>
            </p:contentPart>
          </mc:Choice>
          <mc:Fallback xmlns=""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28F072C8-7080-F7EF-2FDC-491665C8D3C3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4256246" y="5926389"/>
                  <a:ext cx="1756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5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0640CF88-A818-FA53-B36E-D7C951A58CD3}"/>
                    </a:ext>
                  </a:extLst>
                </p14:cNvPr>
                <p14:cNvContentPartPr/>
                <p14:nvPr/>
              </p14:nvContentPartPr>
              <p14:xfrm>
                <a:off x="4226366" y="6059229"/>
                <a:ext cx="170640" cy="37440"/>
              </p14:xfrm>
            </p:contentPart>
          </mc:Choice>
          <mc:Fallback xmlns=""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0640CF88-A818-FA53-B36E-D7C951A58CD3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4220246" y="6053109"/>
                  <a:ext cx="182880" cy="4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7">
            <p14:nvContentPartPr>
              <p14:cNvPr id="576" name="Ink 575">
                <a:extLst>
                  <a:ext uri="{FF2B5EF4-FFF2-40B4-BE49-F238E27FC236}">
                    <a16:creationId xmlns:a16="http://schemas.microsoft.com/office/drawing/2014/main" id="{E91D753D-EE63-4F3A-9D56-4C514D934392}"/>
                  </a:ext>
                </a:extLst>
              </p14:cNvPr>
              <p14:cNvContentPartPr/>
              <p14:nvPr/>
            </p14:nvContentPartPr>
            <p14:xfrm>
              <a:off x="4625606" y="5367309"/>
              <a:ext cx="124200" cy="41400"/>
            </p14:xfrm>
          </p:contentPart>
        </mc:Choice>
        <mc:Fallback xmlns="">
          <p:pic>
            <p:nvPicPr>
              <p:cNvPr id="576" name="Ink 575">
                <a:extLst>
                  <a:ext uri="{FF2B5EF4-FFF2-40B4-BE49-F238E27FC236}">
                    <a16:creationId xmlns:a16="http://schemas.microsoft.com/office/drawing/2014/main" id="{E91D753D-EE63-4F3A-9D56-4C514D934392}"/>
                  </a:ext>
                </a:extLst>
              </p:cNvPr>
              <p:cNvPicPr/>
              <p:nvPr/>
            </p:nvPicPr>
            <p:blipFill>
              <a:blip r:embed="rId668"/>
              <a:stretch>
                <a:fillRect/>
              </a:stretch>
            </p:blipFill>
            <p:spPr>
              <a:xfrm>
                <a:off x="4619486" y="5361189"/>
                <a:ext cx="136440" cy="5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96" name="Group 595">
            <a:extLst>
              <a:ext uri="{FF2B5EF4-FFF2-40B4-BE49-F238E27FC236}">
                <a16:creationId xmlns:a16="http://schemas.microsoft.com/office/drawing/2014/main" id="{8C43B541-3A05-E23F-3309-B4CC0F211696}"/>
              </a:ext>
            </a:extLst>
          </p:cNvPr>
          <p:cNvGrpSpPr/>
          <p:nvPr/>
        </p:nvGrpSpPr>
        <p:grpSpPr>
          <a:xfrm>
            <a:off x="7441166" y="5206389"/>
            <a:ext cx="885960" cy="618840"/>
            <a:chOff x="7441166" y="5206389"/>
            <a:chExt cx="885960" cy="61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9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7B2CDAFD-823B-0AD1-E591-11B897EF3B1B}"/>
                    </a:ext>
                  </a:extLst>
                </p14:cNvPr>
                <p14:cNvContentPartPr/>
                <p14:nvPr/>
              </p14:nvContentPartPr>
              <p14:xfrm>
                <a:off x="7483286" y="5355069"/>
                <a:ext cx="197640" cy="34920"/>
              </p14:xfrm>
            </p:contentPart>
          </mc:Choice>
          <mc:Fallback xmlns=""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7B2CDAFD-823B-0AD1-E591-11B897EF3B1B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7477166" y="5348949"/>
                  <a:ext cx="2098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1">
              <p14:nvContentPartPr>
                <p14:cNvPr id="583" name="Ink 582">
                  <a:extLst>
                    <a:ext uri="{FF2B5EF4-FFF2-40B4-BE49-F238E27FC236}">
                      <a16:creationId xmlns:a16="http://schemas.microsoft.com/office/drawing/2014/main" id="{CE7EBEC9-18D5-7B24-0E76-D28E176A33E4}"/>
                    </a:ext>
                  </a:extLst>
                </p14:cNvPr>
                <p14:cNvContentPartPr/>
                <p14:nvPr/>
              </p14:nvContentPartPr>
              <p14:xfrm>
                <a:off x="7496606" y="5390349"/>
                <a:ext cx="237600" cy="204840"/>
              </p14:xfrm>
            </p:contentPart>
          </mc:Choice>
          <mc:Fallback xmlns="">
            <p:pic>
              <p:nvPicPr>
                <p:cNvPr id="583" name="Ink 582">
                  <a:extLst>
                    <a:ext uri="{FF2B5EF4-FFF2-40B4-BE49-F238E27FC236}">
                      <a16:creationId xmlns:a16="http://schemas.microsoft.com/office/drawing/2014/main" id="{CE7EBEC9-18D5-7B24-0E76-D28E176A33E4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7490486" y="5384229"/>
                  <a:ext cx="2498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3">
              <p14:nvContentPartPr>
                <p14:cNvPr id="584" name="Ink 583">
                  <a:extLst>
                    <a:ext uri="{FF2B5EF4-FFF2-40B4-BE49-F238E27FC236}">
                      <a16:creationId xmlns:a16="http://schemas.microsoft.com/office/drawing/2014/main" id="{53F9AB0C-7FC2-9113-CA7C-EB777D80214C}"/>
                    </a:ext>
                  </a:extLst>
                </p14:cNvPr>
                <p14:cNvContentPartPr/>
                <p14:nvPr/>
              </p14:nvContentPartPr>
              <p14:xfrm>
                <a:off x="7880726" y="5406909"/>
                <a:ext cx="230760" cy="291960"/>
              </p14:xfrm>
            </p:contentPart>
          </mc:Choice>
          <mc:Fallback xmlns="">
            <p:pic>
              <p:nvPicPr>
                <p:cNvPr id="584" name="Ink 583">
                  <a:extLst>
                    <a:ext uri="{FF2B5EF4-FFF2-40B4-BE49-F238E27FC236}">
                      <a16:creationId xmlns:a16="http://schemas.microsoft.com/office/drawing/2014/main" id="{53F9AB0C-7FC2-9113-CA7C-EB777D80214C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7874606" y="5400789"/>
                  <a:ext cx="24300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5">
              <p14:nvContentPartPr>
                <p14:cNvPr id="585" name="Ink 584">
                  <a:extLst>
                    <a:ext uri="{FF2B5EF4-FFF2-40B4-BE49-F238E27FC236}">
                      <a16:creationId xmlns:a16="http://schemas.microsoft.com/office/drawing/2014/main" id="{5D32FBC5-516B-3D97-BEA9-AF163556DCA2}"/>
                    </a:ext>
                  </a:extLst>
                </p14:cNvPr>
                <p14:cNvContentPartPr/>
                <p14:nvPr/>
              </p14:nvContentPartPr>
              <p14:xfrm>
                <a:off x="8250446" y="5607069"/>
                <a:ext cx="14400" cy="56880"/>
              </p14:xfrm>
            </p:contentPart>
          </mc:Choice>
          <mc:Fallback xmlns="">
            <p:pic>
              <p:nvPicPr>
                <p:cNvPr id="585" name="Ink 584">
                  <a:extLst>
                    <a:ext uri="{FF2B5EF4-FFF2-40B4-BE49-F238E27FC236}">
                      <a16:creationId xmlns:a16="http://schemas.microsoft.com/office/drawing/2014/main" id="{5D32FBC5-516B-3D97-BEA9-AF163556DCA2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8244326" y="5600949"/>
                  <a:ext cx="266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7">
              <p14:nvContentPartPr>
                <p14:cNvPr id="586" name="Ink 585">
                  <a:extLst>
                    <a:ext uri="{FF2B5EF4-FFF2-40B4-BE49-F238E27FC236}">
                      <a16:creationId xmlns:a16="http://schemas.microsoft.com/office/drawing/2014/main" id="{2A7D9440-86DB-C3D4-5C75-B89269BDCF69}"/>
                    </a:ext>
                  </a:extLst>
                </p14:cNvPr>
                <p14:cNvContentPartPr/>
                <p14:nvPr/>
              </p14:nvContentPartPr>
              <p14:xfrm>
                <a:off x="8296166" y="5497629"/>
                <a:ext cx="30960" cy="18000"/>
              </p14:xfrm>
            </p:contentPart>
          </mc:Choice>
          <mc:Fallback xmlns="">
            <p:pic>
              <p:nvPicPr>
                <p:cNvPr id="586" name="Ink 585">
                  <a:extLst>
                    <a:ext uri="{FF2B5EF4-FFF2-40B4-BE49-F238E27FC236}">
                      <a16:creationId xmlns:a16="http://schemas.microsoft.com/office/drawing/2014/main" id="{2A7D9440-86DB-C3D4-5C75-B89269BDCF69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8290046" y="5491509"/>
                  <a:ext cx="432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9">
              <p14:nvContentPartPr>
                <p14:cNvPr id="588" name="Ink 587">
                  <a:extLst>
                    <a:ext uri="{FF2B5EF4-FFF2-40B4-BE49-F238E27FC236}">
                      <a16:creationId xmlns:a16="http://schemas.microsoft.com/office/drawing/2014/main" id="{518AEED3-4544-6DBD-1F7D-B90CB32E6447}"/>
                    </a:ext>
                  </a:extLst>
                </p14:cNvPr>
                <p14:cNvContentPartPr/>
                <p14:nvPr/>
              </p14:nvContentPartPr>
              <p14:xfrm>
                <a:off x="7441166" y="5730909"/>
                <a:ext cx="33120" cy="72720"/>
              </p14:xfrm>
            </p:contentPart>
          </mc:Choice>
          <mc:Fallback xmlns="">
            <p:pic>
              <p:nvPicPr>
                <p:cNvPr id="588" name="Ink 587">
                  <a:extLst>
                    <a:ext uri="{FF2B5EF4-FFF2-40B4-BE49-F238E27FC236}">
                      <a16:creationId xmlns:a16="http://schemas.microsoft.com/office/drawing/2014/main" id="{518AEED3-4544-6DBD-1F7D-B90CB32E6447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7435046" y="5724789"/>
                  <a:ext cx="453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1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64C0385F-A7E6-E273-CA44-2D57F4CFFAF0}"/>
                    </a:ext>
                  </a:extLst>
                </p14:cNvPr>
                <p14:cNvContentPartPr/>
                <p14:nvPr/>
              </p14:nvContentPartPr>
              <p14:xfrm>
                <a:off x="7473926" y="5644149"/>
                <a:ext cx="9000" cy="4320"/>
              </p14:xfrm>
            </p:contentPart>
          </mc:Choice>
          <mc:Fallback xmlns=""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64C0385F-A7E6-E273-CA44-2D57F4CFFAF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467806" y="5638029"/>
                  <a:ext cx="2124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B4F72F8D-7F5C-9370-C625-395B0ADBFEE1}"/>
                    </a:ext>
                  </a:extLst>
                </p14:cNvPr>
                <p14:cNvContentPartPr/>
                <p14:nvPr/>
              </p14:nvContentPartPr>
              <p14:xfrm>
                <a:off x="7550246" y="5765829"/>
                <a:ext cx="55080" cy="15120"/>
              </p14:xfrm>
            </p:contentPart>
          </mc:Choice>
          <mc:Fallback xmlns=""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B4F72F8D-7F5C-9370-C625-395B0ADBFEE1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7544126" y="5759709"/>
                  <a:ext cx="673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53ACBDC0-1007-6327-C9DF-732E1AC3E60F}"/>
                    </a:ext>
                  </a:extLst>
                </p14:cNvPr>
                <p14:cNvContentPartPr/>
                <p14:nvPr/>
              </p14:nvContentPartPr>
              <p14:xfrm>
                <a:off x="7552046" y="5816229"/>
                <a:ext cx="50760" cy="9000"/>
              </p14:xfrm>
            </p:contentPart>
          </mc:Choice>
          <mc:Fallback xmlns=""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53ACBDC0-1007-6327-C9DF-732E1AC3E60F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7545926" y="5809749"/>
                  <a:ext cx="63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B9504423-2080-1D79-3499-3748E113CBCF}"/>
                    </a:ext>
                  </a:extLst>
                </p14:cNvPr>
                <p14:cNvContentPartPr/>
                <p14:nvPr/>
              </p14:nvContentPartPr>
              <p14:xfrm>
                <a:off x="7754366" y="5702469"/>
                <a:ext cx="19440" cy="75960"/>
              </p14:xfrm>
            </p:contentPart>
          </mc:Choice>
          <mc:Fallback xmlns=""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B9504423-2080-1D79-3499-3748E113CBCF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7748246" y="5696349"/>
                  <a:ext cx="316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8C8EE56B-24C3-5E42-2578-7A93A38006A2}"/>
                    </a:ext>
                  </a:extLst>
                </p14:cNvPr>
                <p14:cNvContentPartPr/>
                <p14:nvPr/>
              </p14:nvContentPartPr>
              <p14:xfrm>
                <a:off x="7531886" y="5206389"/>
                <a:ext cx="205200" cy="99360"/>
              </p14:xfrm>
            </p:contentPart>
          </mc:Choice>
          <mc:Fallback xmlns=""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8C8EE56B-24C3-5E42-2578-7A93A38006A2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7525766" y="5200269"/>
                  <a:ext cx="2174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DCE023ED-5AE6-7AE1-EF73-8A70EACF499C}"/>
                    </a:ext>
                  </a:extLst>
                </p14:cNvPr>
                <p14:cNvContentPartPr/>
                <p14:nvPr/>
              </p14:nvContentPartPr>
              <p14:xfrm>
                <a:off x="7921406" y="5263269"/>
                <a:ext cx="277200" cy="488160"/>
              </p14:xfrm>
            </p:contentPart>
          </mc:Choice>
          <mc:Fallback xmlns=""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DCE023ED-5AE6-7AE1-EF73-8A70EACF499C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7915286" y="5257149"/>
                  <a:ext cx="289440" cy="50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4" name="Group 613">
            <a:extLst>
              <a:ext uri="{FF2B5EF4-FFF2-40B4-BE49-F238E27FC236}">
                <a16:creationId xmlns:a16="http://schemas.microsoft.com/office/drawing/2014/main" id="{5A18FA0A-9D34-75CD-FE0A-A5D3183D88E5}"/>
              </a:ext>
            </a:extLst>
          </p:cNvPr>
          <p:cNvGrpSpPr/>
          <p:nvPr/>
        </p:nvGrpSpPr>
        <p:grpSpPr>
          <a:xfrm>
            <a:off x="8473646" y="5477469"/>
            <a:ext cx="1194120" cy="244440"/>
            <a:chOff x="8473646" y="5477469"/>
            <a:chExt cx="1194120" cy="24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E08F17C0-C1D4-4F7C-264D-5F98815C5BD8}"/>
                    </a:ext>
                  </a:extLst>
                </p14:cNvPr>
                <p14:cNvContentPartPr/>
                <p14:nvPr/>
              </p14:nvContentPartPr>
              <p14:xfrm>
                <a:off x="8473646" y="5548749"/>
                <a:ext cx="158040" cy="25920"/>
              </p14:xfrm>
            </p:contentPart>
          </mc:Choice>
          <mc:Fallback xmlns=""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E08F17C0-C1D4-4F7C-264D-5F98815C5BD8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8467526" y="5542629"/>
                  <a:ext cx="1702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D13744A9-55CC-0D8F-7353-6ECF73718D80}"/>
                    </a:ext>
                  </a:extLst>
                </p14:cNvPr>
                <p14:cNvContentPartPr/>
                <p14:nvPr/>
              </p14:nvContentPartPr>
              <p14:xfrm>
                <a:off x="8803046" y="5477469"/>
                <a:ext cx="407520" cy="155160"/>
              </p14:xfrm>
            </p:contentPart>
          </mc:Choice>
          <mc:Fallback xmlns=""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D13744A9-55CC-0D8F-7353-6ECF73718D80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8796926" y="5471349"/>
                  <a:ext cx="4197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599" name="Ink 598">
                  <a:extLst>
                    <a:ext uri="{FF2B5EF4-FFF2-40B4-BE49-F238E27FC236}">
                      <a16:creationId xmlns:a16="http://schemas.microsoft.com/office/drawing/2014/main" id="{633523DE-EC4C-8802-385D-CC642C77EC3E}"/>
                    </a:ext>
                  </a:extLst>
                </p14:cNvPr>
                <p14:cNvContentPartPr/>
                <p14:nvPr/>
              </p14:nvContentPartPr>
              <p14:xfrm>
                <a:off x="9325766" y="5485389"/>
                <a:ext cx="186480" cy="203760"/>
              </p14:xfrm>
            </p:contentPart>
          </mc:Choice>
          <mc:Fallback xmlns="">
            <p:pic>
              <p:nvPicPr>
                <p:cNvPr id="599" name="Ink 598">
                  <a:extLst>
                    <a:ext uri="{FF2B5EF4-FFF2-40B4-BE49-F238E27FC236}">
                      <a16:creationId xmlns:a16="http://schemas.microsoft.com/office/drawing/2014/main" id="{633523DE-EC4C-8802-385D-CC642C77EC3E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9319646" y="5479269"/>
                  <a:ext cx="1987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6ED622B8-A40C-B323-4AB9-489C970FBCDE}"/>
                    </a:ext>
                  </a:extLst>
                </p14:cNvPr>
                <p14:cNvContentPartPr/>
                <p14:nvPr/>
              </p14:nvContentPartPr>
              <p14:xfrm>
                <a:off x="9586046" y="5632629"/>
                <a:ext cx="66240" cy="89280"/>
              </p14:xfrm>
            </p:contentPart>
          </mc:Choice>
          <mc:Fallback xmlns=""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6ED622B8-A40C-B323-4AB9-489C970FBCDE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9579926" y="5626509"/>
                  <a:ext cx="784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A24602B0-7D82-A8DD-EF59-ABEBBF852C1C}"/>
                    </a:ext>
                  </a:extLst>
                </p14:cNvPr>
                <p14:cNvContentPartPr/>
                <p14:nvPr/>
              </p14:nvContentPartPr>
              <p14:xfrm>
                <a:off x="9654446" y="5543349"/>
                <a:ext cx="13320" cy="34560"/>
              </p14:xfrm>
            </p:contentPart>
          </mc:Choice>
          <mc:Fallback xmlns=""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A24602B0-7D82-A8DD-EF59-ABEBBF852C1C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9648326" y="5537229"/>
                  <a:ext cx="2556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3" name="Group 612">
            <a:extLst>
              <a:ext uri="{FF2B5EF4-FFF2-40B4-BE49-F238E27FC236}">
                <a16:creationId xmlns:a16="http://schemas.microsoft.com/office/drawing/2014/main" id="{09DC6D8A-5D29-D125-9645-884BA701D4C3}"/>
              </a:ext>
            </a:extLst>
          </p:cNvPr>
          <p:cNvGrpSpPr/>
          <p:nvPr/>
        </p:nvGrpSpPr>
        <p:grpSpPr>
          <a:xfrm>
            <a:off x="9863606" y="5411229"/>
            <a:ext cx="1296720" cy="406080"/>
            <a:chOff x="9863606" y="5411229"/>
            <a:chExt cx="1296720" cy="40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228020D3-7721-74A8-7376-3E37D29654F9}"/>
                    </a:ext>
                  </a:extLst>
                </p14:cNvPr>
                <p14:cNvContentPartPr/>
                <p14:nvPr/>
              </p14:nvContentPartPr>
              <p14:xfrm>
                <a:off x="9863606" y="5572869"/>
                <a:ext cx="140760" cy="14760"/>
              </p14:xfrm>
            </p:contentPart>
          </mc:Choice>
          <mc:Fallback xmlns=""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228020D3-7721-74A8-7376-3E37D29654F9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9857486" y="5566749"/>
                  <a:ext cx="1530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641DACD7-E936-4435-BDC7-B4F7672FC9D9}"/>
                    </a:ext>
                  </a:extLst>
                </p14:cNvPr>
                <p14:cNvContentPartPr/>
                <p14:nvPr/>
              </p14:nvContentPartPr>
              <p14:xfrm>
                <a:off x="10136846" y="5411229"/>
                <a:ext cx="194400" cy="248040"/>
              </p14:xfrm>
            </p:contentPart>
          </mc:Choice>
          <mc:Fallback xmlns=""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641DACD7-E936-4435-BDC7-B4F7672FC9D9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10130726" y="5405109"/>
                  <a:ext cx="2066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DBE546D3-1CD0-B6F4-122F-6273FA193AC3}"/>
                    </a:ext>
                  </a:extLst>
                </p14:cNvPr>
                <p14:cNvContentPartPr/>
                <p14:nvPr/>
              </p14:nvContentPartPr>
              <p14:xfrm>
                <a:off x="10329446" y="5413389"/>
                <a:ext cx="153720" cy="369000"/>
              </p14:xfrm>
            </p:contentPart>
          </mc:Choice>
          <mc:Fallback xmlns=""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DBE546D3-1CD0-B6F4-122F-6273FA193AC3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10323326" y="5407269"/>
                  <a:ext cx="16596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E8EB97D1-F3DD-2046-0283-D9E3C504276D}"/>
                    </a:ext>
                  </a:extLst>
                </p14:cNvPr>
                <p14:cNvContentPartPr/>
                <p14:nvPr/>
              </p14:nvContentPartPr>
              <p14:xfrm>
                <a:off x="10583246" y="5425269"/>
                <a:ext cx="140040" cy="383760"/>
              </p14:xfrm>
            </p:contentPart>
          </mc:Choice>
          <mc:Fallback xmlns=""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E8EB97D1-F3DD-2046-0283-D9E3C504276D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10577126" y="5419149"/>
                  <a:ext cx="15228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B060D938-7216-8EEA-14CD-C831802016A7}"/>
                    </a:ext>
                  </a:extLst>
                </p14:cNvPr>
                <p14:cNvContentPartPr/>
                <p14:nvPr/>
              </p14:nvContentPartPr>
              <p14:xfrm>
                <a:off x="10754606" y="5491149"/>
                <a:ext cx="214920" cy="246960"/>
              </p14:xfrm>
            </p:contentPart>
          </mc:Choice>
          <mc:Fallback xmlns=""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B060D938-7216-8EEA-14CD-C831802016A7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10748486" y="5485029"/>
                  <a:ext cx="2271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607" name="Ink 606">
                  <a:extLst>
                    <a:ext uri="{FF2B5EF4-FFF2-40B4-BE49-F238E27FC236}">
                      <a16:creationId xmlns:a16="http://schemas.microsoft.com/office/drawing/2014/main" id="{A2CAAEF1-50D3-0865-F5A8-230EFEDC7317}"/>
                    </a:ext>
                  </a:extLst>
                </p14:cNvPr>
                <p14:cNvContentPartPr/>
                <p14:nvPr/>
              </p14:nvContentPartPr>
              <p14:xfrm>
                <a:off x="10992566" y="5600229"/>
                <a:ext cx="24120" cy="22680"/>
              </p14:xfrm>
            </p:contentPart>
          </mc:Choice>
          <mc:Fallback xmlns="">
            <p:pic>
              <p:nvPicPr>
                <p:cNvPr id="607" name="Ink 606">
                  <a:extLst>
                    <a:ext uri="{FF2B5EF4-FFF2-40B4-BE49-F238E27FC236}">
                      <a16:creationId xmlns:a16="http://schemas.microsoft.com/office/drawing/2014/main" id="{A2CAAEF1-50D3-0865-F5A8-230EFEDC7317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10986446" y="5594109"/>
                  <a:ext cx="363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076D6BED-1C30-A40F-E54A-8FF8A3D347F1}"/>
                    </a:ext>
                  </a:extLst>
                </p14:cNvPr>
                <p14:cNvContentPartPr/>
                <p14:nvPr/>
              </p14:nvContentPartPr>
              <p14:xfrm>
                <a:off x="11041886" y="5449029"/>
                <a:ext cx="118440" cy="368280"/>
              </p14:xfrm>
            </p:contentPart>
          </mc:Choice>
          <mc:Fallback xmlns=""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076D6BED-1C30-A40F-E54A-8FF8A3D347F1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11035766" y="5442909"/>
                  <a:ext cx="130680" cy="38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2" name="Group 611">
            <a:extLst>
              <a:ext uri="{FF2B5EF4-FFF2-40B4-BE49-F238E27FC236}">
                <a16:creationId xmlns:a16="http://schemas.microsoft.com/office/drawing/2014/main" id="{ED6A809C-E985-992F-01C3-26BECF49054D}"/>
              </a:ext>
            </a:extLst>
          </p:cNvPr>
          <p:cNvGrpSpPr/>
          <p:nvPr/>
        </p:nvGrpSpPr>
        <p:grpSpPr>
          <a:xfrm>
            <a:off x="11339606" y="5490429"/>
            <a:ext cx="559440" cy="274680"/>
            <a:chOff x="11339606" y="5490429"/>
            <a:chExt cx="559440" cy="27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7F4F3C33-722A-93FA-16D2-45D65F4D7F71}"/>
                    </a:ext>
                  </a:extLst>
                </p14:cNvPr>
                <p14:cNvContentPartPr/>
                <p14:nvPr/>
              </p14:nvContentPartPr>
              <p14:xfrm>
                <a:off x="11371286" y="5581149"/>
                <a:ext cx="118080" cy="34200"/>
              </p14:xfrm>
            </p:contentPart>
          </mc:Choice>
          <mc:Fallback xmlns=""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7F4F3C33-722A-93FA-16D2-45D65F4D7F71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11365166" y="5575029"/>
                  <a:ext cx="1303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D9D80CB6-3DCA-A170-3529-68223D4ED3CA}"/>
                    </a:ext>
                  </a:extLst>
                </p14:cNvPr>
                <p14:cNvContentPartPr/>
                <p14:nvPr/>
              </p14:nvContentPartPr>
              <p14:xfrm>
                <a:off x="11339606" y="5689149"/>
                <a:ext cx="135720" cy="20880"/>
              </p14:xfrm>
            </p:contentPart>
          </mc:Choice>
          <mc:Fallback xmlns=""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D9D80CB6-3DCA-A170-3529-68223D4ED3CA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11333486" y="5683029"/>
                  <a:ext cx="147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20B35F29-CCF9-D450-B621-4567CE23544C}"/>
                    </a:ext>
                  </a:extLst>
                </p14:cNvPr>
                <p14:cNvContentPartPr/>
                <p14:nvPr/>
              </p14:nvContentPartPr>
              <p14:xfrm>
                <a:off x="11609246" y="5490429"/>
                <a:ext cx="289800" cy="274680"/>
              </p14:xfrm>
            </p:contentPart>
          </mc:Choice>
          <mc:Fallback xmlns=""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20B35F29-CCF9-D450-B621-4567CE23544C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11603126" y="5484309"/>
                  <a:ext cx="302040" cy="28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6" name="Group 615">
            <a:extLst>
              <a:ext uri="{FF2B5EF4-FFF2-40B4-BE49-F238E27FC236}">
                <a16:creationId xmlns:a16="http://schemas.microsoft.com/office/drawing/2014/main" id="{D8143F2D-39B1-0BAF-59C4-C304C08F1C58}"/>
              </a:ext>
            </a:extLst>
          </p:cNvPr>
          <p:cNvGrpSpPr/>
          <p:nvPr/>
        </p:nvGrpSpPr>
        <p:grpSpPr>
          <a:xfrm>
            <a:off x="6936806" y="5280189"/>
            <a:ext cx="263160" cy="357840"/>
            <a:chOff x="6936806" y="5280189"/>
            <a:chExt cx="263160" cy="35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5E706C8E-880E-831F-D123-C7DFFE399E65}"/>
                    </a:ext>
                  </a:extLst>
                </p14:cNvPr>
                <p14:cNvContentPartPr/>
                <p14:nvPr/>
              </p14:nvContentPartPr>
              <p14:xfrm>
                <a:off x="6978926" y="5422389"/>
                <a:ext cx="2160" cy="24120"/>
              </p14:xfrm>
            </p:contentPart>
          </mc:Choice>
          <mc:Fallback xmlns=""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5E706C8E-880E-831F-D123-C7DFFE399E65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6972806" y="5416269"/>
                  <a:ext cx="144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3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3D08FCF9-45A0-0AE6-1B0A-5EA9F6643F5B}"/>
                    </a:ext>
                  </a:extLst>
                </p14:cNvPr>
                <p14:cNvContentPartPr/>
                <p14:nvPr/>
              </p14:nvContentPartPr>
              <p14:xfrm>
                <a:off x="6936806" y="5418789"/>
                <a:ext cx="204480" cy="8280"/>
              </p14:xfrm>
            </p:contentPart>
          </mc:Choice>
          <mc:Fallback xmlns=""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3D08FCF9-45A0-0AE6-1B0A-5EA9F6643F5B}"/>
                    </a:ext>
                  </a:extLst>
                </p:cNvPr>
                <p:cNvPicPr/>
                <p:nvPr/>
              </p:nvPicPr>
              <p:blipFill>
                <a:blip r:embed="rId724"/>
                <a:stretch>
                  <a:fillRect/>
                </a:stretch>
              </p:blipFill>
              <p:spPr>
                <a:xfrm>
                  <a:off x="6930686" y="5412669"/>
                  <a:ext cx="2167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5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696AD587-4923-0D8B-1D32-6402329B961E}"/>
                    </a:ext>
                  </a:extLst>
                </p14:cNvPr>
                <p14:cNvContentPartPr/>
                <p14:nvPr/>
              </p14:nvContentPartPr>
              <p14:xfrm>
                <a:off x="6974246" y="5519949"/>
                <a:ext cx="160920" cy="23040"/>
              </p14:xfrm>
            </p:contentPart>
          </mc:Choice>
          <mc:Fallback xmlns=""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696AD587-4923-0D8B-1D32-6402329B961E}"/>
                    </a:ext>
                  </a:extLst>
                </p:cNvPr>
                <p:cNvPicPr/>
                <p:nvPr/>
              </p:nvPicPr>
              <p:blipFill>
                <a:blip r:embed="rId726"/>
                <a:stretch>
                  <a:fillRect/>
                </a:stretch>
              </p:blipFill>
              <p:spPr>
                <a:xfrm>
                  <a:off x="6968126" y="5513829"/>
                  <a:ext cx="1731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7">
              <p14:nvContentPartPr>
                <p14:cNvPr id="615" name="Ink 614">
                  <a:extLst>
                    <a:ext uri="{FF2B5EF4-FFF2-40B4-BE49-F238E27FC236}">
                      <a16:creationId xmlns:a16="http://schemas.microsoft.com/office/drawing/2014/main" id="{AD76099E-F4FE-2D91-9F69-402D7D4B0706}"/>
                    </a:ext>
                  </a:extLst>
                </p14:cNvPr>
                <p14:cNvContentPartPr/>
                <p14:nvPr/>
              </p14:nvContentPartPr>
              <p14:xfrm>
                <a:off x="6955166" y="5280189"/>
                <a:ext cx="244800" cy="357840"/>
              </p14:xfrm>
            </p:contentPart>
          </mc:Choice>
          <mc:Fallback xmlns="">
            <p:pic>
              <p:nvPicPr>
                <p:cNvPr id="615" name="Ink 614">
                  <a:extLst>
                    <a:ext uri="{FF2B5EF4-FFF2-40B4-BE49-F238E27FC236}">
                      <a16:creationId xmlns:a16="http://schemas.microsoft.com/office/drawing/2014/main" id="{AD76099E-F4FE-2D91-9F69-402D7D4B0706}"/>
                    </a:ext>
                  </a:extLst>
                </p:cNvPr>
                <p:cNvPicPr/>
                <p:nvPr/>
              </p:nvPicPr>
              <p:blipFill>
                <a:blip r:embed="rId728"/>
                <a:stretch>
                  <a:fillRect/>
                </a:stretch>
              </p:blipFill>
              <p:spPr>
                <a:xfrm>
                  <a:off x="6949046" y="5274069"/>
                  <a:ext cx="257040" cy="37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5" name="Group 634">
            <a:extLst>
              <a:ext uri="{FF2B5EF4-FFF2-40B4-BE49-F238E27FC236}">
                <a16:creationId xmlns:a16="http://schemas.microsoft.com/office/drawing/2014/main" id="{35ACEF28-F05E-E80A-B3A4-6A7132716462}"/>
              </a:ext>
            </a:extLst>
          </p:cNvPr>
          <p:cNvGrpSpPr/>
          <p:nvPr/>
        </p:nvGrpSpPr>
        <p:grpSpPr>
          <a:xfrm>
            <a:off x="4906406" y="5586189"/>
            <a:ext cx="1445040" cy="700920"/>
            <a:chOff x="4906406" y="5586189"/>
            <a:chExt cx="1445040" cy="70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9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91892B91-0BB3-116D-5F1E-21F39845474C}"/>
                    </a:ext>
                  </a:extLst>
                </p14:cNvPr>
                <p14:cNvContentPartPr/>
                <p14:nvPr/>
              </p14:nvContentPartPr>
              <p14:xfrm>
                <a:off x="4906406" y="5717949"/>
                <a:ext cx="280440" cy="338400"/>
              </p14:xfrm>
            </p:contentPart>
          </mc:Choice>
          <mc:Fallback xmlns=""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91892B91-0BB3-116D-5F1E-21F39845474C}"/>
                    </a:ext>
                  </a:extLst>
                </p:cNvPr>
                <p:cNvPicPr/>
                <p:nvPr/>
              </p:nvPicPr>
              <p:blipFill>
                <a:blip r:embed="rId730"/>
                <a:stretch>
                  <a:fillRect/>
                </a:stretch>
              </p:blipFill>
              <p:spPr>
                <a:xfrm>
                  <a:off x="4900286" y="5711829"/>
                  <a:ext cx="29268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1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6C306D3E-B495-7404-7B97-ED4B23E40BCB}"/>
                    </a:ext>
                  </a:extLst>
                </p14:cNvPr>
                <p14:cNvContentPartPr/>
                <p14:nvPr/>
              </p14:nvContentPartPr>
              <p14:xfrm>
                <a:off x="5370086" y="5738469"/>
                <a:ext cx="200880" cy="39240"/>
              </p14:xfrm>
            </p:contentPart>
          </mc:Choice>
          <mc:Fallback xmlns=""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6C306D3E-B495-7404-7B97-ED4B23E40BCB}"/>
                    </a:ext>
                  </a:extLst>
                </p:cNvPr>
                <p:cNvPicPr/>
                <p:nvPr/>
              </p:nvPicPr>
              <p:blipFill>
                <a:blip r:embed="rId732"/>
                <a:stretch>
                  <a:fillRect/>
                </a:stretch>
              </p:blipFill>
              <p:spPr>
                <a:xfrm>
                  <a:off x="5363966" y="5732349"/>
                  <a:ext cx="2131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3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29BDEE32-946D-CBFF-676C-A35175AD142D}"/>
                    </a:ext>
                  </a:extLst>
                </p14:cNvPr>
                <p14:cNvContentPartPr/>
                <p14:nvPr/>
              </p14:nvContentPartPr>
              <p14:xfrm>
                <a:off x="5372606" y="5807589"/>
                <a:ext cx="244080" cy="280080"/>
              </p14:xfrm>
            </p:contentPart>
          </mc:Choice>
          <mc:Fallback xmlns=""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29BDEE32-946D-CBFF-676C-A35175AD142D}"/>
                    </a:ext>
                  </a:extLst>
                </p:cNvPr>
                <p:cNvPicPr/>
                <p:nvPr/>
              </p:nvPicPr>
              <p:blipFill>
                <a:blip r:embed="rId734"/>
                <a:stretch>
                  <a:fillRect/>
                </a:stretch>
              </p:blipFill>
              <p:spPr>
                <a:xfrm>
                  <a:off x="5366486" y="5801469"/>
                  <a:ext cx="2563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5">
              <p14:nvContentPartPr>
                <p14:cNvPr id="617" name="Ink 616">
                  <a:extLst>
                    <a:ext uri="{FF2B5EF4-FFF2-40B4-BE49-F238E27FC236}">
                      <a16:creationId xmlns:a16="http://schemas.microsoft.com/office/drawing/2014/main" id="{4A66B66A-F95F-0C91-2DCD-AEB21EA345AF}"/>
                    </a:ext>
                  </a:extLst>
                </p14:cNvPr>
                <p14:cNvContentPartPr/>
                <p14:nvPr/>
              </p14:nvContentPartPr>
              <p14:xfrm>
                <a:off x="5325086" y="6160029"/>
                <a:ext cx="68400" cy="127080"/>
              </p14:xfrm>
            </p:contentPart>
          </mc:Choice>
          <mc:Fallback xmlns="">
            <p:pic>
              <p:nvPicPr>
                <p:cNvPr id="617" name="Ink 616">
                  <a:extLst>
                    <a:ext uri="{FF2B5EF4-FFF2-40B4-BE49-F238E27FC236}">
                      <a16:creationId xmlns:a16="http://schemas.microsoft.com/office/drawing/2014/main" id="{4A66B66A-F95F-0C91-2DCD-AEB21EA345AF}"/>
                    </a:ext>
                  </a:extLst>
                </p:cNvPr>
                <p:cNvPicPr/>
                <p:nvPr/>
              </p:nvPicPr>
              <p:blipFill>
                <a:blip r:embed="rId736"/>
                <a:stretch>
                  <a:fillRect/>
                </a:stretch>
              </p:blipFill>
              <p:spPr>
                <a:xfrm>
                  <a:off x="5318966" y="6153909"/>
                  <a:ext cx="806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7">
              <p14:nvContentPartPr>
                <p14:cNvPr id="618" name="Ink 617">
                  <a:extLst>
                    <a:ext uri="{FF2B5EF4-FFF2-40B4-BE49-F238E27FC236}">
                      <a16:creationId xmlns:a16="http://schemas.microsoft.com/office/drawing/2014/main" id="{416EADC5-A961-68BB-F668-BC7206F92442}"/>
                    </a:ext>
                  </a:extLst>
                </p14:cNvPr>
                <p14:cNvContentPartPr/>
                <p14:nvPr/>
              </p14:nvContentPartPr>
              <p14:xfrm>
                <a:off x="5309606" y="6102069"/>
                <a:ext cx="14400" cy="17280"/>
              </p14:xfrm>
            </p:contentPart>
          </mc:Choice>
          <mc:Fallback xmlns="">
            <p:pic>
              <p:nvPicPr>
                <p:cNvPr id="618" name="Ink 617">
                  <a:extLst>
                    <a:ext uri="{FF2B5EF4-FFF2-40B4-BE49-F238E27FC236}">
                      <a16:creationId xmlns:a16="http://schemas.microsoft.com/office/drawing/2014/main" id="{416EADC5-A961-68BB-F668-BC7206F92442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5303486" y="6095949"/>
                  <a:ext cx="266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9">
              <p14:nvContentPartPr>
                <p14:cNvPr id="619" name="Ink 618">
                  <a:extLst>
                    <a:ext uri="{FF2B5EF4-FFF2-40B4-BE49-F238E27FC236}">
                      <a16:creationId xmlns:a16="http://schemas.microsoft.com/office/drawing/2014/main" id="{6FB88661-8560-A29D-429E-222AE8C7ED4E}"/>
                    </a:ext>
                  </a:extLst>
                </p14:cNvPr>
                <p14:cNvContentPartPr/>
                <p14:nvPr/>
              </p14:nvContentPartPr>
              <p14:xfrm>
                <a:off x="5483126" y="6214029"/>
                <a:ext cx="57240" cy="27720"/>
              </p14:xfrm>
            </p:contentPart>
          </mc:Choice>
          <mc:Fallback xmlns="">
            <p:pic>
              <p:nvPicPr>
                <p:cNvPr id="619" name="Ink 618">
                  <a:extLst>
                    <a:ext uri="{FF2B5EF4-FFF2-40B4-BE49-F238E27FC236}">
                      <a16:creationId xmlns:a16="http://schemas.microsoft.com/office/drawing/2014/main" id="{6FB88661-8560-A29D-429E-222AE8C7ED4E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5477006" y="6207909"/>
                  <a:ext cx="694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1">
              <p14:nvContentPartPr>
                <p14:cNvPr id="620" name="Ink 619">
                  <a:extLst>
                    <a:ext uri="{FF2B5EF4-FFF2-40B4-BE49-F238E27FC236}">
                      <a16:creationId xmlns:a16="http://schemas.microsoft.com/office/drawing/2014/main" id="{8B23E0BB-9AB1-F4A7-3FB6-BAC1153B15B9}"/>
                    </a:ext>
                  </a:extLst>
                </p14:cNvPr>
                <p14:cNvContentPartPr/>
                <p14:nvPr/>
              </p14:nvContentPartPr>
              <p14:xfrm>
                <a:off x="5496806" y="6251109"/>
                <a:ext cx="40680" cy="14760"/>
              </p14:xfrm>
            </p:contentPart>
          </mc:Choice>
          <mc:Fallback xmlns="">
            <p:pic>
              <p:nvPicPr>
                <p:cNvPr id="620" name="Ink 619">
                  <a:extLst>
                    <a:ext uri="{FF2B5EF4-FFF2-40B4-BE49-F238E27FC236}">
                      <a16:creationId xmlns:a16="http://schemas.microsoft.com/office/drawing/2014/main" id="{8B23E0BB-9AB1-F4A7-3FB6-BAC1153B15B9}"/>
                    </a:ext>
                  </a:extLst>
                </p:cNvPr>
                <p:cNvPicPr/>
                <p:nvPr/>
              </p:nvPicPr>
              <p:blipFill>
                <a:blip r:embed="rId742"/>
                <a:stretch>
                  <a:fillRect/>
                </a:stretch>
              </p:blipFill>
              <p:spPr>
                <a:xfrm>
                  <a:off x="5490686" y="6244989"/>
                  <a:ext cx="529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3">
              <p14:nvContentPartPr>
                <p14:cNvPr id="621" name="Ink 620">
                  <a:extLst>
                    <a:ext uri="{FF2B5EF4-FFF2-40B4-BE49-F238E27FC236}">
                      <a16:creationId xmlns:a16="http://schemas.microsoft.com/office/drawing/2014/main" id="{7A47BF96-C0F1-0D76-E958-FA19024410C1}"/>
                    </a:ext>
                  </a:extLst>
                </p14:cNvPr>
                <p14:cNvContentPartPr/>
                <p14:nvPr/>
              </p14:nvContentPartPr>
              <p14:xfrm>
                <a:off x="5699126" y="6183069"/>
                <a:ext cx="21960" cy="74160"/>
              </p14:xfrm>
            </p:contentPart>
          </mc:Choice>
          <mc:Fallback xmlns="">
            <p:pic>
              <p:nvPicPr>
                <p:cNvPr id="621" name="Ink 620">
                  <a:extLst>
                    <a:ext uri="{FF2B5EF4-FFF2-40B4-BE49-F238E27FC236}">
                      <a16:creationId xmlns:a16="http://schemas.microsoft.com/office/drawing/2014/main" id="{7A47BF96-C0F1-0D76-E958-FA19024410C1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5693006" y="6176949"/>
                  <a:ext cx="342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5">
              <p14:nvContentPartPr>
                <p14:cNvPr id="622" name="Ink 621">
                  <a:extLst>
                    <a:ext uri="{FF2B5EF4-FFF2-40B4-BE49-F238E27FC236}">
                      <a16:creationId xmlns:a16="http://schemas.microsoft.com/office/drawing/2014/main" id="{6494C683-D953-C275-AA75-9226C95729FC}"/>
                    </a:ext>
                  </a:extLst>
                </p14:cNvPr>
                <p14:cNvContentPartPr/>
                <p14:nvPr/>
              </p14:nvContentPartPr>
              <p14:xfrm>
                <a:off x="5416526" y="5586189"/>
                <a:ext cx="138240" cy="83880"/>
              </p14:xfrm>
            </p:contentPart>
          </mc:Choice>
          <mc:Fallback xmlns="">
            <p:pic>
              <p:nvPicPr>
                <p:cNvPr id="622" name="Ink 621">
                  <a:extLst>
                    <a:ext uri="{FF2B5EF4-FFF2-40B4-BE49-F238E27FC236}">
                      <a16:creationId xmlns:a16="http://schemas.microsoft.com/office/drawing/2014/main" id="{6494C683-D953-C275-AA75-9226C95729FC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5410406" y="5580069"/>
                  <a:ext cx="1504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7">
              <p14:nvContentPartPr>
                <p14:cNvPr id="624" name="Ink 623">
                  <a:extLst>
                    <a:ext uri="{FF2B5EF4-FFF2-40B4-BE49-F238E27FC236}">
                      <a16:creationId xmlns:a16="http://schemas.microsoft.com/office/drawing/2014/main" id="{9CFA8D67-597B-32B3-E97B-B66D775A4373}"/>
                    </a:ext>
                  </a:extLst>
                </p14:cNvPr>
                <p14:cNvContentPartPr/>
                <p14:nvPr/>
              </p14:nvContentPartPr>
              <p14:xfrm>
                <a:off x="5826926" y="5734869"/>
                <a:ext cx="140040" cy="476280"/>
              </p14:xfrm>
            </p:contentPart>
          </mc:Choice>
          <mc:Fallback xmlns="">
            <p:pic>
              <p:nvPicPr>
                <p:cNvPr id="624" name="Ink 623">
                  <a:extLst>
                    <a:ext uri="{FF2B5EF4-FFF2-40B4-BE49-F238E27FC236}">
                      <a16:creationId xmlns:a16="http://schemas.microsoft.com/office/drawing/2014/main" id="{9CFA8D67-597B-32B3-E97B-B66D775A4373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5820806" y="5728749"/>
                  <a:ext cx="15228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9">
              <p14:nvContentPartPr>
                <p14:cNvPr id="625" name="Ink 624">
                  <a:extLst>
                    <a:ext uri="{FF2B5EF4-FFF2-40B4-BE49-F238E27FC236}">
                      <a16:creationId xmlns:a16="http://schemas.microsoft.com/office/drawing/2014/main" id="{DE6C96F4-7967-246A-7C93-9A64D7985FE2}"/>
                    </a:ext>
                  </a:extLst>
                </p14:cNvPr>
                <p14:cNvContentPartPr/>
                <p14:nvPr/>
              </p14:nvContentPartPr>
              <p14:xfrm>
                <a:off x="5978126" y="5869149"/>
                <a:ext cx="253080" cy="294480"/>
              </p14:xfrm>
            </p:contentPart>
          </mc:Choice>
          <mc:Fallback xmlns="">
            <p:pic>
              <p:nvPicPr>
                <p:cNvPr id="625" name="Ink 624">
                  <a:extLst>
                    <a:ext uri="{FF2B5EF4-FFF2-40B4-BE49-F238E27FC236}">
                      <a16:creationId xmlns:a16="http://schemas.microsoft.com/office/drawing/2014/main" id="{DE6C96F4-7967-246A-7C93-9A64D7985FE2}"/>
                    </a:ext>
                  </a:extLst>
                </p:cNvPr>
                <p:cNvPicPr/>
                <p:nvPr/>
              </p:nvPicPr>
              <p:blipFill>
                <a:blip r:embed="rId750"/>
                <a:stretch>
                  <a:fillRect/>
                </a:stretch>
              </p:blipFill>
              <p:spPr>
                <a:xfrm>
                  <a:off x="5972006" y="5863029"/>
                  <a:ext cx="26532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1">
              <p14:nvContentPartPr>
                <p14:cNvPr id="626" name="Ink 625">
                  <a:extLst>
                    <a:ext uri="{FF2B5EF4-FFF2-40B4-BE49-F238E27FC236}">
                      <a16:creationId xmlns:a16="http://schemas.microsoft.com/office/drawing/2014/main" id="{28F3396B-8C30-BB01-FA37-3E0044E45DA2}"/>
                    </a:ext>
                  </a:extLst>
                </p14:cNvPr>
                <p14:cNvContentPartPr/>
                <p14:nvPr/>
              </p14:nvContentPartPr>
              <p14:xfrm>
                <a:off x="6296366" y="6112509"/>
                <a:ext cx="49680" cy="68040"/>
              </p14:xfrm>
            </p:contentPart>
          </mc:Choice>
          <mc:Fallback xmlns="">
            <p:pic>
              <p:nvPicPr>
                <p:cNvPr id="626" name="Ink 625">
                  <a:extLst>
                    <a:ext uri="{FF2B5EF4-FFF2-40B4-BE49-F238E27FC236}">
                      <a16:creationId xmlns:a16="http://schemas.microsoft.com/office/drawing/2014/main" id="{28F3396B-8C30-BB01-FA37-3E0044E45DA2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6290246" y="6106389"/>
                  <a:ext cx="619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3">
              <p14:nvContentPartPr>
                <p14:cNvPr id="627" name="Ink 626">
                  <a:extLst>
                    <a:ext uri="{FF2B5EF4-FFF2-40B4-BE49-F238E27FC236}">
                      <a16:creationId xmlns:a16="http://schemas.microsoft.com/office/drawing/2014/main" id="{D0A5B1D7-340F-1ADD-0DD2-A3BD598E8377}"/>
                    </a:ext>
                  </a:extLst>
                </p14:cNvPr>
                <p14:cNvContentPartPr/>
                <p14:nvPr/>
              </p14:nvContentPartPr>
              <p14:xfrm>
                <a:off x="6320126" y="6020349"/>
                <a:ext cx="31320" cy="20880"/>
              </p14:xfrm>
            </p:contentPart>
          </mc:Choice>
          <mc:Fallback xmlns="">
            <p:pic>
              <p:nvPicPr>
                <p:cNvPr id="627" name="Ink 626">
                  <a:extLst>
                    <a:ext uri="{FF2B5EF4-FFF2-40B4-BE49-F238E27FC236}">
                      <a16:creationId xmlns:a16="http://schemas.microsoft.com/office/drawing/2014/main" id="{D0A5B1D7-340F-1ADD-0DD2-A3BD598E8377}"/>
                    </a:ext>
                  </a:extLst>
                </p:cNvPr>
                <p:cNvPicPr/>
                <p:nvPr/>
              </p:nvPicPr>
              <p:blipFill>
                <a:blip r:embed="rId754"/>
                <a:stretch>
                  <a:fillRect/>
                </a:stretch>
              </p:blipFill>
              <p:spPr>
                <a:xfrm>
                  <a:off x="6314006" y="6014229"/>
                  <a:ext cx="4356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3" name="Group 642">
            <a:extLst>
              <a:ext uri="{FF2B5EF4-FFF2-40B4-BE49-F238E27FC236}">
                <a16:creationId xmlns:a16="http://schemas.microsoft.com/office/drawing/2014/main" id="{B7502723-DAEC-D296-3F50-40D16EF735CD}"/>
              </a:ext>
            </a:extLst>
          </p:cNvPr>
          <p:cNvGrpSpPr/>
          <p:nvPr/>
        </p:nvGrpSpPr>
        <p:grpSpPr>
          <a:xfrm>
            <a:off x="6556286" y="5911629"/>
            <a:ext cx="1626480" cy="342360"/>
            <a:chOff x="6556286" y="5911629"/>
            <a:chExt cx="1626480" cy="34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5">
              <p14:nvContentPartPr>
                <p14:cNvPr id="628" name="Ink 627">
                  <a:extLst>
                    <a:ext uri="{FF2B5EF4-FFF2-40B4-BE49-F238E27FC236}">
                      <a16:creationId xmlns:a16="http://schemas.microsoft.com/office/drawing/2014/main" id="{89F37B3B-1B06-533F-90E7-0026396823B8}"/>
                    </a:ext>
                  </a:extLst>
                </p14:cNvPr>
                <p14:cNvContentPartPr/>
                <p14:nvPr/>
              </p14:nvContentPartPr>
              <p14:xfrm>
                <a:off x="6556286" y="5990829"/>
                <a:ext cx="177120" cy="41760"/>
              </p14:xfrm>
            </p:contentPart>
          </mc:Choice>
          <mc:Fallback xmlns="">
            <p:pic>
              <p:nvPicPr>
                <p:cNvPr id="628" name="Ink 627">
                  <a:extLst>
                    <a:ext uri="{FF2B5EF4-FFF2-40B4-BE49-F238E27FC236}">
                      <a16:creationId xmlns:a16="http://schemas.microsoft.com/office/drawing/2014/main" id="{89F37B3B-1B06-533F-90E7-0026396823B8}"/>
                    </a:ext>
                  </a:extLst>
                </p:cNvPr>
                <p:cNvPicPr/>
                <p:nvPr/>
              </p:nvPicPr>
              <p:blipFill>
                <a:blip r:embed="rId756"/>
                <a:stretch>
                  <a:fillRect/>
                </a:stretch>
              </p:blipFill>
              <p:spPr>
                <a:xfrm>
                  <a:off x="6550166" y="5984709"/>
                  <a:ext cx="1893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7">
              <p14:nvContentPartPr>
                <p14:cNvPr id="629" name="Ink 628">
                  <a:extLst>
                    <a:ext uri="{FF2B5EF4-FFF2-40B4-BE49-F238E27FC236}">
                      <a16:creationId xmlns:a16="http://schemas.microsoft.com/office/drawing/2014/main" id="{C7471F3B-2152-2D8F-73B0-C761A632D9FE}"/>
                    </a:ext>
                  </a:extLst>
                </p14:cNvPr>
                <p14:cNvContentPartPr/>
                <p14:nvPr/>
              </p14:nvContentPartPr>
              <p14:xfrm>
                <a:off x="6777326" y="5972109"/>
                <a:ext cx="299880" cy="140400"/>
              </p14:xfrm>
            </p:contentPart>
          </mc:Choice>
          <mc:Fallback xmlns="">
            <p:pic>
              <p:nvPicPr>
                <p:cNvPr id="629" name="Ink 628">
                  <a:extLst>
                    <a:ext uri="{FF2B5EF4-FFF2-40B4-BE49-F238E27FC236}">
                      <a16:creationId xmlns:a16="http://schemas.microsoft.com/office/drawing/2014/main" id="{C7471F3B-2152-2D8F-73B0-C761A632D9FE}"/>
                    </a:ext>
                  </a:extLst>
                </p:cNvPr>
                <p:cNvPicPr/>
                <p:nvPr/>
              </p:nvPicPr>
              <p:blipFill>
                <a:blip r:embed="rId758"/>
                <a:stretch>
                  <a:fillRect/>
                </a:stretch>
              </p:blipFill>
              <p:spPr>
                <a:xfrm>
                  <a:off x="6771206" y="5965989"/>
                  <a:ext cx="3121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9">
              <p14:nvContentPartPr>
                <p14:cNvPr id="630" name="Ink 629">
                  <a:extLst>
                    <a:ext uri="{FF2B5EF4-FFF2-40B4-BE49-F238E27FC236}">
                      <a16:creationId xmlns:a16="http://schemas.microsoft.com/office/drawing/2014/main" id="{00089D8B-04B8-7D28-201B-82616E4DBA9A}"/>
                    </a:ext>
                  </a:extLst>
                </p14:cNvPr>
                <p14:cNvContentPartPr/>
                <p14:nvPr/>
              </p14:nvContentPartPr>
              <p14:xfrm>
                <a:off x="7186286" y="5994789"/>
                <a:ext cx="167760" cy="191520"/>
              </p14:xfrm>
            </p:contentPart>
          </mc:Choice>
          <mc:Fallback xmlns="">
            <p:pic>
              <p:nvPicPr>
                <p:cNvPr id="630" name="Ink 629">
                  <a:extLst>
                    <a:ext uri="{FF2B5EF4-FFF2-40B4-BE49-F238E27FC236}">
                      <a16:creationId xmlns:a16="http://schemas.microsoft.com/office/drawing/2014/main" id="{00089D8B-04B8-7D28-201B-82616E4DBA9A}"/>
                    </a:ext>
                  </a:extLst>
                </p:cNvPr>
                <p:cNvPicPr/>
                <p:nvPr/>
              </p:nvPicPr>
              <p:blipFill>
                <a:blip r:embed="rId760"/>
                <a:stretch>
                  <a:fillRect/>
                </a:stretch>
              </p:blipFill>
              <p:spPr>
                <a:xfrm>
                  <a:off x="7180166" y="5988669"/>
                  <a:ext cx="1800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1">
              <p14:nvContentPartPr>
                <p14:cNvPr id="631" name="Ink 630">
                  <a:extLst>
                    <a:ext uri="{FF2B5EF4-FFF2-40B4-BE49-F238E27FC236}">
                      <a16:creationId xmlns:a16="http://schemas.microsoft.com/office/drawing/2014/main" id="{E2130142-EB55-0C2D-4EC8-CCF8CECAAA10}"/>
                    </a:ext>
                  </a:extLst>
                </p14:cNvPr>
                <p14:cNvContentPartPr/>
                <p14:nvPr/>
              </p14:nvContentPartPr>
              <p14:xfrm>
                <a:off x="7429646" y="6166869"/>
                <a:ext cx="59040" cy="87120"/>
              </p14:xfrm>
            </p:contentPart>
          </mc:Choice>
          <mc:Fallback xmlns="">
            <p:pic>
              <p:nvPicPr>
                <p:cNvPr id="631" name="Ink 630">
                  <a:extLst>
                    <a:ext uri="{FF2B5EF4-FFF2-40B4-BE49-F238E27FC236}">
                      <a16:creationId xmlns:a16="http://schemas.microsoft.com/office/drawing/2014/main" id="{E2130142-EB55-0C2D-4EC8-CCF8CECAAA10}"/>
                    </a:ext>
                  </a:extLst>
                </p:cNvPr>
                <p:cNvPicPr/>
                <p:nvPr/>
              </p:nvPicPr>
              <p:blipFill>
                <a:blip r:embed="rId762"/>
                <a:stretch>
                  <a:fillRect/>
                </a:stretch>
              </p:blipFill>
              <p:spPr>
                <a:xfrm>
                  <a:off x="7423526" y="6160749"/>
                  <a:ext cx="712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3">
              <p14:nvContentPartPr>
                <p14:cNvPr id="632" name="Ink 631">
                  <a:extLst>
                    <a:ext uri="{FF2B5EF4-FFF2-40B4-BE49-F238E27FC236}">
                      <a16:creationId xmlns:a16="http://schemas.microsoft.com/office/drawing/2014/main" id="{2D12EA82-D326-9D2B-D360-74D75C26FC56}"/>
                    </a:ext>
                  </a:extLst>
                </p14:cNvPr>
                <p14:cNvContentPartPr/>
                <p14:nvPr/>
              </p14:nvContentPartPr>
              <p14:xfrm>
                <a:off x="7483286" y="6058149"/>
                <a:ext cx="30240" cy="12960"/>
              </p14:xfrm>
            </p:contentPart>
          </mc:Choice>
          <mc:Fallback xmlns="">
            <p:pic>
              <p:nvPicPr>
                <p:cNvPr id="632" name="Ink 631">
                  <a:extLst>
                    <a:ext uri="{FF2B5EF4-FFF2-40B4-BE49-F238E27FC236}">
                      <a16:creationId xmlns:a16="http://schemas.microsoft.com/office/drawing/2014/main" id="{2D12EA82-D326-9D2B-D360-74D75C26FC56}"/>
                    </a:ext>
                  </a:extLst>
                </p:cNvPr>
                <p:cNvPicPr/>
                <p:nvPr/>
              </p:nvPicPr>
              <p:blipFill>
                <a:blip r:embed="rId764"/>
                <a:stretch>
                  <a:fillRect/>
                </a:stretch>
              </p:blipFill>
              <p:spPr>
                <a:xfrm>
                  <a:off x="7477166" y="6052029"/>
                  <a:ext cx="424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5">
              <p14:nvContentPartPr>
                <p14:cNvPr id="633" name="Ink 632">
                  <a:extLst>
                    <a:ext uri="{FF2B5EF4-FFF2-40B4-BE49-F238E27FC236}">
                      <a16:creationId xmlns:a16="http://schemas.microsoft.com/office/drawing/2014/main" id="{EA98C654-0A62-7D65-69D9-0C48D03225E0}"/>
                    </a:ext>
                  </a:extLst>
                </p14:cNvPr>
                <p14:cNvContentPartPr/>
                <p14:nvPr/>
              </p14:nvContentPartPr>
              <p14:xfrm>
                <a:off x="7652486" y="6137709"/>
                <a:ext cx="135360" cy="27000"/>
              </p14:xfrm>
            </p:contentPart>
          </mc:Choice>
          <mc:Fallback xmlns="">
            <p:pic>
              <p:nvPicPr>
                <p:cNvPr id="633" name="Ink 632">
                  <a:extLst>
                    <a:ext uri="{FF2B5EF4-FFF2-40B4-BE49-F238E27FC236}">
                      <a16:creationId xmlns:a16="http://schemas.microsoft.com/office/drawing/2014/main" id="{EA98C654-0A62-7D65-69D9-0C48D03225E0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7646366" y="6131589"/>
                  <a:ext cx="1476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7">
              <p14:nvContentPartPr>
                <p14:cNvPr id="636" name="Ink 635">
                  <a:extLst>
                    <a:ext uri="{FF2B5EF4-FFF2-40B4-BE49-F238E27FC236}">
                      <a16:creationId xmlns:a16="http://schemas.microsoft.com/office/drawing/2014/main" id="{4125760A-22CE-2430-9E25-55B60C1DCDBC}"/>
                    </a:ext>
                  </a:extLst>
                </p14:cNvPr>
                <p14:cNvContentPartPr/>
                <p14:nvPr/>
              </p14:nvContentPartPr>
              <p14:xfrm>
                <a:off x="7891526" y="5932509"/>
                <a:ext cx="147600" cy="252360"/>
              </p14:xfrm>
            </p:contentPart>
          </mc:Choice>
          <mc:Fallback xmlns="">
            <p:pic>
              <p:nvPicPr>
                <p:cNvPr id="636" name="Ink 635">
                  <a:extLst>
                    <a:ext uri="{FF2B5EF4-FFF2-40B4-BE49-F238E27FC236}">
                      <a16:creationId xmlns:a16="http://schemas.microsoft.com/office/drawing/2014/main" id="{4125760A-22CE-2430-9E25-55B60C1DCDBC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7885406" y="5926389"/>
                  <a:ext cx="1598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9">
              <p14:nvContentPartPr>
                <p14:cNvPr id="638" name="Ink 637">
                  <a:extLst>
                    <a:ext uri="{FF2B5EF4-FFF2-40B4-BE49-F238E27FC236}">
                      <a16:creationId xmlns:a16="http://schemas.microsoft.com/office/drawing/2014/main" id="{96EEAF7F-FA7D-793F-F3AD-FC9D97BE4768}"/>
                    </a:ext>
                  </a:extLst>
                </p14:cNvPr>
                <p14:cNvContentPartPr/>
                <p14:nvPr/>
              </p14:nvContentPartPr>
              <p14:xfrm>
                <a:off x="8067566" y="5911629"/>
                <a:ext cx="115200" cy="331560"/>
              </p14:xfrm>
            </p:contentPart>
          </mc:Choice>
          <mc:Fallback xmlns="">
            <p:pic>
              <p:nvPicPr>
                <p:cNvPr id="638" name="Ink 637">
                  <a:extLst>
                    <a:ext uri="{FF2B5EF4-FFF2-40B4-BE49-F238E27FC236}">
                      <a16:creationId xmlns:a16="http://schemas.microsoft.com/office/drawing/2014/main" id="{96EEAF7F-FA7D-793F-F3AD-FC9D97BE4768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8061446" y="5905509"/>
                  <a:ext cx="127440" cy="34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2" name="Group 641">
            <a:extLst>
              <a:ext uri="{FF2B5EF4-FFF2-40B4-BE49-F238E27FC236}">
                <a16:creationId xmlns:a16="http://schemas.microsoft.com/office/drawing/2014/main" id="{297846EC-6B3C-8193-268C-54621503A0F2}"/>
              </a:ext>
            </a:extLst>
          </p:cNvPr>
          <p:cNvGrpSpPr/>
          <p:nvPr/>
        </p:nvGrpSpPr>
        <p:grpSpPr>
          <a:xfrm>
            <a:off x="8447726" y="5992269"/>
            <a:ext cx="541800" cy="136800"/>
            <a:chOff x="8447726" y="5992269"/>
            <a:chExt cx="541800" cy="13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1">
              <p14:nvContentPartPr>
                <p14:cNvPr id="639" name="Ink 638">
                  <a:extLst>
                    <a:ext uri="{FF2B5EF4-FFF2-40B4-BE49-F238E27FC236}">
                      <a16:creationId xmlns:a16="http://schemas.microsoft.com/office/drawing/2014/main" id="{1D76B087-9CCA-E167-C3FD-7DC7F921BB44}"/>
                    </a:ext>
                  </a:extLst>
                </p14:cNvPr>
                <p14:cNvContentPartPr/>
                <p14:nvPr/>
              </p14:nvContentPartPr>
              <p14:xfrm>
                <a:off x="8475806" y="6007389"/>
                <a:ext cx="171720" cy="39960"/>
              </p14:xfrm>
            </p:contentPart>
          </mc:Choice>
          <mc:Fallback xmlns="">
            <p:pic>
              <p:nvPicPr>
                <p:cNvPr id="639" name="Ink 638">
                  <a:extLst>
                    <a:ext uri="{FF2B5EF4-FFF2-40B4-BE49-F238E27FC236}">
                      <a16:creationId xmlns:a16="http://schemas.microsoft.com/office/drawing/2014/main" id="{1D76B087-9CCA-E167-C3FD-7DC7F921BB44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8469686" y="6001269"/>
                  <a:ext cx="1839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3">
              <p14:nvContentPartPr>
                <p14:cNvPr id="640" name="Ink 639">
                  <a:extLst>
                    <a:ext uri="{FF2B5EF4-FFF2-40B4-BE49-F238E27FC236}">
                      <a16:creationId xmlns:a16="http://schemas.microsoft.com/office/drawing/2014/main" id="{FEEFB26C-D276-C20D-636A-259A879533B7}"/>
                    </a:ext>
                  </a:extLst>
                </p14:cNvPr>
                <p14:cNvContentPartPr/>
                <p14:nvPr/>
              </p14:nvContentPartPr>
              <p14:xfrm>
                <a:off x="8447726" y="6112509"/>
                <a:ext cx="176400" cy="12600"/>
              </p14:xfrm>
            </p:contentPart>
          </mc:Choice>
          <mc:Fallback xmlns="">
            <p:pic>
              <p:nvPicPr>
                <p:cNvPr id="640" name="Ink 639">
                  <a:extLst>
                    <a:ext uri="{FF2B5EF4-FFF2-40B4-BE49-F238E27FC236}">
                      <a16:creationId xmlns:a16="http://schemas.microsoft.com/office/drawing/2014/main" id="{FEEFB26C-D276-C20D-636A-259A879533B7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8441606" y="6106389"/>
                  <a:ext cx="1886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5">
              <p14:nvContentPartPr>
                <p14:cNvPr id="641" name="Ink 640">
                  <a:extLst>
                    <a:ext uri="{FF2B5EF4-FFF2-40B4-BE49-F238E27FC236}">
                      <a16:creationId xmlns:a16="http://schemas.microsoft.com/office/drawing/2014/main" id="{E04DE3D7-9421-32A8-D758-86CDE11100BE}"/>
                    </a:ext>
                  </a:extLst>
                </p14:cNvPr>
                <p14:cNvContentPartPr/>
                <p14:nvPr/>
              </p14:nvContentPartPr>
              <p14:xfrm>
                <a:off x="8782526" y="5992269"/>
                <a:ext cx="207000" cy="136800"/>
              </p14:xfrm>
            </p:contentPart>
          </mc:Choice>
          <mc:Fallback xmlns="">
            <p:pic>
              <p:nvPicPr>
                <p:cNvPr id="641" name="Ink 640">
                  <a:extLst>
                    <a:ext uri="{FF2B5EF4-FFF2-40B4-BE49-F238E27FC236}">
                      <a16:creationId xmlns:a16="http://schemas.microsoft.com/office/drawing/2014/main" id="{E04DE3D7-9421-32A8-D758-86CDE11100BE}"/>
                    </a:ext>
                  </a:extLst>
                </p:cNvPr>
                <p:cNvPicPr/>
                <p:nvPr/>
              </p:nvPicPr>
              <p:blipFill>
                <a:blip r:embed="rId776"/>
                <a:stretch>
                  <a:fillRect/>
                </a:stretch>
              </p:blipFill>
              <p:spPr>
                <a:xfrm>
                  <a:off x="8776406" y="5986149"/>
                  <a:ext cx="21924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8" name="Group 647">
            <a:extLst>
              <a:ext uri="{FF2B5EF4-FFF2-40B4-BE49-F238E27FC236}">
                <a16:creationId xmlns:a16="http://schemas.microsoft.com/office/drawing/2014/main" id="{EA1A7F7A-3F74-9858-C154-79B3E6406FE2}"/>
              </a:ext>
            </a:extLst>
          </p:cNvPr>
          <p:cNvGrpSpPr/>
          <p:nvPr/>
        </p:nvGrpSpPr>
        <p:grpSpPr>
          <a:xfrm>
            <a:off x="4329686" y="6344349"/>
            <a:ext cx="304920" cy="386280"/>
            <a:chOff x="4329686" y="6344349"/>
            <a:chExt cx="304920" cy="38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7">
              <p14:nvContentPartPr>
                <p14:cNvPr id="644" name="Ink 643">
                  <a:extLst>
                    <a:ext uri="{FF2B5EF4-FFF2-40B4-BE49-F238E27FC236}">
                      <a16:creationId xmlns:a16="http://schemas.microsoft.com/office/drawing/2014/main" id="{266C1A5B-D80A-CADC-430D-CA25728449FA}"/>
                    </a:ext>
                  </a:extLst>
                </p14:cNvPr>
                <p14:cNvContentPartPr/>
                <p14:nvPr/>
              </p14:nvContentPartPr>
              <p14:xfrm>
                <a:off x="4330406" y="6442629"/>
                <a:ext cx="182520" cy="78120"/>
              </p14:xfrm>
            </p:contentPart>
          </mc:Choice>
          <mc:Fallback xmlns="">
            <p:pic>
              <p:nvPicPr>
                <p:cNvPr id="644" name="Ink 643">
                  <a:extLst>
                    <a:ext uri="{FF2B5EF4-FFF2-40B4-BE49-F238E27FC236}">
                      <a16:creationId xmlns:a16="http://schemas.microsoft.com/office/drawing/2014/main" id="{266C1A5B-D80A-CADC-430D-CA25728449FA}"/>
                    </a:ext>
                  </a:extLst>
                </p:cNvPr>
                <p:cNvPicPr/>
                <p:nvPr/>
              </p:nvPicPr>
              <p:blipFill>
                <a:blip r:embed="rId778"/>
                <a:stretch>
                  <a:fillRect/>
                </a:stretch>
              </p:blipFill>
              <p:spPr>
                <a:xfrm>
                  <a:off x="4324286" y="6436509"/>
                  <a:ext cx="1947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9">
              <p14:nvContentPartPr>
                <p14:cNvPr id="645" name="Ink 644">
                  <a:extLst>
                    <a:ext uri="{FF2B5EF4-FFF2-40B4-BE49-F238E27FC236}">
                      <a16:creationId xmlns:a16="http://schemas.microsoft.com/office/drawing/2014/main" id="{BFBD7630-F78D-8F6D-1E9D-4D8CB80A7E9C}"/>
                    </a:ext>
                  </a:extLst>
                </p14:cNvPr>
                <p14:cNvContentPartPr/>
                <p14:nvPr/>
              </p14:nvContentPartPr>
              <p14:xfrm>
                <a:off x="4329686" y="6585189"/>
                <a:ext cx="194400" cy="11160"/>
              </p14:xfrm>
            </p:contentPart>
          </mc:Choice>
          <mc:Fallback xmlns="">
            <p:pic>
              <p:nvPicPr>
                <p:cNvPr id="645" name="Ink 644">
                  <a:extLst>
                    <a:ext uri="{FF2B5EF4-FFF2-40B4-BE49-F238E27FC236}">
                      <a16:creationId xmlns:a16="http://schemas.microsoft.com/office/drawing/2014/main" id="{BFBD7630-F78D-8F6D-1E9D-4D8CB80A7E9C}"/>
                    </a:ext>
                  </a:extLst>
                </p:cNvPr>
                <p:cNvPicPr/>
                <p:nvPr/>
              </p:nvPicPr>
              <p:blipFill>
                <a:blip r:embed="rId780"/>
                <a:stretch>
                  <a:fillRect/>
                </a:stretch>
              </p:blipFill>
              <p:spPr>
                <a:xfrm>
                  <a:off x="4323566" y="6579069"/>
                  <a:ext cx="206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1">
              <p14:nvContentPartPr>
                <p14:cNvPr id="647" name="Ink 646">
                  <a:extLst>
                    <a:ext uri="{FF2B5EF4-FFF2-40B4-BE49-F238E27FC236}">
                      <a16:creationId xmlns:a16="http://schemas.microsoft.com/office/drawing/2014/main" id="{7414BBCE-A33D-8143-8B0E-91ABE7C40F28}"/>
                    </a:ext>
                  </a:extLst>
                </p14:cNvPr>
                <p14:cNvContentPartPr/>
                <p14:nvPr/>
              </p14:nvContentPartPr>
              <p14:xfrm>
                <a:off x="4430126" y="6344349"/>
                <a:ext cx="204480" cy="386280"/>
              </p14:xfrm>
            </p:contentPart>
          </mc:Choice>
          <mc:Fallback xmlns="">
            <p:pic>
              <p:nvPicPr>
                <p:cNvPr id="647" name="Ink 646">
                  <a:extLst>
                    <a:ext uri="{FF2B5EF4-FFF2-40B4-BE49-F238E27FC236}">
                      <a16:creationId xmlns:a16="http://schemas.microsoft.com/office/drawing/2014/main" id="{7414BBCE-A33D-8143-8B0E-91ABE7C40F28}"/>
                    </a:ext>
                  </a:extLst>
                </p:cNvPr>
                <p:cNvPicPr/>
                <p:nvPr/>
              </p:nvPicPr>
              <p:blipFill>
                <a:blip r:embed="rId782"/>
                <a:stretch>
                  <a:fillRect/>
                </a:stretch>
              </p:blipFill>
              <p:spPr>
                <a:xfrm>
                  <a:off x="4423646" y="6338229"/>
                  <a:ext cx="216720" cy="39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7" name="Group 656">
            <a:extLst>
              <a:ext uri="{FF2B5EF4-FFF2-40B4-BE49-F238E27FC236}">
                <a16:creationId xmlns:a16="http://schemas.microsoft.com/office/drawing/2014/main" id="{97C5CF24-DADF-A3B6-6FA8-C3BB0D9C37B5}"/>
              </a:ext>
            </a:extLst>
          </p:cNvPr>
          <p:cNvGrpSpPr/>
          <p:nvPr/>
        </p:nvGrpSpPr>
        <p:grpSpPr>
          <a:xfrm>
            <a:off x="5172446" y="6397629"/>
            <a:ext cx="1296720" cy="336960"/>
            <a:chOff x="5172446" y="6397629"/>
            <a:chExt cx="129672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3">
              <p14:nvContentPartPr>
                <p14:cNvPr id="649" name="Ink 648">
                  <a:extLst>
                    <a:ext uri="{FF2B5EF4-FFF2-40B4-BE49-F238E27FC236}">
                      <a16:creationId xmlns:a16="http://schemas.microsoft.com/office/drawing/2014/main" id="{33984737-F826-4FB0-B4C9-14D03D33B8D1}"/>
                    </a:ext>
                  </a:extLst>
                </p14:cNvPr>
                <p14:cNvContentPartPr/>
                <p14:nvPr/>
              </p14:nvContentPartPr>
              <p14:xfrm>
                <a:off x="5172446" y="6397629"/>
                <a:ext cx="220680" cy="20160"/>
              </p14:xfrm>
            </p:contentPart>
          </mc:Choice>
          <mc:Fallback xmlns="">
            <p:pic>
              <p:nvPicPr>
                <p:cNvPr id="649" name="Ink 648">
                  <a:extLst>
                    <a:ext uri="{FF2B5EF4-FFF2-40B4-BE49-F238E27FC236}">
                      <a16:creationId xmlns:a16="http://schemas.microsoft.com/office/drawing/2014/main" id="{33984737-F826-4FB0-B4C9-14D03D33B8D1}"/>
                    </a:ext>
                  </a:extLst>
                </p:cNvPr>
                <p:cNvPicPr/>
                <p:nvPr/>
              </p:nvPicPr>
              <p:blipFill>
                <a:blip r:embed="rId784"/>
                <a:stretch>
                  <a:fillRect/>
                </a:stretch>
              </p:blipFill>
              <p:spPr>
                <a:xfrm>
                  <a:off x="5166326" y="6391509"/>
                  <a:ext cx="2329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5">
              <p14:nvContentPartPr>
                <p14:cNvPr id="650" name="Ink 649">
                  <a:extLst>
                    <a:ext uri="{FF2B5EF4-FFF2-40B4-BE49-F238E27FC236}">
                      <a16:creationId xmlns:a16="http://schemas.microsoft.com/office/drawing/2014/main" id="{984FDF5C-CC94-6E95-55E2-F2C1A7E6B421}"/>
                    </a:ext>
                  </a:extLst>
                </p14:cNvPr>
                <p14:cNvContentPartPr/>
                <p14:nvPr/>
              </p14:nvContentPartPr>
              <p14:xfrm>
                <a:off x="5201606" y="6438669"/>
                <a:ext cx="229680" cy="201960"/>
              </p14:xfrm>
            </p:contentPart>
          </mc:Choice>
          <mc:Fallback xmlns="">
            <p:pic>
              <p:nvPicPr>
                <p:cNvPr id="650" name="Ink 649">
                  <a:extLst>
                    <a:ext uri="{FF2B5EF4-FFF2-40B4-BE49-F238E27FC236}">
                      <a16:creationId xmlns:a16="http://schemas.microsoft.com/office/drawing/2014/main" id="{984FDF5C-CC94-6E95-55E2-F2C1A7E6B421}"/>
                    </a:ext>
                  </a:extLst>
                </p:cNvPr>
                <p:cNvPicPr/>
                <p:nvPr/>
              </p:nvPicPr>
              <p:blipFill>
                <a:blip r:embed="rId786"/>
                <a:stretch>
                  <a:fillRect/>
                </a:stretch>
              </p:blipFill>
              <p:spPr>
                <a:xfrm>
                  <a:off x="5195486" y="6432549"/>
                  <a:ext cx="2419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7">
              <p14:nvContentPartPr>
                <p14:cNvPr id="651" name="Ink 650">
                  <a:extLst>
                    <a:ext uri="{FF2B5EF4-FFF2-40B4-BE49-F238E27FC236}">
                      <a16:creationId xmlns:a16="http://schemas.microsoft.com/office/drawing/2014/main" id="{F5715921-98EE-8375-BE4B-30C79D0DA288}"/>
                    </a:ext>
                  </a:extLst>
                </p14:cNvPr>
                <p14:cNvContentPartPr/>
                <p14:nvPr/>
              </p14:nvContentPartPr>
              <p14:xfrm>
                <a:off x="5560526" y="6409869"/>
                <a:ext cx="136080" cy="324720"/>
              </p14:xfrm>
            </p:contentPart>
          </mc:Choice>
          <mc:Fallback xmlns="">
            <p:pic>
              <p:nvPicPr>
                <p:cNvPr id="651" name="Ink 650">
                  <a:extLst>
                    <a:ext uri="{FF2B5EF4-FFF2-40B4-BE49-F238E27FC236}">
                      <a16:creationId xmlns:a16="http://schemas.microsoft.com/office/drawing/2014/main" id="{F5715921-98EE-8375-BE4B-30C79D0DA288}"/>
                    </a:ext>
                  </a:extLst>
                </p:cNvPr>
                <p:cNvPicPr/>
                <p:nvPr/>
              </p:nvPicPr>
              <p:blipFill>
                <a:blip r:embed="rId788"/>
                <a:stretch>
                  <a:fillRect/>
                </a:stretch>
              </p:blipFill>
              <p:spPr>
                <a:xfrm>
                  <a:off x="5554406" y="6403749"/>
                  <a:ext cx="14832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9">
              <p14:nvContentPartPr>
                <p14:cNvPr id="652" name="Ink 651">
                  <a:extLst>
                    <a:ext uri="{FF2B5EF4-FFF2-40B4-BE49-F238E27FC236}">
                      <a16:creationId xmlns:a16="http://schemas.microsoft.com/office/drawing/2014/main" id="{1AB028B6-5A2E-31C0-A41E-E04D354144FE}"/>
                    </a:ext>
                  </a:extLst>
                </p14:cNvPr>
                <p14:cNvContentPartPr/>
                <p14:nvPr/>
              </p14:nvContentPartPr>
              <p14:xfrm>
                <a:off x="5770766" y="6496629"/>
                <a:ext cx="125280" cy="45000"/>
              </p14:xfrm>
            </p:contentPart>
          </mc:Choice>
          <mc:Fallback xmlns="">
            <p:pic>
              <p:nvPicPr>
                <p:cNvPr id="652" name="Ink 651">
                  <a:extLst>
                    <a:ext uri="{FF2B5EF4-FFF2-40B4-BE49-F238E27FC236}">
                      <a16:creationId xmlns:a16="http://schemas.microsoft.com/office/drawing/2014/main" id="{1AB028B6-5A2E-31C0-A41E-E04D354144FE}"/>
                    </a:ext>
                  </a:extLst>
                </p:cNvPr>
                <p:cNvPicPr/>
                <p:nvPr/>
              </p:nvPicPr>
              <p:blipFill>
                <a:blip r:embed="rId790"/>
                <a:stretch>
                  <a:fillRect/>
                </a:stretch>
              </p:blipFill>
              <p:spPr>
                <a:xfrm>
                  <a:off x="5764646" y="6490509"/>
                  <a:ext cx="1375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1">
              <p14:nvContentPartPr>
                <p14:cNvPr id="653" name="Ink 652">
                  <a:extLst>
                    <a:ext uri="{FF2B5EF4-FFF2-40B4-BE49-F238E27FC236}">
                      <a16:creationId xmlns:a16="http://schemas.microsoft.com/office/drawing/2014/main" id="{6CA72FE9-5866-B16C-EEBC-F3A907961DD7}"/>
                    </a:ext>
                  </a:extLst>
                </p14:cNvPr>
                <p14:cNvContentPartPr/>
                <p14:nvPr/>
              </p14:nvContentPartPr>
              <p14:xfrm>
                <a:off x="5765006" y="6439389"/>
                <a:ext cx="184680" cy="273240"/>
              </p14:xfrm>
            </p:contentPart>
          </mc:Choice>
          <mc:Fallback xmlns="">
            <p:pic>
              <p:nvPicPr>
                <p:cNvPr id="653" name="Ink 652">
                  <a:extLst>
                    <a:ext uri="{FF2B5EF4-FFF2-40B4-BE49-F238E27FC236}">
                      <a16:creationId xmlns:a16="http://schemas.microsoft.com/office/drawing/2014/main" id="{6CA72FE9-5866-B16C-EEBC-F3A907961DD7}"/>
                    </a:ext>
                  </a:extLst>
                </p:cNvPr>
                <p:cNvPicPr/>
                <p:nvPr/>
              </p:nvPicPr>
              <p:blipFill>
                <a:blip r:embed="rId792"/>
                <a:stretch>
                  <a:fillRect/>
                </a:stretch>
              </p:blipFill>
              <p:spPr>
                <a:xfrm>
                  <a:off x="5758886" y="6433269"/>
                  <a:ext cx="1969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3">
              <p14:nvContentPartPr>
                <p14:cNvPr id="654" name="Ink 653">
                  <a:extLst>
                    <a:ext uri="{FF2B5EF4-FFF2-40B4-BE49-F238E27FC236}">
                      <a16:creationId xmlns:a16="http://schemas.microsoft.com/office/drawing/2014/main" id="{E134D90A-5C12-A3F5-ECC2-60BD95C690CE}"/>
                    </a:ext>
                  </a:extLst>
                </p14:cNvPr>
                <p14:cNvContentPartPr/>
                <p14:nvPr/>
              </p14:nvContentPartPr>
              <p14:xfrm>
                <a:off x="6075686" y="6648189"/>
                <a:ext cx="25920" cy="66960"/>
              </p14:xfrm>
            </p:contentPart>
          </mc:Choice>
          <mc:Fallback xmlns="">
            <p:pic>
              <p:nvPicPr>
                <p:cNvPr id="654" name="Ink 653">
                  <a:extLst>
                    <a:ext uri="{FF2B5EF4-FFF2-40B4-BE49-F238E27FC236}">
                      <a16:creationId xmlns:a16="http://schemas.microsoft.com/office/drawing/2014/main" id="{E134D90A-5C12-A3F5-ECC2-60BD95C690CE}"/>
                    </a:ext>
                  </a:extLst>
                </p:cNvPr>
                <p:cNvPicPr/>
                <p:nvPr/>
              </p:nvPicPr>
              <p:blipFill>
                <a:blip r:embed="rId794"/>
                <a:stretch>
                  <a:fillRect/>
                </a:stretch>
              </p:blipFill>
              <p:spPr>
                <a:xfrm>
                  <a:off x="6069566" y="6642069"/>
                  <a:ext cx="381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5">
              <p14:nvContentPartPr>
                <p14:cNvPr id="655" name="Ink 654">
                  <a:extLst>
                    <a:ext uri="{FF2B5EF4-FFF2-40B4-BE49-F238E27FC236}">
                      <a16:creationId xmlns:a16="http://schemas.microsoft.com/office/drawing/2014/main" id="{5EF4F1CB-9ACF-D0A1-3E06-741946F19089}"/>
                    </a:ext>
                  </a:extLst>
                </p14:cNvPr>
                <p14:cNvContentPartPr/>
                <p14:nvPr/>
              </p14:nvContentPartPr>
              <p14:xfrm>
                <a:off x="6138686" y="6545229"/>
                <a:ext cx="18720" cy="9720"/>
              </p14:xfrm>
            </p:contentPart>
          </mc:Choice>
          <mc:Fallback xmlns="">
            <p:pic>
              <p:nvPicPr>
                <p:cNvPr id="655" name="Ink 654">
                  <a:extLst>
                    <a:ext uri="{FF2B5EF4-FFF2-40B4-BE49-F238E27FC236}">
                      <a16:creationId xmlns:a16="http://schemas.microsoft.com/office/drawing/2014/main" id="{5EF4F1CB-9ACF-D0A1-3E06-741946F19089}"/>
                    </a:ext>
                  </a:extLst>
                </p:cNvPr>
                <p:cNvPicPr/>
                <p:nvPr/>
              </p:nvPicPr>
              <p:blipFill>
                <a:blip r:embed="rId796"/>
                <a:stretch>
                  <a:fillRect/>
                </a:stretch>
              </p:blipFill>
              <p:spPr>
                <a:xfrm>
                  <a:off x="6132566" y="6539109"/>
                  <a:ext cx="309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7">
              <p14:nvContentPartPr>
                <p14:cNvPr id="656" name="Ink 655">
                  <a:extLst>
                    <a:ext uri="{FF2B5EF4-FFF2-40B4-BE49-F238E27FC236}">
                      <a16:creationId xmlns:a16="http://schemas.microsoft.com/office/drawing/2014/main" id="{5B500705-282D-EAA2-32EA-78BBF2773528}"/>
                    </a:ext>
                  </a:extLst>
                </p14:cNvPr>
                <p14:cNvContentPartPr/>
                <p14:nvPr/>
              </p14:nvContentPartPr>
              <p14:xfrm>
                <a:off x="6314726" y="6575829"/>
                <a:ext cx="154440" cy="27720"/>
              </p14:xfrm>
            </p:contentPart>
          </mc:Choice>
          <mc:Fallback xmlns="">
            <p:pic>
              <p:nvPicPr>
                <p:cNvPr id="656" name="Ink 655">
                  <a:extLst>
                    <a:ext uri="{FF2B5EF4-FFF2-40B4-BE49-F238E27FC236}">
                      <a16:creationId xmlns:a16="http://schemas.microsoft.com/office/drawing/2014/main" id="{5B500705-282D-EAA2-32EA-78BBF2773528}"/>
                    </a:ext>
                  </a:extLst>
                </p:cNvPr>
                <p:cNvPicPr/>
                <p:nvPr/>
              </p:nvPicPr>
              <p:blipFill>
                <a:blip r:embed="rId798"/>
                <a:stretch>
                  <a:fillRect/>
                </a:stretch>
              </p:blipFill>
              <p:spPr>
                <a:xfrm>
                  <a:off x="6308606" y="6569709"/>
                  <a:ext cx="16668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9" name="Group 668">
            <a:extLst>
              <a:ext uri="{FF2B5EF4-FFF2-40B4-BE49-F238E27FC236}">
                <a16:creationId xmlns:a16="http://schemas.microsoft.com/office/drawing/2014/main" id="{5304AAC8-6494-B793-518F-9F14468B89CC}"/>
              </a:ext>
            </a:extLst>
          </p:cNvPr>
          <p:cNvGrpSpPr/>
          <p:nvPr/>
        </p:nvGrpSpPr>
        <p:grpSpPr>
          <a:xfrm>
            <a:off x="6660326" y="6419589"/>
            <a:ext cx="1613880" cy="342720"/>
            <a:chOff x="6660326" y="6419589"/>
            <a:chExt cx="1613880" cy="34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9">
              <p14:nvContentPartPr>
                <p14:cNvPr id="658" name="Ink 657">
                  <a:extLst>
                    <a:ext uri="{FF2B5EF4-FFF2-40B4-BE49-F238E27FC236}">
                      <a16:creationId xmlns:a16="http://schemas.microsoft.com/office/drawing/2014/main" id="{0AA0B77B-A648-BC1B-1E3B-A56E5A1C12ED}"/>
                    </a:ext>
                  </a:extLst>
                </p14:cNvPr>
                <p14:cNvContentPartPr/>
                <p14:nvPr/>
              </p14:nvContentPartPr>
              <p14:xfrm>
                <a:off x="6660326" y="6507069"/>
                <a:ext cx="273240" cy="115560"/>
              </p14:xfrm>
            </p:contentPart>
          </mc:Choice>
          <mc:Fallback xmlns="">
            <p:pic>
              <p:nvPicPr>
                <p:cNvPr id="658" name="Ink 657">
                  <a:extLst>
                    <a:ext uri="{FF2B5EF4-FFF2-40B4-BE49-F238E27FC236}">
                      <a16:creationId xmlns:a16="http://schemas.microsoft.com/office/drawing/2014/main" id="{0AA0B77B-A648-BC1B-1E3B-A56E5A1C12ED}"/>
                    </a:ext>
                  </a:extLst>
                </p:cNvPr>
                <p:cNvPicPr/>
                <p:nvPr/>
              </p:nvPicPr>
              <p:blipFill>
                <a:blip r:embed="rId800"/>
                <a:stretch>
                  <a:fillRect/>
                </a:stretch>
              </p:blipFill>
              <p:spPr>
                <a:xfrm>
                  <a:off x="6654206" y="6500949"/>
                  <a:ext cx="2854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1">
              <p14:nvContentPartPr>
                <p14:cNvPr id="659" name="Ink 658">
                  <a:extLst>
                    <a:ext uri="{FF2B5EF4-FFF2-40B4-BE49-F238E27FC236}">
                      <a16:creationId xmlns:a16="http://schemas.microsoft.com/office/drawing/2014/main" id="{8743BA8B-81FA-B115-26F1-19B082D94058}"/>
                    </a:ext>
                  </a:extLst>
                </p14:cNvPr>
                <p14:cNvContentPartPr/>
                <p14:nvPr/>
              </p14:nvContentPartPr>
              <p14:xfrm>
                <a:off x="7061006" y="6490149"/>
                <a:ext cx="198720" cy="160920"/>
              </p14:xfrm>
            </p:contentPart>
          </mc:Choice>
          <mc:Fallback xmlns="">
            <p:pic>
              <p:nvPicPr>
                <p:cNvPr id="659" name="Ink 658">
                  <a:extLst>
                    <a:ext uri="{FF2B5EF4-FFF2-40B4-BE49-F238E27FC236}">
                      <a16:creationId xmlns:a16="http://schemas.microsoft.com/office/drawing/2014/main" id="{8743BA8B-81FA-B115-26F1-19B082D94058}"/>
                    </a:ext>
                  </a:extLst>
                </p:cNvPr>
                <p:cNvPicPr/>
                <p:nvPr/>
              </p:nvPicPr>
              <p:blipFill>
                <a:blip r:embed="rId802"/>
                <a:stretch>
                  <a:fillRect/>
                </a:stretch>
              </p:blipFill>
              <p:spPr>
                <a:xfrm>
                  <a:off x="7054886" y="6484029"/>
                  <a:ext cx="2109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3">
              <p14:nvContentPartPr>
                <p14:cNvPr id="660" name="Ink 659">
                  <a:extLst>
                    <a:ext uri="{FF2B5EF4-FFF2-40B4-BE49-F238E27FC236}">
                      <a16:creationId xmlns:a16="http://schemas.microsoft.com/office/drawing/2014/main" id="{ED7E8356-8C45-B796-2C58-FCA9B27FC372}"/>
                    </a:ext>
                  </a:extLst>
                </p14:cNvPr>
                <p14:cNvContentPartPr/>
                <p14:nvPr/>
              </p14:nvContentPartPr>
              <p14:xfrm>
                <a:off x="7314806" y="6619389"/>
                <a:ext cx="58320" cy="82080"/>
              </p14:xfrm>
            </p:contentPart>
          </mc:Choice>
          <mc:Fallback xmlns="">
            <p:pic>
              <p:nvPicPr>
                <p:cNvPr id="660" name="Ink 659">
                  <a:extLst>
                    <a:ext uri="{FF2B5EF4-FFF2-40B4-BE49-F238E27FC236}">
                      <a16:creationId xmlns:a16="http://schemas.microsoft.com/office/drawing/2014/main" id="{ED7E8356-8C45-B796-2C58-FCA9B27FC372}"/>
                    </a:ext>
                  </a:extLst>
                </p:cNvPr>
                <p:cNvPicPr/>
                <p:nvPr/>
              </p:nvPicPr>
              <p:blipFill>
                <a:blip r:embed="rId804"/>
                <a:stretch>
                  <a:fillRect/>
                </a:stretch>
              </p:blipFill>
              <p:spPr>
                <a:xfrm>
                  <a:off x="7308686" y="6613269"/>
                  <a:ext cx="705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5">
              <p14:nvContentPartPr>
                <p14:cNvPr id="661" name="Ink 660">
                  <a:extLst>
                    <a:ext uri="{FF2B5EF4-FFF2-40B4-BE49-F238E27FC236}">
                      <a16:creationId xmlns:a16="http://schemas.microsoft.com/office/drawing/2014/main" id="{5C335C6D-1004-6DAB-C549-6F9255210A4D}"/>
                    </a:ext>
                  </a:extLst>
                </p14:cNvPr>
                <p14:cNvContentPartPr/>
                <p14:nvPr/>
              </p14:nvContentPartPr>
              <p14:xfrm>
                <a:off x="7404086" y="6503829"/>
                <a:ext cx="21600" cy="11880"/>
              </p14:xfrm>
            </p:contentPart>
          </mc:Choice>
          <mc:Fallback xmlns="">
            <p:pic>
              <p:nvPicPr>
                <p:cNvPr id="661" name="Ink 660">
                  <a:extLst>
                    <a:ext uri="{FF2B5EF4-FFF2-40B4-BE49-F238E27FC236}">
                      <a16:creationId xmlns:a16="http://schemas.microsoft.com/office/drawing/2014/main" id="{5C335C6D-1004-6DAB-C549-6F9255210A4D}"/>
                    </a:ext>
                  </a:extLst>
                </p:cNvPr>
                <p:cNvPicPr/>
                <p:nvPr/>
              </p:nvPicPr>
              <p:blipFill>
                <a:blip r:embed="rId806"/>
                <a:stretch>
                  <a:fillRect/>
                </a:stretch>
              </p:blipFill>
              <p:spPr>
                <a:xfrm>
                  <a:off x="7397966" y="6497709"/>
                  <a:ext cx="338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7">
              <p14:nvContentPartPr>
                <p14:cNvPr id="663" name="Ink 662">
                  <a:extLst>
                    <a:ext uri="{FF2B5EF4-FFF2-40B4-BE49-F238E27FC236}">
                      <a16:creationId xmlns:a16="http://schemas.microsoft.com/office/drawing/2014/main" id="{6FE4FE2A-D9B6-D29F-95CA-EC9B032126C5}"/>
                    </a:ext>
                  </a:extLst>
                </p14:cNvPr>
                <p14:cNvContentPartPr/>
                <p14:nvPr/>
              </p14:nvContentPartPr>
              <p14:xfrm>
                <a:off x="7590926" y="6577269"/>
                <a:ext cx="184320" cy="19440"/>
              </p14:xfrm>
            </p:contentPart>
          </mc:Choice>
          <mc:Fallback xmlns="">
            <p:pic>
              <p:nvPicPr>
                <p:cNvPr id="663" name="Ink 662">
                  <a:extLst>
                    <a:ext uri="{FF2B5EF4-FFF2-40B4-BE49-F238E27FC236}">
                      <a16:creationId xmlns:a16="http://schemas.microsoft.com/office/drawing/2014/main" id="{6FE4FE2A-D9B6-D29F-95CA-EC9B032126C5}"/>
                    </a:ext>
                  </a:extLst>
                </p:cNvPr>
                <p:cNvPicPr/>
                <p:nvPr/>
              </p:nvPicPr>
              <p:blipFill>
                <a:blip r:embed="rId808"/>
                <a:stretch>
                  <a:fillRect/>
                </a:stretch>
              </p:blipFill>
              <p:spPr>
                <a:xfrm>
                  <a:off x="7584806" y="6571149"/>
                  <a:ext cx="196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9">
              <p14:nvContentPartPr>
                <p14:cNvPr id="664" name="Ink 663">
                  <a:extLst>
                    <a:ext uri="{FF2B5EF4-FFF2-40B4-BE49-F238E27FC236}">
                      <a16:creationId xmlns:a16="http://schemas.microsoft.com/office/drawing/2014/main" id="{64B1F990-42E9-8441-66CA-FA74DEF77860}"/>
                    </a:ext>
                  </a:extLst>
                </p14:cNvPr>
                <p14:cNvContentPartPr/>
                <p14:nvPr/>
              </p14:nvContentPartPr>
              <p14:xfrm>
                <a:off x="7950566" y="6483309"/>
                <a:ext cx="129240" cy="181080"/>
              </p14:xfrm>
            </p:contentPart>
          </mc:Choice>
          <mc:Fallback xmlns="">
            <p:pic>
              <p:nvPicPr>
                <p:cNvPr id="664" name="Ink 663">
                  <a:extLst>
                    <a:ext uri="{FF2B5EF4-FFF2-40B4-BE49-F238E27FC236}">
                      <a16:creationId xmlns:a16="http://schemas.microsoft.com/office/drawing/2014/main" id="{64B1F990-42E9-8441-66CA-FA74DEF77860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7944446" y="6477189"/>
                  <a:ext cx="1414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1">
              <p14:nvContentPartPr>
                <p14:cNvPr id="665" name="Ink 664">
                  <a:extLst>
                    <a:ext uri="{FF2B5EF4-FFF2-40B4-BE49-F238E27FC236}">
                      <a16:creationId xmlns:a16="http://schemas.microsoft.com/office/drawing/2014/main" id="{E54DC332-9A0D-EA80-1539-7474DB5412D1}"/>
                    </a:ext>
                  </a:extLst>
                </p14:cNvPr>
                <p14:cNvContentPartPr/>
                <p14:nvPr/>
              </p14:nvContentPartPr>
              <p14:xfrm>
                <a:off x="8107526" y="6419589"/>
                <a:ext cx="166680" cy="342720"/>
              </p14:xfrm>
            </p:contentPart>
          </mc:Choice>
          <mc:Fallback xmlns="">
            <p:pic>
              <p:nvPicPr>
                <p:cNvPr id="665" name="Ink 664">
                  <a:extLst>
                    <a:ext uri="{FF2B5EF4-FFF2-40B4-BE49-F238E27FC236}">
                      <a16:creationId xmlns:a16="http://schemas.microsoft.com/office/drawing/2014/main" id="{E54DC332-9A0D-EA80-1539-7474DB5412D1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8101406" y="6413469"/>
                  <a:ext cx="178920" cy="35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8" name="Group 667">
            <a:extLst>
              <a:ext uri="{FF2B5EF4-FFF2-40B4-BE49-F238E27FC236}">
                <a16:creationId xmlns:a16="http://schemas.microsoft.com/office/drawing/2014/main" id="{0FEF29E7-3FDC-5A0C-0E58-2F0266288A52}"/>
              </a:ext>
            </a:extLst>
          </p:cNvPr>
          <p:cNvGrpSpPr/>
          <p:nvPr/>
        </p:nvGrpSpPr>
        <p:grpSpPr>
          <a:xfrm>
            <a:off x="8523326" y="6537669"/>
            <a:ext cx="145440" cy="103680"/>
            <a:chOff x="8523326" y="6537669"/>
            <a:chExt cx="145440" cy="10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3">
              <p14:nvContentPartPr>
                <p14:cNvPr id="666" name="Ink 665">
                  <a:extLst>
                    <a:ext uri="{FF2B5EF4-FFF2-40B4-BE49-F238E27FC236}">
                      <a16:creationId xmlns:a16="http://schemas.microsoft.com/office/drawing/2014/main" id="{1CFC921C-6C69-1C52-CCBB-7B67E4040AE0}"/>
                    </a:ext>
                  </a:extLst>
                </p14:cNvPr>
                <p14:cNvContentPartPr/>
                <p14:nvPr/>
              </p14:nvContentPartPr>
              <p14:xfrm>
                <a:off x="8541686" y="6537669"/>
                <a:ext cx="115200" cy="26640"/>
              </p14:xfrm>
            </p:contentPart>
          </mc:Choice>
          <mc:Fallback xmlns="">
            <p:pic>
              <p:nvPicPr>
                <p:cNvPr id="666" name="Ink 665">
                  <a:extLst>
                    <a:ext uri="{FF2B5EF4-FFF2-40B4-BE49-F238E27FC236}">
                      <a16:creationId xmlns:a16="http://schemas.microsoft.com/office/drawing/2014/main" id="{1CFC921C-6C69-1C52-CCBB-7B67E4040AE0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8535566" y="6531549"/>
                  <a:ext cx="1274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5">
              <p14:nvContentPartPr>
                <p14:cNvPr id="667" name="Ink 666">
                  <a:extLst>
                    <a:ext uri="{FF2B5EF4-FFF2-40B4-BE49-F238E27FC236}">
                      <a16:creationId xmlns:a16="http://schemas.microsoft.com/office/drawing/2014/main" id="{E8A4F625-DC93-FC3A-9C4F-13CA25219BB4}"/>
                    </a:ext>
                  </a:extLst>
                </p14:cNvPr>
                <p14:cNvContentPartPr/>
                <p14:nvPr/>
              </p14:nvContentPartPr>
              <p14:xfrm>
                <a:off x="8523326" y="6625149"/>
                <a:ext cx="145440" cy="16200"/>
              </p14:xfrm>
            </p:contentPart>
          </mc:Choice>
          <mc:Fallback xmlns="">
            <p:pic>
              <p:nvPicPr>
                <p:cNvPr id="667" name="Ink 666">
                  <a:extLst>
                    <a:ext uri="{FF2B5EF4-FFF2-40B4-BE49-F238E27FC236}">
                      <a16:creationId xmlns:a16="http://schemas.microsoft.com/office/drawing/2014/main" id="{E8A4F625-DC93-FC3A-9C4F-13CA25219BB4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8517206" y="6619029"/>
                  <a:ext cx="157680" cy="2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17">
            <p14:nvContentPartPr>
              <p14:cNvPr id="670" name="Ink 669">
                <a:extLst>
                  <a:ext uri="{FF2B5EF4-FFF2-40B4-BE49-F238E27FC236}">
                    <a16:creationId xmlns:a16="http://schemas.microsoft.com/office/drawing/2014/main" id="{39EF4945-E5D4-1231-C24C-C610AA46363E}"/>
                  </a:ext>
                </a:extLst>
              </p14:cNvPr>
              <p14:cNvContentPartPr/>
              <p14:nvPr/>
            </p14:nvContentPartPr>
            <p14:xfrm>
              <a:off x="8886566" y="6473949"/>
              <a:ext cx="222480" cy="211680"/>
            </p14:xfrm>
          </p:contentPart>
        </mc:Choice>
        <mc:Fallback xmlns="">
          <p:pic>
            <p:nvPicPr>
              <p:cNvPr id="670" name="Ink 669">
                <a:extLst>
                  <a:ext uri="{FF2B5EF4-FFF2-40B4-BE49-F238E27FC236}">
                    <a16:creationId xmlns:a16="http://schemas.microsoft.com/office/drawing/2014/main" id="{39EF4945-E5D4-1231-C24C-C610AA46363E}"/>
                  </a:ext>
                </a:extLst>
              </p:cNvPr>
              <p:cNvPicPr/>
              <p:nvPr/>
            </p:nvPicPr>
            <p:blipFill>
              <a:blip r:embed="rId818"/>
              <a:stretch>
                <a:fillRect/>
              </a:stretch>
            </p:blipFill>
            <p:spPr>
              <a:xfrm>
                <a:off x="8880446" y="6467829"/>
                <a:ext cx="234720" cy="22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692" name="Group 691">
            <a:extLst>
              <a:ext uri="{FF2B5EF4-FFF2-40B4-BE49-F238E27FC236}">
                <a16:creationId xmlns:a16="http://schemas.microsoft.com/office/drawing/2014/main" id="{44413D5A-6F42-E81A-DD41-DE9C76DDCBF0}"/>
              </a:ext>
            </a:extLst>
          </p:cNvPr>
          <p:cNvGrpSpPr/>
          <p:nvPr/>
        </p:nvGrpSpPr>
        <p:grpSpPr>
          <a:xfrm>
            <a:off x="9256646" y="6382869"/>
            <a:ext cx="2781720" cy="340200"/>
            <a:chOff x="9256646" y="6382869"/>
            <a:chExt cx="2781720" cy="34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9">
              <p14:nvContentPartPr>
                <p14:cNvPr id="671" name="Ink 670">
                  <a:extLst>
                    <a:ext uri="{FF2B5EF4-FFF2-40B4-BE49-F238E27FC236}">
                      <a16:creationId xmlns:a16="http://schemas.microsoft.com/office/drawing/2014/main" id="{5CAFC706-EFA6-AC13-B0B9-37759679D64A}"/>
                    </a:ext>
                  </a:extLst>
                </p14:cNvPr>
                <p14:cNvContentPartPr/>
                <p14:nvPr/>
              </p14:nvContentPartPr>
              <p14:xfrm>
                <a:off x="9256646" y="6510669"/>
                <a:ext cx="97200" cy="4320"/>
              </p14:xfrm>
            </p:contentPart>
          </mc:Choice>
          <mc:Fallback xmlns="">
            <p:pic>
              <p:nvPicPr>
                <p:cNvPr id="671" name="Ink 670">
                  <a:extLst>
                    <a:ext uri="{FF2B5EF4-FFF2-40B4-BE49-F238E27FC236}">
                      <a16:creationId xmlns:a16="http://schemas.microsoft.com/office/drawing/2014/main" id="{5CAFC706-EFA6-AC13-B0B9-37759679D64A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9250526" y="6504549"/>
                  <a:ext cx="10944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1">
              <p14:nvContentPartPr>
                <p14:cNvPr id="672" name="Ink 671">
                  <a:extLst>
                    <a:ext uri="{FF2B5EF4-FFF2-40B4-BE49-F238E27FC236}">
                      <a16:creationId xmlns:a16="http://schemas.microsoft.com/office/drawing/2014/main" id="{B14F4F75-55D4-ADB3-0C75-B7CBE9088AF4}"/>
                    </a:ext>
                  </a:extLst>
                </p14:cNvPr>
                <p14:cNvContentPartPr/>
                <p14:nvPr/>
              </p14:nvContentPartPr>
              <p14:xfrm>
                <a:off x="9275006" y="6622269"/>
                <a:ext cx="116280" cy="6120"/>
              </p14:xfrm>
            </p:contentPart>
          </mc:Choice>
          <mc:Fallback xmlns="">
            <p:pic>
              <p:nvPicPr>
                <p:cNvPr id="672" name="Ink 671">
                  <a:extLst>
                    <a:ext uri="{FF2B5EF4-FFF2-40B4-BE49-F238E27FC236}">
                      <a16:creationId xmlns:a16="http://schemas.microsoft.com/office/drawing/2014/main" id="{B14F4F75-55D4-ADB3-0C75-B7CBE9088AF4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9268886" y="6616149"/>
                  <a:ext cx="12852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3">
              <p14:nvContentPartPr>
                <p14:cNvPr id="673" name="Ink 672">
                  <a:extLst>
                    <a:ext uri="{FF2B5EF4-FFF2-40B4-BE49-F238E27FC236}">
                      <a16:creationId xmlns:a16="http://schemas.microsoft.com/office/drawing/2014/main" id="{E2E390C1-E791-0261-6AE9-5E838E022F06}"/>
                    </a:ext>
                  </a:extLst>
                </p14:cNvPr>
                <p14:cNvContentPartPr/>
                <p14:nvPr/>
              </p14:nvContentPartPr>
              <p14:xfrm>
                <a:off x="9359246" y="6435069"/>
                <a:ext cx="125640" cy="288000"/>
              </p14:xfrm>
            </p:contentPart>
          </mc:Choice>
          <mc:Fallback xmlns="">
            <p:pic>
              <p:nvPicPr>
                <p:cNvPr id="673" name="Ink 672">
                  <a:extLst>
                    <a:ext uri="{FF2B5EF4-FFF2-40B4-BE49-F238E27FC236}">
                      <a16:creationId xmlns:a16="http://schemas.microsoft.com/office/drawing/2014/main" id="{E2E390C1-E791-0261-6AE9-5E838E022F06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9353126" y="6428949"/>
                  <a:ext cx="1378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5">
              <p14:nvContentPartPr>
                <p14:cNvPr id="674" name="Ink 673">
                  <a:extLst>
                    <a:ext uri="{FF2B5EF4-FFF2-40B4-BE49-F238E27FC236}">
                      <a16:creationId xmlns:a16="http://schemas.microsoft.com/office/drawing/2014/main" id="{5162C0F1-C620-0796-A204-C38897BE85E1}"/>
                    </a:ext>
                  </a:extLst>
                </p14:cNvPr>
                <p14:cNvContentPartPr/>
                <p14:nvPr/>
              </p14:nvContentPartPr>
              <p14:xfrm>
                <a:off x="9584966" y="6406989"/>
                <a:ext cx="173160" cy="40680"/>
              </p14:xfrm>
            </p:contentPart>
          </mc:Choice>
          <mc:Fallback xmlns="">
            <p:pic>
              <p:nvPicPr>
                <p:cNvPr id="674" name="Ink 673">
                  <a:extLst>
                    <a:ext uri="{FF2B5EF4-FFF2-40B4-BE49-F238E27FC236}">
                      <a16:creationId xmlns:a16="http://schemas.microsoft.com/office/drawing/2014/main" id="{5162C0F1-C620-0796-A204-C38897BE85E1}"/>
                    </a:ext>
                  </a:extLst>
                </p:cNvPr>
                <p:cNvPicPr/>
                <p:nvPr/>
              </p:nvPicPr>
              <p:blipFill>
                <a:blip r:embed="rId826"/>
                <a:stretch>
                  <a:fillRect/>
                </a:stretch>
              </p:blipFill>
              <p:spPr>
                <a:xfrm>
                  <a:off x="9578846" y="6400869"/>
                  <a:ext cx="1854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7">
              <p14:nvContentPartPr>
                <p14:cNvPr id="675" name="Ink 674">
                  <a:extLst>
                    <a:ext uri="{FF2B5EF4-FFF2-40B4-BE49-F238E27FC236}">
                      <a16:creationId xmlns:a16="http://schemas.microsoft.com/office/drawing/2014/main" id="{D32AB003-AD46-9B01-E202-F709ABDBB827}"/>
                    </a:ext>
                  </a:extLst>
                </p14:cNvPr>
                <p14:cNvContentPartPr/>
                <p14:nvPr/>
              </p14:nvContentPartPr>
              <p14:xfrm>
                <a:off x="9607286" y="6441549"/>
                <a:ext cx="145800" cy="225000"/>
              </p14:xfrm>
            </p:contentPart>
          </mc:Choice>
          <mc:Fallback xmlns="">
            <p:pic>
              <p:nvPicPr>
                <p:cNvPr id="675" name="Ink 674">
                  <a:extLst>
                    <a:ext uri="{FF2B5EF4-FFF2-40B4-BE49-F238E27FC236}">
                      <a16:creationId xmlns:a16="http://schemas.microsoft.com/office/drawing/2014/main" id="{D32AB003-AD46-9B01-E202-F709ABDBB827}"/>
                    </a:ext>
                  </a:extLst>
                </p:cNvPr>
                <p:cNvPicPr/>
                <p:nvPr/>
              </p:nvPicPr>
              <p:blipFill>
                <a:blip r:embed="rId828"/>
                <a:stretch>
                  <a:fillRect/>
                </a:stretch>
              </p:blipFill>
              <p:spPr>
                <a:xfrm>
                  <a:off x="9601166" y="6435429"/>
                  <a:ext cx="1580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9">
              <p14:nvContentPartPr>
                <p14:cNvPr id="676" name="Ink 675">
                  <a:extLst>
                    <a:ext uri="{FF2B5EF4-FFF2-40B4-BE49-F238E27FC236}">
                      <a16:creationId xmlns:a16="http://schemas.microsoft.com/office/drawing/2014/main" id="{EF249D59-2877-6B4B-E1DE-355E77A7A795}"/>
                    </a:ext>
                  </a:extLst>
                </p14:cNvPr>
                <p14:cNvContentPartPr/>
                <p14:nvPr/>
              </p14:nvContentPartPr>
              <p14:xfrm>
                <a:off x="9796286" y="6444069"/>
                <a:ext cx="154440" cy="275040"/>
              </p14:xfrm>
            </p:contentPart>
          </mc:Choice>
          <mc:Fallback xmlns="">
            <p:pic>
              <p:nvPicPr>
                <p:cNvPr id="676" name="Ink 675">
                  <a:extLst>
                    <a:ext uri="{FF2B5EF4-FFF2-40B4-BE49-F238E27FC236}">
                      <a16:creationId xmlns:a16="http://schemas.microsoft.com/office/drawing/2014/main" id="{EF249D59-2877-6B4B-E1DE-355E77A7A795}"/>
                    </a:ext>
                  </a:extLst>
                </p:cNvPr>
                <p:cNvPicPr/>
                <p:nvPr/>
              </p:nvPicPr>
              <p:blipFill>
                <a:blip r:embed="rId830"/>
                <a:stretch>
                  <a:fillRect/>
                </a:stretch>
              </p:blipFill>
              <p:spPr>
                <a:xfrm>
                  <a:off x="9790166" y="6437949"/>
                  <a:ext cx="1666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1">
              <p14:nvContentPartPr>
                <p14:cNvPr id="677" name="Ink 676">
                  <a:extLst>
                    <a:ext uri="{FF2B5EF4-FFF2-40B4-BE49-F238E27FC236}">
                      <a16:creationId xmlns:a16="http://schemas.microsoft.com/office/drawing/2014/main" id="{FFCD965A-4DC7-5DE4-2466-7E0AEC8C2C60}"/>
                    </a:ext>
                  </a:extLst>
                </p14:cNvPr>
                <p14:cNvContentPartPr/>
                <p14:nvPr/>
              </p14:nvContentPartPr>
              <p14:xfrm>
                <a:off x="10051886" y="6593109"/>
                <a:ext cx="25200" cy="53640"/>
              </p14:xfrm>
            </p:contentPart>
          </mc:Choice>
          <mc:Fallback xmlns="">
            <p:pic>
              <p:nvPicPr>
                <p:cNvPr id="677" name="Ink 676">
                  <a:extLst>
                    <a:ext uri="{FF2B5EF4-FFF2-40B4-BE49-F238E27FC236}">
                      <a16:creationId xmlns:a16="http://schemas.microsoft.com/office/drawing/2014/main" id="{FFCD965A-4DC7-5DE4-2466-7E0AEC8C2C60}"/>
                    </a:ext>
                  </a:extLst>
                </p:cNvPr>
                <p:cNvPicPr/>
                <p:nvPr/>
              </p:nvPicPr>
              <p:blipFill>
                <a:blip r:embed="rId832"/>
                <a:stretch>
                  <a:fillRect/>
                </a:stretch>
              </p:blipFill>
              <p:spPr>
                <a:xfrm>
                  <a:off x="10045766" y="6586989"/>
                  <a:ext cx="374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3">
              <p14:nvContentPartPr>
                <p14:cNvPr id="678" name="Ink 677">
                  <a:extLst>
                    <a:ext uri="{FF2B5EF4-FFF2-40B4-BE49-F238E27FC236}">
                      <a16:creationId xmlns:a16="http://schemas.microsoft.com/office/drawing/2014/main" id="{559D706B-C15F-4EF9-715F-01DBBB762AE4}"/>
                    </a:ext>
                  </a:extLst>
                </p14:cNvPr>
                <p14:cNvContentPartPr/>
                <p14:nvPr/>
              </p14:nvContentPartPr>
              <p14:xfrm>
                <a:off x="10141166" y="6489069"/>
                <a:ext cx="8640" cy="11880"/>
              </p14:xfrm>
            </p:contentPart>
          </mc:Choice>
          <mc:Fallback xmlns="">
            <p:pic>
              <p:nvPicPr>
                <p:cNvPr id="678" name="Ink 677">
                  <a:extLst>
                    <a:ext uri="{FF2B5EF4-FFF2-40B4-BE49-F238E27FC236}">
                      <a16:creationId xmlns:a16="http://schemas.microsoft.com/office/drawing/2014/main" id="{559D706B-C15F-4EF9-715F-01DBBB762AE4}"/>
                    </a:ext>
                  </a:extLst>
                </p:cNvPr>
                <p:cNvPicPr/>
                <p:nvPr/>
              </p:nvPicPr>
              <p:blipFill>
                <a:blip r:embed="rId834"/>
                <a:stretch>
                  <a:fillRect/>
                </a:stretch>
              </p:blipFill>
              <p:spPr>
                <a:xfrm>
                  <a:off x="10135046" y="6482949"/>
                  <a:ext cx="208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5">
              <p14:nvContentPartPr>
                <p14:cNvPr id="679" name="Ink 678">
                  <a:extLst>
                    <a:ext uri="{FF2B5EF4-FFF2-40B4-BE49-F238E27FC236}">
                      <a16:creationId xmlns:a16="http://schemas.microsoft.com/office/drawing/2014/main" id="{0A87CF7F-EF75-ADE3-07FD-2499D629B732}"/>
                    </a:ext>
                  </a:extLst>
                </p14:cNvPr>
                <p14:cNvContentPartPr/>
                <p14:nvPr/>
              </p14:nvContentPartPr>
              <p14:xfrm>
                <a:off x="10242686" y="6499869"/>
                <a:ext cx="67320" cy="7560"/>
              </p14:xfrm>
            </p:contentPart>
          </mc:Choice>
          <mc:Fallback xmlns="">
            <p:pic>
              <p:nvPicPr>
                <p:cNvPr id="679" name="Ink 678">
                  <a:extLst>
                    <a:ext uri="{FF2B5EF4-FFF2-40B4-BE49-F238E27FC236}">
                      <a16:creationId xmlns:a16="http://schemas.microsoft.com/office/drawing/2014/main" id="{0A87CF7F-EF75-ADE3-07FD-2499D629B732}"/>
                    </a:ext>
                  </a:extLst>
                </p:cNvPr>
                <p:cNvPicPr/>
                <p:nvPr/>
              </p:nvPicPr>
              <p:blipFill>
                <a:blip r:embed="rId836"/>
                <a:stretch>
                  <a:fillRect/>
                </a:stretch>
              </p:blipFill>
              <p:spPr>
                <a:xfrm>
                  <a:off x="10236566" y="6493749"/>
                  <a:ext cx="795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7">
              <p14:nvContentPartPr>
                <p14:cNvPr id="680" name="Ink 679">
                  <a:extLst>
                    <a:ext uri="{FF2B5EF4-FFF2-40B4-BE49-F238E27FC236}">
                      <a16:creationId xmlns:a16="http://schemas.microsoft.com/office/drawing/2014/main" id="{B2ECE05F-CE70-FB36-1671-9838D1AC49B9}"/>
                    </a:ext>
                  </a:extLst>
                </p14:cNvPr>
                <p14:cNvContentPartPr/>
                <p14:nvPr/>
              </p14:nvContentPartPr>
              <p14:xfrm>
                <a:off x="10234406" y="6598869"/>
                <a:ext cx="68400" cy="16200"/>
              </p14:xfrm>
            </p:contentPart>
          </mc:Choice>
          <mc:Fallback xmlns="">
            <p:pic>
              <p:nvPicPr>
                <p:cNvPr id="680" name="Ink 679">
                  <a:extLst>
                    <a:ext uri="{FF2B5EF4-FFF2-40B4-BE49-F238E27FC236}">
                      <a16:creationId xmlns:a16="http://schemas.microsoft.com/office/drawing/2014/main" id="{B2ECE05F-CE70-FB36-1671-9838D1AC49B9}"/>
                    </a:ext>
                  </a:extLst>
                </p:cNvPr>
                <p:cNvPicPr/>
                <p:nvPr/>
              </p:nvPicPr>
              <p:blipFill>
                <a:blip r:embed="rId838"/>
                <a:stretch>
                  <a:fillRect/>
                </a:stretch>
              </p:blipFill>
              <p:spPr>
                <a:xfrm>
                  <a:off x="10228286" y="6592749"/>
                  <a:ext cx="806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9">
              <p14:nvContentPartPr>
                <p14:cNvPr id="682" name="Ink 681">
                  <a:extLst>
                    <a:ext uri="{FF2B5EF4-FFF2-40B4-BE49-F238E27FC236}">
                      <a16:creationId xmlns:a16="http://schemas.microsoft.com/office/drawing/2014/main" id="{3E860695-CCB8-4932-BE0A-C7B4EC9AC177}"/>
                    </a:ext>
                  </a:extLst>
                </p14:cNvPr>
                <p14:cNvContentPartPr/>
                <p14:nvPr/>
              </p14:nvContentPartPr>
              <p14:xfrm>
                <a:off x="10379846" y="6469269"/>
                <a:ext cx="212760" cy="81000"/>
              </p14:xfrm>
            </p:contentPart>
          </mc:Choice>
          <mc:Fallback xmlns="">
            <p:pic>
              <p:nvPicPr>
                <p:cNvPr id="682" name="Ink 681">
                  <a:extLst>
                    <a:ext uri="{FF2B5EF4-FFF2-40B4-BE49-F238E27FC236}">
                      <a16:creationId xmlns:a16="http://schemas.microsoft.com/office/drawing/2014/main" id="{3E860695-CCB8-4932-BE0A-C7B4EC9AC177}"/>
                    </a:ext>
                  </a:extLst>
                </p:cNvPr>
                <p:cNvPicPr/>
                <p:nvPr/>
              </p:nvPicPr>
              <p:blipFill>
                <a:blip r:embed="rId840"/>
                <a:stretch>
                  <a:fillRect/>
                </a:stretch>
              </p:blipFill>
              <p:spPr>
                <a:xfrm>
                  <a:off x="10373726" y="6463149"/>
                  <a:ext cx="2250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1">
              <p14:nvContentPartPr>
                <p14:cNvPr id="683" name="Ink 682">
                  <a:extLst>
                    <a:ext uri="{FF2B5EF4-FFF2-40B4-BE49-F238E27FC236}">
                      <a16:creationId xmlns:a16="http://schemas.microsoft.com/office/drawing/2014/main" id="{D45670CA-0012-450D-9826-2A222598022E}"/>
                    </a:ext>
                  </a:extLst>
                </p14:cNvPr>
                <p14:cNvContentPartPr/>
                <p14:nvPr/>
              </p14:nvContentPartPr>
              <p14:xfrm>
                <a:off x="10731926" y="6382869"/>
                <a:ext cx="130320" cy="27360"/>
              </p14:xfrm>
            </p:contentPart>
          </mc:Choice>
          <mc:Fallback xmlns="">
            <p:pic>
              <p:nvPicPr>
                <p:cNvPr id="683" name="Ink 682">
                  <a:extLst>
                    <a:ext uri="{FF2B5EF4-FFF2-40B4-BE49-F238E27FC236}">
                      <a16:creationId xmlns:a16="http://schemas.microsoft.com/office/drawing/2014/main" id="{D45670CA-0012-450D-9826-2A222598022E}"/>
                    </a:ext>
                  </a:extLst>
                </p:cNvPr>
                <p:cNvPicPr/>
                <p:nvPr/>
              </p:nvPicPr>
              <p:blipFill>
                <a:blip r:embed="rId842"/>
                <a:stretch>
                  <a:fillRect/>
                </a:stretch>
              </p:blipFill>
              <p:spPr>
                <a:xfrm>
                  <a:off x="10725806" y="6376749"/>
                  <a:ext cx="1425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3">
              <p14:nvContentPartPr>
                <p14:cNvPr id="684" name="Ink 683">
                  <a:extLst>
                    <a:ext uri="{FF2B5EF4-FFF2-40B4-BE49-F238E27FC236}">
                      <a16:creationId xmlns:a16="http://schemas.microsoft.com/office/drawing/2014/main" id="{A6C678BA-DC21-97E8-BDCE-E609A5363310}"/>
                    </a:ext>
                  </a:extLst>
                </p14:cNvPr>
                <p14:cNvContentPartPr/>
                <p14:nvPr/>
              </p14:nvContentPartPr>
              <p14:xfrm>
                <a:off x="10724006" y="6420669"/>
                <a:ext cx="133560" cy="264960"/>
              </p14:xfrm>
            </p:contentPart>
          </mc:Choice>
          <mc:Fallback xmlns="">
            <p:pic>
              <p:nvPicPr>
                <p:cNvPr id="684" name="Ink 683">
                  <a:extLst>
                    <a:ext uri="{FF2B5EF4-FFF2-40B4-BE49-F238E27FC236}">
                      <a16:creationId xmlns:a16="http://schemas.microsoft.com/office/drawing/2014/main" id="{A6C678BA-DC21-97E8-BDCE-E609A5363310}"/>
                    </a:ext>
                  </a:extLst>
                </p:cNvPr>
                <p:cNvPicPr/>
                <p:nvPr/>
              </p:nvPicPr>
              <p:blipFill>
                <a:blip r:embed="rId844"/>
                <a:stretch>
                  <a:fillRect/>
                </a:stretch>
              </p:blipFill>
              <p:spPr>
                <a:xfrm>
                  <a:off x="10717886" y="6414549"/>
                  <a:ext cx="1458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5">
              <p14:nvContentPartPr>
                <p14:cNvPr id="685" name="Ink 684">
                  <a:extLst>
                    <a:ext uri="{FF2B5EF4-FFF2-40B4-BE49-F238E27FC236}">
                      <a16:creationId xmlns:a16="http://schemas.microsoft.com/office/drawing/2014/main" id="{479D4650-F55E-8618-DB63-BD14BCBD52A6}"/>
                    </a:ext>
                  </a:extLst>
                </p14:cNvPr>
                <p14:cNvContentPartPr/>
                <p14:nvPr/>
              </p14:nvContentPartPr>
              <p14:xfrm>
                <a:off x="10979966" y="6432909"/>
                <a:ext cx="220320" cy="204480"/>
              </p14:xfrm>
            </p:contentPart>
          </mc:Choice>
          <mc:Fallback xmlns="">
            <p:pic>
              <p:nvPicPr>
                <p:cNvPr id="685" name="Ink 684">
                  <a:extLst>
                    <a:ext uri="{FF2B5EF4-FFF2-40B4-BE49-F238E27FC236}">
                      <a16:creationId xmlns:a16="http://schemas.microsoft.com/office/drawing/2014/main" id="{479D4650-F55E-8618-DB63-BD14BCBD52A6}"/>
                    </a:ext>
                  </a:extLst>
                </p:cNvPr>
                <p:cNvPicPr/>
                <p:nvPr/>
              </p:nvPicPr>
              <p:blipFill>
                <a:blip r:embed="rId846"/>
                <a:stretch>
                  <a:fillRect/>
                </a:stretch>
              </p:blipFill>
              <p:spPr>
                <a:xfrm>
                  <a:off x="10973846" y="6426789"/>
                  <a:ext cx="2325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7">
              <p14:nvContentPartPr>
                <p14:cNvPr id="686" name="Ink 685">
                  <a:extLst>
                    <a:ext uri="{FF2B5EF4-FFF2-40B4-BE49-F238E27FC236}">
                      <a16:creationId xmlns:a16="http://schemas.microsoft.com/office/drawing/2014/main" id="{CD27F7E1-0570-0BC9-8724-DE571F419456}"/>
                    </a:ext>
                  </a:extLst>
                </p14:cNvPr>
                <p14:cNvContentPartPr/>
                <p14:nvPr/>
              </p14:nvContentPartPr>
              <p14:xfrm>
                <a:off x="11264366" y="6500589"/>
                <a:ext cx="22680" cy="16560"/>
              </p14:xfrm>
            </p:contentPart>
          </mc:Choice>
          <mc:Fallback xmlns="">
            <p:pic>
              <p:nvPicPr>
                <p:cNvPr id="686" name="Ink 685">
                  <a:extLst>
                    <a:ext uri="{FF2B5EF4-FFF2-40B4-BE49-F238E27FC236}">
                      <a16:creationId xmlns:a16="http://schemas.microsoft.com/office/drawing/2014/main" id="{CD27F7E1-0570-0BC9-8724-DE571F419456}"/>
                    </a:ext>
                  </a:extLst>
                </p:cNvPr>
                <p:cNvPicPr/>
                <p:nvPr/>
              </p:nvPicPr>
              <p:blipFill>
                <a:blip r:embed="rId848"/>
                <a:stretch>
                  <a:fillRect/>
                </a:stretch>
              </p:blipFill>
              <p:spPr>
                <a:xfrm>
                  <a:off x="11258246" y="6494469"/>
                  <a:ext cx="34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9">
              <p14:nvContentPartPr>
                <p14:cNvPr id="687" name="Ink 686">
                  <a:extLst>
                    <a:ext uri="{FF2B5EF4-FFF2-40B4-BE49-F238E27FC236}">
                      <a16:creationId xmlns:a16="http://schemas.microsoft.com/office/drawing/2014/main" id="{9E53B9F0-FE2E-8937-B2C5-ECDC12DD9ECD}"/>
                    </a:ext>
                  </a:extLst>
                </p14:cNvPr>
                <p14:cNvContentPartPr/>
                <p14:nvPr/>
              </p14:nvContentPartPr>
              <p14:xfrm>
                <a:off x="11399726" y="6557469"/>
                <a:ext cx="214920" cy="16200"/>
              </p14:xfrm>
            </p:contentPart>
          </mc:Choice>
          <mc:Fallback xmlns="">
            <p:pic>
              <p:nvPicPr>
                <p:cNvPr id="687" name="Ink 686">
                  <a:extLst>
                    <a:ext uri="{FF2B5EF4-FFF2-40B4-BE49-F238E27FC236}">
                      <a16:creationId xmlns:a16="http://schemas.microsoft.com/office/drawing/2014/main" id="{9E53B9F0-FE2E-8937-B2C5-ECDC12DD9ECD}"/>
                    </a:ext>
                  </a:extLst>
                </p:cNvPr>
                <p:cNvPicPr/>
                <p:nvPr/>
              </p:nvPicPr>
              <p:blipFill>
                <a:blip r:embed="rId850"/>
                <a:stretch>
                  <a:fillRect/>
                </a:stretch>
              </p:blipFill>
              <p:spPr>
                <a:xfrm>
                  <a:off x="11393606" y="6551349"/>
                  <a:ext cx="227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1">
              <p14:nvContentPartPr>
                <p14:cNvPr id="689" name="Ink 688">
                  <a:extLst>
                    <a:ext uri="{FF2B5EF4-FFF2-40B4-BE49-F238E27FC236}">
                      <a16:creationId xmlns:a16="http://schemas.microsoft.com/office/drawing/2014/main" id="{5BFDA6EE-C1AE-7F8A-2A72-DB391FA310DF}"/>
                    </a:ext>
                  </a:extLst>
                </p14:cNvPr>
                <p14:cNvContentPartPr/>
                <p14:nvPr/>
              </p14:nvContentPartPr>
              <p14:xfrm>
                <a:off x="11720486" y="6435069"/>
                <a:ext cx="115200" cy="19440"/>
              </p14:xfrm>
            </p:contentPart>
          </mc:Choice>
          <mc:Fallback xmlns="">
            <p:pic>
              <p:nvPicPr>
                <p:cNvPr id="689" name="Ink 688">
                  <a:extLst>
                    <a:ext uri="{FF2B5EF4-FFF2-40B4-BE49-F238E27FC236}">
                      <a16:creationId xmlns:a16="http://schemas.microsoft.com/office/drawing/2014/main" id="{5BFDA6EE-C1AE-7F8A-2A72-DB391FA310DF}"/>
                    </a:ext>
                  </a:extLst>
                </p:cNvPr>
                <p:cNvPicPr/>
                <p:nvPr/>
              </p:nvPicPr>
              <p:blipFill>
                <a:blip r:embed="rId852"/>
                <a:stretch>
                  <a:fillRect/>
                </a:stretch>
              </p:blipFill>
              <p:spPr>
                <a:xfrm>
                  <a:off x="11714366" y="6428949"/>
                  <a:ext cx="1274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3">
              <p14:nvContentPartPr>
                <p14:cNvPr id="690" name="Ink 689">
                  <a:extLst>
                    <a:ext uri="{FF2B5EF4-FFF2-40B4-BE49-F238E27FC236}">
                      <a16:creationId xmlns:a16="http://schemas.microsoft.com/office/drawing/2014/main" id="{6D578181-D3DB-80A0-C084-A525FBE6744B}"/>
                    </a:ext>
                  </a:extLst>
                </p14:cNvPr>
                <p14:cNvContentPartPr/>
                <p14:nvPr/>
              </p14:nvContentPartPr>
              <p14:xfrm>
                <a:off x="11666126" y="6459189"/>
                <a:ext cx="156600" cy="222120"/>
              </p14:xfrm>
            </p:contentPart>
          </mc:Choice>
          <mc:Fallback xmlns="">
            <p:pic>
              <p:nvPicPr>
                <p:cNvPr id="690" name="Ink 689">
                  <a:extLst>
                    <a:ext uri="{FF2B5EF4-FFF2-40B4-BE49-F238E27FC236}">
                      <a16:creationId xmlns:a16="http://schemas.microsoft.com/office/drawing/2014/main" id="{6D578181-D3DB-80A0-C084-A525FBE6744B}"/>
                    </a:ext>
                  </a:extLst>
                </p:cNvPr>
                <p:cNvPicPr/>
                <p:nvPr/>
              </p:nvPicPr>
              <p:blipFill>
                <a:blip r:embed="rId854"/>
                <a:stretch>
                  <a:fillRect/>
                </a:stretch>
              </p:blipFill>
              <p:spPr>
                <a:xfrm>
                  <a:off x="11660006" y="6453069"/>
                  <a:ext cx="1688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5">
              <p14:nvContentPartPr>
                <p14:cNvPr id="691" name="Ink 690">
                  <a:extLst>
                    <a:ext uri="{FF2B5EF4-FFF2-40B4-BE49-F238E27FC236}">
                      <a16:creationId xmlns:a16="http://schemas.microsoft.com/office/drawing/2014/main" id="{361CD142-7A8A-A7D9-AB77-A4C97FBD0F89}"/>
                    </a:ext>
                  </a:extLst>
                </p14:cNvPr>
                <p14:cNvContentPartPr/>
                <p14:nvPr/>
              </p14:nvContentPartPr>
              <p14:xfrm>
                <a:off x="11910926" y="6393669"/>
                <a:ext cx="127440" cy="255960"/>
              </p14:xfrm>
            </p:contentPart>
          </mc:Choice>
          <mc:Fallback xmlns="">
            <p:pic>
              <p:nvPicPr>
                <p:cNvPr id="691" name="Ink 690">
                  <a:extLst>
                    <a:ext uri="{FF2B5EF4-FFF2-40B4-BE49-F238E27FC236}">
                      <a16:creationId xmlns:a16="http://schemas.microsoft.com/office/drawing/2014/main" id="{361CD142-7A8A-A7D9-AB77-A4C97FBD0F89}"/>
                    </a:ext>
                  </a:extLst>
                </p:cNvPr>
                <p:cNvPicPr/>
                <p:nvPr/>
              </p:nvPicPr>
              <p:blipFill>
                <a:blip r:embed="rId856"/>
                <a:stretch>
                  <a:fillRect/>
                </a:stretch>
              </p:blipFill>
              <p:spPr>
                <a:xfrm>
                  <a:off x="11904806" y="6387549"/>
                  <a:ext cx="139680" cy="268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84207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EACBFE6-86AA-DAC3-E974-F24F1AC5C6D1}"/>
                  </a:ext>
                </a:extLst>
              </p14:cNvPr>
              <p14:cNvContentPartPr/>
              <p14:nvPr/>
            </p14:nvContentPartPr>
            <p14:xfrm>
              <a:off x="948686" y="590469"/>
              <a:ext cx="3960" cy="20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EACBFE6-86AA-DAC3-E974-F24F1AC5C6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2566" y="584349"/>
                <a:ext cx="16200" cy="3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105BF25B-7926-20B5-306A-FA53FF5365C6}"/>
              </a:ext>
            </a:extLst>
          </p:cNvPr>
          <p:cNvGrpSpPr/>
          <p:nvPr/>
        </p:nvGrpSpPr>
        <p:grpSpPr>
          <a:xfrm>
            <a:off x="965246" y="465189"/>
            <a:ext cx="240120" cy="337680"/>
            <a:chOff x="965246" y="465189"/>
            <a:chExt cx="240120" cy="33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6284B83-6600-F221-18F1-D191DDAA3E5A}"/>
                    </a:ext>
                  </a:extLst>
                </p14:cNvPr>
                <p14:cNvContentPartPr/>
                <p14:nvPr/>
              </p14:nvContentPartPr>
              <p14:xfrm>
                <a:off x="965246" y="465189"/>
                <a:ext cx="240120" cy="79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6284B83-6600-F221-18F1-D191DDAA3E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59126" y="459069"/>
                  <a:ext cx="2523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0809B39-390D-EBAC-2835-E91B102CD3BF}"/>
                    </a:ext>
                  </a:extLst>
                </p14:cNvPr>
                <p14:cNvContentPartPr/>
                <p14:nvPr/>
              </p14:nvContentPartPr>
              <p14:xfrm>
                <a:off x="995126" y="561669"/>
                <a:ext cx="200880" cy="241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0809B39-390D-EBAC-2835-E91B102CD3B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89006" y="555549"/>
                  <a:ext cx="21312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F04FC5A-123E-83DD-6558-2BC93D68E8E3}"/>
              </a:ext>
            </a:extLst>
          </p:cNvPr>
          <p:cNvGrpSpPr/>
          <p:nvPr/>
        </p:nvGrpSpPr>
        <p:grpSpPr>
          <a:xfrm>
            <a:off x="1387886" y="456909"/>
            <a:ext cx="555120" cy="495720"/>
            <a:chOff x="1387886" y="456909"/>
            <a:chExt cx="555120" cy="49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91E16F2-614B-B09D-2D29-12D419C1EC51}"/>
                    </a:ext>
                  </a:extLst>
                </p14:cNvPr>
                <p14:cNvContentPartPr/>
                <p14:nvPr/>
              </p14:nvContentPartPr>
              <p14:xfrm>
                <a:off x="1387886" y="456909"/>
                <a:ext cx="121680" cy="495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91E16F2-614B-B09D-2D29-12D419C1EC5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81766" y="450789"/>
                  <a:ext cx="133920" cy="50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938621D-D685-929B-03D7-932AB03054A0}"/>
                    </a:ext>
                  </a:extLst>
                </p14:cNvPr>
                <p14:cNvContentPartPr/>
                <p14:nvPr/>
              </p14:nvContentPartPr>
              <p14:xfrm>
                <a:off x="1532246" y="562749"/>
                <a:ext cx="133560" cy="60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938621D-D685-929B-03D7-932AB03054A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26126" y="556629"/>
                  <a:ext cx="1458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CB02E89-BCD2-34BD-97BA-59D421CB5A99}"/>
                    </a:ext>
                  </a:extLst>
                </p14:cNvPr>
                <p14:cNvContentPartPr/>
                <p14:nvPr/>
              </p14:nvContentPartPr>
              <p14:xfrm>
                <a:off x="1607126" y="538989"/>
                <a:ext cx="148680" cy="334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CB02E89-BCD2-34BD-97BA-59D421CB5A9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01006" y="532869"/>
                  <a:ext cx="16092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70E4B4F-5C5B-2F26-84AD-2E3157E01BC1}"/>
                    </a:ext>
                  </a:extLst>
                </p14:cNvPr>
                <p14:cNvContentPartPr/>
                <p14:nvPr/>
              </p14:nvContentPartPr>
              <p14:xfrm>
                <a:off x="1881806" y="744549"/>
                <a:ext cx="25200" cy="76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70E4B4F-5C5B-2F26-84AD-2E3157E01BC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75686" y="738429"/>
                  <a:ext cx="374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A82592A-FE82-27D6-143B-531B8269A960}"/>
                    </a:ext>
                  </a:extLst>
                </p14:cNvPr>
                <p14:cNvContentPartPr/>
                <p14:nvPr/>
              </p14:nvContentPartPr>
              <p14:xfrm>
                <a:off x="1898726" y="625749"/>
                <a:ext cx="44280" cy="13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A82592A-FE82-27D6-143B-531B8269A96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92606" y="619629"/>
                  <a:ext cx="5652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86D8521-51D1-9116-6E22-29054DA2B7C8}"/>
              </a:ext>
            </a:extLst>
          </p:cNvPr>
          <p:cNvGrpSpPr/>
          <p:nvPr/>
        </p:nvGrpSpPr>
        <p:grpSpPr>
          <a:xfrm>
            <a:off x="2147486" y="543309"/>
            <a:ext cx="1131480" cy="205560"/>
            <a:chOff x="2147486" y="543309"/>
            <a:chExt cx="1131480" cy="20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1EAAEC7-FDFF-73FF-25AF-FB60A590180D}"/>
                    </a:ext>
                  </a:extLst>
                </p14:cNvPr>
                <p14:cNvContentPartPr/>
                <p14:nvPr/>
              </p14:nvContentPartPr>
              <p14:xfrm>
                <a:off x="2147486" y="656709"/>
                <a:ext cx="168480" cy="16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1EAAEC7-FDFF-73FF-25AF-FB60A590180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41366" y="650589"/>
                  <a:ext cx="1807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AF8BE0D-3AC9-A69C-14A3-492F0A78FAA7}"/>
                    </a:ext>
                  </a:extLst>
                </p14:cNvPr>
                <p14:cNvContentPartPr/>
                <p14:nvPr/>
              </p14:nvContentPartPr>
              <p14:xfrm>
                <a:off x="2467166" y="559509"/>
                <a:ext cx="333360" cy="113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AF8BE0D-3AC9-A69C-14A3-492F0A78FAA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61046" y="553389"/>
                  <a:ext cx="3456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C504A95-5828-C6C2-A0B9-86DD17B5166E}"/>
                    </a:ext>
                  </a:extLst>
                </p14:cNvPr>
                <p14:cNvContentPartPr/>
                <p14:nvPr/>
              </p14:nvContentPartPr>
              <p14:xfrm>
                <a:off x="2920766" y="543309"/>
                <a:ext cx="212040" cy="197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C504A95-5828-C6C2-A0B9-86DD17B5166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14646" y="537189"/>
                  <a:ext cx="2242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DDB20DC-0D61-FDCD-B304-C45794F47023}"/>
                    </a:ext>
                  </a:extLst>
                </p14:cNvPr>
                <p14:cNvContentPartPr/>
                <p14:nvPr/>
              </p14:nvContentPartPr>
              <p14:xfrm>
                <a:off x="3235046" y="698109"/>
                <a:ext cx="30600" cy="50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DDB20DC-0D61-FDCD-B304-C45794F4702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28926" y="691989"/>
                  <a:ext cx="428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28AAE09-2AF4-CAFA-2F23-04070CA11153}"/>
                    </a:ext>
                  </a:extLst>
                </p14:cNvPr>
                <p14:cNvContentPartPr/>
                <p14:nvPr/>
              </p14:nvContentPartPr>
              <p14:xfrm>
                <a:off x="3273926" y="545109"/>
                <a:ext cx="5040" cy="9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28AAE09-2AF4-CAFA-2F23-04070CA1115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267806" y="538989"/>
                  <a:ext cx="1728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C52C722-0F17-E28B-8430-315FE41EF78A}"/>
              </a:ext>
            </a:extLst>
          </p:cNvPr>
          <p:cNvGrpSpPr/>
          <p:nvPr/>
        </p:nvGrpSpPr>
        <p:grpSpPr>
          <a:xfrm>
            <a:off x="3450686" y="393549"/>
            <a:ext cx="699480" cy="435960"/>
            <a:chOff x="3450686" y="393549"/>
            <a:chExt cx="699480" cy="43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7B7DF8E-5726-7B90-C2C3-BBFC112329A1}"/>
                    </a:ext>
                  </a:extLst>
                </p14:cNvPr>
                <p14:cNvContentPartPr/>
                <p14:nvPr/>
              </p14:nvContentPartPr>
              <p14:xfrm>
                <a:off x="3450686" y="593349"/>
                <a:ext cx="196200" cy="48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7B7DF8E-5726-7B90-C2C3-BBFC112329A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44566" y="587229"/>
                  <a:ext cx="2084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5DF714B-B30E-A6E0-C3B5-5A4BEBA2460D}"/>
                    </a:ext>
                  </a:extLst>
                </p14:cNvPr>
                <p14:cNvContentPartPr/>
                <p14:nvPr/>
              </p14:nvContentPartPr>
              <p14:xfrm>
                <a:off x="3733286" y="439269"/>
                <a:ext cx="16560" cy="27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5DF714B-B30E-A6E0-C3B5-5A4BEBA2460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727166" y="433149"/>
                  <a:ext cx="288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426C0F7-606F-9AD7-BD34-D87CF5DA3E00}"/>
                    </a:ext>
                  </a:extLst>
                </p14:cNvPr>
                <p14:cNvContentPartPr/>
                <p14:nvPr/>
              </p14:nvContentPartPr>
              <p14:xfrm>
                <a:off x="3796286" y="427749"/>
                <a:ext cx="159480" cy="268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426C0F7-606F-9AD7-BD34-D87CF5DA3E0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90166" y="421629"/>
                  <a:ext cx="1717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9E0D621-D953-E79B-407F-5FF0E61F241A}"/>
                    </a:ext>
                  </a:extLst>
                </p14:cNvPr>
                <p14:cNvContentPartPr/>
                <p14:nvPr/>
              </p14:nvContentPartPr>
              <p14:xfrm>
                <a:off x="4054046" y="393549"/>
                <a:ext cx="96120" cy="435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9E0D621-D953-E79B-407F-5FF0E61F241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47926" y="387429"/>
                  <a:ext cx="108360" cy="44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6818DBA-A389-C31E-FC48-3EC29E482E3D}"/>
              </a:ext>
            </a:extLst>
          </p:cNvPr>
          <p:cNvGrpSpPr/>
          <p:nvPr/>
        </p:nvGrpSpPr>
        <p:grpSpPr>
          <a:xfrm>
            <a:off x="4319366" y="488229"/>
            <a:ext cx="456480" cy="244080"/>
            <a:chOff x="4319366" y="488229"/>
            <a:chExt cx="45648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6AF24A6-06B4-6A85-F145-CD536894BA0C}"/>
                    </a:ext>
                  </a:extLst>
                </p14:cNvPr>
                <p14:cNvContentPartPr/>
                <p14:nvPr/>
              </p14:nvContentPartPr>
              <p14:xfrm>
                <a:off x="4319366" y="488229"/>
                <a:ext cx="289440" cy="204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6AF24A6-06B4-6A85-F145-CD536894BA0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313246" y="482109"/>
                  <a:ext cx="3016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5F99E9D-7E36-4841-D864-8387DEAEA9D3}"/>
                    </a:ext>
                  </a:extLst>
                </p14:cNvPr>
                <p14:cNvContentPartPr/>
                <p14:nvPr/>
              </p14:nvContentPartPr>
              <p14:xfrm>
                <a:off x="4693046" y="609909"/>
                <a:ext cx="45720" cy="122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5F99E9D-7E36-4841-D864-8387DEAEA9D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86926" y="603789"/>
                  <a:ext cx="579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245EE9F-C738-A465-9310-A17BF2E14C52}"/>
                    </a:ext>
                  </a:extLst>
                </p14:cNvPr>
                <p14:cNvContentPartPr/>
                <p14:nvPr/>
              </p14:nvContentPartPr>
              <p14:xfrm>
                <a:off x="4737686" y="508029"/>
                <a:ext cx="38160" cy="24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245EE9F-C738-A465-9310-A17BF2E14C5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31566" y="501909"/>
                  <a:ext cx="5040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A028C63-C46D-95B4-1AB2-1C96826E1BFD}"/>
              </a:ext>
            </a:extLst>
          </p:cNvPr>
          <p:cNvGrpSpPr/>
          <p:nvPr/>
        </p:nvGrpSpPr>
        <p:grpSpPr>
          <a:xfrm>
            <a:off x="5219366" y="563829"/>
            <a:ext cx="173880" cy="95040"/>
            <a:chOff x="5219366" y="563829"/>
            <a:chExt cx="173880" cy="9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26747ED-ECEA-AD38-9A00-CE2CDB1DF623}"/>
                    </a:ext>
                  </a:extLst>
                </p14:cNvPr>
                <p14:cNvContentPartPr/>
                <p14:nvPr/>
              </p14:nvContentPartPr>
              <p14:xfrm>
                <a:off x="5262206" y="563829"/>
                <a:ext cx="131040" cy="12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26747ED-ECEA-AD38-9A00-CE2CDB1DF62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256086" y="557709"/>
                  <a:ext cx="1432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72EDE89-316C-EAC6-C893-EB853AB91176}"/>
                    </a:ext>
                  </a:extLst>
                </p14:cNvPr>
                <p14:cNvContentPartPr/>
                <p14:nvPr/>
              </p14:nvContentPartPr>
              <p14:xfrm>
                <a:off x="5219366" y="646989"/>
                <a:ext cx="166320" cy="11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72EDE89-316C-EAC6-C893-EB853AB9117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13246" y="640869"/>
                  <a:ext cx="178560" cy="2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48AF3C6-9438-D11A-F7C6-F7455753D443}"/>
                  </a:ext>
                </a:extLst>
              </p14:cNvPr>
              <p14:cNvContentPartPr/>
              <p14:nvPr/>
            </p14:nvContentPartPr>
            <p14:xfrm>
              <a:off x="5629406" y="491109"/>
              <a:ext cx="146160" cy="171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48AF3C6-9438-D11A-F7C6-F7455753D44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623286" y="484989"/>
                <a:ext cx="158400" cy="18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EB2EF466-034C-72D9-6DC6-7F31E2B6219A}"/>
              </a:ext>
            </a:extLst>
          </p:cNvPr>
          <p:cNvGrpSpPr/>
          <p:nvPr/>
        </p:nvGrpSpPr>
        <p:grpSpPr>
          <a:xfrm>
            <a:off x="6272006" y="406509"/>
            <a:ext cx="2036520" cy="388080"/>
            <a:chOff x="6272006" y="406509"/>
            <a:chExt cx="2036520" cy="38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C4C1FFC-965C-501B-4396-7615EFBC3A7E}"/>
                    </a:ext>
                  </a:extLst>
                </p14:cNvPr>
                <p14:cNvContentPartPr/>
                <p14:nvPr/>
              </p14:nvContentPartPr>
              <p14:xfrm>
                <a:off x="6272006" y="582909"/>
                <a:ext cx="1375560" cy="114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C4C1FFC-965C-501B-4396-7615EFBC3A7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265886" y="576789"/>
                  <a:ext cx="13878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94EA2C0-2794-D8A5-12EF-DB4A5E34976A}"/>
                    </a:ext>
                  </a:extLst>
                </p14:cNvPr>
                <p14:cNvContentPartPr/>
                <p14:nvPr/>
              </p14:nvContentPartPr>
              <p14:xfrm>
                <a:off x="8036726" y="550509"/>
                <a:ext cx="15840" cy="131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94EA2C0-2794-D8A5-12EF-DB4A5E34976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030606" y="544389"/>
                  <a:ext cx="280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FC5122D-E209-6701-2919-0AE10374591C}"/>
                    </a:ext>
                  </a:extLst>
                </p14:cNvPr>
                <p14:cNvContentPartPr/>
                <p14:nvPr/>
              </p14:nvContentPartPr>
              <p14:xfrm>
                <a:off x="7830446" y="406509"/>
                <a:ext cx="478080" cy="388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FC5122D-E209-6701-2919-0AE10374591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824326" y="400389"/>
                  <a:ext cx="490320" cy="40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EED748E-75F1-9934-0B6C-04591F950948}"/>
              </a:ext>
            </a:extLst>
          </p:cNvPr>
          <p:cNvGrpSpPr/>
          <p:nvPr/>
        </p:nvGrpSpPr>
        <p:grpSpPr>
          <a:xfrm>
            <a:off x="1248926" y="1282029"/>
            <a:ext cx="540000" cy="346320"/>
            <a:chOff x="1248926" y="1282029"/>
            <a:chExt cx="540000" cy="34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B875CFB-AB58-A2B8-EFDC-2F3AD96F9D7E}"/>
                    </a:ext>
                  </a:extLst>
                </p14:cNvPr>
                <p14:cNvContentPartPr/>
                <p14:nvPr/>
              </p14:nvContentPartPr>
              <p14:xfrm>
                <a:off x="1273046" y="1307229"/>
                <a:ext cx="20160" cy="20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B875CFB-AB58-A2B8-EFDC-2F3AD96F9D7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266926" y="1301109"/>
                  <a:ext cx="324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377F922-E7E9-AA47-A51D-102E4D33806A}"/>
                    </a:ext>
                  </a:extLst>
                </p14:cNvPr>
                <p14:cNvContentPartPr/>
                <p14:nvPr/>
              </p14:nvContentPartPr>
              <p14:xfrm>
                <a:off x="1248926" y="1282029"/>
                <a:ext cx="216000" cy="26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377F922-E7E9-AA47-A51D-102E4D33806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242806" y="1275909"/>
                  <a:ext cx="2282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D0F3EFA-4779-34EA-3614-69D726E44AE4}"/>
                    </a:ext>
                  </a:extLst>
                </p14:cNvPr>
                <p14:cNvContentPartPr/>
                <p14:nvPr/>
              </p14:nvContentPartPr>
              <p14:xfrm>
                <a:off x="1255046" y="1316589"/>
                <a:ext cx="204480" cy="235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D0F3EFA-4779-34EA-3614-69D726E44AE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248926" y="1310469"/>
                  <a:ext cx="2167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EDB378D-61DF-8D37-835E-0B7B0FC5762C}"/>
                    </a:ext>
                  </a:extLst>
                </p14:cNvPr>
                <p14:cNvContentPartPr/>
                <p14:nvPr/>
              </p14:nvContentPartPr>
              <p14:xfrm>
                <a:off x="1601726" y="1316589"/>
                <a:ext cx="139320" cy="70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EDB378D-61DF-8D37-835E-0B7B0FC5762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595606" y="1310469"/>
                  <a:ext cx="1515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7E2A3CB-1583-B51F-88C0-E5A20553D422}"/>
                    </a:ext>
                  </a:extLst>
                </p14:cNvPr>
                <p14:cNvContentPartPr/>
                <p14:nvPr/>
              </p14:nvContentPartPr>
              <p14:xfrm>
                <a:off x="1610366" y="1310469"/>
                <a:ext cx="178560" cy="317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7E2A3CB-1583-B51F-88C0-E5A20553D42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604246" y="1304349"/>
                  <a:ext cx="190800" cy="33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D73FEDD-A074-B6D6-AD37-5317E69C884F}"/>
                  </a:ext>
                </a:extLst>
              </p14:cNvPr>
              <p14:cNvContentPartPr/>
              <p14:nvPr/>
            </p14:nvContentPartPr>
            <p14:xfrm>
              <a:off x="1966046" y="1468509"/>
              <a:ext cx="48960" cy="928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D73FEDD-A074-B6D6-AD37-5317E69C884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959926" y="1462389"/>
                <a:ext cx="6120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9183F67-4F62-003C-39F0-680BAF6E767F}"/>
                  </a:ext>
                </a:extLst>
              </p14:cNvPr>
              <p14:cNvContentPartPr/>
              <p14:nvPr/>
            </p14:nvContentPartPr>
            <p14:xfrm>
              <a:off x="1980086" y="1366629"/>
              <a:ext cx="33480" cy="111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9183F67-4F62-003C-39F0-680BAF6E767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973966" y="1360509"/>
                <a:ext cx="4572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A13128FE-201A-BE2C-3140-372B4600A4FC}"/>
              </a:ext>
            </a:extLst>
          </p:cNvPr>
          <p:cNvGrpSpPr/>
          <p:nvPr/>
        </p:nvGrpSpPr>
        <p:grpSpPr>
          <a:xfrm>
            <a:off x="2298686" y="1400469"/>
            <a:ext cx="154440" cy="117720"/>
            <a:chOff x="2298686" y="1400469"/>
            <a:chExt cx="154440" cy="11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B34DDF1-015F-06CE-73ED-3F9990659744}"/>
                    </a:ext>
                  </a:extLst>
                </p14:cNvPr>
                <p14:cNvContentPartPr/>
                <p14:nvPr/>
              </p14:nvContentPartPr>
              <p14:xfrm>
                <a:off x="2299406" y="1400469"/>
                <a:ext cx="117000" cy="24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B34DDF1-015F-06CE-73ED-3F999065974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93286" y="1394349"/>
                  <a:ext cx="1292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2DADC62-3147-3B52-87D8-2EFD17ADEE78}"/>
                    </a:ext>
                  </a:extLst>
                </p14:cNvPr>
                <p14:cNvContentPartPr/>
                <p14:nvPr/>
              </p14:nvContentPartPr>
              <p14:xfrm>
                <a:off x="2298686" y="1499829"/>
                <a:ext cx="154440" cy="18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2DADC62-3147-3B52-87D8-2EFD17ADEE7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292566" y="1493709"/>
                  <a:ext cx="16668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AEE4A41-6C54-1E66-51F7-A4F3C9684228}"/>
              </a:ext>
            </a:extLst>
          </p:cNvPr>
          <p:cNvGrpSpPr/>
          <p:nvPr/>
        </p:nvGrpSpPr>
        <p:grpSpPr>
          <a:xfrm>
            <a:off x="2795126" y="1214709"/>
            <a:ext cx="839880" cy="325080"/>
            <a:chOff x="2795126" y="1214709"/>
            <a:chExt cx="839880" cy="32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CC9BD44-2BBA-EF2A-45AC-D102EDB691E6}"/>
                    </a:ext>
                  </a:extLst>
                </p14:cNvPr>
                <p14:cNvContentPartPr/>
                <p14:nvPr/>
              </p14:nvContentPartPr>
              <p14:xfrm>
                <a:off x="2795126" y="1337109"/>
                <a:ext cx="107280" cy="137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CC9BD44-2BBA-EF2A-45AC-D102EDB691E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789006" y="1330989"/>
                  <a:ext cx="1195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B357358-8B1F-0336-923D-1AE6BC835675}"/>
                    </a:ext>
                  </a:extLst>
                </p14:cNvPr>
                <p14:cNvContentPartPr/>
                <p14:nvPr/>
              </p14:nvContentPartPr>
              <p14:xfrm>
                <a:off x="2899166" y="1309389"/>
                <a:ext cx="287280" cy="120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B357358-8B1F-0336-923D-1AE6BC83567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893046" y="1303269"/>
                  <a:ext cx="2995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255B065-324A-A889-E298-D89ECD3997BB}"/>
                    </a:ext>
                  </a:extLst>
                </p14:cNvPr>
                <p14:cNvContentPartPr/>
                <p14:nvPr/>
              </p14:nvContentPartPr>
              <p14:xfrm>
                <a:off x="3287966" y="1291749"/>
                <a:ext cx="288720" cy="190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255B065-324A-A889-E298-D89ECD3997B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281846" y="1285629"/>
                  <a:ext cx="3009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E615106-4CFC-A5C6-07B6-5B1EA0A09B57}"/>
                    </a:ext>
                  </a:extLst>
                </p14:cNvPr>
                <p14:cNvContentPartPr/>
                <p14:nvPr/>
              </p14:nvContentPartPr>
              <p14:xfrm>
                <a:off x="3614126" y="1311189"/>
                <a:ext cx="20880" cy="7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E615106-4CFC-A5C6-07B6-5B1EA0A09B5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608006" y="1305069"/>
                  <a:ext cx="331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8B64C70-3418-158C-B8C1-8B38F827484E}"/>
                    </a:ext>
                  </a:extLst>
                </p14:cNvPr>
                <p14:cNvContentPartPr/>
                <p14:nvPr/>
              </p14:nvContentPartPr>
              <p14:xfrm>
                <a:off x="3169886" y="1214709"/>
                <a:ext cx="130320" cy="41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8B64C70-3418-158C-B8C1-8B38F827484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163766" y="1208589"/>
                  <a:ext cx="1425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83C05D5-5C7C-0BD2-B978-F483F909F0E6}"/>
                    </a:ext>
                  </a:extLst>
                </p14:cNvPr>
                <p14:cNvContentPartPr/>
                <p14:nvPr/>
              </p14:nvContentPartPr>
              <p14:xfrm>
                <a:off x="3191126" y="1245669"/>
                <a:ext cx="231840" cy="294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83C05D5-5C7C-0BD2-B978-F483F909F0E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185006" y="1239549"/>
                  <a:ext cx="244080" cy="30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EBD2963-0B24-A07F-FB63-251674D0F4B3}"/>
              </a:ext>
            </a:extLst>
          </p:cNvPr>
          <p:cNvGrpSpPr/>
          <p:nvPr/>
        </p:nvGrpSpPr>
        <p:grpSpPr>
          <a:xfrm>
            <a:off x="3867926" y="1202469"/>
            <a:ext cx="867600" cy="257040"/>
            <a:chOff x="3867926" y="1202469"/>
            <a:chExt cx="867600" cy="25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6DAE5C4-2D8B-F0DF-CCDE-D12A6D6222AF}"/>
                    </a:ext>
                  </a:extLst>
                </p14:cNvPr>
                <p14:cNvContentPartPr/>
                <p14:nvPr/>
              </p14:nvContentPartPr>
              <p14:xfrm>
                <a:off x="3867926" y="1305069"/>
                <a:ext cx="203400" cy="27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6DAE5C4-2D8B-F0DF-CCDE-D12A6D6222A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61806" y="1298949"/>
                  <a:ext cx="2156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3CA2689-5BC8-9660-0359-F68A5CEF2646}"/>
                    </a:ext>
                  </a:extLst>
                </p14:cNvPr>
                <p14:cNvContentPartPr/>
                <p14:nvPr/>
              </p14:nvContentPartPr>
              <p14:xfrm>
                <a:off x="4262486" y="1210029"/>
                <a:ext cx="194400" cy="795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3CA2689-5BC8-9660-0359-F68A5CEF264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256366" y="1203909"/>
                  <a:ext cx="2066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E1B0ED7-B7CC-87D8-B3EC-906A2884ACD0}"/>
                    </a:ext>
                  </a:extLst>
                </p14:cNvPr>
                <p14:cNvContentPartPr/>
                <p14:nvPr/>
              </p14:nvContentPartPr>
              <p14:xfrm>
                <a:off x="4293446" y="1265829"/>
                <a:ext cx="234000" cy="1936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E1B0ED7-B7CC-87D8-B3EC-906A2884ACD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287326" y="1259709"/>
                  <a:ext cx="2462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E0E9568-15E2-6A95-B60E-B995A6E45E51}"/>
                    </a:ext>
                  </a:extLst>
                </p14:cNvPr>
                <p14:cNvContentPartPr/>
                <p14:nvPr/>
              </p14:nvContentPartPr>
              <p14:xfrm>
                <a:off x="4568846" y="1202469"/>
                <a:ext cx="166680" cy="208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E0E9568-15E2-6A95-B60E-B995A6E45E5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562726" y="1196349"/>
                  <a:ext cx="178920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6C895D7-8D11-203D-1710-EB7446854A68}"/>
              </a:ext>
            </a:extLst>
          </p:cNvPr>
          <p:cNvGrpSpPr/>
          <p:nvPr/>
        </p:nvGrpSpPr>
        <p:grpSpPr>
          <a:xfrm>
            <a:off x="5206046" y="1170429"/>
            <a:ext cx="319320" cy="399960"/>
            <a:chOff x="5206046" y="1170429"/>
            <a:chExt cx="319320" cy="39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7BB6059-5130-E194-2DE4-C6D7C77923D0}"/>
                    </a:ext>
                  </a:extLst>
                </p14:cNvPr>
                <p14:cNvContentPartPr/>
                <p14:nvPr/>
              </p14:nvContentPartPr>
              <p14:xfrm>
                <a:off x="5212526" y="1288149"/>
                <a:ext cx="158040" cy="262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7BB6059-5130-E194-2DE4-C6D7C77923D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206406" y="1282029"/>
                  <a:ext cx="1702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9ADCB8D-15EC-6374-C27C-5A84628F4DA3}"/>
                    </a:ext>
                  </a:extLst>
                </p14:cNvPr>
                <p14:cNvContentPartPr/>
                <p14:nvPr/>
              </p14:nvContentPartPr>
              <p14:xfrm>
                <a:off x="5206046" y="1358709"/>
                <a:ext cx="149400" cy="237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9ADCB8D-15EC-6374-C27C-5A84628F4DA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199926" y="1352589"/>
                  <a:ext cx="1616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4D0D3F2-5C63-2D03-2108-75CED84971C4}"/>
                    </a:ext>
                  </a:extLst>
                </p14:cNvPr>
                <p14:cNvContentPartPr/>
                <p14:nvPr/>
              </p14:nvContentPartPr>
              <p14:xfrm>
                <a:off x="5347166" y="1170429"/>
                <a:ext cx="178200" cy="3999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4D0D3F2-5C63-2D03-2108-75CED84971C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341046" y="1164309"/>
                  <a:ext cx="190440" cy="41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AA153AA-6B20-5E1C-D800-33DB4D3B71D6}"/>
              </a:ext>
            </a:extLst>
          </p:cNvPr>
          <p:cNvGrpSpPr/>
          <p:nvPr/>
        </p:nvGrpSpPr>
        <p:grpSpPr>
          <a:xfrm>
            <a:off x="6013886" y="1232709"/>
            <a:ext cx="623160" cy="331920"/>
            <a:chOff x="6013886" y="1232709"/>
            <a:chExt cx="623160" cy="33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FA5BC2B-74E6-EF83-83F9-7651727D647F}"/>
                    </a:ext>
                  </a:extLst>
                </p14:cNvPr>
                <p14:cNvContentPartPr/>
                <p14:nvPr/>
              </p14:nvContentPartPr>
              <p14:xfrm>
                <a:off x="6013886" y="1267629"/>
                <a:ext cx="261000" cy="155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FA5BC2B-74E6-EF83-83F9-7651727D647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007766" y="1261509"/>
                  <a:ext cx="2732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4B418EF-E22F-D90A-78F9-56EFBA1D7231}"/>
                    </a:ext>
                  </a:extLst>
                </p14:cNvPr>
                <p14:cNvContentPartPr/>
                <p14:nvPr/>
              </p14:nvContentPartPr>
              <p14:xfrm>
                <a:off x="6358046" y="1232709"/>
                <a:ext cx="279000" cy="331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4B418EF-E22F-D90A-78F9-56EFBA1D723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351926" y="1226589"/>
                  <a:ext cx="291240" cy="34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F93D107B-7A4A-FC21-7458-41E03E886876}"/>
                  </a:ext>
                </a:extLst>
              </p14:cNvPr>
              <p14:cNvContentPartPr/>
              <p14:nvPr/>
            </p14:nvContentPartPr>
            <p14:xfrm>
              <a:off x="6371726" y="1099869"/>
              <a:ext cx="313560" cy="115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F93D107B-7A4A-FC21-7458-41E03E88687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365606" y="1093749"/>
                <a:ext cx="325800" cy="2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410C6710-2D2A-E237-9F2E-E65D1B180BA8}"/>
              </a:ext>
            </a:extLst>
          </p:cNvPr>
          <p:cNvGrpSpPr/>
          <p:nvPr/>
        </p:nvGrpSpPr>
        <p:grpSpPr>
          <a:xfrm>
            <a:off x="6760526" y="1374189"/>
            <a:ext cx="138600" cy="81360"/>
            <a:chOff x="6760526" y="1374189"/>
            <a:chExt cx="138600" cy="8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EBDCC53-8513-3F14-AB45-F95CC6153463}"/>
                    </a:ext>
                  </a:extLst>
                </p14:cNvPr>
                <p14:cNvContentPartPr/>
                <p14:nvPr/>
              </p14:nvContentPartPr>
              <p14:xfrm>
                <a:off x="6760526" y="1374189"/>
                <a:ext cx="138600" cy="288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EBDCC53-8513-3F14-AB45-F95CC615346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754406" y="1368069"/>
                  <a:ext cx="1508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20570ED-E216-FA80-80F7-6179CB11FA26}"/>
                    </a:ext>
                  </a:extLst>
                </p14:cNvPr>
                <p14:cNvContentPartPr/>
                <p14:nvPr/>
              </p14:nvContentPartPr>
              <p14:xfrm>
                <a:off x="6790406" y="1438629"/>
                <a:ext cx="97920" cy="16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20570ED-E216-FA80-80F7-6179CB11FA2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784286" y="1432509"/>
                  <a:ext cx="11016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84C0553-E267-2722-7F33-20C4B091E78E}"/>
              </a:ext>
            </a:extLst>
          </p:cNvPr>
          <p:cNvGrpSpPr/>
          <p:nvPr/>
        </p:nvGrpSpPr>
        <p:grpSpPr>
          <a:xfrm>
            <a:off x="7198646" y="1145589"/>
            <a:ext cx="1215360" cy="284760"/>
            <a:chOff x="7198646" y="1145589"/>
            <a:chExt cx="1215360" cy="28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751808F-333E-F2C1-2832-FB7C58336053}"/>
                    </a:ext>
                  </a:extLst>
                </p14:cNvPr>
                <p14:cNvContentPartPr/>
                <p14:nvPr/>
              </p14:nvContentPartPr>
              <p14:xfrm>
                <a:off x="7198646" y="1253949"/>
                <a:ext cx="285480" cy="136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751808F-333E-F2C1-2832-FB7C5833605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192526" y="1247829"/>
                  <a:ext cx="2977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0E4EC45-471E-6F8E-D777-FC948B3951FC}"/>
                    </a:ext>
                  </a:extLst>
                </p14:cNvPr>
                <p14:cNvContentPartPr/>
                <p14:nvPr/>
              </p14:nvContentPartPr>
              <p14:xfrm>
                <a:off x="7715246" y="1228029"/>
                <a:ext cx="273240" cy="147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0E4EC45-471E-6F8E-D777-FC948B3951F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709126" y="1221909"/>
                  <a:ext cx="2854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2A48593-E750-FD27-96CF-67D270DED734}"/>
                    </a:ext>
                  </a:extLst>
                </p14:cNvPr>
                <p14:cNvContentPartPr/>
                <p14:nvPr/>
              </p14:nvContentPartPr>
              <p14:xfrm>
                <a:off x="7567286" y="1245309"/>
                <a:ext cx="101160" cy="185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2A48593-E750-FD27-96CF-67D270DED73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561166" y="1239189"/>
                  <a:ext cx="1134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238F002-609C-36CE-7A56-B4C3B39D3B86}"/>
                    </a:ext>
                  </a:extLst>
                </p14:cNvPr>
                <p14:cNvContentPartPr/>
                <p14:nvPr/>
              </p14:nvContentPartPr>
              <p14:xfrm>
                <a:off x="7789046" y="1145589"/>
                <a:ext cx="237240" cy="248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238F002-609C-36CE-7A56-B4C3B39D3B8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782926" y="1139469"/>
                  <a:ext cx="249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2BFE22B-8E17-4FBD-9F9E-DBB33658FD05}"/>
                    </a:ext>
                  </a:extLst>
                </p14:cNvPr>
                <p14:cNvContentPartPr/>
                <p14:nvPr/>
              </p14:nvContentPartPr>
              <p14:xfrm>
                <a:off x="8215286" y="1316229"/>
                <a:ext cx="198720" cy="22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2BFE22B-8E17-4FBD-9F9E-DBB33658FD0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209166" y="1310109"/>
                  <a:ext cx="21096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896DF8B-962E-479D-1611-CC464DA5591C}"/>
              </a:ext>
            </a:extLst>
          </p:cNvPr>
          <p:cNvGrpSpPr/>
          <p:nvPr/>
        </p:nvGrpSpPr>
        <p:grpSpPr>
          <a:xfrm>
            <a:off x="8732606" y="1055589"/>
            <a:ext cx="880200" cy="324360"/>
            <a:chOff x="8732606" y="1055589"/>
            <a:chExt cx="880200" cy="32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C368BE4-C92E-F950-8614-2AE68F5D23CE}"/>
                    </a:ext>
                  </a:extLst>
                </p14:cNvPr>
                <p14:cNvContentPartPr/>
                <p14:nvPr/>
              </p14:nvContentPartPr>
              <p14:xfrm>
                <a:off x="8732606" y="1234509"/>
                <a:ext cx="228600" cy="1389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C368BE4-C92E-F950-8614-2AE68F5D23C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726486" y="1228389"/>
                  <a:ext cx="2408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8287644-1A0D-4BD3-4BDE-2D6154867B80}"/>
                    </a:ext>
                  </a:extLst>
                </p14:cNvPr>
                <p14:cNvContentPartPr/>
                <p14:nvPr/>
              </p14:nvContentPartPr>
              <p14:xfrm>
                <a:off x="9164606" y="1055589"/>
                <a:ext cx="163440" cy="324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8287644-1A0D-4BD3-4BDE-2D6154867B8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158486" y="1049469"/>
                  <a:ext cx="17568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9D08FDD-68D0-DAFF-CDC5-84DE8C252286}"/>
                    </a:ext>
                  </a:extLst>
                </p14:cNvPr>
                <p14:cNvContentPartPr/>
                <p14:nvPr/>
              </p14:nvContentPartPr>
              <p14:xfrm>
                <a:off x="9482846" y="1238109"/>
                <a:ext cx="106920" cy="38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9D08FDD-68D0-DAFF-CDC5-84DE8C25228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476726" y="1231989"/>
                  <a:ext cx="1191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218ACFF-2987-80D3-33D1-20B921A47447}"/>
                    </a:ext>
                  </a:extLst>
                </p14:cNvPr>
                <p14:cNvContentPartPr/>
                <p14:nvPr/>
              </p14:nvContentPartPr>
              <p14:xfrm>
                <a:off x="9468806" y="1335669"/>
                <a:ext cx="144000" cy="43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218ACFF-2987-80D3-33D1-20B921A4744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462686" y="1329549"/>
                  <a:ext cx="15624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F5861BC-8684-B0A6-E309-4D74B2FF2925}"/>
                    </a:ext>
                  </a:extLst>
                </p14:cNvPr>
                <p14:cNvContentPartPr/>
                <p14:nvPr/>
              </p14:nvContentPartPr>
              <p14:xfrm>
                <a:off x="9536126" y="1261149"/>
                <a:ext cx="42480" cy="590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F5861BC-8684-B0A6-E309-4D74B2FF292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530006" y="1255029"/>
                  <a:ext cx="5472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22A2CD7-4332-0DD6-7713-086B16C34882}"/>
              </a:ext>
            </a:extLst>
          </p:cNvPr>
          <p:cNvGrpSpPr/>
          <p:nvPr/>
        </p:nvGrpSpPr>
        <p:grpSpPr>
          <a:xfrm>
            <a:off x="1432166" y="1740669"/>
            <a:ext cx="1164240" cy="468000"/>
            <a:chOff x="1432166" y="1740669"/>
            <a:chExt cx="1164240" cy="46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9D2EF77-1110-5C53-FFA7-6CBCAF06947F}"/>
                    </a:ext>
                  </a:extLst>
                </p14:cNvPr>
                <p14:cNvContentPartPr/>
                <p14:nvPr/>
              </p14:nvContentPartPr>
              <p14:xfrm>
                <a:off x="1432166" y="1861989"/>
                <a:ext cx="210960" cy="3466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9D2EF77-1110-5C53-FFA7-6CBCAF06947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426046" y="1855869"/>
                  <a:ext cx="22320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54DFE11-51FE-7601-27E8-8C41C920B75F}"/>
                    </a:ext>
                  </a:extLst>
                </p14:cNvPr>
                <p14:cNvContentPartPr/>
                <p14:nvPr/>
              </p14:nvContentPartPr>
              <p14:xfrm>
                <a:off x="1499486" y="1756149"/>
                <a:ext cx="212040" cy="252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54DFE11-51FE-7601-27E8-8C41C920B75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493366" y="1750029"/>
                  <a:ext cx="2242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19CF775-C402-D994-E72B-AA0233D305BA}"/>
                    </a:ext>
                  </a:extLst>
                </p14:cNvPr>
                <p14:cNvContentPartPr/>
                <p14:nvPr/>
              </p14:nvContentPartPr>
              <p14:xfrm>
                <a:off x="2333246" y="1740669"/>
                <a:ext cx="10080" cy="169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19CF775-C402-D994-E72B-AA0233D305B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327126" y="1734549"/>
                  <a:ext cx="22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21123D5-DA1C-105A-4030-02D1155CA763}"/>
                    </a:ext>
                  </a:extLst>
                </p14:cNvPr>
                <p14:cNvContentPartPr/>
                <p14:nvPr/>
              </p14:nvContentPartPr>
              <p14:xfrm>
                <a:off x="1877846" y="1928229"/>
                <a:ext cx="77760" cy="23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21123D5-DA1C-105A-4030-02D1155CA76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871726" y="1922109"/>
                  <a:ext cx="900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CEB26CA-CCAC-4AC2-FBB9-4F26B421CA52}"/>
                    </a:ext>
                  </a:extLst>
                </p14:cNvPr>
                <p14:cNvContentPartPr/>
                <p14:nvPr/>
              </p14:nvContentPartPr>
              <p14:xfrm>
                <a:off x="1935086" y="1998789"/>
                <a:ext cx="41400" cy="61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CEB26CA-CCAC-4AC2-FBB9-4F26B421CA5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928966" y="1992669"/>
                  <a:ext cx="5364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D512418-BC11-4258-FD5E-C7106A050F7B}"/>
                    </a:ext>
                  </a:extLst>
                </p14:cNvPr>
                <p14:cNvContentPartPr/>
                <p14:nvPr/>
              </p14:nvContentPartPr>
              <p14:xfrm>
                <a:off x="2329646" y="1874589"/>
                <a:ext cx="233280" cy="1904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D512418-BC11-4258-FD5E-C7106A050F7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323526" y="1868469"/>
                  <a:ext cx="2455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03626EA-7753-AD10-7EE2-CFCB3C141070}"/>
                    </a:ext>
                  </a:extLst>
                </p14:cNvPr>
                <p14:cNvContentPartPr/>
                <p14:nvPr/>
              </p14:nvContentPartPr>
              <p14:xfrm>
                <a:off x="1923566" y="1888269"/>
                <a:ext cx="158040" cy="1544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03626EA-7753-AD10-7EE2-CFCB3C14107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917446" y="1882149"/>
                  <a:ext cx="1702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AB2DD4C-01BA-8C6A-2330-BAF49C915648}"/>
                    </a:ext>
                  </a:extLst>
                </p14:cNvPr>
                <p14:cNvContentPartPr/>
                <p14:nvPr/>
              </p14:nvContentPartPr>
              <p14:xfrm>
                <a:off x="1918526" y="1947309"/>
                <a:ext cx="126720" cy="122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AB2DD4C-01BA-8C6A-2330-BAF49C91564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912406" y="1941189"/>
                  <a:ext cx="1389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D7AD27C-7E13-B680-4258-9E94F1B68982}"/>
                    </a:ext>
                  </a:extLst>
                </p14:cNvPr>
                <p14:cNvContentPartPr/>
                <p14:nvPr/>
              </p14:nvContentPartPr>
              <p14:xfrm>
                <a:off x="1954166" y="2025789"/>
                <a:ext cx="54000" cy="46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D7AD27C-7E13-B680-4258-9E94F1B6898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948046" y="2019669"/>
                  <a:ext cx="6624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A80ABF4-AE31-AAF1-D5FF-E2FDCEDEE692}"/>
                    </a:ext>
                  </a:extLst>
                </p14:cNvPr>
                <p14:cNvContentPartPr/>
                <p14:nvPr/>
              </p14:nvContentPartPr>
              <p14:xfrm>
                <a:off x="2133806" y="1909869"/>
                <a:ext cx="209160" cy="1688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A80ABF4-AE31-AAF1-D5FF-E2FDCEDEE69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127686" y="1903749"/>
                  <a:ext cx="2214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9FB14BB-E66F-6807-0410-7CD3AE828EB0}"/>
                    </a:ext>
                  </a:extLst>
                </p14:cNvPr>
                <p14:cNvContentPartPr/>
                <p14:nvPr/>
              </p14:nvContentPartPr>
              <p14:xfrm>
                <a:off x="2376806" y="1791429"/>
                <a:ext cx="219600" cy="13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9FB14BB-E66F-6807-0410-7CD3AE828EB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370686" y="1785309"/>
                  <a:ext cx="231840" cy="2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39471806-97DB-9843-AE15-F2658F127201}"/>
                  </a:ext>
                </a:extLst>
              </p14:cNvPr>
              <p14:cNvContentPartPr/>
              <p14:nvPr/>
            </p14:nvContentPartPr>
            <p14:xfrm>
              <a:off x="2837966" y="1943709"/>
              <a:ext cx="195120" cy="3240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39471806-97DB-9843-AE15-F2658F127201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831846" y="1937589"/>
                <a:ext cx="20736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7A911A72-F508-9FD1-767F-F6AD9C2E9A8F}"/>
                  </a:ext>
                </a:extLst>
              </p14:cNvPr>
              <p14:cNvContentPartPr/>
              <p14:nvPr/>
            </p14:nvContentPartPr>
            <p14:xfrm>
              <a:off x="3277886" y="1726269"/>
              <a:ext cx="158040" cy="32004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7A911A72-F508-9FD1-767F-F6AD9C2E9A8F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3271766" y="1720149"/>
                <a:ext cx="170280" cy="33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090D3078-70E2-17EE-39C0-19943EDCCE0B}"/>
              </a:ext>
            </a:extLst>
          </p:cNvPr>
          <p:cNvGrpSpPr/>
          <p:nvPr/>
        </p:nvGrpSpPr>
        <p:grpSpPr>
          <a:xfrm>
            <a:off x="4326566" y="1761549"/>
            <a:ext cx="370440" cy="294480"/>
            <a:chOff x="4326566" y="1761549"/>
            <a:chExt cx="370440" cy="2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3EFAAAB-87D3-2565-25F5-8926D7DA738C}"/>
                    </a:ext>
                  </a:extLst>
                </p14:cNvPr>
                <p14:cNvContentPartPr/>
                <p14:nvPr/>
              </p14:nvContentPartPr>
              <p14:xfrm>
                <a:off x="4326566" y="1869549"/>
                <a:ext cx="119520" cy="331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3EFAAAB-87D3-2565-25F5-8926D7DA738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320446" y="1863429"/>
                  <a:ext cx="1317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7A90DD8-8FB1-BB14-D557-3B39D0F750BA}"/>
                    </a:ext>
                  </a:extLst>
                </p14:cNvPr>
                <p14:cNvContentPartPr/>
                <p14:nvPr/>
              </p14:nvContentPartPr>
              <p14:xfrm>
                <a:off x="4367246" y="1962789"/>
                <a:ext cx="69120" cy="28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7A90DD8-8FB1-BB14-D557-3B39D0F750B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361126" y="1956669"/>
                  <a:ext cx="8136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D089885-53F0-F86C-89C4-D907F375301B}"/>
                    </a:ext>
                  </a:extLst>
                </p14:cNvPr>
                <p14:cNvContentPartPr/>
                <p14:nvPr/>
              </p14:nvContentPartPr>
              <p14:xfrm>
                <a:off x="4486766" y="1761549"/>
                <a:ext cx="210240" cy="2944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D089885-53F0-F86C-89C4-D907F375301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480646" y="1755429"/>
                  <a:ext cx="222480" cy="30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6F415FCB-19C9-985E-4110-02FF85D4A32B}"/>
                  </a:ext>
                </a:extLst>
              </p14:cNvPr>
              <p14:cNvContentPartPr/>
              <p14:nvPr/>
            </p14:nvContentPartPr>
            <p14:xfrm>
              <a:off x="5335286" y="1809429"/>
              <a:ext cx="159120" cy="23652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6F415FCB-19C9-985E-4110-02FF85D4A32B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329166" y="1803309"/>
                <a:ext cx="171360" cy="24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90D3156-C5DA-3F2A-A937-D3E34205533F}"/>
              </a:ext>
            </a:extLst>
          </p:cNvPr>
          <p:cNvGrpSpPr/>
          <p:nvPr/>
        </p:nvGrpSpPr>
        <p:grpSpPr>
          <a:xfrm>
            <a:off x="5722286" y="1899789"/>
            <a:ext cx="113760" cy="112680"/>
            <a:chOff x="5722286" y="1899789"/>
            <a:chExt cx="113760" cy="11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60880D7-FA95-F7FF-9E22-CF24C0F71390}"/>
                    </a:ext>
                  </a:extLst>
                </p14:cNvPr>
                <p14:cNvContentPartPr/>
                <p14:nvPr/>
              </p14:nvContentPartPr>
              <p14:xfrm>
                <a:off x="5722286" y="1899789"/>
                <a:ext cx="93960" cy="255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60880D7-FA95-F7FF-9E22-CF24C0F7139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716166" y="1893669"/>
                  <a:ext cx="1062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D5C8153-5D23-9C71-C5A9-3430E4318AE4}"/>
                    </a:ext>
                  </a:extLst>
                </p14:cNvPr>
                <p14:cNvContentPartPr/>
                <p14:nvPr/>
              </p14:nvContentPartPr>
              <p14:xfrm>
                <a:off x="5744966" y="1999869"/>
                <a:ext cx="91080" cy="126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D5C8153-5D23-9C71-C5A9-3430E4318AE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738846" y="1993749"/>
                  <a:ext cx="10332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B91312EB-927E-AAE9-BA5F-6CCFDC1FE46F}"/>
              </a:ext>
            </a:extLst>
          </p:cNvPr>
          <p:cNvGrpSpPr/>
          <p:nvPr/>
        </p:nvGrpSpPr>
        <p:grpSpPr>
          <a:xfrm>
            <a:off x="6572966" y="1727349"/>
            <a:ext cx="1353960" cy="335160"/>
            <a:chOff x="6572966" y="1727349"/>
            <a:chExt cx="1353960" cy="33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B809FF6-B2DF-F960-B1BD-B6501C0D851B}"/>
                    </a:ext>
                  </a:extLst>
                </p14:cNvPr>
                <p14:cNvContentPartPr/>
                <p14:nvPr/>
              </p14:nvContentPartPr>
              <p14:xfrm>
                <a:off x="6572966" y="1813749"/>
                <a:ext cx="241560" cy="2487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B809FF6-B2DF-F960-B1BD-B6501C0D851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566846" y="1807629"/>
                  <a:ext cx="2538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45360DD-00D3-CF10-B66F-8124ED849EE9}"/>
                    </a:ext>
                  </a:extLst>
                </p14:cNvPr>
                <p14:cNvContentPartPr/>
                <p14:nvPr/>
              </p14:nvContentPartPr>
              <p14:xfrm>
                <a:off x="6986966" y="1941189"/>
                <a:ext cx="191880" cy="313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45360DD-00D3-CF10-B66F-8124ED849EE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980846" y="1935069"/>
                  <a:ext cx="2041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0BD1C6E-65D9-DACD-1DC5-E34E2BD45DBA}"/>
                    </a:ext>
                  </a:extLst>
                </p14:cNvPr>
                <p14:cNvContentPartPr/>
                <p14:nvPr/>
              </p14:nvContentPartPr>
              <p14:xfrm>
                <a:off x="7316366" y="1872789"/>
                <a:ext cx="325800" cy="1299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0BD1C6E-65D9-DACD-1DC5-E34E2BD45DB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310246" y="1866669"/>
                  <a:ext cx="3380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2392492-BC6D-FCB5-A5FA-EBD5AE041607}"/>
                    </a:ext>
                  </a:extLst>
                </p14:cNvPr>
                <p14:cNvContentPartPr/>
                <p14:nvPr/>
              </p14:nvContentPartPr>
              <p14:xfrm>
                <a:off x="7739366" y="1845069"/>
                <a:ext cx="175320" cy="1270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2392492-BC6D-FCB5-A5FA-EBD5AE04160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733246" y="1838949"/>
                  <a:ext cx="1875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EADD120-87F8-0937-2E4E-CDA4A2EFA09F}"/>
                    </a:ext>
                  </a:extLst>
                </p14:cNvPr>
                <p14:cNvContentPartPr/>
                <p14:nvPr/>
              </p14:nvContentPartPr>
              <p14:xfrm>
                <a:off x="7688606" y="1727349"/>
                <a:ext cx="238320" cy="230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EADD120-87F8-0937-2E4E-CDA4A2EFA09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682486" y="1721229"/>
                  <a:ext cx="25056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DA78C26B-AE3E-20A2-F8E6-102AF4EB4624}"/>
                  </a:ext>
                </a:extLst>
              </p14:cNvPr>
              <p14:cNvContentPartPr/>
              <p14:nvPr/>
            </p14:nvContentPartPr>
            <p14:xfrm>
              <a:off x="8873006" y="1923549"/>
              <a:ext cx="564840" cy="6552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DA78C26B-AE3E-20A2-F8E6-102AF4EB4624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8866886" y="1917429"/>
                <a:ext cx="57708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6DF6B424-51D5-B15C-8564-876132FA272D}"/>
                  </a:ext>
                </a:extLst>
              </p14:cNvPr>
              <p14:cNvContentPartPr/>
              <p14:nvPr/>
            </p14:nvContentPartPr>
            <p14:xfrm>
              <a:off x="6512486" y="1733829"/>
              <a:ext cx="294480" cy="82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6DF6B424-51D5-B15C-8564-876132FA272D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6506366" y="1727709"/>
                <a:ext cx="306720" cy="2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C922CDF4-A75F-8C56-A8CE-062C0F849936}"/>
              </a:ext>
            </a:extLst>
          </p:cNvPr>
          <p:cNvGrpSpPr/>
          <p:nvPr/>
        </p:nvGrpSpPr>
        <p:grpSpPr>
          <a:xfrm>
            <a:off x="9516686" y="1669749"/>
            <a:ext cx="586800" cy="491040"/>
            <a:chOff x="9516686" y="1669749"/>
            <a:chExt cx="586800" cy="49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88470E2-D91C-0BA3-0707-48AB1711CC6F}"/>
                    </a:ext>
                  </a:extLst>
                </p14:cNvPr>
                <p14:cNvContentPartPr/>
                <p14:nvPr/>
              </p14:nvContentPartPr>
              <p14:xfrm>
                <a:off x="9676526" y="1844709"/>
                <a:ext cx="204120" cy="240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88470E2-D91C-0BA3-0707-48AB1711CC6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670406" y="1838589"/>
                  <a:ext cx="2163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16250DD-5AEF-51DA-6021-120EEDD57D7D}"/>
                    </a:ext>
                  </a:extLst>
                </p14:cNvPr>
                <p14:cNvContentPartPr/>
                <p14:nvPr/>
              </p14:nvContentPartPr>
              <p14:xfrm>
                <a:off x="9516686" y="1669749"/>
                <a:ext cx="586800" cy="4910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16250DD-5AEF-51DA-6021-120EEDD57D7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510566" y="1663629"/>
                  <a:ext cx="599040" cy="50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B3C791D4-3C61-B895-1416-AB8796B2CA0B}"/>
              </a:ext>
            </a:extLst>
          </p:cNvPr>
          <p:cNvGrpSpPr/>
          <p:nvPr/>
        </p:nvGrpSpPr>
        <p:grpSpPr>
          <a:xfrm>
            <a:off x="491846" y="2334309"/>
            <a:ext cx="2301480" cy="670320"/>
            <a:chOff x="491846" y="2334309"/>
            <a:chExt cx="2301480" cy="67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1D38FFA-BCA5-089B-CCAA-B95B700726C4}"/>
                    </a:ext>
                  </a:extLst>
                </p14:cNvPr>
                <p14:cNvContentPartPr/>
                <p14:nvPr/>
              </p14:nvContentPartPr>
              <p14:xfrm>
                <a:off x="491846" y="2421429"/>
                <a:ext cx="236880" cy="3240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1D38FFA-BCA5-089B-CCAA-B95B700726C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85726" y="2415309"/>
                  <a:ext cx="2491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E503069-A168-EAEC-2A68-53983C91239F}"/>
                    </a:ext>
                  </a:extLst>
                </p14:cNvPr>
                <p14:cNvContentPartPr/>
                <p14:nvPr/>
              </p14:nvContentPartPr>
              <p14:xfrm>
                <a:off x="815486" y="2560389"/>
                <a:ext cx="123120" cy="126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E503069-A168-EAEC-2A68-53983C91239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09366" y="2554269"/>
                  <a:ext cx="1353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59710C0-A0F0-64BE-EA1B-ADDC6B2924BE}"/>
                    </a:ext>
                  </a:extLst>
                </p14:cNvPr>
                <p14:cNvContentPartPr/>
                <p14:nvPr/>
              </p14:nvContentPartPr>
              <p14:xfrm>
                <a:off x="1033286" y="2392269"/>
                <a:ext cx="116640" cy="2800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59710C0-A0F0-64BE-EA1B-ADDC6B2924B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27166" y="2386149"/>
                  <a:ext cx="1288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96E15A2-CBAE-8660-2F36-8CAB85AEAE28}"/>
                    </a:ext>
                  </a:extLst>
                </p14:cNvPr>
                <p14:cNvContentPartPr/>
                <p14:nvPr/>
              </p14:nvContentPartPr>
              <p14:xfrm>
                <a:off x="1241726" y="2486229"/>
                <a:ext cx="95400" cy="183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96E15A2-CBAE-8660-2F36-8CAB85AEAE2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235606" y="2480109"/>
                  <a:ext cx="1076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7E2A773-E895-99AB-DCFF-DF8FF142D06F}"/>
                    </a:ext>
                  </a:extLst>
                </p14:cNvPr>
                <p14:cNvContentPartPr/>
                <p14:nvPr/>
              </p14:nvContentPartPr>
              <p14:xfrm>
                <a:off x="1461326" y="2346909"/>
                <a:ext cx="18720" cy="2250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7E2A773-E895-99AB-DCFF-DF8FF142D06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455206" y="2340789"/>
                  <a:ext cx="309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50580FC-0920-55AB-45B2-5448F25787A2}"/>
                    </a:ext>
                  </a:extLst>
                </p14:cNvPr>
                <p14:cNvContentPartPr/>
                <p14:nvPr/>
              </p14:nvContentPartPr>
              <p14:xfrm>
                <a:off x="1455566" y="2513229"/>
                <a:ext cx="179640" cy="554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50580FC-0920-55AB-45B2-5448F25787A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449446" y="2507109"/>
                  <a:ext cx="1918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3D7F59C-016B-979D-51DF-45EA95AB6DE1}"/>
                    </a:ext>
                  </a:extLst>
                </p14:cNvPr>
                <p14:cNvContentPartPr/>
                <p14:nvPr/>
              </p14:nvContentPartPr>
              <p14:xfrm>
                <a:off x="1642046" y="2415309"/>
                <a:ext cx="9000" cy="212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3D7F59C-016B-979D-51DF-45EA95AB6DE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635926" y="2409189"/>
                  <a:ext cx="212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EFA743C-8F3C-5416-17A2-ADA936A924B7}"/>
                    </a:ext>
                  </a:extLst>
                </p14:cNvPr>
                <p14:cNvContentPartPr/>
                <p14:nvPr/>
              </p14:nvContentPartPr>
              <p14:xfrm>
                <a:off x="1819886" y="2380389"/>
                <a:ext cx="12240" cy="2023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EFA743C-8F3C-5416-17A2-ADA936A924B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813766" y="2374269"/>
                  <a:ext cx="244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174AB35-BFD5-2F32-8462-EA5A7622A9DD}"/>
                    </a:ext>
                  </a:extLst>
                </p14:cNvPr>
                <p14:cNvContentPartPr/>
                <p14:nvPr/>
              </p14:nvContentPartPr>
              <p14:xfrm>
                <a:off x="1815926" y="2517189"/>
                <a:ext cx="340920" cy="529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174AB35-BFD5-2F32-8462-EA5A7622A9D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809806" y="2511069"/>
                  <a:ext cx="3531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C1904D2-F447-15C7-8E95-38125768FE96}"/>
                    </a:ext>
                  </a:extLst>
                </p14:cNvPr>
                <p14:cNvContentPartPr/>
                <p14:nvPr/>
              </p14:nvContentPartPr>
              <p14:xfrm>
                <a:off x="2216246" y="2334309"/>
                <a:ext cx="115920" cy="2278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C1904D2-F447-15C7-8E95-38125768FE9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210126" y="2328189"/>
                  <a:ext cx="1281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61EC4E9-72EE-5E9C-2B7F-3D726FE7DE37}"/>
                    </a:ext>
                  </a:extLst>
                </p14:cNvPr>
                <p14:cNvContentPartPr/>
                <p14:nvPr/>
              </p14:nvContentPartPr>
              <p14:xfrm>
                <a:off x="2369606" y="2402349"/>
                <a:ext cx="1440" cy="288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61EC4E9-72EE-5E9C-2B7F-3D726FE7DE3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363486" y="2396229"/>
                  <a:ext cx="136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775F8B8-076D-440A-255B-1D038097ACA3}"/>
                    </a:ext>
                  </a:extLst>
                </p14:cNvPr>
                <p14:cNvContentPartPr/>
                <p14:nvPr/>
              </p14:nvContentPartPr>
              <p14:xfrm>
                <a:off x="2442326" y="2444829"/>
                <a:ext cx="351000" cy="5598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775F8B8-076D-440A-255B-1D038097ACA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36206" y="2438709"/>
                  <a:ext cx="363240" cy="57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DD0F4AAD-6802-D472-FAE0-8AA38DC7CE1C}"/>
                  </a:ext>
                </a:extLst>
              </p14:cNvPr>
              <p14:cNvContentPartPr/>
              <p14:nvPr/>
            </p14:nvContentPartPr>
            <p14:xfrm>
              <a:off x="3407486" y="2287869"/>
              <a:ext cx="124560" cy="2253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DD0F4AAD-6802-D472-FAE0-8AA38DC7CE1C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3401366" y="2281749"/>
                <a:ext cx="13680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43D7B5DD-6B82-46B4-A382-892E11AF566E}"/>
                  </a:ext>
                </a:extLst>
              </p14:cNvPr>
              <p14:cNvContentPartPr/>
              <p14:nvPr/>
            </p14:nvContentPartPr>
            <p14:xfrm>
              <a:off x="3887726" y="2446269"/>
              <a:ext cx="358200" cy="8892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43D7B5DD-6B82-46B4-A382-892E11AF566E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3881606" y="2440149"/>
                <a:ext cx="37044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6421B468-61E3-2319-34AE-6333B1006BDF}"/>
                  </a:ext>
                </a:extLst>
              </p14:cNvPr>
              <p14:cNvContentPartPr/>
              <p14:nvPr/>
            </p14:nvContentPartPr>
            <p14:xfrm>
              <a:off x="4007606" y="2237829"/>
              <a:ext cx="19080" cy="2664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6421B468-61E3-2319-34AE-6333B1006BDF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4001486" y="2231709"/>
                <a:ext cx="3132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oup 143">
            <a:extLst>
              <a:ext uri="{FF2B5EF4-FFF2-40B4-BE49-F238E27FC236}">
                <a16:creationId xmlns:a16="http://schemas.microsoft.com/office/drawing/2014/main" id="{6184AC0D-D9B1-C202-8D54-5EBC3A4DEAC6}"/>
              </a:ext>
            </a:extLst>
          </p:cNvPr>
          <p:cNvGrpSpPr/>
          <p:nvPr/>
        </p:nvGrpSpPr>
        <p:grpSpPr>
          <a:xfrm>
            <a:off x="4449686" y="2209749"/>
            <a:ext cx="470160" cy="430920"/>
            <a:chOff x="4449686" y="2209749"/>
            <a:chExt cx="470160" cy="43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AE1EF41-0EE6-FA28-522D-DC234B5F02C4}"/>
                    </a:ext>
                  </a:extLst>
                </p14:cNvPr>
                <p14:cNvContentPartPr/>
                <p14:nvPr/>
              </p14:nvContentPartPr>
              <p14:xfrm>
                <a:off x="4688726" y="2405949"/>
                <a:ext cx="15480" cy="1011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AE1EF41-0EE6-FA28-522D-DC234B5F02C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682606" y="2399829"/>
                  <a:ext cx="277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FD730FC-2690-489C-624B-B4B69B71A600}"/>
                    </a:ext>
                  </a:extLst>
                </p14:cNvPr>
                <p14:cNvContentPartPr/>
                <p14:nvPr/>
              </p14:nvContentPartPr>
              <p14:xfrm>
                <a:off x="4449686" y="2209749"/>
                <a:ext cx="470160" cy="4309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FD730FC-2690-489C-624B-B4B69B71A60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443566" y="2203629"/>
                  <a:ext cx="482400" cy="44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6F9D6D60-571E-E271-49F7-4F2DA4749329}"/>
              </a:ext>
            </a:extLst>
          </p:cNvPr>
          <p:cNvGrpSpPr/>
          <p:nvPr/>
        </p:nvGrpSpPr>
        <p:grpSpPr>
          <a:xfrm>
            <a:off x="2442326" y="3168429"/>
            <a:ext cx="312120" cy="162360"/>
            <a:chOff x="2442326" y="3168429"/>
            <a:chExt cx="312120" cy="16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C5B8D3C-6C1B-84B6-E2BC-3C399293815E}"/>
                    </a:ext>
                  </a:extLst>
                </p14:cNvPr>
                <p14:cNvContentPartPr/>
                <p14:nvPr/>
              </p14:nvContentPartPr>
              <p14:xfrm>
                <a:off x="2476886" y="3240069"/>
                <a:ext cx="16920" cy="194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C5B8D3C-6C1B-84B6-E2BC-3C399293815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470766" y="3233949"/>
                  <a:ext cx="291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CC1490B-B2A0-AA43-15C5-531A09EE382C}"/>
                    </a:ext>
                  </a:extLst>
                </p14:cNvPr>
                <p14:cNvContentPartPr/>
                <p14:nvPr/>
              </p14:nvContentPartPr>
              <p14:xfrm>
                <a:off x="2442326" y="3168429"/>
                <a:ext cx="312120" cy="1623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CC1490B-B2A0-AA43-15C5-531A09EE382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436206" y="3162309"/>
                  <a:ext cx="324360" cy="1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AC3C321C-5D89-1412-ED1F-A6786113ABDC}"/>
              </a:ext>
            </a:extLst>
          </p:cNvPr>
          <p:cNvGrpSpPr/>
          <p:nvPr/>
        </p:nvGrpSpPr>
        <p:grpSpPr>
          <a:xfrm>
            <a:off x="993686" y="3119829"/>
            <a:ext cx="1115640" cy="488520"/>
            <a:chOff x="993686" y="3119829"/>
            <a:chExt cx="1115640" cy="48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B460018-CD94-54AB-6122-58B6234B1049}"/>
                    </a:ext>
                  </a:extLst>
                </p14:cNvPr>
                <p14:cNvContentPartPr/>
                <p14:nvPr/>
              </p14:nvContentPartPr>
              <p14:xfrm>
                <a:off x="1015646" y="3119829"/>
                <a:ext cx="148320" cy="133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B460018-CD94-54AB-6122-58B6234B104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09526" y="3113709"/>
                  <a:ext cx="1605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1E83D94-47A1-A716-7FEF-406BD4383323}"/>
                    </a:ext>
                  </a:extLst>
                </p14:cNvPr>
                <p14:cNvContentPartPr/>
                <p14:nvPr/>
              </p14:nvContentPartPr>
              <p14:xfrm>
                <a:off x="993686" y="3145749"/>
                <a:ext cx="177480" cy="288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1E83D94-47A1-A716-7FEF-406BD438332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87566" y="3139629"/>
                  <a:ext cx="1897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18DBE32-A634-0B7D-09E1-93136D33F0A9}"/>
                    </a:ext>
                  </a:extLst>
                </p14:cNvPr>
                <p14:cNvContentPartPr/>
                <p14:nvPr/>
              </p14:nvContentPartPr>
              <p14:xfrm>
                <a:off x="1293926" y="3143589"/>
                <a:ext cx="147960" cy="124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18DBE32-A634-0B7D-09E1-93136D33F0A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287806" y="3137469"/>
                  <a:ext cx="1602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A31F8E1-FF8A-E363-4AA2-D29094ED190D}"/>
                    </a:ext>
                  </a:extLst>
                </p14:cNvPr>
                <p14:cNvContentPartPr/>
                <p14:nvPr/>
              </p14:nvContentPartPr>
              <p14:xfrm>
                <a:off x="1260806" y="3126309"/>
                <a:ext cx="232560" cy="4820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A31F8E1-FF8A-E363-4AA2-D29094ED190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254686" y="3120189"/>
                  <a:ext cx="24480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F7E39B5-5CCF-06F1-9CFA-40E4E0A03D83}"/>
                    </a:ext>
                  </a:extLst>
                </p14:cNvPr>
                <p14:cNvContentPartPr/>
                <p14:nvPr/>
              </p14:nvContentPartPr>
              <p14:xfrm>
                <a:off x="1579766" y="3380109"/>
                <a:ext cx="73800" cy="1512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F7E39B5-5CCF-06F1-9CFA-40E4E0A03D8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573646" y="3373989"/>
                  <a:ext cx="860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2F1057C-A679-AE10-B5F5-651C387FBBA0}"/>
                    </a:ext>
                  </a:extLst>
                </p14:cNvPr>
                <p14:cNvContentPartPr/>
                <p14:nvPr/>
              </p14:nvContentPartPr>
              <p14:xfrm>
                <a:off x="1617566" y="3228549"/>
                <a:ext cx="14400" cy="223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2F1057C-A679-AE10-B5F5-651C387FBBA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611446" y="3222429"/>
                  <a:ext cx="266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3481E25-9FD9-3238-AE1A-66575C62F6DE}"/>
                    </a:ext>
                  </a:extLst>
                </p14:cNvPr>
                <p14:cNvContentPartPr/>
                <p14:nvPr/>
              </p14:nvContentPartPr>
              <p14:xfrm>
                <a:off x="1931846" y="3250509"/>
                <a:ext cx="177480" cy="244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3481E25-9FD9-3238-AE1A-66575C62F6D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925726" y="3244389"/>
                  <a:ext cx="1897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73FA2AF-7204-FF1A-3C96-73440703CAC0}"/>
                    </a:ext>
                  </a:extLst>
                </p14:cNvPr>
                <p14:cNvContentPartPr/>
                <p14:nvPr/>
              </p14:nvContentPartPr>
              <p14:xfrm>
                <a:off x="1730606" y="3178149"/>
                <a:ext cx="177480" cy="3178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73FA2AF-7204-FF1A-3C96-73440703CAC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724486" y="3172029"/>
                  <a:ext cx="18972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5F8F4CC-30BA-FADF-DBE4-CEF9B4887EA4}"/>
                    </a:ext>
                  </a:extLst>
                </p14:cNvPr>
                <p14:cNvContentPartPr/>
                <p14:nvPr/>
              </p14:nvContentPartPr>
              <p14:xfrm>
                <a:off x="1980446" y="3481629"/>
                <a:ext cx="57240" cy="928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5F8F4CC-30BA-FADF-DBE4-CEF9B4887EA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974326" y="3475509"/>
                  <a:ext cx="694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E84AF73-50A0-1DFB-2AE6-C91434C2499D}"/>
                    </a:ext>
                  </a:extLst>
                </p14:cNvPr>
                <p14:cNvContentPartPr/>
                <p14:nvPr/>
              </p14:nvContentPartPr>
              <p14:xfrm>
                <a:off x="1994486" y="3355269"/>
                <a:ext cx="17640" cy="482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E84AF73-50A0-1DFB-2AE6-C91434C2499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988366" y="3349149"/>
                  <a:ext cx="29880" cy="6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049AEEA4-A7DD-A8F5-31B2-CA345FD4A043}"/>
                  </a:ext>
                </a:extLst>
              </p14:cNvPr>
              <p14:cNvContentPartPr/>
              <p14:nvPr/>
            </p14:nvContentPartPr>
            <p14:xfrm>
              <a:off x="7546766" y="2797269"/>
              <a:ext cx="9360" cy="396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049AEEA4-A7DD-A8F5-31B2-CA345FD4A043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7540646" y="2791149"/>
                <a:ext cx="2160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A3A9EBF9-C0AA-D7BA-E4B7-4FA1061C545B}"/>
                  </a:ext>
                </a:extLst>
              </p14:cNvPr>
              <p14:cNvContentPartPr/>
              <p14:nvPr/>
            </p14:nvContentPartPr>
            <p14:xfrm>
              <a:off x="5427686" y="2908149"/>
              <a:ext cx="360" cy="36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A3A9EBF9-C0AA-D7BA-E4B7-4FA1061C545B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5421566" y="290202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F12CAE3C-B33B-DB63-7335-02F29A7074FF}"/>
                  </a:ext>
                </a:extLst>
              </p14:cNvPr>
              <p14:cNvContentPartPr/>
              <p14:nvPr/>
            </p14:nvContentPartPr>
            <p14:xfrm>
              <a:off x="8383766" y="2920029"/>
              <a:ext cx="7560" cy="1872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F12CAE3C-B33B-DB63-7335-02F29A7074FF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8377646" y="2913909"/>
                <a:ext cx="1980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05397C1A-46BA-1D08-550C-5744CB5A5F80}"/>
                  </a:ext>
                </a:extLst>
              </p14:cNvPr>
              <p14:cNvContentPartPr/>
              <p14:nvPr/>
            </p14:nvContentPartPr>
            <p14:xfrm>
              <a:off x="8390966" y="2920389"/>
              <a:ext cx="135000" cy="1620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05397C1A-46BA-1D08-550C-5744CB5A5F80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8384846" y="2914269"/>
                <a:ext cx="14724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14E0A1D6-8BD5-1A41-5825-665397A38A0E}"/>
                  </a:ext>
                </a:extLst>
              </p14:cNvPr>
              <p14:cNvContentPartPr/>
              <p14:nvPr/>
            </p14:nvContentPartPr>
            <p14:xfrm>
              <a:off x="8349926" y="3027669"/>
              <a:ext cx="119160" cy="720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14E0A1D6-8BD5-1A41-5825-665397A38A0E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8343806" y="3021549"/>
                <a:ext cx="13140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C9C065D8-CD16-006E-C602-DAEFB05F0522}"/>
                  </a:ext>
                </a:extLst>
              </p14:cNvPr>
              <p14:cNvContentPartPr/>
              <p14:nvPr/>
            </p14:nvContentPartPr>
            <p14:xfrm>
              <a:off x="8703806" y="2813829"/>
              <a:ext cx="236160" cy="24408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C9C065D8-CD16-006E-C602-DAEFB05F0522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8697686" y="2807709"/>
                <a:ext cx="248400" cy="25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6" name="Group 255">
            <a:extLst>
              <a:ext uri="{FF2B5EF4-FFF2-40B4-BE49-F238E27FC236}">
                <a16:creationId xmlns:a16="http://schemas.microsoft.com/office/drawing/2014/main" id="{0C77FA9B-369C-348C-F576-F7A8CEA8F4E1}"/>
              </a:ext>
            </a:extLst>
          </p:cNvPr>
          <p:cNvGrpSpPr/>
          <p:nvPr/>
        </p:nvGrpSpPr>
        <p:grpSpPr>
          <a:xfrm>
            <a:off x="491366" y="4544349"/>
            <a:ext cx="236520" cy="295200"/>
            <a:chOff x="491366" y="4544349"/>
            <a:chExt cx="236520" cy="29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3006CC4-5FDF-83A7-233B-CEBBF3C1E3CB}"/>
                    </a:ext>
                  </a:extLst>
                </p14:cNvPr>
                <p14:cNvContentPartPr/>
                <p14:nvPr/>
              </p14:nvContentPartPr>
              <p14:xfrm>
                <a:off x="491366" y="4544349"/>
                <a:ext cx="210240" cy="298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3006CC4-5FDF-83A7-233B-CEBBF3C1E3C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85246" y="4538229"/>
                  <a:ext cx="2224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F5711242-BC56-E113-EB8C-87071C5E805C}"/>
                    </a:ext>
                  </a:extLst>
                </p14:cNvPr>
                <p14:cNvContentPartPr/>
                <p14:nvPr/>
              </p14:nvContentPartPr>
              <p14:xfrm>
                <a:off x="515126" y="4597629"/>
                <a:ext cx="212760" cy="2419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F5711242-BC56-E113-EB8C-87071C5E805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09006" y="4591509"/>
                  <a:ext cx="225000" cy="25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2586E9FA-D6E2-E963-1659-207D98D1F829}"/>
                  </a:ext>
                </a:extLst>
              </p14:cNvPr>
              <p14:cNvContentPartPr/>
              <p14:nvPr/>
            </p14:nvContentPartPr>
            <p14:xfrm>
              <a:off x="944966" y="4561989"/>
              <a:ext cx="229680" cy="22032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2586E9FA-D6E2-E963-1659-207D98D1F829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938846" y="4555869"/>
                <a:ext cx="241920" cy="23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3" name="Group 262">
            <a:extLst>
              <a:ext uri="{FF2B5EF4-FFF2-40B4-BE49-F238E27FC236}">
                <a16:creationId xmlns:a16="http://schemas.microsoft.com/office/drawing/2014/main" id="{47B6062C-2D73-D0E7-74E5-4E6102D612B1}"/>
              </a:ext>
            </a:extLst>
          </p:cNvPr>
          <p:cNvGrpSpPr/>
          <p:nvPr/>
        </p:nvGrpSpPr>
        <p:grpSpPr>
          <a:xfrm>
            <a:off x="436646" y="3865389"/>
            <a:ext cx="220320" cy="365760"/>
            <a:chOff x="436646" y="3865389"/>
            <a:chExt cx="220320" cy="36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7F874C22-EE2C-1201-32C2-5BFD43BF8FDA}"/>
                    </a:ext>
                  </a:extLst>
                </p14:cNvPr>
                <p14:cNvContentPartPr/>
                <p14:nvPr/>
              </p14:nvContentPartPr>
              <p14:xfrm>
                <a:off x="436646" y="3865389"/>
                <a:ext cx="189720" cy="226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7F874C22-EE2C-1201-32C2-5BFD43BF8FD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30526" y="3859269"/>
                  <a:ext cx="2019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1C8F5308-C640-9EF4-A882-33F6E91755DE}"/>
                    </a:ext>
                  </a:extLst>
                </p14:cNvPr>
                <p14:cNvContentPartPr/>
                <p14:nvPr/>
              </p14:nvContentPartPr>
              <p14:xfrm>
                <a:off x="447806" y="3927309"/>
                <a:ext cx="209160" cy="3038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1C8F5308-C640-9EF4-A882-33F6E91755D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41686" y="3921189"/>
                  <a:ext cx="221400" cy="31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B78B51EC-B93B-941A-3FF7-E3BF50803232}"/>
              </a:ext>
            </a:extLst>
          </p:cNvPr>
          <p:cNvGrpSpPr/>
          <p:nvPr/>
        </p:nvGrpSpPr>
        <p:grpSpPr>
          <a:xfrm>
            <a:off x="833006" y="3909669"/>
            <a:ext cx="1222200" cy="401400"/>
            <a:chOff x="833006" y="3909669"/>
            <a:chExt cx="1222200" cy="40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29959E2E-2EF8-91E4-FDC1-65DCC0BE6C1E}"/>
                    </a:ext>
                  </a:extLst>
                </p14:cNvPr>
                <p14:cNvContentPartPr/>
                <p14:nvPr/>
              </p14:nvContentPartPr>
              <p14:xfrm>
                <a:off x="833006" y="3909669"/>
                <a:ext cx="6480" cy="644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29959E2E-2EF8-91E4-FDC1-65DCC0BE6C1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26886" y="3903549"/>
                  <a:ext cx="187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2140B629-50C5-ABC6-80B5-911FF1761E6A}"/>
                    </a:ext>
                  </a:extLst>
                </p14:cNvPr>
                <p14:cNvContentPartPr/>
                <p14:nvPr/>
              </p14:nvContentPartPr>
              <p14:xfrm>
                <a:off x="888086" y="3963669"/>
                <a:ext cx="214200" cy="900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2140B629-50C5-ABC6-80B5-911FF1761E6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81966" y="3957549"/>
                  <a:ext cx="2264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520A2C8-4869-14A5-F643-C0C5643EE3EB}"/>
                    </a:ext>
                  </a:extLst>
                </p14:cNvPr>
                <p14:cNvContentPartPr/>
                <p14:nvPr/>
              </p14:nvContentPartPr>
              <p14:xfrm>
                <a:off x="980606" y="3945669"/>
                <a:ext cx="137880" cy="3474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520A2C8-4869-14A5-F643-C0C5643EE3E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74486" y="3939549"/>
                  <a:ext cx="15012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630D0371-0A6C-5A6E-3A19-2999582331AB}"/>
                    </a:ext>
                  </a:extLst>
                </p14:cNvPr>
                <p14:cNvContentPartPr/>
                <p14:nvPr/>
              </p14:nvContentPartPr>
              <p14:xfrm>
                <a:off x="1236206" y="4195869"/>
                <a:ext cx="91080" cy="1152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630D0371-0A6C-5A6E-3A19-2999582331A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230086" y="4189749"/>
                  <a:ext cx="1033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CC6D92B2-8374-D34B-39A7-2AFDDC482776}"/>
                    </a:ext>
                  </a:extLst>
                </p14:cNvPr>
                <p14:cNvContentPartPr/>
                <p14:nvPr/>
              </p14:nvContentPartPr>
              <p14:xfrm>
                <a:off x="1262486" y="4090029"/>
                <a:ext cx="30960" cy="180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CC6D92B2-8374-D34B-39A7-2AFDDC48277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256366" y="4083909"/>
                  <a:ext cx="432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B57ACF81-AB1D-80F6-BAB2-8AEE4FEE4A09}"/>
                    </a:ext>
                  </a:extLst>
                </p14:cNvPr>
                <p14:cNvContentPartPr/>
                <p14:nvPr/>
              </p14:nvContentPartPr>
              <p14:xfrm>
                <a:off x="1407206" y="4040349"/>
                <a:ext cx="143280" cy="1814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B57ACF81-AB1D-80F6-BAB2-8AEE4FEE4A0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401086" y="4034229"/>
                  <a:ext cx="1555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02A80405-5B87-6B67-B37B-F166896AEC39}"/>
                    </a:ext>
                  </a:extLst>
                </p14:cNvPr>
                <p14:cNvContentPartPr/>
                <p14:nvPr/>
              </p14:nvContentPartPr>
              <p14:xfrm>
                <a:off x="1652726" y="4169229"/>
                <a:ext cx="47520" cy="7380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02A80405-5B87-6B67-B37B-F166896AEC3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646606" y="4163109"/>
                  <a:ext cx="597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1F7BD79-B674-BFDF-81EA-D6B193050412}"/>
                    </a:ext>
                  </a:extLst>
                </p14:cNvPr>
                <p14:cNvContentPartPr/>
                <p14:nvPr/>
              </p14:nvContentPartPr>
              <p14:xfrm>
                <a:off x="1674686" y="4048989"/>
                <a:ext cx="60120" cy="68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1F7BD79-B674-BFDF-81EA-D6B19305041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668566" y="4042869"/>
                  <a:ext cx="723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954D8316-7678-E70F-EBDD-D36048E394BD}"/>
                    </a:ext>
                  </a:extLst>
                </p14:cNvPr>
                <p14:cNvContentPartPr/>
                <p14:nvPr/>
              </p14:nvContentPartPr>
              <p14:xfrm>
                <a:off x="1850006" y="4088949"/>
                <a:ext cx="205200" cy="972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954D8316-7678-E70F-EBDD-D36048E394B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843886" y="4082829"/>
                  <a:ext cx="21744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497E6AFB-D5D9-3D45-9AB3-937EEF6F141B}"/>
              </a:ext>
            </a:extLst>
          </p:cNvPr>
          <p:cNvGrpSpPr/>
          <p:nvPr/>
        </p:nvGrpSpPr>
        <p:grpSpPr>
          <a:xfrm>
            <a:off x="2235206" y="3884109"/>
            <a:ext cx="667080" cy="432360"/>
            <a:chOff x="2235206" y="3884109"/>
            <a:chExt cx="667080" cy="43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F1088D69-3EDD-193E-F147-23F866C5DD20}"/>
                    </a:ext>
                  </a:extLst>
                </p14:cNvPr>
                <p14:cNvContentPartPr/>
                <p14:nvPr/>
              </p14:nvContentPartPr>
              <p14:xfrm>
                <a:off x="2235206" y="3894549"/>
                <a:ext cx="313560" cy="558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F1088D69-3EDD-193E-F147-23F866C5DD2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229086" y="3888429"/>
                  <a:ext cx="3258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BBCDADC3-5512-40DC-722A-A6A6AD20AA78}"/>
                    </a:ext>
                  </a:extLst>
                </p14:cNvPr>
                <p14:cNvContentPartPr/>
                <p14:nvPr/>
              </p14:nvContentPartPr>
              <p14:xfrm>
                <a:off x="2300366" y="3936309"/>
                <a:ext cx="213480" cy="3117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BBCDADC3-5512-40DC-722A-A6A6AD20AA78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294246" y="3930189"/>
                  <a:ext cx="22572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29ED8FDE-5910-734E-E2FB-B23BC66786D1}"/>
                    </a:ext>
                  </a:extLst>
                </p14:cNvPr>
                <p14:cNvContentPartPr/>
                <p14:nvPr/>
              </p14:nvContentPartPr>
              <p14:xfrm>
                <a:off x="2670806" y="3987429"/>
                <a:ext cx="200160" cy="3290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29ED8FDE-5910-734E-E2FB-B23BC66786D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664686" y="3981309"/>
                  <a:ext cx="21240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98EDF2CF-8F19-17C8-038F-21E251B15F48}"/>
                    </a:ext>
                  </a:extLst>
                </p14:cNvPr>
                <p14:cNvContentPartPr/>
                <p14:nvPr/>
              </p14:nvContentPartPr>
              <p14:xfrm>
                <a:off x="2707886" y="3884109"/>
                <a:ext cx="194400" cy="252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98EDF2CF-8F19-17C8-038F-21E251B15F4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701766" y="3877989"/>
                  <a:ext cx="20664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4349410-2278-FD4A-F834-4C63A3DFF11F}"/>
              </a:ext>
            </a:extLst>
          </p:cNvPr>
          <p:cNvGrpSpPr/>
          <p:nvPr/>
        </p:nvGrpSpPr>
        <p:grpSpPr>
          <a:xfrm>
            <a:off x="3030086" y="4012629"/>
            <a:ext cx="444240" cy="361800"/>
            <a:chOff x="3030086" y="4012629"/>
            <a:chExt cx="444240" cy="36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9C384B53-E166-0622-B6C6-26601519B6B6}"/>
                    </a:ext>
                  </a:extLst>
                </p14:cNvPr>
                <p14:cNvContentPartPr/>
                <p14:nvPr/>
              </p14:nvContentPartPr>
              <p14:xfrm>
                <a:off x="3030086" y="4012629"/>
                <a:ext cx="268200" cy="2811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9C384B53-E166-0622-B6C6-26601519B6B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023966" y="4006509"/>
                  <a:ext cx="2804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0A108438-A19E-4C20-B077-F94442D9C862}"/>
                    </a:ext>
                  </a:extLst>
                </p14:cNvPr>
                <p14:cNvContentPartPr/>
                <p14:nvPr/>
              </p14:nvContentPartPr>
              <p14:xfrm>
                <a:off x="3376406" y="4231149"/>
                <a:ext cx="97920" cy="1432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0A108438-A19E-4C20-B077-F94442D9C86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370286" y="4225029"/>
                  <a:ext cx="1101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B65B1B9C-78F4-C21B-1C55-7FE73AB9C28F}"/>
                    </a:ext>
                  </a:extLst>
                </p14:cNvPr>
                <p14:cNvContentPartPr/>
                <p14:nvPr/>
              </p14:nvContentPartPr>
              <p14:xfrm>
                <a:off x="3364526" y="4101189"/>
                <a:ext cx="24840" cy="2952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B65B1B9C-78F4-C21B-1C55-7FE73AB9C28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358406" y="4095069"/>
                  <a:ext cx="3708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EC38BB19-23A3-C88C-33AB-A8B912133257}"/>
              </a:ext>
            </a:extLst>
          </p:cNvPr>
          <p:cNvGrpSpPr/>
          <p:nvPr/>
        </p:nvGrpSpPr>
        <p:grpSpPr>
          <a:xfrm>
            <a:off x="2920766" y="2819589"/>
            <a:ext cx="2380320" cy="578160"/>
            <a:chOff x="2920766" y="2819589"/>
            <a:chExt cx="2380320" cy="57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EE8B1CF-90DA-3F28-D9D4-2512319503F2}"/>
                    </a:ext>
                  </a:extLst>
                </p14:cNvPr>
                <p14:cNvContentPartPr/>
                <p14:nvPr/>
              </p14:nvContentPartPr>
              <p14:xfrm>
                <a:off x="2920766" y="3031629"/>
                <a:ext cx="244800" cy="428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EE8B1CF-90DA-3F28-D9D4-2512319503F2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914646" y="3025509"/>
                  <a:ext cx="2570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ABBFDE8-F423-4C52-BB63-CEC87A94AB61}"/>
                    </a:ext>
                  </a:extLst>
                </p14:cNvPr>
                <p14:cNvContentPartPr/>
                <p14:nvPr/>
              </p14:nvContentPartPr>
              <p14:xfrm>
                <a:off x="3014726" y="3061869"/>
                <a:ext cx="257400" cy="3358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ABBFDE8-F423-4C52-BB63-CEC87A94AB6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008606" y="3055749"/>
                  <a:ext cx="26964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A17A78D-893F-79D8-E853-2D0E929F932B}"/>
                    </a:ext>
                  </a:extLst>
                </p14:cNvPr>
                <p14:cNvContentPartPr/>
                <p14:nvPr/>
              </p14:nvContentPartPr>
              <p14:xfrm>
                <a:off x="3339086" y="3073389"/>
                <a:ext cx="284760" cy="2469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A17A78D-893F-79D8-E853-2D0E929F932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332966" y="3067269"/>
                  <a:ext cx="2970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FBAFEE8-740E-6F1D-1764-0A9729969409}"/>
                    </a:ext>
                  </a:extLst>
                </p14:cNvPr>
                <p14:cNvContentPartPr/>
                <p14:nvPr/>
              </p14:nvContentPartPr>
              <p14:xfrm>
                <a:off x="3677486" y="3235029"/>
                <a:ext cx="74520" cy="1342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FBAFEE8-740E-6F1D-1764-0A972996940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671366" y="3228909"/>
                  <a:ext cx="867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EAD3C71-D323-38DE-FD15-8E2F2E47AE3B}"/>
                    </a:ext>
                  </a:extLst>
                </p14:cNvPr>
                <p14:cNvContentPartPr/>
                <p14:nvPr/>
              </p14:nvContentPartPr>
              <p14:xfrm>
                <a:off x="3680366" y="3104709"/>
                <a:ext cx="21600" cy="345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EAD3C71-D323-38DE-FD15-8E2F2E47AE3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674246" y="3098589"/>
                  <a:ext cx="338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90E4DEB-CF04-7F35-DAD4-FF08461C665A}"/>
                    </a:ext>
                  </a:extLst>
                </p14:cNvPr>
                <p14:cNvContentPartPr/>
                <p14:nvPr/>
              </p14:nvContentPartPr>
              <p14:xfrm>
                <a:off x="3808886" y="2858109"/>
                <a:ext cx="290160" cy="1929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90E4DEB-CF04-7F35-DAD4-FF08461C665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802766" y="2851989"/>
                  <a:ext cx="3024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7273A78-9FBF-D175-5B25-5DB0624DEE51}"/>
                    </a:ext>
                  </a:extLst>
                </p14:cNvPr>
                <p14:cNvContentPartPr/>
                <p14:nvPr/>
              </p14:nvContentPartPr>
              <p14:xfrm>
                <a:off x="4238366" y="3183909"/>
                <a:ext cx="260640" cy="165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7273A78-9FBF-D175-5B25-5DB0624DEE5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232246" y="3177789"/>
                  <a:ext cx="2728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9D85E36-0434-0108-1543-5D901059D8FA}"/>
                    </a:ext>
                  </a:extLst>
                </p14:cNvPr>
                <p14:cNvContentPartPr/>
                <p14:nvPr/>
              </p14:nvContentPartPr>
              <p14:xfrm>
                <a:off x="5029286" y="2993469"/>
                <a:ext cx="226800" cy="3564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9D85E36-0434-0108-1543-5D901059D8FA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023166" y="2987349"/>
                  <a:ext cx="23904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053DD6A-AD95-7E0C-6DBE-73CCB1F833A1}"/>
                    </a:ext>
                  </a:extLst>
                </p14:cNvPr>
                <p14:cNvContentPartPr/>
                <p14:nvPr/>
              </p14:nvContentPartPr>
              <p14:xfrm>
                <a:off x="5049086" y="2841909"/>
                <a:ext cx="252000" cy="198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053DD6A-AD95-7E0C-6DBE-73CCB1F833A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042966" y="2835789"/>
                  <a:ext cx="2642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EAD4FACE-AC19-2342-2171-46F665E78BD2}"/>
                    </a:ext>
                  </a:extLst>
                </p14:cNvPr>
                <p14:cNvContentPartPr/>
                <p14:nvPr/>
              </p14:nvContentPartPr>
              <p14:xfrm>
                <a:off x="4636766" y="2819589"/>
                <a:ext cx="211680" cy="450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EAD4FACE-AC19-2342-2171-46F665E78BD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630646" y="2813469"/>
                  <a:ext cx="2239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59B11B89-B095-4A6C-136F-B77805EC0245}"/>
                    </a:ext>
                  </a:extLst>
                </p14:cNvPr>
                <p14:cNvContentPartPr/>
                <p14:nvPr/>
              </p14:nvContentPartPr>
              <p14:xfrm>
                <a:off x="4669166" y="2866389"/>
                <a:ext cx="300600" cy="3945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59B11B89-B095-4A6C-136F-B77805EC024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663046" y="2860269"/>
                  <a:ext cx="312840" cy="40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D98DAD4B-E29A-DC3D-7786-9FD3AC0C6A0A}"/>
                  </a:ext>
                </a:extLst>
              </p14:cNvPr>
              <p14:cNvContentPartPr/>
              <p14:nvPr/>
            </p14:nvContentPartPr>
            <p14:xfrm>
              <a:off x="7583366" y="2892309"/>
              <a:ext cx="2880" cy="1080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D98DAD4B-E29A-DC3D-7786-9FD3AC0C6A0A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7577246" y="2886189"/>
                <a:ext cx="1512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2F1C138B-86DD-FE7C-ED94-94679E6087CF}"/>
                  </a:ext>
                </a:extLst>
              </p14:cNvPr>
              <p14:cNvContentPartPr/>
              <p14:nvPr/>
            </p14:nvContentPartPr>
            <p14:xfrm>
              <a:off x="7647446" y="2912469"/>
              <a:ext cx="239040" cy="23508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2F1C138B-86DD-FE7C-ED94-94679E6087CF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7641326" y="2906349"/>
                <a:ext cx="25128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9CF33378-EA7C-6ABE-9E75-5D10E8B31464}"/>
                  </a:ext>
                </a:extLst>
              </p14:cNvPr>
              <p14:cNvContentPartPr/>
              <p14:nvPr/>
            </p14:nvContentPartPr>
            <p14:xfrm>
              <a:off x="7948766" y="3082029"/>
              <a:ext cx="45000" cy="10152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9CF33378-EA7C-6ABE-9E75-5D10E8B31464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7942646" y="3075909"/>
                <a:ext cx="5724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DF57AE34-6952-6076-940A-E1BFD4B8B104}"/>
                  </a:ext>
                </a:extLst>
              </p14:cNvPr>
              <p14:cNvContentPartPr/>
              <p14:nvPr/>
            </p14:nvContentPartPr>
            <p14:xfrm>
              <a:off x="7964606" y="2972589"/>
              <a:ext cx="15840" cy="4032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DF57AE34-6952-6076-940A-E1BFD4B8B104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7958486" y="2966469"/>
                <a:ext cx="28080" cy="5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8" name="Group 297">
            <a:extLst>
              <a:ext uri="{FF2B5EF4-FFF2-40B4-BE49-F238E27FC236}">
                <a16:creationId xmlns:a16="http://schemas.microsoft.com/office/drawing/2014/main" id="{7E6BECFC-46B4-4A3C-650C-15E5E470E460}"/>
              </a:ext>
            </a:extLst>
          </p:cNvPr>
          <p:cNvGrpSpPr/>
          <p:nvPr/>
        </p:nvGrpSpPr>
        <p:grpSpPr>
          <a:xfrm>
            <a:off x="5682206" y="2813469"/>
            <a:ext cx="1768080" cy="489600"/>
            <a:chOff x="5682206" y="2813469"/>
            <a:chExt cx="1768080" cy="48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258835E-3EC7-BB6E-E11E-C3612766C72B}"/>
                    </a:ext>
                  </a:extLst>
                </p14:cNvPr>
                <p14:cNvContentPartPr/>
                <p14:nvPr/>
              </p14:nvContentPartPr>
              <p14:xfrm>
                <a:off x="6075806" y="3013989"/>
                <a:ext cx="272160" cy="280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258835E-3EC7-BB6E-E11E-C3612766C72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069686" y="3007869"/>
                  <a:ext cx="2844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2187580-B7F4-6A27-9C57-250D14131901}"/>
                    </a:ext>
                  </a:extLst>
                </p14:cNvPr>
                <p14:cNvContentPartPr/>
                <p14:nvPr/>
              </p14:nvContentPartPr>
              <p14:xfrm>
                <a:off x="5682206" y="2987709"/>
                <a:ext cx="177480" cy="1796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2187580-B7F4-6A27-9C57-250D1413190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676086" y="2981589"/>
                  <a:ext cx="1897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B3137A4-7F66-0FB9-8DD8-6FAFAFB003B5}"/>
                    </a:ext>
                  </a:extLst>
                </p14:cNvPr>
                <p14:cNvContentPartPr/>
                <p14:nvPr/>
              </p14:nvContentPartPr>
              <p14:xfrm>
                <a:off x="5891006" y="3154389"/>
                <a:ext cx="36360" cy="1004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B3137A4-7F66-0FB9-8DD8-6FAFAFB003B5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884886" y="3148269"/>
                  <a:ext cx="486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1DF999F-44B2-3828-E84F-53A642150B96}"/>
                    </a:ext>
                  </a:extLst>
                </p14:cNvPr>
                <p14:cNvContentPartPr/>
                <p14:nvPr/>
              </p14:nvContentPartPr>
              <p14:xfrm>
                <a:off x="5914766" y="3029469"/>
                <a:ext cx="25200" cy="298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1DF999F-44B2-3828-E84F-53A642150B9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908646" y="3023349"/>
                  <a:ext cx="374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6B01858-7127-CE5D-4991-E2B9D1FBD393}"/>
                    </a:ext>
                  </a:extLst>
                </p14:cNvPr>
                <p14:cNvContentPartPr/>
                <p14:nvPr/>
              </p14:nvContentPartPr>
              <p14:xfrm>
                <a:off x="6618326" y="2944869"/>
                <a:ext cx="460440" cy="1641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6B01858-7127-CE5D-4991-E2B9D1FBD393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612206" y="2938749"/>
                  <a:ext cx="4726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2877F1D-A3A9-2AE4-F582-6676B2381DE7}"/>
                    </a:ext>
                  </a:extLst>
                </p14:cNvPr>
                <p14:cNvContentPartPr/>
                <p14:nvPr/>
              </p14:nvContentPartPr>
              <p14:xfrm>
                <a:off x="7204406" y="2959989"/>
                <a:ext cx="245880" cy="2016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2877F1D-A3A9-2AE4-F582-6676B2381DE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198286" y="2953869"/>
                  <a:ext cx="2581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20A8A5D-5FB3-FD07-067C-3C205ACDDFFC}"/>
                    </a:ext>
                  </a:extLst>
                </p14:cNvPr>
                <p14:cNvContentPartPr/>
                <p14:nvPr/>
              </p14:nvContentPartPr>
              <p14:xfrm>
                <a:off x="7243286" y="2813469"/>
                <a:ext cx="176400" cy="226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20A8A5D-5FB3-FD07-067C-3C205ACDDFFC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237166" y="2807349"/>
                  <a:ext cx="1886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0D2D1337-21BD-5558-FA44-F1FFC7C39486}"/>
                    </a:ext>
                  </a:extLst>
                </p14:cNvPr>
                <p14:cNvContentPartPr/>
                <p14:nvPr/>
              </p14:nvContentPartPr>
              <p14:xfrm>
                <a:off x="6390686" y="2821389"/>
                <a:ext cx="198720" cy="846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0D2D1337-21BD-5558-FA44-F1FFC7C3948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384566" y="2815269"/>
                  <a:ext cx="2109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B91D60A4-8BCD-7EDE-2F24-F19C4B80E2EA}"/>
                    </a:ext>
                  </a:extLst>
                </p14:cNvPr>
                <p14:cNvContentPartPr/>
                <p14:nvPr/>
              </p14:nvContentPartPr>
              <p14:xfrm>
                <a:off x="6380606" y="2869269"/>
                <a:ext cx="327600" cy="4338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B91D60A4-8BCD-7EDE-2F24-F19C4B80E2E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374486" y="2863149"/>
                  <a:ext cx="33984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41EE4B18-56EB-AB18-0150-3BF65762E22C}"/>
                    </a:ext>
                  </a:extLst>
                </p14:cNvPr>
                <p14:cNvContentPartPr/>
                <p14:nvPr/>
              </p14:nvContentPartPr>
              <p14:xfrm>
                <a:off x="6117806" y="2908149"/>
                <a:ext cx="35280" cy="14004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41EE4B18-56EB-AB18-0150-3BF65762E22C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111686" y="2902029"/>
                  <a:ext cx="475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A8BBF2D2-FB46-B148-8DA5-2E116548B50C}"/>
                    </a:ext>
                  </a:extLst>
                </p14:cNvPr>
                <p14:cNvContentPartPr/>
                <p14:nvPr/>
              </p14:nvContentPartPr>
              <p14:xfrm>
                <a:off x="6157766" y="2869629"/>
                <a:ext cx="73800" cy="3747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A8BBF2D2-FB46-B148-8DA5-2E116548B50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151646" y="2863509"/>
                  <a:ext cx="86040" cy="38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8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599E42D4-968D-95F3-B5B8-29F27F44518A}"/>
                  </a:ext>
                </a:extLst>
              </p14:cNvPr>
              <p14:cNvContentPartPr/>
              <p14:nvPr/>
            </p14:nvContentPartPr>
            <p14:xfrm>
              <a:off x="3643526" y="3968349"/>
              <a:ext cx="328680" cy="3564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599E42D4-968D-95F3-B5B8-29F27F44518A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3637406" y="3962229"/>
                <a:ext cx="340920" cy="4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3" name="Group 312">
            <a:extLst>
              <a:ext uri="{FF2B5EF4-FFF2-40B4-BE49-F238E27FC236}">
                <a16:creationId xmlns:a16="http://schemas.microsoft.com/office/drawing/2014/main" id="{C9BB54FF-1DAF-7AC5-9850-9C943F1D753E}"/>
              </a:ext>
            </a:extLst>
          </p:cNvPr>
          <p:cNvGrpSpPr/>
          <p:nvPr/>
        </p:nvGrpSpPr>
        <p:grpSpPr>
          <a:xfrm>
            <a:off x="4231046" y="3565869"/>
            <a:ext cx="1550160" cy="482040"/>
            <a:chOff x="4231046" y="3565869"/>
            <a:chExt cx="1550160" cy="48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FCE42D46-E340-9967-5C39-6C4287141D2D}"/>
                    </a:ext>
                  </a:extLst>
                </p14:cNvPr>
                <p14:cNvContentPartPr/>
                <p14:nvPr/>
              </p14:nvContentPartPr>
              <p14:xfrm>
                <a:off x="4231046" y="3835149"/>
                <a:ext cx="437760" cy="16992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FCE42D46-E340-9967-5C39-6C4287141D2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224926" y="3829029"/>
                  <a:ext cx="4500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6B95F210-17B0-11CF-FAEE-8927CF12BCB1}"/>
                    </a:ext>
                  </a:extLst>
                </p14:cNvPr>
                <p14:cNvContentPartPr/>
                <p14:nvPr/>
              </p14:nvContentPartPr>
              <p14:xfrm>
                <a:off x="4861046" y="3789429"/>
                <a:ext cx="147600" cy="3780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6B95F210-17B0-11CF-FAEE-8927CF12BCB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854926" y="3783309"/>
                  <a:ext cx="1598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A118C197-9AAB-9A37-D5F3-7C8424F1DFD6}"/>
                    </a:ext>
                  </a:extLst>
                </p14:cNvPr>
                <p14:cNvContentPartPr/>
                <p14:nvPr/>
              </p14:nvContentPartPr>
              <p14:xfrm>
                <a:off x="4893086" y="3816429"/>
                <a:ext cx="171360" cy="23076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A118C197-9AAB-9A37-D5F3-7C8424F1DFD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4886966" y="3810309"/>
                  <a:ext cx="1836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4C57D796-5FFA-4E68-0CE8-3DDCE100E637}"/>
                    </a:ext>
                  </a:extLst>
                </p14:cNvPr>
                <p14:cNvContentPartPr/>
                <p14:nvPr/>
              </p14:nvContentPartPr>
              <p14:xfrm>
                <a:off x="5122406" y="3825789"/>
                <a:ext cx="176040" cy="13428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4C57D796-5FFA-4E68-0CE8-3DDCE100E637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116286" y="3819669"/>
                  <a:ext cx="1882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B6B5BFF2-3485-80AF-8E64-159ECBDC8372}"/>
                    </a:ext>
                  </a:extLst>
                </p14:cNvPr>
                <p14:cNvContentPartPr/>
                <p14:nvPr/>
              </p14:nvContentPartPr>
              <p14:xfrm>
                <a:off x="5369366" y="3956109"/>
                <a:ext cx="39960" cy="9180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B6B5BFF2-3485-80AF-8E64-159ECBDC837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363246" y="3949989"/>
                  <a:ext cx="52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5B987A6D-6AC8-D708-1E9D-37A60B34B45F}"/>
                    </a:ext>
                  </a:extLst>
                </p14:cNvPr>
                <p14:cNvContentPartPr/>
                <p14:nvPr/>
              </p14:nvContentPartPr>
              <p14:xfrm>
                <a:off x="5426246" y="3854949"/>
                <a:ext cx="12600" cy="936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5B987A6D-6AC8-D708-1E9D-37A60B34B45F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420126" y="3848829"/>
                  <a:ext cx="248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3CF9075C-DA7C-0101-996A-C0A280A28B2B}"/>
                    </a:ext>
                  </a:extLst>
                </p14:cNvPr>
                <p14:cNvContentPartPr/>
                <p14:nvPr/>
              </p14:nvContentPartPr>
              <p14:xfrm>
                <a:off x="5352806" y="3565869"/>
                <a:ext cx="218520" cy="15336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3CF9075C-DA7C-0101-996A-C0A280A28B2B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346686" y="3559749"/>
                  <a:ext cx="2307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D57A6379-F33A-146E-355A-7CBA9069BC20}"/>
                    </a:ext>
                  </a:extLst>
                </p14:cNvPr>
                <p14:cNvContentPartPr/>
                <p14:nvPr/>
              </p14:nvContentPartPr>
              <p14:xfrm>
                <a:off x="5617406" y="3917949"/>
                <a:ext cx="163800" cy="75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D57A6379-F33A-146E-355A-7CBA9069BC20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611286" y="3911829"/>
                  <a:ext cx="1760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2648F66E-9656-963B-CAB4-1A4AC94E7E4D}"/>
                    </a:ext>
                  </a:extLst>
                </p14:cNvPr>
                <p14:cNvContentPartPr/>
                <p14:nvPr/>
              </p14:nvContentPartPr>
              <p14:xfrm>
                <a:off x="5669966" y="3805269"/>
                <a:ext cx="39240" cy="2286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2648F66E-9656-963B-CAB4-1A4AC94E7E4D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663846" y="3799149"/>
                  <a:ext cx="51480" cy="24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A86F8FDE-AE7A-78C4-D868-188B9B5EEA25}"/>
              </a:ext>
            </a:extLst>
          </p:cNvPr>
          <p:cNvGrpSpPr/>
          <p:nvPr/>
        </p:nvGrpSpPr>
        <p:grpSpPr>
          <a:xfrm>
            <a:off x="6023486" y="3701229"/>
            <a:ext cx="1492200" cy="369000"/>
            <a:chOff x="6023486" y="3701229"/>
            <a:chExt cx="1492200" cy="36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6BCA88F5-698B-9C16-3919-5B599BA645DD}"/>
                    </a:ext>
                  </a:extLst>
                </p14:cNvPr>
                <p14:cNvContentPartPr/>
                <p14:nvPr/>
              </p14:nvContentPartPr>
              <p14:xfrm>
                <a:off x="6023486" y="3798069"/>
                <a:ext cx="260640" cy="4428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6BCA88F5-698B-9C16-3919-5B599BA645DD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017366" y="3791949"/>
                  <a:ext cx="2728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DB254ED7-D052-7E9D-EB86-1B37DCC54B7D}"/>
                    </a:ext>
                  </a:extLst>
                </p14:cNvPr>
                <p14:cNvContentPartPr/>
                <p14:nvPr/>
              </p14:nvContentPartPr>
              <p14:xfrm>
                <a:off x="6050846" y="3823269"/>
                <a:ext cx="254160" cy="24696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DB254ED7-D052-7E9D-EB86-1B37DCC54B7D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044726" y="3817149"/>
                  <a:ext cx="2664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0D0A329F-2B0B-86D0-55A0-BCA1E9EF039D}"/>
                    </a:ext>
                  </a:extLst>
                </p14:cNvPr>
                <p14:cNvContentPartPr/>
                <p14:nvPr/>
              </p14:nvContentPartPr>
              <p14:xfrm>
                <a:off x="6387446" y="3829749"/>
                <a:ext cx="332640" cy="13896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0D0A329F-2B0B-86D0-55A0-BCA1E9EF039D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6381326" y="3823629"/>
                  <a:ext cx="3448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924A051C-D9FD-9508-653C-05ECD111A12B}"/>
                    </a:ext>
                  </a:extLst>
                </p14:cNvPr>
                <p14:cNvContentPartPr/>
                <p14:nvPr/>
              </p14:nvContentPartPr>
              <p14:xfrm>
                <a:off x="6833846" y="3822189"/>
                <a:ext cx="210960" cy="1886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924A051C-D9FD-9508-653C-05ECD111A12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827726" y="3816069"/>
                  <a:ext cx="2232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D63CB474-453B-9E05-5FF0-E9DF1459A6B2}"/>
                    </a:ext>
                  </a:extLst>
                </p14:cNvPr>
                <p14:cNvContentPartPr/>
                <p14:nvPr/>
              </p14:nvContentPartPr>
              <p14:xfrm>
                <a:off x="6836006" y="3701229"/>
                <a:ext cx="10080" cy="360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D63CB474-453B-9E05-5FF0-E9DF1459A6B2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829886" y="3695109"/>
                  <a:ext cx="2232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9EFB939F-3AFE-9CFC-50D4-4547B0F312DD}"/>
                    </a:ext>
                  </a:extLst>
                </p14:cNvPr>
                <p14:cNvContentPartPr/>
                <p14:nvPr/>
              </p14:nvContentPartPr>
              <p14:xfrm>
                <a:off x="6838526" y="3710949"/>
                <a:ext cx="140760" cy="1332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9EFB939F-3AFE-9CFC-50D4-4547B0F312DD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832406" y="3704829"/>
                  <a:ext cx="1530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85B82862-2A52-EC58-6D76-4AF10DEAA720}"/>
                    </a:ext>
                  </a:extLst>
                </p14:cNvPr>
                <p14:cNvContentPartPr/>
                <p14:nvPr/>
              </p14:nvContentPartPr>
              <p14:xfrm>
                <a:off x="7156766" y="3822909"/>
                <a:ext cx="282240" cy="15948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85B82862-2A52-EC58-6D76-4AF10DEAA720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150646" y="3816789"/>
                  <a:ext cx="2944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549B4C78-7D83-9059-02B5-BB7681B606C6}"/>
                    </a:ext>
                  </a:extLst>
                </p14:cNvPr>
                <p14:cNvContentPartPr/>
                <p14:nvPr/>
              </p14:nvContentPartPr>
              <p14:xfrm>
                <a:off x="7476806" y="3819669"/>
                <a:ext cx="38880" cy="1764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549B4C78-7D83-9059-02B5-BB7681B606C6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470686" y="3813549"/>
                  <a:ext cx="5112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E14A5606-57E2-EE90-CDF5-F7C19A79A785}"/>
              </a:ext>
            </a:extLst>
          </p:cNvPr>
          <p:cNvGrpSpPr/>
          <p:nvPr/>
        </p:nvGrpSpPr>
        <p:grpSpPr>
          <a:xfrm>
            <a:off x="7767686" y="3776109"/>
            <a:ext cx="555480" cy="178920"/>
            <a:chOff x="7767686" y="3776109"/>
            <a:chExt cx="555480" cy="17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A50B87BC-5901-AA9D-883A-DBB57505931E}"/>
                    </a:ext>
                  </a:extLst>
                </p14:cNvPr>
                <p14:cNvContentPartPr/>
                <p14:nvPr/>
              </p14:nvContentPartPr>
              <p14:xfrm>
                <a:off x="7767686" y="3838029"/>
                <a:ext cx="89640" cy="1764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A50B87BC-5901-AA9D-883A-DBB57505931E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761566" y="3831909"/>
                  <a:ext cx="1018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EDDD2C47-866A-4C9A-179B-1FEEA25F4242}"/>
                    </a:ext>
                  </a:extLst>
                </p14:cNvPr>
                <p14:cNvContentPartPr/>
                <p14:nvPr/>
              </p14:nvContentPartPr>
              <p14:xfrm>
                <a:off x="7769126" y="3928389"/>
                <a:ext cx="119520" cy="1188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EDDD2C47-866A-4C9A-179B-1FEEA25F4242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763006" y="3922269"/>
                  <a:ext cx="1317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0E219CE2-46D3-7373-DB73-B74D1E058401}"/>
                    </a:ext>
                  </a:extLst>
                </p14:cNvPr>
                <p14:cNvContentPartPr/>
                <p14:nvPr/>
              </p14:nvContentPartPr>
              <p14:xfrm>
                <a:off x="8091686" y="3776109"/>
                <a:ext cx="231480" cy="17892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0E219CE2-46D3-7373-DB73-B74D1E058401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085566" y="3769989"/>
                  <a:ext cx="24372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314B47C5-7B12-4C60-D18D-1ECE7AF570A5}"/>
              </a:ext>
            </a:extLst>
          </p:cNvPr>
          <p:cNvGrpSpPr/>
          <p:nvPr/>
        </p:nvGrpSpPr>
        <p:grpSpPr>
          <a:xfrm>
            <a:off x="1292366" y="4487469"/>
            <a:ext cx="627480" cy="478440"/>
            <a:chOff x="1292366" y="4487469"/>
            <a:chExt cx="627480" cy="47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9CF5A9D-2EBE-167A-7E6B-32695CC70BBD}"/>
                    </a:ext>
                  </a:extLst>
                </p14:cNvPr>
                <p14:cNvContentPartPr/>
                <p14:nvPr/>
              </p14:nvContentPartPr>
              <p14:xfrm>
                <a:off x="1292366" y="4710669"/>
                <a:ext cx="42480" cy="1234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9CF5A9D-2EBE-167A-7E6B-32695CC70BBD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286246" y="4704549"/>
                  <a:ext cx="547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F7837D5D-8E69-2BE0-7A84-88BB82714638}"/>
                    </a:ext>
                  </a:extLst>
                </p14:cNvPr>
                <p14:cNvContentPartPr/>
                <p14:nvPr/>
              </p14:nvContentPartPr>
              <p14:xfrm>
                <a:off x="1330526" y="4612749"/>
                <a:ext cx="15840" cy="291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F7837D5D-8E69-2BE0-7A84-88BB82714638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324406" y="4606629"/>
                  <a:ext cx="280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13D30776-B97E-7EE9-A12D-9936C8647E03}"/>
                    </a:ext>
                  </a:extLst>
                </p14:cNvPr>
                <p14:cNvContentPartPr/>
                <p14:nvPr/>
              </p14:nvContentPartPr>
              <p14:xfrm>
                <a:off x="1492886" y="4487469"/>
                <a:ext cx="150480" cy="47844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13D30776-B97E-7EE9-A12D-9936C8647E03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486766" y="4481349"/>
                  <a:ext cx="16272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5B4CE3F-75CC-B6A9-F47A-AB8B7760E0F8}"/>
                    </a:ext>
                  </a:extLst>
                </p14:cNvPr>
                <p14:cNvContentPartPr/>
                <p14:nvPr/>
              </p14:nvContentPartPr>
              <p14:xfrm>
                <a:off x="1716446" y="4574589"/>
                <a:ext cx="203400" cy="31572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5B4CE3F-75CC-B6A9-F47A-AB8B7760E0F8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710326" y="4568469"/>
                  <a:ext cx="215640" cy="32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EABD6BCD-4F2F-A533-FDF1-EC641E4CA826}"/>
              </a:ext>
            </a:extLst>
          </p:cNvPr>
          <p:cNvGrpSpPr/>
          <p:nvPr/>
        </p:nvGrpSpPr>
        <p:grpSpPr>
          <a:xfrm>
            <a:off x="2112086" y="4444989"/>
            <a:ext cx="821160" cy="468000"/>
            <a:chOff x="2112086" y="4444989"/>
            <a:chExt cx="821160" cy="46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BA9B5F1A-229A-F4E7-9DCB-F82EB5C97711}"/>
                    </a:ext>
                  </a:extLst>
                </p14:cNvPr>
                <p14:cNvContentPartPr/>
                <p14:nvPr/>
              </p14:nvContentPartPr>
              <p14:xfrm>
                <a:off x="2114246" y="4761789"/>
                <a:ext cx="43200" cy="745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BA9B5F1A-229A-F4E7-9DCB-F82EB5C97711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108126" y="4755669"/>
                  <a:ext cx="554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7CC6CE02-5B31-2A51-F0C2-2B0AE558601B}"/>
                    </a:ext>
                  </a:extLst>
                </p14:cNvPr>
                <p14:cNvContentPartPr/>
                <p14:nvPr/>
              </p14:nvContentPartPr>
              <p14:xfrm>
                <a:off x="2112086" y="4659549"/>
                <a:ext cx="27360" cy="259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7CC6CE02-5B31-2A51-F0C2-2B0AE558601B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105966" y="4653429"/>
                  <a:ext cx="396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0A2C24FA-0318-5FBA-42FF-A996423A12F9}"/>
                    </a:ext>
                  </a:extLst>
                </p14:cNvPr>
                <p14:cNvContentPartPr/>
                <p14:nvPr/>
              </p14:nvContentPartPr>
              <p14:xfrm>
                <a:off x="2304686" y="4656669"/>
                <a:ext cx="105840" cy="756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0A2C24FA-0318-5FBA-42FF-A996423A12F9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298566" y="4650549"/>
                  <a:ext cx="1180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816ACB1D-B172-DACB-E1F3-58ACA953B3BA}"/>
                    </a:ext>
                  </a:extLst>
                </p14:cNvPr>
                <p14:cNvContentPartPr/>
                <p14:nvPr/>
              </p14:nvContentPartPr>
              <p14:xfrm>
                <a:off x="2455166" y="4574229"/>
                <a:ext cx="191880" cy="33876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816ACB1D-B172-DACB-E1F3-58ACA953B3BA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449046" y="4568109"/>
                  <a:ext cx="20412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0A235CE2-29E4-5F80-8704-010F39C90002}"/>
                    </a:ext>
                  </a:extLst>
                </p14:cNvPr>
                <p14:cNvContentPartPr/>
                <p14:nvPr/>
              </p14:nvContentPartPr>
              <p14:xfrm>
                <a:off x="2469926" y="4489989"/>
                <a:ext cx="225360" cy="3384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0A235CE2-29E4-5F80-8704-010F39C90002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2463806" y="4483869"/>
                  <a:ext cx="2376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5927EF51-6DA1-3FB6-CD35-EAFFE32991BC}"/>
                    </a:ext>
                  </a:extLst>
                </p14:cNvPr>
                <p14:cNvContentPartPr/>
                <p14:nvPr/>
              </p14:nvContentPartPr>
              <p14:xfrm>
                <a:off x="2793566" y="4444989"/>
                <a:ext cx="139680" cy="43164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5927EF51-6DA1-3FB6-CD35-EAFFE32991BC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2787446" y="4438869"/>
                  <a:ext cx="151920" cy="44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9EDE3E05-3A86-DD5E-33F9-98E069B3F536}"/>
                  </a:ext>
                </a:extLst>
              </p14:cNvPr>
              <p14:cNvContentPartPr/>
              <p14:nvPr/>
            </p14:nvContentPartPr>
            <p14:xfrm>
              <a:off x="3187046" y="4607709"/>
              <a:ext cx="268920" cy="58680"/>
            </p14:xfrm>
          </p:contentPart>
        </mc:Choice>
        <mc:Fallback xmlns=""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9EDE3E05-3A86-DD5E-33F9-98E069B3F536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3180926" y="4601589"/>
                <a:ext cx="281160" cy="7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49" name="Group 348">
            <a:extLst>
              <a:ext uri="{FF2B5EF4-FFF2-40B4-BE49-F238E27FC236}">
                <a16:creationId xmlns:a16="http://schemas.microsoft.com/office/drawing/2014/main" id="{9643F5D4-4AF8-3607-04AB-81CB69CCA1E2}"/>
              </a:ext>
            </a:extLst>
          </p:cNvPr>
          <p:cNvGrpSpPr/>
          <p:nvPr/>
        </p:nvGrpSpPr>
        <p:grpSpPr>
          <a:xfrm>
            <a:off x="3823886" y="4265349"/>
            <a:ext cx="1859760" cy="590760"/>
            <a:chOff x="3823886" y="4265349"/>
            <a:chExt cx="1859760" cy="59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CF61FE93-98D3-EF23-4558-7E7DB6F0E44C}"/>
                    </a:ext>
                  </a:extLst>
                </p14:cNvPr>
                <p14:cNvContentPartPr/>
                <p14:nvPr/>
              </p14:nvContentPartPr>
              <p14:xfrm>
                <a:off x="3823886" y="4432749"/>
                <a:ext cx="396360" cy="18000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CF61FE93-98D3-EF23-4558-7E7DB6F0E44C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817766" y="4426629"/>
                  <a:ext cx="4086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75C8B7C4-3DB9-C364-D845-64FC069CD002}"/>
                    </a:ext>
                  </a:extLst>
                </p14:cNvPr>
                <p14:cNvContentPartPr/>
                <p14:nvPr/>
              </p14:nvContentPartPr>
              <p14:xfrm>
                <a:off x="4398806" y="4330509"/>
                <a:ext cx="195480" cy="52560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75C8B7C4-3DB9-C364-D845-64FC069CD002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4392686" y="4324389"/>
                  <a:ext cx="20772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8E539347-B7B6-5E5B-613A-F390AB001A57}"/>
                    </a:ext>
                  </a:extLst>
                </p14:cNvPr>
                <p14:cNvContentPartPr/>
                <p14:nvPr/>
              </p14:nvContentPartPr>
              <p14:xfrm>
                <a:off x="4644326" y="4460109"/>
                <a:ext cx="168120" cy="3816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8E539347-B7B6-5E5B-613A-F390AB001A5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638206" y="4453989"/>
                  <a:ext cx="1803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EF270936-760B-252D-70A1-764819EB0696}"/>
                    </a:ext>
                  </a:extLst>
                </p14:cNvPr>
                <p14:cNvContentPartPr/>
                <p14:nvPr/>
              </p14:nvContentPartPr>
              <p14:xfrm>
                <a:off x="4655126" y="4477029"/>
                <a:ext cx="184680" cy="19764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EF270936-760B-252D-70A1-764819EB0696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649006" y="4470909"/>
                  <a:ext cx="1969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93C5CDAD-EA6C-20E1-4419-CEF1473AF6FE}"/>
                    </a:ext>
                  </a:extLst>
                </p14:cNvPr>
                <p14:cNvContentPartPr/>
                <p14:nvPr/>
              </p14:nvContentPartPr>
              <p14:xfrm>
                <a:off x="4937006" y="4447149"/>
                <a:ext cx="194400" cy="18108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93C5CDAD-EA6C-20E1-4419-CEF1473AF6FE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930886" y="4441029"/>
                  <a:ext cx="2066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E3224A2A-75B8-3881-3A76-8DBC10C91B6B}"/>
                    </a:ext>
                  </a:extLst>
                </p14:cNvPr>
                <p14:cNvContentPartPr/>
                <p14:nvPr/>
              </p14:nvContentPartPr>
              <p14:xfrm>
                <a:off x="5187206" y="4583949"/>
                <a:ext cx="52560" cy="13932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E3224A2A-75B8-3881-3A76-8DBC10C91B6B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5181086" y="4577829"/>
                  <a:ext cx="648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9F6894C4-2A63-8A50-489A-444B182B8B9A}"/>
                    </a:ext>
                  </a:extLst>
                </p14:cNvPr>
                <p14:cNvContentPartPr/>
                <p14:nvPr/>
              </p14:nvContentPartPr>
              <p14:xfrm>
                <a:off x="5243726" y="4501509"/>
                <a:ext cx="27720" cy="1260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9F6894C4-2A63-8A50-489A-444B182B8B9A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5237606" y="4495389"/>
                  <a:ext cx="399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62B7C8E6-4519-6ECB-D9C2-A0FC2E8FFC76}"/>
                    </a:ext>
                  </a:extLst>
                </p14:cNvPr>
                <p14:cNvContentPartPr/>
                <p14:nvPr/>
              </p14:nvContentPartPr>
              <p14:xfrm>
                <a:off x="5336246" y="4265349"/>
                <a:ext cx="135000" cy="13752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62B7C8E6-4519-6ECB-D9C2-A0FC2E8FFC76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5330126" y="4259229"/>
                  <a:ext cx="1472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EA03FCAB-E444-90CE-74BF-C4A5DDCA67D8}"/>
                    </a:ext>
                  </a:extLst>
                </p14:cNvPr>
                <p14:cNvContentPartPr/>
                <p14:nvPr/>
              </p14:nvContentPartPr>
              <p14:xfrm>
                <a:off x="5486006" y="4557309"/>
                <a:ext cx="197640" cy="756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EA03FCAB-E444-90CE-74BF-C4A5DDCA67D8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479886" y="4551189"/>
                  <a:ext cx="209880" cy="1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5988196E-B845-8183-8436-B378427FD68A}"/>
              </a:ext>
            </a:extLst>
          </p:cNvPr>
          <p:cNvGrpSpPr/>
          <p:nvPr/>
        </p:nvGrpSpPr>
        <p:grpSpPr>
          <a:xfrm>
            <a:off x="5917286" y="4283349"/>
            <a:ext cx="902880" cy="435600"/>
            <a:chOff x="5917286" y="4283349"/>
            <a:chExt cx="902880" cy="43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D0FCF84B-A35D-0F6B-C68F-CBD98A194C8F}"/>
                    </a:ext>
                  </a:extLst>
                </p14:cNvPr>
                <p14:cNvContentPartPr/>
                <p14:nvPr/>
              </p14:nvContentPartPr>
              <p14:xfrm>
                <a:off x="5917286" y="4467309"/>
                <a:ext cx="206640" cy="20088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D0FCF84B-A35D-0F6B-C68F-CBD98A194C8F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911166" y="4461189"/>
                  <a:ext cx="2188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CA8B5ACF-CBBD-1967-4BA4-B42CA830B7F8}"/>
                    </a:ext>
                  </a:extLst>
                </p14:cNvPr>
                <p14:cNvContentPartPr/>
                <p14:nvPr/>
              </p14:nvContentPartPr>
              <p14:xfrm>
                <a:off x="5942126" y="4358949"/>
                <a:ext cx="126720" cy="1728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CA8B5ACF-CBBD-1967-4BA4-B42CA830B7F8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936006" y="4352829"/>
                  <a:ext cx="1389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B2ADD9B6-A20B-CE36-3558-A66D815BD6F2}"/>
                    </a:ext>
                  </a:extLst>
                </p14:cNvPr>
                <p14:cNvContentPartPr/>
                <p14:nvPr/>
              </p14:nvContentPartPr>
              <p14:xfrm>
                <a:off x="6233726" y="4439949"/>
                <a:ext cx="304560" cy="20196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B2ADD9B6-A20B-CE36-3558-A66D815BD6F2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227606" y="4433829"/>
                  <a:ext cx="3168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499B7520-660E-3FF8-1AF8-44C960E15648}"/>
                    </a:ext>
                  </a:extLst>
                </p14:cNvPr>
                <p14:cNvContentPartPr/>
                <p14:nvPr/>
              </p14:nvContentPartPr>
              <p14:xfrm>
                <a:off x="6540446" y="4479909"/>
                <a:ext cx="54000" cy="1368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499B7520-660E-3FF8-1AF8-44C960E15648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534326" y="4473789"/>
                  <a:ext cx="662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F160717D-FD28-C7CF-66DD-49A42709C6D0}"/>
                    </a:ext>
                  </a:extLst>
                </p14:cNvPr>
                <p14:cNvContentPartPr/>
                <p14:nvPr/>
              </p14:nvContentPartPr>
              <p14:xfrm>
                <a:off x="6689126" y="4283349"/>
                <a:ext cx="131040" cy="43560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F160717D-FD28-C7CF-66DD-49A42709C6D0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6683006" y="4277229"/>
                  <a:ext cx="143280" cy="44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2FB4ACC3-3BC4-D501-32CE-CC6C9F189143}"/>
              </a:ext>
            </a:extLst>
          </p:cNvPr>
          <p:cNvGrpSpPr/>
          <p:nvPr/>
        </p:nvGrpSpPr>
        <p:grpSpPr>
          <a:xfrm>
            <a:off x="7055246" y="4391349"/>
            <a:ext cx="318600" cy="193320"/>
            <a:chOff x="7055246" y="4391349"/>
            <a:chExt cx="318600" cy="19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5709D132-B66E-9C63-0577-7DCDFA4A7EAD}"/>
                    </a:ext>
                  </a:extLst>
                </p14:cNvPr>
                <p14:cNvContentPartPr/>
                <p14:nvPr/>
              </p14:nvContentPartPr>
              <p14:xfrm>
                <a:off x="7055246" y="4435989"/>
                <a:ext cx="67320" cy="2124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5709D132-B66E-9C63-0577-7DCDFA4A7EAD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7049126" y="4429869"/>
                  <a:ext cx="795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52709A33-4A72-38FC-7AE5-C2DEBF8969BB}"/>
                    </a:ext>
                  </a:extLst>
                </p14:cNvPr>
                <p14:cNvContentPartPr/>
                <p14:nvPr/>
              </p14:nvContentPartPr>
              <p14:xfrm>
                <a:off x="7061006" y="4551189"/>
                <a:ext cx="55800" cy="720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52709A33-4A72-38FC-7AE5-C2DEBF8969BB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7054886" y="4545069"/>
                  <a:ext cx="680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5DECC63B-CDA2-806A-D042-4D947CA0E5A6}"/>
                    </a:ext>
                  </a:extLst>
                </p14:cNvPr>
                <p14:cNvContentPartPr/>
                <p14:nvPr/>
              </p14:nvContentPartPr>
              <p14:xfrm>
                <a:off x="7212206" y="4391349"/>
                <a:ext cx="161640" cy="19332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5DECC63B-CDA2-806A-D042-4D947CA0E5A6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7206086" y="4385229"/>
                  <a:ext cx="173880" cy="20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7" name="Group 376">
            <a:extLst>
              <a:ext uri="{FF2B5EF4-FFF2-40B4-BE49-F238E27FC236}">
                <a16:creationId xmlns:a16="http://schemas.microsoft.com/office/drawing/2014/main" id="{A5468139-BA2D-2051-92A9-4C533405E2D6}"/>
              </a:ext>
            </a:extLst>
          </p:cNvPr>
          <p:cNvGrpSpPr/>
          <p:nvPr/>
        </p:nvGrpSpPr>
        <p:grpSpPr>
          <a:xfrm>
            <a:off x="414326" y="5093349"/>
            <a:ext cx="2079720" cy="438120"/>
            <a:chOff x="414326" y="5093349"/>
            <a:chExt cx="2079720" cy="43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763BE59E-C9C7-8E6A-7972-4841A97D6048}"/>
                    </a:ext>
                  </a:extLst>
                </p14:cNvPr>
                <p14:cNvContentPartPr/>
                <p14:nvPr/>
              </p14:nvContentPartPr>
              <p14:xfrm>
                <a:off x="414326" y="5213229"/>
                <a:ext cx="192960" cy="1044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763BE59E-C9C7-8E6A-7972-4841A97D6048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408206" y="5207109"/>
                  <a:ext cx="2052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7141E047-074C-0DAD-D9FE-94A0A251D80A}"/>
                    </a:ext>
                  </a:extLst>
                </p14:cNvPr>
                <p14:cNvContentPartPr/>
                <p14:nvPr/>
              </p14:nvContentPartPr>
              <p14:xfrm>
                <a:off x="447806" y="5221149"/>
                <a:ext cx="196200" cy="26676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7141E047-074C-0DAD-D9FE-94A0A251D80A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441686" y="5215029"/>
                  <a:ext cx="2084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1F1ABE62-DE93-AF6A-65FD-BF8D1AE8C864}"/>
                    </a:ext>
                  </a:extLst>
                </p14:cNvPr>
                <p14:cNvContentPartPr/>
                <p14:nvPr/>
              </p14:nvContentPartPr>
              <p14:xfrm>
                <a:off x="764246" y="5283069"/>
                <a:ext cx="160920" cy="12312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1F1ABE62-DE93-AF6A-65FD-BF8D1AE8C864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58126" y="5276949"/>
                  <a:ext cx="1731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F16EA937-1C02-9422-F87E-21D3B0ABC868}"/>
                    </a:ext>
                  </a:extLst>
                </p14:cNvPr>
                <p14:cNvContentPartPr/>
                <p14:nvPr/>
              </p14:nvContentPartPr>
              <p14:xfrm>
                <a:off x="1004006" y="5376309"/>
                <a:ext cx="33480" cy="9180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F16EA937-1C02-9422-F87E-21D3B0ABC868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997886" y="5370189"/>
                  <a:ext cx="457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515ACE25-0B78-FC7E-A91D-AD31EF4164B8}"/>
                    </a:ext>
                  </a:extLst>
                </p14:cNvPr>
                <p14:cNvContentPartPr/>
                <p14:nvPr/>
              </p14:nvContentPartPr>
              <p14:xfrm>
                <a:off x="1025606" y="5300709"/>
                <a:ext cx="11880" cy="1476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515ACE25-0B78-FC7E-A91D-AD31EF4164B8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019486" y="5294589"/>
                  <a:ext cx="241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776720C1-235C-D6FF-DD6F-2786FAA19E8E}"/>
                    </a:ext>
                  </a:extLst>
                </p14:cNvPr>
                <p14:cNvContentPartPr/>
                <p14:nvPr/>
              </p14:nvContentPartPr>
              <p14:xfrm>
                <a:off x="1210646" y="5140509"/>
                <a:ext cx="88200" cy="36792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776720C1-235C-D6FF-DD6F-2786FAA19E8E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204526" y="5134389"/>
                  <a:ext cx="10044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DEBBB7DC-1DF0-4EA2-A967-C642D46F524A}"/>
                    </a:ext>
                  </a:extLst>
                </p14:cNvPr>
                <p14:cNvContentPartPr/>
                <p14:nvPr/>
              </p14:nvContentPartPr>
              <p14:xfrm>
                <a:off x="1333766" y="5231589"/>
                <a:ext cx="163440" cy="27864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DEBBB7DC-1DF0-4EA2-A967-C642D46F524A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327646" y="5225469"/>
                  <a:ext cx="1756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59F880AB-0B8E-B29F-1F5F-D3E5C722B640}"/>
                    </a:ext>
                  </a:extLst>
                </p14:cNvPr>
                <p14:cNvContentPartPr/>
                <p14:nvPr/>
              </p14:nvContentPartPr>
              <p14:xfrm>
                <a:off x="1613486" y="5413749"/>
                <a:ext cx="41760" cy="10188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59F880AB-0B8E-B29F-1F5F-D3E5C722B640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607366" y="5407629"/>
                  <a:ext cx="540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C3B27160-5A30-C9F7-5F8E-F947FAF45A20}"/>
                    </a:ext>
                  </a:extLst>
                </p14:cNvPr>
                <p14:cNvContentPartPr/>
                <p14:nvPr/>
              </p14:nvContentPartPr>
              <p14:xfrm>
                <a:off x="1663166" y="5344989"/>
                <a:ext cx="46800" cy="720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C3B27160-5A30-C9F7-5F8E-F947FAF45A20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657046" y="5338869"/>
                  <a:ext cx="590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A5AEE38D-8A6B-7E5E-4982-A97AB7D95D31}"/>
                    </a:ext>
                  </a:extLst>
                </p14:cNvPr>
                <p14:cNvContentPartPr/>
                <p14:nvPr/>
              </p14:nvContentPartPr>
              <p14:xfrm>
                <a:off x="1836686" y="5281269"/>
                <a:ext cx="141840" cy="5040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A5AEE38D-8A6B-7E5E-4982-A97AB7D95D31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830566" y="5275149"/>
                  <a:ext cx="1540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11166F1B-B1F4-5C28-62D9-E73E1351824D}"/>
                    </a:ext>
                  </a:extLst>
                </p14:cNvPr>
                <p14:cNvContentPartPr/>
                <p14:nvPr/>
              </p14:nvContentPartPr>
              <p14:xfrm>
                <a:off x="2093366" y="5182269"/>
                <a:ext cx="159840" cy="34920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11166F1B-B1F4-5C28-62D9-E73E1351824D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2087246" y="5176149"/>
                  <a:ext cx="1720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80DF80AA-FE72-5FA5-8E9E-7EB456E958C1}"/>
                    </a:ext>
                  </a:extLst>
                </p14:cNvPr>
                <p14:cNvContentPartPr/>
                <p14:nvPr/>
              </p14:nvContentPartPr>
              <p14:xfrm>
                <a:off x="2141246" y="5093349"/>
                <a:ext cx="131040" cy="1008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80DF80AA-FE72-5FA5-8E9E-7EB456E958C1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2135126" y="5087229"/>
                  <a:ext cx="1432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75982715-8635-6861-337B-102F4AE0822F}"/>
                    </a:ext>
                  </a:extLst>
                </p14:cNvPr>
                <p14:cNvContentPartPr/>
                <p14:nvPr/>
              </p14:nvContentPartPr>
              <p14:xfrm>
                <a:off x="2426006" y="5101629"/>
                <a:ext cx="68040" cy="37800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75982715-8635-6861-337B-102F4AE0822F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2419886" y="5095509"/>
                  <a:ext cx="80280" cy="39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570BF64A-B355-C872-587A-8EF520A77BD4}"/>
              </a:ext>
            </a:extLst>
          </p:cNvPr>
          <p:cNvGrpSpPr/>
          <p:nvPr/>
        </p:nvGrpSpPr>
        <p:grpSpPr>
          <a:xfrm>
            <a:off x="2821286" y="5234109"/>
            <a:ext cx="162360" cy="134280"/>
            <a:chOff x="2821286" y="5234109"/>
            <a:chExt cx="162360" cy="13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4AEBAD1E-9679-9CA8-D0D7-505279D7C84B}"/>
                    </a:ext>
                  </a:extLst>
                </p14:cNvPr>
                <p14:cNvContentPartPr/>
                <p14:nvPr/>
              </p14:nvContentPartPr>
              <p14:xfrm>
                <a:off x="2821286" y="5234109"/>
                <a:ext cx="148680" cy="4248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4AEBAD1E-9679-9CA8-D0D7-505279D7C84B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2815166" y="5227989"/>
                  <a:ext cx="1609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10EF86F9-2C95-02B0-D631-47FEEC16E602}"/>
                    </a:ext>
                  </a:extLst>
                </p14:cNvPr>
                <p14:cNvContentPartPr/>
                <p14:nvPr/>
              </p14:nvContentPartPr>
              <p14:xfrm>
                <a:off x="2829206" y="5346429"/>
                <a:ext cx="154440" cy="2196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10EF86F9-2C95-02B0-D631-47FEEC16E602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2823086" y="5340309"/>
                  <a:ext cx="16668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F448C966-C5A6-D6E3-DCA5-8F18144B16E9}"/>
              </a:ext>
            </a:extLst>
          </p:cNvPr>
          <p:cNvGrpSpPr/>
          <p:nvPr/>
        </p:nvGrpSpPr>
        <p:grpSpPr>
          <a:xfrm>
            <a:off x="3258326" y="5036109"/>
            <a:ext cx="583920" cy="514440"/>
            <a:chOff x="3258326" y="5036109"/>
            <a:chExt cx="583920" cy="51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442DB321-547E-50EF-C8F4-87826E95E434}"/>
                    </a:ext>
                  </a:extLst>
                </p14:cNvPr>
                <p14:cNvContentPartPr/>
                <p14:nvPr/>
              </p14:nvContentPartPr>
              <p14:xfrm>
                <a:off x="3258326" y="5207109"/>
                <a:ext cx="237240" cy="14472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442DB321-547E-50EF-C8F4-87826E95E434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3252206" y="5200989"/>
                  <a:ext cx="2494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38525903-54D5-5418-8EA3-D2480148F136}"/>
                    </a:ext>
                  </a:extLst>
                </p14:cNvPr>
                <p14:cNvContentPartPr/>
                <p14:nvPr/>
              </p14:nvContentPartPr>
              <p14:xfrm>
                <a:off x="3703286" y="5036109"/>
                <a:ext cx="138960" cy="51444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38525903-54D5-5418-8EA3-D2480148F136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3697166" y="5029989"/>
                  <a:ext cx="151200" cy="52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D36B2E24-6110-CD95-F580-107C92D8B82E}"/>
                    </a:ext>
                  </a:extLst>
                </p14:cNvPr>
                <p14:cNvContentPartPr/>
                <p14:nvPr/>
              </p14:nvContentPartPr>
              <p14:xfrm>
                <a:off x="3474326" y="5044749"/>
                <a:ext cx="238320" cy="3636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D36B2E24-6110-CD95-F580-107C92D8B82E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3468206" y="5038629"/>
                  <a:ext cx="2505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7C5E6971-9BF0-B7F6-B746-371AD778B90B}"/>
                    </a:ext>
                  </a:extLst>
                </p14:cNvPr>
                <p14:cNvContentPartPr/>
                <p14:nvPr/>
              </p14:nvContentPartPr>
              <p14:xfrm>
                <a:off x="3482606" y="5065989"/>
                <a:ext cx="212760" cy="34560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7C5E6971-9BF0-B7F6-B746-371AD778B90B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3476486" y="5059869"/>
                  <a:ext cx="225000" cy="35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9" name="Group 388">
            <a:extLst>
              <a:ext uri="{FF2B5EF4-FFF2-40B4-BE49-F238E27FC236}">
                <a16:creationId xmlns:a16="http://schemas.microsoft.com/office/drawing/2014/main" id="{C54AD617-3464-FC40-85C6-5638A2962C8D}"/>
              </a:ext>
            </a:extLst>
          </p:cNvPr>
          <p:cNvGrpSpPr/>
          <p:nvPr/>
        </p:nvGrpSpPr>
        <p:grpSpPr>
          <a:xfrm>
            <a:off x="3963206" y="5115669"/>
            <a:ext cx="258480" cy="238680"/>
            <a:chOff x="3963206" y="5115669"/>
            <a:chExt cx="258480" cy="23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FBCF8961-0258-8E0F-88B1-695FC1DDC2C1}"/>
                    </a:ext>
                  </a:extLst>
                </p14:cNvPr>
                <p14:cNvContentPartPr/>
                <p14:nvPr/>
              </p14:nvContentPartPr>
              <p14:xfrm>
                <a:off x="3963206" y="5115669"/>
                <a:ext cx="233640" cy="23868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FBCF8961-0258-8E0F-88B1-695FC1DDC2C1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3957086" y="5109549"/>
                  <a:ext cx="2458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F59956E9-864D-0006-D7D8-8F5E2FAAF8EE}"/>
                    </a:ext>
                  </a:extLst>
                </p14:cNvPr>
                <p14:cNvContentPartPr/>
                <p14:nvPr/>
              </p14:nvContentPartPr>
              <p14:xfrm>
                <a:off x="4209086" y="5182269"/>
                <a:ext cx="12600" cy="1404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F59956E9-864D-0006-D7D8-8F5E2FAAF8EE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4202966" y="5176149"/>
                  <a:ext cx="2484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7BFC6AA7-7755-5265-2CA0-BB6CB8599BB8}"/>
              </a:ext>
            </a:extLst>
          </p:cNvPr>
          <p:cNvGrpSpPr/>
          <p:nvPr/>
        </p:nvGrpSpPr>
        <p:grpSpPr>
          <a:xfrm>
            <a:off x="4420406" y="4940709"/>
            <a:ext cx="730080" cy="541440"/>
            <a:chOff x="4420406" y="4940709"/>
            <a:chExt cx="730080" cy="54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D07EB749-CFA9-41AC-CB15-26EC708CD719}"/>
                    </a:ext>
                  </a:extLst>
                </p14:cNvPr>
                <p14:cNvContentPartPr/>
                <p14:nvPr/>
              </p14:nvContentPartPr>
              <p14:xfrm>
                <a:off x="4420406" y="5197749"/>
                <a:ext cx="151920" cy="1044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D07EB749-CFA9-41AC-CB15-26EC708CD719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4414286" y="5191629"/>
                  <a:ext cx="1641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445FAEC0-5A12-B78B-6F3D-F8C43A0566A9}"/>
                    </a:ext>
                  </a:extLst>
                </p14:cNvPr>
                <p14:cNvContentPartPr/>
                <p14:nvPr/>
              </p14:nvContentPartPr>
              <p14:xfrm>
                <a:off x="4739726" y="5116389"/>
                <a:ext cx="217440" cy="17784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445FAEC0-5A12-B78B-6F3D-F8C43A0566A9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4733606" y="5110269"/>
                  <a:ext cx="2296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33ADD739-CAAE-9141-DA99-38BB75F1A45B}"/>
                    </a:ext>
                  </a:extLst>
                </p14:cNvPr>
                <p14:cNvContentPartPr/>
                <p14:nvPr/>
              </p14:nvContentPartPr>
              <p14:xfrm>
                <a:off x="4735406" y="4999749"/>
                <a:ext cx="151560" cy="1656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33ADD739-CAAE-9141-DA99-38BB75F1A45B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4729286" y="4993629"/>
                  <a:ext cx="163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175D7FBB-3C88-95AD-3070-F0F40D6BBD4A}"/>
                    </a:ext>
                  </a:extLst>
                </p14:cNvPr>
                <p14:cNvContentPartPr/>
                <p14:nvPr/>
              </p14:nvContentPartPr>
              <p14:xfrm>
                <a:off x="4981646" y="4940709"/>
                <a:ext cx="168840" cy="54144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175D7FBB-3C88-95AD-3070-F0F40D6BBD4A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4975526" y="4934589"/>
                  <a:ext cx="181080" cy="55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5E42ACFA-40E9-199F-3CB7-B2926A51F1CF}"/>
              </a:ext>
            </a:extLst>
          </p:cNvPr>
          <p:cNvGrpSpPr/>
          <p:nvPr/>
        </p:nvGrpSpPr>
        <p:grpSpPr>
          <a:xfrm>
            <a:off x="5342726" y="5104149"/>
            <a:ext cx="388800" cy="218520"/>
            <a:chOff x="5342726" y="5104149"/>
            <a:chExt cx="388800" cy="21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8E96530D-9736-7CA4-2D20-447C79E43F5C}"/>
                    </a:ext>
                  </a:extLst>
                </p14:cNvPr>
                <p14:cNvContentPartPr/>
                <p14:nvPr/>
              </p14:nvContentPartPr>
              <p14:xfrm>
                <a:off x="5342726" y="5104149"/>
                <a:ext cx="340920" cy="21852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8E96530D-9736-7CA4-2D20-447C79E43F5C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5336606" y="5098029"/>
                  <a:ext cx="3531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7B73F26E-9078-067C-AA53-16FDC1AEDA84}"/>
                    </a:ext>
                  </a:extLst>
                </p14:cNvPr>
                <p14:cNvContentPartPr/>
                <p14:nvPr/>
              </p14:nvContentPartPr>
              <p14:xfrm>
                <a:off x="5713166" y="5176149"/>
                <a:ext cx="18360" cy="2628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7B73F26E-9078-067C-AA53-16FDC1AEDA84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5707046" y="5170029"/>
                  <a:ext cx="3060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54C904F9-EB12-9D11-F60A-429410C1CD7B}"/>
              </a:ext>
            </a:extLst>
          </p:cNvPr>
          <p:cNvGrpSpPr/>
          <p:nvPr/>
        </p:nvGrpSpPr>
        <p:grpSpPr>
          <a:xfrm>
            <a:off x="6184406" y="5047989"/>
            <a:ext cx="480600" cy="441720"/>
            <a:chOff x="6184406" y="5047989"/>
            <a:chExt cx="480600" cy="44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CFCD9B33-CE02-6BE1-1265-F80E742C1FBF}"/>
                    </a:ext>
                  </a:extLst>
                </p14:cNvPr>
                <p14:cNvContentPartPr/>
                <p14:nvPr/>
              </p14:nvContentPartPr>
              <p14:xfrm>
                <a:off x="6244166" y="5144829"/>
                <a:ext cx="159840" cy="3780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CFCD9B33-CE02-6BE1-1265-F80E742C1FBF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6238046" y="5138709"/>
                  <a:ext cx="1720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6DFF07DB-973B-ACCD-B4EA-A90D2DD8669E}"/>
                    </a:ext>
                  </a:extLst>
                </p14:cNvPr>
                <p14:cNvContentPartPr/>
                <p14:nvPr/>
              </p14:nvContentPartPr>
              <p14:xfrm>
                <a:off x="6184406" y="5272629"/>
                <a:ext cx="218160" cy="324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6DFF07DB-973B-ACCD-B4EA-A90D2DD8669E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6178286" y="5266509"/>
                  <a:ext cx="23040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822C5DAC-4890-9183-B712-AD1BB70F39EF}"/>
                    </a:ext>
                  </a:extLst>
                </p14:cNvPr>
                <p14:cNvContentPartPr/>
                <p14:nvPr/>
              </p14:nvContentPartPr>
              <p14:xfrm>
                <a:off x="6393926" y="5047989"/>
                <a:ext cx="271080" cy="44172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822C5DAC-4890-9183-B712-AD1BB70F39EF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6387806" y="5041869"/>
                  <a:ext cx="283320" cy="45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6">
            <p14:nvContentPartPr>
              <p14:cNvPr id="402" name="Ink 401">
                <a:extLst>
                  <a:ext uri="{FF2B5EF4-FFF2-40B4-BE49-F238E27FC236}">
                    <a16:creationId xmlns:a16="http://schemas.microsoft.com/office/drawing/2014/main" id="{23E4C282-533F-A29D-9EC3-7787A6FE882A}"/>
                  </a:ext>
                </a:extLst>
              </p14:cNvPr>
              <p14:cNvContentPartPr/>
              <p14:nvPr/>
            </p14:nvContentPartPr>
            <p14:xfrm>
              <a:off x="7005566" y="5154189"/>
              <a:ext cx="391320" cy="150120"/>
            </p14:xfrm>
          </p:contentPart>
        </mc:Choice>
        <mc:Fallback xmlns="">
          <p:pic>
            <p:nvPicPr>
              <p:cNvPr id="402" name="Ink 401">
                <a:extLst>
                  <a:ext uri="{FF2B5EF4-FFF2-40B4-BE49-F238E27FC236}">
                    <a16:creationId xmlns:a16="http://schemas.microsoft.com/office/drawing/2014/main" id="{23E4C282-533F-A29D-9EC3-7787A6FE882A}"/>
                  </a:ext>
                </a:extLst>
              </p:cNvPr>
              <p:cNvPicPr/>
              <p:nvPr/>
            </p:nvPicPr>
            <p:blipFill>
              <a:blip r:embed="rId507"/>
              <a:stretch>
                <a:fillRect/>
              </a:stretch>
            </p:blipFill>
            <p:spPr>
              <a:xfrm>
                <a:off x="6999446" y="5148069"/>
                <a:ext cx="403560" cy="16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05" name="Group 404">
            <a:extLst>
              <a:ext uri="{FF2B5EF4-FFF2-40B4-BE49-F238E27FC236}">
                <a16:creationId xmlns:a16="http://schemas.microsoft.com/office/drawing/2014/main" id="{C63047B1-AF16-A02C-4D19-6F002D51088F}"/>
              </a:ext>
            </a:extLst>
          </p:cNvPr>
          <p:cNvGrpSpPr/>
          <p:nvPr/>
        </p:nvGrpSpPr>
        <p:grpSpPr>
          <a:xfrm>
            <a:off x="7686686" y="5137989"/>
            <a:ext cx="150120" cy="111960"/>
            <a:chOff x="7686686" y="5137989"/>
            <a:chExt cx="150120" cy="11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40CBA783-1503-9BF0-B429-4277160A05FF}"/>
                    </a:ext>
                  </a:extLst>
                </p14:cNvPr>
                <p14:cNvContentPartPr/>
                <p14:nvPr/>
              </p14:nvContentPartPr>
              <p14:xfrm>
                <a:off x="7686686" y="5137989"/>
                <a:ext cx="113760" cy="3060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40CBA783-1503-9BF0-B429-4277160A05FF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7680566" y="5131869"/>
                  <a:ext cx="1260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A6FEE182-ED7A-0EE9-F586-ECC65B71ED23}"/>
                    </a:ext>
                  </a:extLst>
                </p14:cNvPr>
                <p14:cNvContentPartPr/>
                <p14:nvPr/>
              </p14:nvContentPartPr>
              <p14:xfrm>
                <a:off x="7728446" y="5242749"/>
                <a:ext cx="108360" cy="720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A6FEE182-ED7A-0EE9-F586-ECC65B71ED23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7722326" y="5236629"/>
                  <a:ext cx="120600" cy="1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3" name="Group 422">
            <a:extLst>
              <a:ext uri="{FF2B5EF4-FFF2-40B4-BE49-F238E27FC236}">
                <a16:creationId xmlns:a16="http://schemas.microsoft.com/office/drawing/2014/main" id="{C2749211-1E28-F1E5-0372-8A132F9CB57B}"/>
              </a:ext>
            </a:extLst>
          </p:cNvPr>
          <p:cNvGrpSpPr/>
          <p:nvPr/>
        </p:nvGrpSpPr>
        <p:grpSpPr>
          <a:xfrm>
            <a:off x="8182406" y="4874469"/>
            <a:ext cx="1515960" cy="357480"/>
            <a:chOff x="8182406" y="4874469"/>
            <a:chExt cx="1515960" cy="35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F134B84F-6BF0-4A6B-6D4E-8518009B83A4}"/>
                    </a:ext>
                  </a:extLst>
                </p14:cNvPr>
                <p14:cNvContentPartPr/>
                <p14:nvPr/>
              </p14:nvContentPartPr>
              <p14:xfrm>
                <a:off x="8182406" y="4902909"/>
                <a:ext cx="173160" cy="1656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F134B84F-6BF0-4A6B-6D4E-8518009B83A4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8176286" y="4896789"/>
                  <a:ext cx="1854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73FE6BF8-D517-F316-5A07-5CDE009C857E}"/>
                    </a:ext>
                  </a:extLst>
                </p14:cNvPr>
                <p14:cNvContentPartPr/>
                <p14:nvPr/>
              </p14:nvContentPartPr>
              <p14:xfrm>
                <a:off x="8221286" y="4943229"/>
                <a:ext cx="139320" cy="21852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73FE6BF8-D517-F316-5A07-5CDE009C857E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8215166" y="4937109"/>
                  <a:ext cx="1515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8152AEB9-91E0-534C-0C10-84FEA183555B}"/>
                    </a:ext>
                  </a:extLst>
                </p14:cNvPr>
                <p14:cNvContentPartPr/>
                <p14:nvPr/>
              </p14:nvContentPartPr>
              <p14:xfrm>
                <a:off x="8540246" y="4978149"/>
                <a:ext cx="240840" cy="16884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8152AEB9-91E0-534C-0C10-84FEA183555B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8534126" y="4972029"/>
                  <a:ext cx="2530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DBAEB9AA-1E34-12DE-4E9A-15B822408CE9}"/>
                    </a:ext>
                  </a:extLst>
                </p14:cNvPr>
                <p14:cNvContentPartPr/>
                <p14:nvPr/>
              </p14:nvContentPartPr>
              <p14:xfrm>
                <a:off x="8850206" y="5022789"/>
                <a:ext cx="51480" cy="900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DBAEB9AA-1E34-12DE-4E9A-15B822408CE9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8844086" y="5016669"/>
                  <a:ext cx="637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F3A2A3C7-84E4-3D83-A9AD-8B3FB8EBFDEC}"/>
                    </a:ext>
                  </a:extLst>
                </p14:cNvPr>
                <p14:cNvContentPartPr/>
                <p14:nvPr/>
              </p14:nvContentPartPr>
              <p14:xfrm>
                <a:off x="9054686" y="4874469"/>
                <a:ext cx="83880" cy="33480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F3A2A3C7-84E4-3D83-A9AD-8B3FB8EBFDEC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9048566" y="4868349"/>
                  <a:ext cx="9612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EE18913C-4340-9179-D447-F482513DAE8F}"/>
                    </a:ext>
                  </a:extLst>
                </p14:cNvPr>
                <p14:cNvContentPartPr/>
                <p14:nvPr/>
              </p14:nvContentPartPr>
              <p14:xfrm>
                <a:off x="9244406" y="4955829"/>
                <a:ext cx="180000" cy="25380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EE18913C-4340-9179-D447-F482513DAE8F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9238286" y="4949709"/>
                  <a:ext cx="1922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A0B113C2-1588-4B55-5C9B-0832C446F41D}"/>
                    </a:ext>
                  </a:extLst>
                </p14:cNvPr>
                <p14:cNvContentPartPr/>
                <p14:nvPr/>
              </p14:nvContentPartPr>
              <p14:xfrm>
                <a:off x="9605126" y="5143749"/>
                <a:ext cx="34920" cy="8820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A0B113C2-1588-4B55-5C9B-0832C446F41D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9599006" y="5137629"/>
                  <a:ext cx="471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CE0B7F3B-9F43-F03C-AD84-DE25BEA1DFE3}"/>
                    </a:ext>
                  </a:extLst>
                </p14:cNvPr>
                <p14:cNvContentPartPr/>
                <p14:nvPr/>
              </p14:nvContentPartPr>
              <p14:xfrm>
                <a:off x="9668486" y="5045109"/>
                <a:ext cx="29880" cy="2448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CE0B7F3B-9F43-F03C-AD84-DE25BEA1DFE3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9662366" y="5038989"/>
                  <a:ext cx="42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6DBBC1ED-8F75-891A-3B44-A256E23D9E2B}"/>
                    </a:ext>
                  </a:extLst>
                </p14:cNvPr>
                <p14:cNvContentPartPr/>
                <p14:nvPr/>
              </p14:nvContentPartPr>
              <p14:xfrm>
                <a:off x="8765246" y="5106309"/>
                <a:ext cx="59040" cy="12348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6DBBC1ED-8F75-891A-3B44-A256E23D9E2B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8759126" y="5100189"/>
                  <a:ext cx="712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1E33BAB7-F0C0-F808-53E9-821368F47DB1}"/>
                    </a:ext>
                  </a:extLst>
                </p14:cNvPr>
                <p14:cNvContentPartPr/>
                <p14:nvPr/>
              </p14:nvContentPartPr>
              <p14:xfrm>
                <a:off x="8839406" y="4977429"/>
                <a:ext cx="10440" cy="2592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1E33BAB7-F0C0-F808-53E9-821368F47DB1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8833286" y="4971309"/>
                  <a:ext cx="2268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2" name="Group 421">
            <a:extLst>
              <a:ext uri="{FF2B5EF4-FFF2-40B4-BE49-F238E27FC236}">
                <a16:creationId xmlns:a16="http://schemas.microsoft.com/office/drawing/2014/main" id="{9B07B90B-A0C8-02F2-BE20-936520766873}"/>
              </a:ext>
            </a:extLst>
          </p:cNvPr>
          <p:cNvGrpSpPr/>
          <p:nvPr/>
        </p:nvGrpSpPr>
        <p:grpSpPr>
          <a:xfrm>
            <a:off x="9898166" y="4842789"/>
            <a:ext cx="594000" cy="391680"/>
            <a:chOff x="9898166" y="4842789"/>
            <a:chExt cx="594000" cy="39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9F1429B6-1030-8EC8-2E43-30BAF4EECB23}"/>
                    </a:ext>
                  </a:extLst>
                </p14:cNvPr>
                <p14:cNvContentPartPr/>
                <p14:nvPr/>
              </p14:nvContentPartPr>
              <p14:xfrm>
                <a:off x="9898166" y="5067429"/>
                <a:ext cx="117720" cy="2268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9F1429B6-1030-8EC8-2E43-30BAF4EECB23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9892046" y="5061309"/>
                  <a:ext cx="1299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E85C6425-0418-809E-8027-34E2BB34107E}"/>
                    </a:ext>
                  </a:extLst>
                </p14:cNvPr>
                <p14:cNvContentPartPr/>
                <p14:nvPr/>
              </p14:nvContentPartPr>
              <p14:xfrm>
                <a:off x="10077446" y="4989669"/>
                <a:ext cx="177480" cy="23220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E85C6425-0418-809E-8027-34E2BB34107E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0071326" y="4983549"/>
                  <a:ext cx="1897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BED74B70-67DE-6847-7EF5-767C28B2E213}"/>
                    </a:ext>
                  </a:extLst>
                </p14:cNvPr>
                <p14:cNvContentPartPr/>
                <p14:nvPr/>
              </p14:nvContentPartPr>
              <p14:xfrm>
                <a:off x="10046846" y="4842789"/>
                <a:ext cx="245160" cy="4968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BED74B70-67DE-6847-7EF5-767C28B2E213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10040726" y="4836669"/>
                  <a:ext cx="2574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261D3692-CCCD-7166-BCDD-13298FF9FA4C}"/>
                    </a:ext>
                  </a:extLst>
                </p14:cNvPr>
                <p14:cNvContentPartPr/>
                <p14:nvPr/>
              </p14:nvContentPartPr>
              <p14:xfrm>
                <a:off x="10352846" y="4870509"/>
                <a:ext cx="139320" cy="36396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261D3692-CCCD-7166-BCDD-13298FF9FA4C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10346726" y="4864389"/>
                  <a:ext cx="151560" cy="37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0">
            <p14:nvContentPartPr>
              <p14:cNvPr id="424" name="Ink 423">
                <a:extLst>
                  <a:ext uri="{FF2B5EF4-FFF2-40B4-BE49-F238E27FC236}">
                    <a16:creationId xmlns:a16="http://schemas.microsoft.com/office/drawing/2014/main" id="{9DE58D49-E66A-E164-934F-01B02CD1BEF0}"/>
                  </a:ext>
                </a:extLst>
              </p14:cNvPr>
              <p14:cNvContentPartPr/>
              <p14:nvPr/>
            </p14:nvContentPartPr>
            <p14:xfrm>
              <a:off x="8192486" y="5333109"/>
              <a:ext cx="2307240" cy="134640"/>
            </p14:xfrm>
          </p:contentPart>
        </mc:Choice>
        <mc:Fallback xmlns="">
          <p:pic>
            <p:nvPicPr>
              <p:cNvPr id="424" name="Ink 423">
                <a:extLst>
                  <a:ext uri="{FF2B5EF4-FFF2-40B4-BE49-F238E27FC236}">
                    <a16:creationId xmlns:a16="http://schemas.microsoft.com/office/drawing/2014/main" id="{9DE58D49-E66A-E164-934F-01B02CD1BEF0}"/>
                  </a:ext>
                </a:extLst>
              </p:cNvPr>
              <p:cNvPicPr/>
              <p:nvPr/>
            </p:nvPicPr>
            <p:blipFill>
              <a:blip r:embed="rId541"/>
              <a:stretch>
                <a:fillRect/>
              </a:stretch>
            </p:blipFill>
            <p:spPr>
              <a:xfrm>
                <a:off x="8186366" y="5326989"/>
                <a:ext cx="2319480" cy="14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31" name="Group 430">
            <a:extLst>
              <a:ext uri="{FF2B5EF4-FFF2-40B4-BE49-F238E27FC236}">
                <a16:creationId xmlns:a16="http://schemas.microsoft.com/office/drawing/2014/main" id="{92402C5A-6CE1-B57A-2448-5E723F75161A}"/>
              </a:ext>
            </a:extLst>
          </p:cNvPr>
          <p:cNvGrpSpPr/>
          <p:nvPr/>
        </p:nvGrpSpPr>
        <p:grpSpPr>
          <a:xfrm>
            <a:off x="8695406" y="5538669"/>
            <a:ext cx="1177920" cy="378000"/>
            <a:chOff x="8695406" y="5538669"/>
            <a:chExt cx="1177920" cy="37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8856110C-DE39-A9E0-370D-D75F7C54DFDE}"/>
                    </a:ext>
                  </a:extLst>
                </p14:cNvPr>
                <p14:cNvContentPartPr/>
                <p14:nvPr/>
              </p14:nvContentPartPr>
              <p14:xfrm>
                <a:off x="8695406" y="5633349"/>
                <a:ext cx="383400" cy="19260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8856110C-DE39-A9E0-370D-D75F7C54DFDE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8689286" y="5627229"/>
                  <a:ext cx="3956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3C93E864-32AF-4354-5C30-4DF41E3E0A3A}"/>
                    </a:ext>
                  </a:extLst>
                </p14:cNvPr>
                <p14:cNvContentPartPr/>
                <p14:nvPr/>
              </p14:nvContentPartPr>
              <p14:xfrm>
                <a:off x="9087446" y="5640189"/>
                <a:ext cx="20160" cy="3276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3C93E864-32AF-4354-5C30-4DF41E3E0A3A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9081326" y="5634069"/>
                  <a:ext cx="324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3046AA13-AEDA-ECE0-8C12-C8E4207EB6D2}"/>
                    </a:ext>
                  </a:extLst>
                </p14:cNvPr>
                <p14:cNvContentPartPr/>
                <p14:nvPr/>
              </p14:nvContentPartPr>
              <p14:xfrm>
                <a:off x="9210206" y="5689149"/>
                <a:ext cx="131040" cy="3168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3046AA13-AEDA-ECE0-8C12-C8E4207EB6D2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9204086" y="5683029"/>
                  <a:ext cx="1432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AF7C1F0F-AA61-091E-793D-EA93D3CA63D5}"/>
                    </a:ext>
                  </a:extLst>
                </p14:cNvPr>
                <p14:cNvContentPartPr/>
                <p14:nvPr/>
              </p14:nvContentPartPr>
              <p14:xfrm>
                <a:off x="9431246" y="5663589"/>
                <a:ext cx="261360" cy="17352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AF7C1F0F-AA61-091E-793D-EA93D3CA63D5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9425126" y="5657469"/>
                  <a:ext cx="2736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A94A30C3-B52B-FE34-F132-1FEBAE647978}"/>
                    </a:ext>
                  </a:extLst>
                </p14:cNvPr>
                <p14:cNvContentPartPr/>
                <p14:nvPr/>
              </p14:nvContentPartPr>
              <p14:xfrm>
                <a:off x="9477686" y="5584389"/>
                <a:ext cx="148320" cy="2304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A94A30C3-B52B-FE34-F132-1FEBAE647978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9471566" y="5578269"/>
                  <a:ext cx="1605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8F0CFAA1-4A29-8F47-2E61-33C1D1209CE7}"/>
                    </a:ext>
                  </a:extLst>
                </p14:cNvPr>
                <p14:cNvContentPartPr/>
                <p14:nvPr/>
              </p14:nvContentPartPr>
              <p14:xfrm>
                <a:off x="9662006" y="5538669"/>
                <a:ext cx="211320" cy="37800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8F0CFAA1-4A29-8F47-2E61-33C1D1209CE7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9655886" y="5532549"/>
                  <a:ext cx="223560" cy="39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3" name="Group 442">
            <a:extLst>
              <a:ext uri="{FF2B5EF4-FFF2-40B4-BE49-F238E27FC236}">
                <a16:creationId xmlns:a16="http://schemas.microsoft.com/office/drawing/2014/main" id="{0FD45392-F301-F054-1335-553FCB85B969}"/>
              </a:ext>
            </a:extLst>
          </p:cNvPr>
          <p:cNvGrpSpPr/>
          <p:nvPr/>
        </p:nvGrpSpPr>
        <p:grpSpPr>
          <a:xfrm>
            <a:off x="357446" y="6185229"/>
            <a:ext cx="448560" cy="429840"/>
            <a:chOff x="357446" y="6185229"/>
            <a:chExt cx="448560" cy="42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57D6D2D7-AD1F-D5EA-6A04-F1BAECFEE25F}"/>
                    </a:ext>
                  </a:extLst>
                </p14:cNvPr>
                <p14:cNvContentPartPr/>
                <p14:nvPr/>
              </p14:nvContentPartPr>
              <p14:xfrm>
                <a:off x="357446" y="6274149"/>
                <a:ext cx="236160" cy="4356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57D6D2D7-AD1F-D5EA-6A04-F1BAECFEE25F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351326" y="6268029"/>
                  <a:ext cx="2484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A8DDA44D-67CC-D51C-DF12-824B15F53C98}"/>
                    </a:ext>
                  </a:extLst>
                </p14:cNvPr>
                <p14:cNvContentPartPr/>
                <p14:nvPr/>
              </p14:nvContentPartPr>
              <p14:xfrm>
                <a:off x="447446" y="6412389"/>
                <a:ext cx="182160" cy="2160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A8DDA44D-67CC-D51C-DF12-824B15F53C98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441326" y="6406269"/>
                  <a:ext cx="194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97255810-CBB2-D01D-4EA8-A5E8D7DFBF27}"/>
                    </a:ext>
                  </a:extLst>
                </p14:cNvPr>
                <p14:cNvContentPartPr/>
                <p14:nvPr/>
              </p14:nvContentPartPr>
              <p14:xfrm>
                <a:off x="627086" y="6185229"/>
                <a:ext cx="178920" cy="42984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97255810-CBB2-D01D-4EA8-A5E8D7DFBF27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620966" y="6179109"/>
                  <a:ext cx="191160" cy="44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0">
            <p14:nvContentPartPr>
              <p14:cNvPr id="439" name="Ink 438">
                <a:extLst>
                  <a:ext uri="{FF2B5EF4-FFF2-40B4-BE49-F238E27FC236}">
                    <a16:creationId xmlns:a16="http://schemas.microsoft.com/office/drawing/2014/main" id="{5B35B11A-2760-8964-53F0-D378758B9560}"/>
                  </a:ext>
                </a:extLst>
              </p14:cNvPr>
              <p14:cNvContentPartPr/>
              <p14:nvPr/>
            </p14:nvContentPartPr>
            <p14:xfrm>
              <a:off x="1135046" y="6233829"/>
              <a:ext cx="474120" cy="178920"/>
            </p14:xfrm>
          </p:contentPart>
        </mc:Choice>
        <mc:Fallback xmlns="">
          <p:pic>
            <p:nvPicPr>
              <p:cNvPr id="439" name="Ink 438">
                <a:extLst>
                  <a:ext uri="{FF2B5EF4-FFF2-40B4-BE49-F238E27FC236}">
                    <a16:creationId xmlns:a16="http://schemas.microsoft.com/office/drawing/2014/main" id="{5B35B11A-2760-8964-53F0-D378758B9560}"/>
                  </a:ext>
                </a:extLst>
              </p:cNvPr>
              <p:cNvPicPr/>
              <p:nvPr/>
            </p:nvPicPr>
            <p:blipFill>
              <a:blip r:embed="rId561"/>
              <a:stretch>
                <a:fillRect/>
              </a:stretch>
            </p:blipFill>
            <p:spPr>
              <a:xfrm>
                <a:off x="1128926" y="6227709"/>
                <a:ext cx="486360" cy="19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2" name="Group 441">
            <a:extLst>
              <a:ext uri="{FF2B5EF4-FFF2-40B4-BE49-F238E27FC236}">
                <a16:creationId xmlns:a16="http://schemas.microsoft.com/office/drawing/2014/main" id="{8755E067-6DBF-2895-C2E8-FC1EDFCCBD56}"/>
              </a:ext>
            </a:extLst>
          </p:cNvPr>
          <p:cNvGrpSpPr/>
          <p:nvPr/>
        </p:nvGrpSpPr>
        <p:grpSpPr>
          <a:xfrm>
            <a:off x="1943606" y="6258309"/>
            <a:ext cx="161640" cy="135720"/>
            <a:chOff x="1943606" y="6258309"/>
            <a:chExt cx="161640" cy="13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EB798EA5-68E0-8389-307D-080C333D25F1}"/>
                    </a:ext>
                  </a:extLst>
                </p14:cNvPr>
                <p14:cNvContentPartPr/>
                <p14:nvPr/>
              </p14:nvContentPartPr>
              <p14:xfrm>
                <a:off x="1943606" y="6258309"/>
                <a:ext cx="136800" cy="4248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EB798EA5-68E0-8389-307D-080C333D25F1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937486" y="6252189"/>
                  <a:ext cx="1490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D6CD9ADF-A2AA-DB69-D1BE-3A4654AB717D}"/>
                    </a:ext>
                  </a:extLst>
                </p14:cNvPr>
                <p14:cNvContentPartPr/>
                <p14:nvPr/>
              </p14:nvContentPartPr>
              <p14:xfrm>
                <a:off x="1999046" y="6369909"/>
                <a:ext cx="106200" cy="2412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D6CD9ADF-A2AA-DB69-D1BE-3A4654AB717D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992926" y="6363789"/>
                  <a:ext cx="11844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5" name="Group 484">
            <a:extLst>
              <a:ext uri="{FF2B5EF4-FFF2-40B4-BE49-F238E27FC236}">
                <a16:creationId xmlns:a16="http://schemas.microsoft.com/office/drawing/2014/main" id="{6A2D9ED1-5823-0FBB-12CA-C4B4DE255DBB}"/>
              </a:ext>
            </a:extLst>
          </p:cNvPr>
          <p:cNvGrpSpPr/>
          <p:nvPr/>
        </p:nvGrpSpPr>
        <p:grpSpPr>
          <a:xfrm>
            <a:off x="2426366" y="5689869"/>
            <a:ext cx="3182760" cy="1110600"/>
            <a:chOff x="2426366" y="5689869"/>
            <a:chExt cx="3182760" cy="111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DCDA0564-B3A8-7265-578D-89953DABA17B}"/>
                    </a:ext>
                  </a:extLst>
                </p14:cNvPr>
                <p14:cNvContentPartPr/>
                <p14:nvPr/>
              </p14:nvContentPartPr>
              <p14:xfrm>
                <a:off x="2426366" y="5953389"/>
                <a:ext cx="209520" cy="6156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DCDA0564-B3A8-7265-578D-89953DABA17B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2420246" y="5947269"/>
                  <a:ext cx="2217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27969192-E687-AD9B-C5B9-E5F9B60493CC}"/>
                    </a:ext>
                  </a:extLst>
                </p14:cNvPr>
                <p14:cNvContentPartPr/>
                <p14:nvPr/>
              </p14:nvContentPartPr>
              <p14:xfrm>
                <a:off x="2474966" y="6036549"/>
                <a:ext cx="164520" cy="22140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27969192-E687-AD9B-C5B9-E5F9B60493CC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2468846" y="6030429"/>
                  <a:ext cx="1767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CF20CD27-E7D8-7BFF-9047-0B87BC3FFD89}"/>
                    </a:ext>
                  </a:extLst>
                </p14:cNvPr>
                <p14:cNvContentPartPr/>
                <p14:nvPr/>
              </p14:nvContentPartPr>
              <p14:xfrm>
                <a:off x="2830286" y="5962389"/>
                <a:ext cx="283680" cy="22788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CF20CD27-E7D8-7BFF-9047-0B87BC3FFD89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2824166" y="5956269"/>
                  <a:ext cx="2959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326B8A2A-20CF-0FD3-E62B-1BB731C59BAF}"/>
                    </a:ext>
                  </a:extLst>
                </p14:cNvPr>
                <p14:cNvContentPartPr/>
                <p14:nvPr/>
              </p14:nvContentPartPr>
              <p14:xfrm>
                <a:off x="3160766" y="6134469"/>
                <a:ext cx="66600" cy="7560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326B8A2A-20CF-0FD3-E62B-1BB731C59BAF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3154646" y="6128349"/>
                  <a:ext cx="788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03A711E3-6AF4-DE80-5C15-99CBF08CC45E}"/>
                    </a:ext>
                  </a:extLst>
                </p14:cNvPr>
                <p14:cNvContentPartPr/>
                <p14:nvPr/>
              </p14:nvContentPartPr>
              <p14:xfrm>
                <a:off x="3163646" y="6033669"/>
                <a:ext cx="41760" cy="2412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03A711E3-6AF4-DE80-5C15-99CBF08CC45E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3157526" y="6027549"/>
                  <a:ext cx="540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5611EFEC-D667-7EAE-0CA6-4433EACC3A83}"/>
                    </a:ext>
                  </a:extLst>
                </p14:cNvPr>
                <p14:cNvContentPartPr/>
                <p14:nvPr/>
              </p14:nvContentPartPr>
              <p14:xfrm>
                <a:off x="3397646" y="6049149"/>
                <a:ext cx="105120" cy="3096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5611EFEC-D667-7EAE-0CA6-4433EACC3A83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3391526" y="6043029"/>
                  <a:ext cx="1173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32C55B76-4E39-4581-0A82-36A985A5D001}"/>
                    </a:ext>
                  </a:extLst>
                </p14:cNvPr>
                <p14:cNvContentPartPr/>
                <p14:nvPr/>
              </p14:nvContentPartPr>
              <p14:xfrm>
                <a:off x="3585566" y="5924589"/>
                <a:ext cx="231840" cy="14544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32C55B76-4E39-4581-0A82-36A985A5D001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3579446" y="5918469"/>
                  <a:ext cx="2440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8D27860B-3D09-6B36-3956-7EAD841B51F6}"/>
                    </a:ext>
                  </a:extLst>
                </p14:cNvPr>
                <p14:cNvContentPartPr/>
                <p14:nvPr/>
              </p14:nvContentPartPr>
              <p14:xfrm>
                <a:off x="3581606" y="5868789"/>
                <a:ext cx="110520" cy="5040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8D27860B-3D09-6B36-3956-7EAD841B51F6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3575486" y="5862669"/>
                  <a:ext cx="1227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621A7DFC-A7F2-A7EA-FBB4-3F920DD7916A}"/>
                    </a:ext>
                  </a:extLst>
                </p14:cNvPr>
                <p14:cNvContentPartPr/>
                <p14:nvPr/>
              </p14:nvContentPartPr>
              <p14:xfrm>
                <a:off x="3800486" y="5755389"/>
                <a:ext cx="136800" cy="48924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621A7DFC-A7F2-A7EA-FBB4-3F920DD7916A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3794366" y="5749269"/>
                  <a:ext cx="14904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E45F5D62-DD66-F69A-FA71-16469A80D538}"/>
                    </a:ext>
                  </a:extLst>
                </p14:cNvPr>
                <p14:cNvContentPartPr/>
                <p14:nvPr/>
              </p14:nvContentPartPr>
              <p14:xfrm>
                <a:off x="2842526" y="5836389"/>
                <a:ext cx="208800" cy="46980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E45F5D62-DD66-F69A-FA71-16469A80D538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2836406" y="5830269"/>
                  <a:ext cx="22104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5A97C89D-12E3-B7E4-3C17-337DD18FE2F9}"/>
                    </a:ext>
                  </a:extLst>
                </p14:cNvPr>
                <p14:cNvContentPartPr/>
                <p14:nvPr/>
              </p14:nvContentPartPr>
              <p14:xfrm>
                <a:off x="4109006" y="5773029"/>
                <a:ext cx="113040" cy="41832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5A97C89D-12E3-B7E4-3C17-337DD18FE2F9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4102886" y="5766909"/>
                  <a:ext cx="12528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16B6B050-97A1-6A14-5AA5-971DAD3AC5CF}"/>
                    </a:ext>
                  </a:extLst>
                </p14:cNvPr>
                <p14:cNvContentPartPr/>
                <p14:nvPr/>
              </p14:nvContentPartPr>
              <p14:xfrm>
                <a:off x="4292966" y="5873109"/>
                <a:ext cx="182520" cy="30816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16B6B050-97A1-6A14-5AA5-971DAD3AC5CF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4286846" y="5866989"/>
                  <a:ext cx="19476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40123808-AFC6-E08D-A64D-744FEDB79914}"/>
                    </a:ext>
                  </a:extLst>
                </p14:cNvPr>
                <p14:cNvContentPartPr/>
                <p14:nvPr/>
              </p14:nvContentPartPr>
              <p14:xfrm>
                <a:off x="4660166" y="6059589"/>
                <a:ext cx="27720" cy="5400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40123808-AFC6-E08D-A64D-744FEDB79914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4654046" y="6053469"/>
                  <a:ext cx="399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433EA2AE-DCF1-5523-C61D-1915EFF3D8C3}"/>
                    </a:ext>
                  </a:extLst>
                </p14:cNvPr>
                <p14:cNvContentPartPr/>
                <p14:nvPr/>
              </p14:nvContentPartPr>
              <p14:xfrm>
                <a:off x="4622726" y="5967429"/>
                <a:ext cx="20160" cy="828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433EA2AE-DCF1-5523-C61D-1915EFF3D8C3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4616606" y="5961309"/>
                  <a:ext cx="324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986F73B7-D59F-1900-3BBE-5EDC3E03FFCA}"/>
                    </a:ext>
                  </a:extLst>
                </p14:cNvPr>
                <p14:cNvContentPartPr/>
                <p14:nvPr/>
              </p14:nvContentPartPr>
              <p14:xfrm>
                <a:off x="4790126" y="5983989"/>
                <a:ext cx="88560" cy="1368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986F73B7-D59F-1900-3BBE-5EDC3E03FFCA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4784006" y="5977869"/>
                  <a:ext cx="1008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4A758A48-A7D7-9020-388A-396402049CAA}"/>
                    </a:ext>
                  </a:extLst>
                </p14:cNvPr>
                <p14:cNvContentPartPr/>
                <p14:nvPr/>
              </p14:nvContentPartPr>
              <p14:xfrm>
                <a:off x="4961846" y="5885349"/>
                <a:ext cx="158400" cy="32364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4A758A48-A7D7-9020-388A-396402049CAA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4955726" y="5879229"/>
                  <a:ext cx="17064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427E4DA8-86DA-6985-B8FC-BC8722742751}"/>
                    </a:ext>
                  </a:extLst>
                </p14:cNvPr>
                <p14:cNvContentPartPr/>
                <p14:nvPr/>
              </p14:nvContentPartPr>
              <p14:xfrm>
                <a:off x="5001446" y="5797509"/>
                <a:ext cx="122040" cy="3276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427E4DA8-86DA-6985-B8FC-BC8722742751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4995326" y="5791389"/>
                  <a:ext cx="1342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5105BE88-F256-EEF9-973C-4F550F5DA247}"/>
                    </a:ext>
                  </a:extLst>
                </p14:cNvPr>
                <p14:cNvContentPartPr/>
                <p14:nvPr/>
              </p14:nvContentPartPr>
              <p14:xfrm>
                <a:off x="5223566" y="5689869"/>
                <a:ext cx="145440" cy="49716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5105BE88-F256-EEF9-973C-4F550F5DA247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5217446" y="5683749"/>
                  <a:ext cx="15768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1879B67F-A9D2-AE79-0C98-2A0EF3E708BE}"/>
                    </a:ext>
                  </a:extLst>
                </p14:cNvPr>
                <p14:cNvContentPartPr/>
                <p14:nvPr/>
              </p14:nvContentPartPr>
              <p14:xfrm>
                <a:off x="2628326" y="6105309"/>
                <a:ext cx="2980800" cy="29736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1879B67F-A9D2-AE79-0C98-2A0EF3E708BE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2622206" y="6099189"/>
                  <a:ext cx="29930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45DD66FA-5635-272E-B93E-F6438A87A593}"/>
                    </a:ext>
                  </a:extLst>
                </p14:cNvPr>
                <p14:cNvContentPartPr/>
                <p14:nvPr/>
              </p14:nvContentPartPr>
              <p14:xfrm>
                <a:off x="2804366" y="6507429"/>
                <a:ext cx="192240" cy="7884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45DD66FA-5635-272E-B93E-F6438A87A593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2798246" y="6501309"/>
                  <a:ext cx="2044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C47FCDB1-6F2C-BDC5-C796-BBD062D7C886}"/>
                    </a:ext>
                  </a:extLst>
                </p14:cNvPr>
                <p14:cNvContentPartPr/>
                <p14:nvPr/>
              </p14:nvContentPartPr>
              <p14:xfrm>
                <a:off x="2853326" y="6566829"/>
                <a:ext cx="270360" cy="23364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C47FCDB1-6F2C-BDC5-C796-BBD062D7C886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2847206" y="6560709"/>
                  <a:ext cx="2826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89CD616F-16FD-AD46-57AA-F8564B949B81}"/>
                    </a:ext>
                  </a:extLst>
                </p14:cNvPr>
                <p14:cNvContentPartPr/>
                <p14:nvPr/>
              </p14:nvContentPartPr>
              <p14:xfrm>
                <a:off x="3182366" y="6416349"/>
                <a:ext cx="344160" cy="19224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89CD616F-16FD-AD46-57AA-F8564B949B81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3176246" y="6410229"/>
                  <a:ext cx="3564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E8005881-21A5-D407-1E20-0DE0AA7A741C}"/>
                    </a:ext>
                  </a:extLst>
                </p14:cNvPr>
                <p14:cNvContentPartPr/>
                <p14:nvPr/>
              </p14:nvContentPartPr>
              <p14:xfrm>
                <a:off x="3701486" y="6562869"/>
                <a:ext cx="80640" cy="8964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E8005881-21A5-D407-1E20-0DE0AA7A741C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3695366" y="6556749"/>
                  <a:ext cx="928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899A4744-8BF4-5FF4-6805-FFD79FCCB7A3}"/>
                    </a:ext>
                  </a:extLst>
                </p14:cNvPr>
                <p14:cNvContentPartPr/>
                <p14:nvPr/>
              </p14:nvContentPartPr>
              <p14:xfrm>
                <a:off x="3669086" y="6470349"/>
                <a:ext cx="32760" cy="1116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899A4744-8BF4-5FF4-6805-FFD79FCCB7A3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3662966" y="6464229"/>
                  <a:ext cx="45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6B9B371E-90C5-2E3E-0C73-A8B923711A46}"/>
                    </a:ext>
                  </a:extLst>
                </p14:cNvPr>
                <p14:cNvContentPartPr/>
                <p14:nvPr/>
              </p14:nvContentPartPr>
              <p14:xfrm>
                <a:off x="3871046" y="6486549"/>
                <a:ext cx="99720" cy="2592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6B9B371E-90C5-2E3E-0C73-A8B923711A46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3864926" y="6480429"/>
                  <a:ext cx="1119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57D64857-AE1A-3546-CD0E-86E2798301E3}"/>
                    </a:ext>
                  </a:extLst>
                </p14:cNvPr>
                <p14:cNvContentPartPr/>
                <p14:nvPr/>
              </p14:nvContentPartPr>
              <p14:xfrm>
                <a:off x="4079846" y="6388269"/>
                <a:ext cx="247680" cy="15660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57D64857-AE1A-3546-CD0E-86E2798301E3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4073726" y="6382149"/>
                  <a:ext cx="2599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F0ACDCE5-81B8-E6BB-7EEA-831E836C3C5E}"/>
                    </a:ext>
                  </a:extLst>
                </p14:cNvPr>
                <p14:cNvContentPartPr/>
                <p14:nvPr/>
              </p14:nvContentPartPr>
              <p14:xfrm>
                <a:off x="4059326" y="6328149"/>
                <a:ext cx="198360" cy="6264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F0ACDCE5-81B8-E6BB-7EEA-831E836C3C5E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4053206" y="6322029"/>
                  <a:ext cx="2106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214DE222-EEBE-C6D5-9B60-62361D598FDF}"/>
                    </a:ext>
                  </a:extLst>
                </p14:cNvPr>
                <p14:cNvContentPartPr/>
                <p14:nvPr/>
              </p14:nvContentPartPr>
              <p14:xfrm>
                <a:off x="4384046" y="6229509"/>
                <a:ext cx="150480" cy="41328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214DE222-EEBE-C6D5-9B60-62361D598FDF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4377926" y="6223389"/>
                  <a:ext cx="16272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67E25434-353D-84D8-F791-DCAFE368D600}"/>
                    </a:ext>
                  </a:extLst>
                </p14:cNvPr>
                <p14:cNvContentPartPr/>
                <p14:nvPr/>
              </p14:nvContentPartPr>
              <p14:xfrm>
                <a:off x="3250766" y="6364149"/>
                <a:ext cx="341280" cy="40644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67E25434-353D-84D8-F791-DCAFE368D600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3244646" y="6358029"/>
                  <a:ext cx="35352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2C74969D-3058-FCD0-38E6-4FD4B5F807BE}"/>
                    </a:ext>
                  </a:extLst>
                </p14:cNvPr>
                <p14:cNvContentPartPr/>
                <p14:nvPr/>
              </p14:nvContentPartPr>
              <p14:xfrm>
                <a:off x="4656926" y="6180549"/>
                <a:ext cx="178560" cy="13320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2C74969D-3058-FCD0-38E6-4FD4B5F807BE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4650806" y="6174429"/>
                  <a:ext cx="19080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6" name="Group 505">
            <a:extLst>
              <a:ext uri="{FF2B5EF4-FFF2-40B4-BE49-F238E27FC236}">
                <a16:creationId xmlns:a16="http://schemas.microsoft.com/office/drawing/2014/main" id="{11A038D9-FB3B-FEBE-AE68-1B7E96B30F6C}"/>
              </a:ext>
            </a:extLst>
          </p:cNvPr>
          <p:cNvGrpSpPr/>
          <p:nvPr/>
        </p:nvGrpSpPr>
        <p:grpSpPr>
          <a:xfrm>
            <a:off x="5891366" y="5514189"/>
            <a:ext cx="2887560" cy="1035000"/>
            <a:chOff x="5891366" y="5514189"/>
            <a:chExt cx="2887560" cy="103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A63BA465-E6EE-60DF-F52E-674C7B313537}"/>
                    </a:ext>
                  </a:extLst>
                </p14:cNvPr>
                <p14:cNvContentPartPr/>
                <p14:nvPr/>
              </p14:nvContentPartPr>
              <p14:xfrm>
                <a:off x="8647526" y="5514189"/>
                <a:ext cx="131400" cy="45720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A63BA465-E6EE-60DF-F52E-674C7B313537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8641406" y="5508069"/>
                  <a:ext cx="14364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29DB1C32-59C4-EF23-A5BD-8B4C1BFE1D4A}"/>
                    </a:ext>
                  </a:extLst>
                </p14:cNvPr>
                <p14:cNvContentPartPr/>
                <p14:nvPr/>
              </p14:nvContentPartPr>
              <p14:xfrm>
                <a:off x="8093846" y="5586189"/>
                <a:ext cx="215640" cy="1584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29DB1C32-59C4-EF23-A5BD-8B4C1BFE1D4A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8087726" y="5580069"/>
                  <a:ext cx="2278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19F29A87-9CB1-F988-FFA1-8F33406F9FC5}"/>
                    </a:ext>
                  </a:extLst>
                </p14:cNvPr>
                <p14:cNvContentPartPr/>
                <p14:nvPr/>
              </p14:nvContentPartPr>
              <p14:xfrm>
                <a:off x="8142446" y="5628669"/>
                <a:ext cx="259920" cy="26208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19F29A87-9CB1-F988-FFA1-8F33406F9FC5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8136326" y="5622549"/>
                  <a:ext cx="2721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4C90DBC3-7D37-B289-FBF1-9BE5A6FD3666}"/>
                    </a:ext>
                  </a:extLst>
                </p14:cNvPr>
                <p14:cNvContentPartPr/>
                <p14:nvPr/>
              </p14:nvContentPartPr>
              <p14:xfrm>
                <a:off x="8422166" y="5690589"/>
                <a:ext cx="126720" cy="17820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4C90DBC3-7D37-B289-FBF1-9BE5A6FD3666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8416046" y="5684469"/>
                  <a:ext cx="1389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9D295AE7-8E89-FB9E-CDB3-51DF873F7128}"/>
                    </a:ext>
                  </a:extLst>
                </p14:cNvPr>
                <p14:cNvContentPartPr/>
                <p14:nvPr/>
              </p14:nvContentPartPr>
              <p14:xfrm>
                <a:off x="8588126" y="5883189"/>
                <a:ext cx="52200" cy="8892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9D295AE7-8E89-FB9E-CDB3-51DF873F7128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8582006" y="5877069"/>
                  <a:ext cx="644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CDAD14B5-E2C0-7B31-E542-CE6111B17056}"/>
                    </a:ext>
                  </a:extLst>
                </p14:cNvPr>
                <p14:cNvContentPartPr/>
                <p14:nvPr/>
              </p14:nvContentPartPr>
              <p14:xfrm>
                <a:off x="8611526" y="5783109"/>
                <a:ext cx="24120" cy="1476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CDAD14B5-E2C0-7B31-E542-CE6111B17056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8605406" y="5776989"/>
                  <a:ext cx="363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66D48203-8985-54A5-6C27-94A6DAE7F1C7}"/>
                    </a:ext>
                  </a:extLst>
                </p14:cNvPr>
                <p14:cNvContentPartPr/>
                <p14:nvPr/>
              </p14:nvContentPartPr>
              <p14:xfrm>
                <a:off x="5891366" y="6086949"/>
                <a:ext cx="57960" cy="3312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66D48203-8985-54A5-6C27-94A6DAE7F1C7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5885246" y="6080829"/>
                  <a:ext cx="702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1E76F20A-C7C6-D3F5-6DB0-934FAE27C959}"/>
                    </a:ext>
                  </a:extLst>
                </p14:cNvPr>
                <p14:cNvContentPartPr/>
                <p14:nvPr/>
              </p14:nvContentPartPr>
              <p14:xfrm>
                <a:off x="5919806" y="6174429"/>
                <a:ext cx="56520" cy="1584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1E76F20A-C7C6-D3F5-6DB0-934FAE27C959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5913686" y="6168309"/>
                  <a:ext cx="687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E2EB20EC-1762-F7D3-8708-4E1DA9D9B757}"/>
                    </a:ext>
                  </a:extLst>
                </p14:cNvPr>
                <p14:cNvContentPartPr/>
                <p14:nvPr/>
              </p14:nvContentPartPr>
              <p14:xfrm>
                <a:off x="6029606" y="5856189"/>
                <a:ext cx="217800" cy="16416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E2EB20EC-1762-F7D3-8708-4E1DA9D9B757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6023486" y="5850069"/>
                  <a:ext cx="2300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D53D7FC3-A616-E030-D76D-7F09D167B186}"/>
                    </a:ext>
                  </a:extLst>
                </p14:cNvPr>
                <p14:cNvContentPartPr/>
                <p14:nvPr/>
              </p14:nvContentPartPr>
              <p14:xfrm>
                <a:off x="6418766" y="5724069"/>
                <a:ext cx="123480" cy="26676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D53D7FC3-A616-E030-D76D-7F09D167B186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6412646" y="5717949"/>
                  <a:ext cx="1357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2C0397C0-7174-D553-001A-08003D5406BD}"/>
                    </a:ext>
                  </a:extLst>
                </p14:cNvPr>
                <p14:cNvContentPartPr/>
                <p14:nvPr/>
              </p14:nvContentPartPr>
              <p14:xfrm>
                <a:off x="6600926" y="5823429"/>
                <a:ext cx="253440" cy="12600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2C0397C0-7174-D553-001A-08003D5406BD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6594806" y="5817309"/>
                  <a:ext cx="2656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B41E47A2-6D92-CB12-FE14-49215A86B3BC}"/>
                    </a:ext>
                  </a:extLst>
                </p14:cNvPr>
                <p14:cNvContentPartPr/>
                <p14:nvPr/>
              </p14:nvContentPartPr>
              <p14:xfrm>
                <a:off x="6962006" y="5703189"/>
                <a:ext cx="87120" cy="34524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B41E47A2-6D92-CB12-FE14-49215A86B3BC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6955886" y="5697069"/>
                  <a:ext cx="9936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D6D42620-0E0B-9ED7-8FD9-3A63556BF859}"/>
                    </a:ext>
                  </a:extLst>
                </p14:cNvPr>
                <p14:cNvContentPartPr/>
                <p14:nvPr/>
              </p14:nvContentPartPr>
              <p14:xfrm>
                <a:off x="7051286" y="5760789"/>
                <a:ext cx="138600" cy="12564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D6D42620-0E0B-9ED7-8FD9-3A63556BF859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7045166" y="5754669"/>
                  <a:ext cx="1508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12C58151-6C27-C3E4-BD75-B741355C157F}"/>
                    </a:ext>
                  </a:extLst>
                </p14:cNvPr>
                <p14:cNvContentPartPr/>
                <p14:nvPr/>
              </p14:nvContentPartPr>
              <p14:xfrm>
                <a:off x="7292126" y="5855469"/>
                <a:ext cx="43200" cy="8784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12C58151-6C27-C3E4-BD75-B741355C157F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7286006" y="5849349"/>
                  <a:ext cx="554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441C2936-7E6C-EDC6-05B1-ADF9794521CF}"/>
                    </a:ext>
                  </a:extLst>
                </p14:cNvPr>
                <p14:cNvContentPartPr/>
                <p14:nvPr/>
              </p14:nvContentPartPr>
              <p14:xfrm>
                <a:off x="7408046" y="5738829"/>
                <a:ext cx="164520" cy="20448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441C2936-7E6C-EDC6-05B1-ADF9794521CF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7401926" y="5732709"/>
                  <a:ext cx="1767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769C6C16-5F1B-8794-6819-3145F4634EBE}"/>
                    </a:ext>
                  </a:extLst>
                </p14:cNvPr>
                <p14:cNvContentPartPr/>
                <p14:nvPr/>
              </p14:nvContentPartPr>
              <p14:xfrm>
                <a:off x="7583366" y="5586189"/>
                <a:ext cx="198360" cy="49788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769C6C16-5F1B-8794-6819-3145F4634EBE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7577246" y="5580069"/>
                  <a:ext cx="21060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1041CDD2-4D23-52AD-57E2-0E33AC2884FF}"/>
                    </a:ext>
                  </a:extLst>
                </p14:cNvPr>
                <p14:cNvContentPartPr/>
                <p14:nvPr/>
              </p14:nvContentPartPr>
              <p14:xfrm>
                <a:off x="6169286" y="6055989"/>
                <a:ext cx="1444680" cy="14472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1041CDD2-4D23-52AD-57E2-0E33AC2884FF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6163166" y="6049869"/>
                  <a:ext cx="14569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47BAC5BB-2F0D-5BE3-DEEC-1E13D003FBA4}"/>
                    </a:ext>
                  </a:extLst>
                </p14:cNvPr>
                <p14:cNvContentPartPr/>
                <p14:nvPr/>
              </p14:nvContentPartPr>
              <p14:xfrm>
                <a:off x="6172886" y="6362349"/>
                <a:ext cx="248040" cy="17784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47BAC5BB-2F0D-5BE3-DEEC-1E13D003FBA4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6166766" y="6356229"/>
                  <a:ext cx="2602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C0A13483-8D23-EDB0-8175-ACD2F1585D99}"/>
                    </a:ext>
                  </a:extLst>
                </p14:cNvPr>
                <p14:cNvContentPartPr/>
                <p14:nvPr/>
              </p14:nvContentPartPr>
              <p14:xfrm>
                <a:off x="6610646" y="6228069"/>
                <a:ext cx="281160" cy="28224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C0A13483-8D23-EDB0-8175-ACD2F1585D99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6604526" y="6221949"/>
                  <a:ext cx="2934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3C84BF97-3A3D-44CC-9B0D-5E55E832E664}"/>
                    </a:ext>
                  </a:extLst>
                </p14:cNvPr>
                <p14:cNvContentPartPr/>
                <p14:nvPr/>
              </p14:nvContentPartPr>
              <p14:xfrm>
                <a:off x="6943286" y="6293589"/>
                <a:ext cx="419040" cy="15012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3C84BF97-3A3D-44CC-9B0D-5E55E832E664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6937166" y="6287469"/>
                  <a:ext cx="4312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1A48BABE-F711-F215-4872-B3B6E231849E}"/>
                    </a:ext>
                  </a:extLst>
                </p14:cNvPr>
                <p14:cNvContentPartPr/>
                <p14:nvPr/>
              </p14:nvContentPartPr>
              <p14:xfrm>
                <a:off x="7407686" y="6203229"/>
                <a:ext cx="202680" cy="34596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1A48BABE-F711-F215-4872-B3B6E231849E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7401566" y="6197109"/>
                  <a:ext cx="21492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3CB192D5-58E4-0BF6-B3AE-B0AC091AE04E}"/>
                    </a:ext>
                  </a:extLst>
                </p14:cNvPr>
                <p14:cNvContentPartPr/>
                <p14:nvPr/>
              </p14:nvContentPartPr>
              <p14:xfrm>
                <a:off x="7561766" y="6205749"/>
                <a:ext cx="253800" cy="15048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3CB192D5-58E4-0BF6-B3AE-B0AC091AE04E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7555646" y="6199629"/>
                  <a:ext cx="2660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220B81AA-0809-F3BB-8516-29F3794A1FBC}"/>
                    </a:ext>
                  </a:extLst>
                </p14:cNvPr>
                <p14:cNvContentPartPr/>
                <p14:nvPr/>
              </p14:nvContentPartPr>
              <p14:xfrm>
                <a:off x="7835726" y="6090549"/>
                <a:ext cx="189360" cy="43956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220B81AA-0809-F3BB-8516-29F3794A1FBC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7829606" y="6084069"/>
                  <a:ext cx="201600" cy="45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0" name="Group 469">
            <a:extLst>
              <a:ext uri="{FF2B5EF4-FFF2-40B4-BE49-F238E27FC236}">
                <a16:creationId xmlns:a16="http://schemas.microsoft.com/office/drawing/2014/main" id="{EFDF77CB-FE35-AEEE-308B-3927ADD2C4D0}"/>
              </a:ext>
            </a:extLst>
          </p:cNvPr>
          <p:cNvGrpSpPr/>
          <p:nvPr/>
        </p:nvGrpSpPr>
        <p:grpSpPr>
          <a:xfrm>
            <a:off x="278829" y="471669"/>
            <a:ext cx="726840" cy="356040"/>
            <a:chOff x="278829" y="471669"/>
            <a:chExt cx="726840" cy="35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1F1113C-E552-7335-7F67-BB4000BDB2E9}"/>
                    </a:ext>
                  </a:extLst>
                </p14:cNvPr>
                <p14:cNvContentPartPr/>
                <p14:nvPr/>
              </p14:nvContentPartPr>
              <p14:xfrm>
                <a:off x="278829" y="694509"/>
                <a:ext cx="5760" cy="226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1F1113C-E552-7335-7F67-BB4000BDB2E9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272709" y="688389"/>
                  <a:ext cx="180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9B40AA6-2C7C-8365-2928-1429B0167BD7}"/>
                    </a:ext>
                  </a:extLst>
                </p14:cNvPr>
                <p14:cNvContentPartPr/>
                <p14:nvPr/>
              </p14:nvContentPartPr>
              <p14:xfrm>
                <a:off x="398709" y="471669"/>
                <a:ext cx="606960" cy="356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9B40AA6-2C7C-8365-2928-1429B0167BD7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392589" y="465549"/>
                  <a:ext cx="61920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6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61AC24E0-68A9-C431-FB64-0AB73C7F8847}"/>
                    </a:ext>
                  </a:extLst>
                </p14:cNvPr>
                <p14:cNvContentPartPr/>
                <p14:nvPr/>
              </p14:nvContentPartPr>
              <p14:xfrm>
                <a:off x="712629" y="769029"/>
                <a:ext cx="9000" cy="54000"/>
              </p14:xfrm>
            </p:contentPart>
          </mc:Choice>
          <mc:Fallback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61AC24E0-68A9-C431-FB64-0AB73C7F8847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706509" y="762909"/>
                  <a:ext cx="2124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2" name="Group 461">
            <a:extLst>
              <a:ext uri="{FF2B5EF4-FFF2-40B4-BE49-F238E27FC236}">
                <a16:creationId xmlns:a16="http://schemas.microsoft.com/office/drawing/2014/main" id="{19B2FDE6-04ED-E836-9DC9-7AC61E513692}"/>
              </a:ext>
            </a:extLst>
          </p:cNvPr>
          <p:cNvGrpSpPr/>
          <p:nvPr/>
        </p:nvGrpSpPr>
        <p:grpSpPr>
          <a:xfrm>
            <a:off x="322029" y="925629"/>
            <a:ext cx="964440" cy="181800"/>
            <a:chOff x="322029" y="925629"/>
            <a:chExt cx="964440" cy="18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4F70A33-6A12-BCF6-5D19-EB549A36DEB8}"/>
                    </a:ext>
                  </a:extLst>
                </p14:cNvPr>
                <p14:cNvContentPartPr/>
                <p14:nvPr/>
              </p14:nvContentPartPr>
              <p14:xfrm>
                <a:off x="322029" y="972429"/>
                <a:ext cx="338400" cy="1350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4F70A33-6A12-BCF6-5D19-EB549A36DEB8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315909" y="966309"/>
                  <a:ext cx="3506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378D233-C1CD-986B-6EDD-9066D2118876}"/>
                    </a:ext>
                  </a:extLst>
                </p14:cNvPr>
                <p14:cNvContentPartPr/>
                <p14:nvPr/>
              </p14:nvContentPartPr>
              <p14:xfrm>
                <a:off x="687069" y="958749"/>
                <a:ext cx="70560" cy="47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378D233-C1CD-986B-6EDD-9066D2118876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680949" y="952629"/>
                  <a:ext cx="828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2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4116704A-ECB8-38C9-B3CE-30D6CAC2ACBE}"/>
                    </a:ext>
                  </a:extLst>
                </p14:cNvPr>
                <p14:cNvContentPartPr/>
                <p14:nvPr/>
              </p14:nvContentPartPr>
              <p14:xfrm>
                <a:off x="833229" y="985749"/>
                <a:ext cx="360" cy="36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4116704A-ECB8-38C9-B3CE-30D6CAC2ACBE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827109" y="97962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4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66BCDB93-BF23-3A12-07AF-396F9B424688}"/>
                    </a:ext>
                  </a:extLst>
                </p14:cNvPr>
                <p14:cNvContentPartPr/>
                <p14:nvPr/>
              </p14:nvContentPartPr>
              <p14:xfrm>
                <a:off x="833229" y="925629"/>
                <a:ext cx="453240" cy="149040"/>
              </p14:xfrm>
            </p:contentPart>
          </mc:Choice>
          <mc:Fallback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66BCDB93-BF23-3A12-07AF-396F9B424688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827109" y="919509"/>
                  <a:ext cx="465480" cy="161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65257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40A5F14-1B7D-6740-4CF5-E46A84FBD79E}"/>
                  </a:ext>
                </a:extLst>
              </p14:cNvPr>
              <p14:cNvContentPartPr/>
              <p14:nvPr/>
            </p14:nvContentPartPr>
            <p14:xfrm>
              <a:off x="1225046" y="411909"/>
              <a:ext cx="221400" cy="470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40A5F14-1B7D-6740-4CF5-E46A84FBD7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8926" y="405789"/>
                <a:ext cx="233640" cy="48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D9730A84-C1DA-328F-A466-044EABB47D81}"/>
              </a:ext>
            </a:extLst>
          </p:cNvPr>
          <p:cNvGrpSpPr/>
          <p:nvPr/>
        </p:nvGrpSpPr>
        <p:grpSpPr>
          <a:xfrm>
            <a:off x="1662446" y="476709"/>
            <a:ext cx="762840" cy="208080"/>
            <a:chOff x="1662446" y="476709"/>
            <a:chExt cx="762840" cy="20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54C88BA-DD62-02FD-0534-A7800D8DF861}"/>
                    </a:ext>
                  </a:extLst>
                </p14:cNvPr>
                <p14:cNvContentPartPr/>
                <p14:nvPr/>
              </p14:nvContentPartPr>
              <p14:xfrm>
                <a:off x="1664966" y="554469"/>
                <a:ext cx="22680" cy="15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54C88BA-DD62-02FD-0534-A7800D8DF86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58846" y="548349"/>
                  <a:ext cx="349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0EB557F-388A-5352-12FE-E877121D4DDE}"/>
                    </a:ext>
                  </a:extLst>
                </p14:cNvPr>
                <p14:cNvContentPartPr/>
                <p14:nvPr/>
              </p14:nvContentPartPr>
              <p14:xfrm>
                <a:off x="1687286" y="645189"/>
                <a:ext cx="24120" cy="5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0EB557F-388A-5352-12FE-E877121D4DD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81166" y="639069"/>
                  <a:ext cx="36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BAAB0A5-8788-8C0F-836D-AEF9B9DAFAE0}"/>
                    </a:ext>
                  </a:extLst>
                </p14:cNvPr>
                <p14:cNvContentPartPr/>
                <p14:nvPr/>
              </p14:nvContentPartPr>
              <p14:xfrm>
                <a:off x="1886726" y="481749"/>
                <a:ext cx="45000" cy="55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BAAB0A5-8788-8C0F-836D-AEF9B9DAFAE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80606" y="475629"/>
                  <a:ext cx="572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955AEDA-3206-6752-0328-29BC7D16CADB}"/>
                    </a:ext>
                  </a:extLst>
                </p14:cNvPr>
                <p14:cNvContentPartPr/>
                <p14:nvPr/>
              </p14:nvContentPartPr>
              <p14:xfrm>
                <a:off x="1662446" y="557349"/>
                <a:ext cx="103680" cy="92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955AEDA-3206-6752-0328-29BC7D16CAD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56326" y="551229"/>
                  <a:ext cx="1159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63C5C18-D2C3-BEFD-271C-B486029C504C}"/>
                    </a:ext>
                  </a:extLst>
                </p14:cNvPr>
                <p14:cNvContentPartPr/>
                <p14:nvPr/>
              </p14:nvContentPartPr>
              <p14:xfrm>
                <a:off x="1720406" y="671829"/>
                <a:ext cx="48240" cy="12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63C5C18-D2C3-BEFD-271C-B486029C504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14286" y="665709"/>
                  <a:ext cx="604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7E75D2D-C0F0-9A9D-CC7E-A38B77DCE6B5}"/>
                    </a:ext>
                  </a:extLst>
                </p14:cNvPr>
                <p14:cNvContentPartPr/>
                <p14:nvPr/>
              </p14:nvContentPartPr>
              <p14:xfrm>
                <a:off x="1877366" y="490389"/>
                <a:ext cx="264960" cy="132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7E75D2D-C0F0-9A9D-CC7E-A38B77DCE6B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71246" y="484269"/>
                  <a:ext cx="2772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AEBF12D-94FE-39D0-D8CB-54CAD368E65D}"/>
                    </a:ext>
                  </a:extLst>
                </p14:cNvPr>
                <p14:cNvContentPartPr/>
                <p14:nvPr/>
              </p14:nvContentPartPr>
              <p14:xfrm>
                <a:off x="2258606" y="476709"/>
                <a:ext cx="166680" cy="139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AEBF12D-94FE-39D0-D8CB-54CAD368E65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52486" y="470589"/>
                  <a:ext cx="17892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C5D4ABE-3D48-8145-40C8-84F762E78E01}"/>
              </a:ext>
            </a:extLst>
          </p:cNvPr>
          <p:cNvGrpSpPr/>
          <p:nvPr/>
        </p:nvGrpSpPr>
        <p:grpSpPr>
          <a:xfrm>
            <a:off x="2621126" y="445749"/>
            <a:ext cx="153360" cy="182520"/>
            <a:chOff x="2621126" y="445749"/>
            <a:chExt cx="153360" cy="18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A7414F2-E68D-AE6D-7827-E67C2A9A5E05}"/>
                    </a:ext>
                  </a:extLst>
                </p14:cNvPr>
                <p14:cNvContentPartPr/>
                <p14:nvPr/>
              </p14:nvContentPartPr>
              <p14:xfrm>
                <a:off x="2621126" y="505149"/>
                <a:ext cx="153360" cy="320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A7414F2-E68D-AE6D-7827-E67C2A9A5E0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15006" y="499029"/>
                  <a:ext cx="1656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BFAAC41-8927-E7F0-4BA9-0ACB69B1E506}"/>
                    </a:ext>
                  </a:extLst>
                </p14:cNvPr>
                <p14:cNvContentPartPr/>
                <p14:nvPr/>
              </p14:nvContentPartPr>
              <p14:xfrm>
                <a:off x="2704286" y="445749"/>
                <a:ext cx="20160" cy="182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BFAAC41-8927-E7F0-4BA9-0ACB69B1E50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98166" y="439629"/>
                  <a:ext cx="32400" cy="19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95E267BA-B31B-105B-6848-766E1B216735}"/>
                  </a:ext>
                </a:extLst>
              </p14:cNvPr>
              <p14:cNvContentPartPr/>
              <p14:nvPr/>
            </p14:nvContentPartPr>
            <p14:xfrm>
              <a:off x="3020006" y="250269"/>
              <a:ext cx="182520" cy="3600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95E267BA-B31B-105B-6848-766E1B21673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013886" y="244149"/>
                <a:ext cx="194760" cy="3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E2CB6525-23BB-4395-F8B6-AEFC2F3A9900}"/>
                  </a:ext>
                </a:extLst>
              </p14:cNvPr>
              <p14:cNvContentPartPr/>
              <p14:nvPr/>
            </p14:nvContentPartPr>
            <p14:xfrm>
              <a:off x="5106566" y="470589"/>
              <a:ext cx="149400" cy="27288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E2CB6525-23BB-4395-F8B6-AEFC2F3A990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100446" y="464469"/>
                <a:ext cx="161640" cy="28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5DDE9B28-616E-28A6-5367-2265CFD1979D}"/>
              </a:ext>
            </a:extLst>
          </p:cNvPr>
          <p:cNvGrpSpPr/>
          <p:nvPr/>
        </p:nvGrpSpPr>
        <p:grpSpPr>
          <a:xfrm>
            <a:off x="5462606" y="593349"/>
            <a:ext cx="113760" cy="119520"/>
            <a:chOff x="5462606" y="593349"/>
            <a:chExt cx="113760" cy="11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A366420-553A-2121-5F7A-B6B05EB9682F}"/>
                    </a:ext>
                  </a:extLst>
                </p14:cNvPr>
                <p14:cNvContentPartPr/>
                <p14:nvPr/>
              </p14:nvContentPartPr>
              <p14:xfrm>
                <a:off x="5462606" y="593349"/>
                <a:ext cx="52920" cy="266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A366420-553A-2121-5F7A-B6B05EB9682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456486" y="587229"/>
                  <a:ext cx="651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A761E3F-4AA9-AB2B-BA0E-9DE495FDCBB1}"/>
                    </a:ext>
                  </a:extLst>
                </p14:cNvPr>
                <p14:cNvContentPartPr/>
                <p14:nvPr/>
              </p14:nvContentPartPr>
              <p14:xfrm>
                <a:off x="5501486" y="694869"/>
                <a:ext cx="74880" cy="180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A761E3F-4AA9-AB2B-BA0E-9DE495FDCBB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95366" y="688749"/>
                  <a:ext cx="8712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CD545E40-555C-8F54-07FF-9C4B81A075F8}"/>
              </a:ext>
            </a:extLst>
          </p:cNvPr>
          <p:cNvGrpSpPr/>
          <p:nvPr/>
        </p:nvGrpSpPr>
        <p:grpSpPr>
          <a:xfrm>
            <a:off x="5768606" y="424149"/>
            <a:ext cx="176760" cy="440280"/>
            <a:chOff x="5768606" y="424149"/>
            <a:chExt cx="176760" cy="44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3AB71A6-7F18-D251-617C-F309A3756E32}"/>
                    </a:ext>
                  </a:extLst>
                </p14:cNvPr>
                <p14:cNvContentPartPr/>
                <p14:nvPr/>
              </p14:nvContentPartPr>
              <p14:xfrm>
                <a:off x="5794886" y="540069"/>
                <a:ext cx="150480" cy="3243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3AB71A6-7F18-D251-617C-F309A3756E3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788766" y="533949"/>
                  <a:ext cx="16272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A7C6BC77-08F9-64C8-F780-AD7813950889}"/>
                    </a:ext>
                  </a:extLst>
                </p14:cNvPr>
                <p14:cNvContentPartPr/>
                <p14:nvPr/>
              </p14:nvContentPartPr>
              <p14:xfrm>
                <a:off x="5768606" y="424149"/>
                <a:ext cx="169920" cy="450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A7C6BC77-08F9-64C8-F780-AD781395088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762486" y="418029"/>
                  <a:ext cx="18216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55815804-8392-7952-ACF4-66B121CF514D}"/>
              </a:ext>
            </a:extLst>
          </p:cNvPr>
          <p:cNvGrpSpPr/>
          <p:nvPr/>
        </p:nvGrpSpPr>
        <p:grpSpPr>
          <a:xfrm>
            <a:off x="6194846" y="437469"/>
            <a:ext cx="1078920" cy="265680"/>
            <a:chOff x="6194846" y="437469"/>
            <a:chExt cx="1078920" cy="26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9E55BA7-E13F-8461-81BB-D69E08C5E77B}"/>
                    </a:ext>
                  </a:extLst>
                </p14:cNvPr>
                <p14:cNvContentPartPr/>
                <p14:nvPr/>
              </p14:nvContentPartPr>
              <p14:xfrm>
                <a:off x="6269366" y="700629"/>
                <a:ext cx="360" cy="3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9E55BA7-E13F-8461-81BB-D69E08C5E77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263246" y="69450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45C6EF9-6204-0CF4-C533-329D1A4A9431}"/>
                    </a:ext>
                  </a:extLst>
                </p14:cNvPr>
                <p14:cNvContentPartPr/>
                <p14:nvPr/>
              </p14:nvContentPartPr>
              <p14:xfrm>
                <a:off x="6249926" y="693069"/>
                <a:ext cx="19800" cy="79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45C6EF9-6204-0CF4-C533-329D1A4A943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43806" y="686949"/>
                  <a:ext cx="320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47CFE77-0D8D-CAC0-206F-E0E65DCFCB17}"/>
                    </a:ext>
                  </a:extLst>
                </p14:cNvPr>
                <p14:cNvContentPartPr/>
                <p14:nvPr/>
              </p14:nvContentPartPr>
              <p14:xfrm>
                <a:off x="6194846" y="658509"/>
                <a:ext cx="212040" cy="284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47CFE77-0D8D-CAC0-206F-E0E65DCFCB1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88726" y="652389"/>
                  <a:ext cx="2242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AD79EA28-3E4F-64EC-B97D-8DCCA05F3954}"/>
                    </a:ext>
                  </a:extLst>
                </p14:cNvPr>
                <p14:cNvContentPartPr/>
                <p14:nvPr/>
              </p14:nvContentPartPr>
              <p14:xfrm>
                <a:off x="6546926" y="512709"/>
                <a:ext cx="363960" cy="1904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AD79EA28-3E4F-64EC-B97D-8DCCA05F395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540806" y="506589"/>
                  <a:ext cx="3762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F1257E8-1EF5-8C70-A2D2-D85C438B1282}"/>
                    </a:ext>
                  </a:extLst>
                </p14:cNvPr>
                <p14:cNvContentPartPr/>
                <p14:nvPr/>
              </p14:nvContentPartPr>
              <p14:xfrm>
                <a:off x="7035806" y="497589"/>
                <a:ext cx="237960" cy="1724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F1257E8-1EF5-8C70-A2D2-D85C438B128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29686" y="491469"/>
                  <a:ext cx="2502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B49BA33-448E-8180-C810-8C64A6A0EE51}"/>
                    </a:ext>
                  </a:extLst>
                </p14:cNvPr>
                <p14:cNvContentPartPr/>
                <p14:nvPr/>
              </p14:nvContentPartPr>
              <p14:xfrm>
                <a:off x="7046966" y="437469"/>
                <a:ext cx="121320" cy="248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B49BA33-448E-8180-C810-8C64A6A0EE5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40846" y="431349"/>
                  <a:ext cx="133560" cy="3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D4D6C53D-CAC5-92E5-F138-B2CCA246DFCF}"/>
                  </a:ext>
                </a:extLst>
              </p14:cNvPr>
              <p14:cNvContentPartPr/>
              <p14:nvPr/>
            </p14:nvContentPartPr>
            <p14:xfrm>
              <a:off x="7525406" y="492909"/>
              <a:ext cx="54720" cy="1872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D4D6C53D-CAC5-92E5-F138-B2CCA246DFC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519286" y="486789"/>
                <a:ext cx="6696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53F04C09-7028-6CBC-74D5-5E82C470AB62}"/>
                  </a:ext>
                </a:extLst>
              </p14:cNvPr>
              <p14:cNvContentPartPr/>
              <p14:nvPr/>
            </p14:nvContentPartPr>
            <p14:xfrm>
              <a:off x="7500566" y="592629"/>
              <a:ext cx="86040" cy="3240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53F04C09-7028-6CBC-74D5-5E82C470AB6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494446" y="586509"/>
                <a:ext cx="9828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6" name="Group 265">
            <a:extLst>
              <a:ext uri="{FF2B5EF4-FFF2-40B4-BE49-F238E27FC236}">
                <a16:creationId xmlns:a16="http://schemas.microsoft.com/office/drawing/2014/main" id="{7E4523FD-8DD5-001C-98DC-39CE44B9F2E0}"/>
              </a:ext>
            </a:extLst>
          </p:cNvPr>
          <p:cNvGrpSpPr/>
          <p:nvPr/>
        </p:nvGrpSpPr>
        <p:grpSpPr>
          <a:xfrm>
            <a:off x="7958126" y="331269"/>
            <a:ext cx="780480" cy="684000"/>
            <a:chOff x="7958126" y="331269"/>
            <a:chExt cx="780480" cy="68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AFE032B6-9960-4361-15D4-38E37EA6D934}"/>
                    </a:ext>
                  </a:extLst>
                </p14:cNvPr>
                <p14:cNvContentPartPr/>
                <p14:nvPr/>
              </p14:nvContentPartPr>
              <p14:xfrm>
                <a:off x="8040206" y="331269"/>
                <a:ext cx="29880" cy="2649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AFE032B6-9960-4361-15D4-38E37EA6D93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034086" y="325149"/>
                  <a:ext cx="4212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AB2E9930-9A25-3575-AD97-9E57148802A2}"/>
                    </a:ext>
                  </a:extLst>
                </p14:cNvPr>
                <p14:cNvContentPartPr/>
                <p14:nvPr/>
              </p14:nvContentPartPr>
              <p14:xfrm>
                <a:off x="7958126" y="701709"/>
                <a:ext cx="146160" cy="288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AB2E9930-9A25-3575-AD97-9E57148802A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952006" y="695589"/>
                  <a:ext cx="1584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62C009B1-6E17-15F8-B14B-56CF2E40E5DF}"/>
                    </a:ext>
                  </a:extLst>
                </p14:cNvPr>
                <p14:cNvContentPartPr/>
                <p14:nvPr/>
              </p14:nvContentPartPr>
              <p14:xfrm>
                <a:off x="8023286" y="848949"/>
                <a:ext cx="221760" cy="16632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62C009B1-6E17-15F8-B14B-56CF2E40E5D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017166" y="842829"/>
                  <a:ext cx="2340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7F2EF3AD-B528-322E-D33A-5F94E6C92FCE}"/>
                    </a:ext>
                  </a:extLst>
                </p14:cNvPr>
                <p14:cNvContentPartPr/>
                <p14:nvPr/>
              </p14:nvContentPartPr>
              <p14:xfrm>
                <a:off x="8292566" y="448989"/>
                <a:ext cx="126000" cy="284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7F2EF3AD-B528-322E-D33A-5F94E6C92FC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286446" y="442869"/>
                  <a:ext cx="1382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9230E030-9F9A-2108-D7EF-39838F0373F0}"/>
                    </a:ext>
                  </a:extLst>
                </p14:cNvPr>
                <p14:cNvContentPartPr/>
                <p14:nvPr/>
              </p14:nvContentPartPr>
              <p14:xfrm>
                <a:off x="8320646" y="511629"/>
                <a:ext cx="162360" cy="2354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9230E030-9F9A-2108-D7EF-39838F0373F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314526" y="505509"/>
                  <a:ext cx="1746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F45D3B4E-ED44-A917-0B03-955AEC62647B}"/>
                    </a:ext>
                  </a:extLst>
                </p14:cNvPr>
                <p14:cNvContentPartPr/>
                <p14:nvPr/>
              </p14:nvContentPartPr>
              <p14:xfrm>
                <a:off x="8566526" y="482829"/>
                <a:ext cx="172080" cy="42012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F45D3B4E-ED44-A917-0B03-955AEC62647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560406" y="476709"/>
                  <a:ext cx="184320" cy="43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CE598E41-0448-2773-452A-7F8596058D93}"/>
                  </a:ext>
                </a:extLst>
              </p14:cNvPr>
              <p14:cNvContentPartPr/>
              <p14:nvPr/>
            </p14:nvContentPartPr>
            <p14:xfrm>
              <a:off x="8907446" y="718269"/>
              <a:ext cx="60120" cy="12960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CE598E41-0448-2773-452A-7F8596058D9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901326" y="712149"/>
                <a:ext cx="7236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F73A539A-B0D4-9F83-622D-2D4A767CD85D}"/>
                  </a:ext>
                </a:extLst>
              </p14:cNvPr>
              <p14:cNvContentPartPr/>
              <p14:nvPr/>
            </p14:nvContentPartPr>
            <p14:xfrm>
              <a:off x="9204806" y="556269"/>
              <a:ext cx="121680" cy="6660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F73A539A-B0D4-9F83-622D-2D4A767CD85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198686" y="550149"/>
                <a:ext cx="13392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849A83A3-98CA-C8F3-3488-165D379183D3}"/>
                  </a:ext>
                </a:extLst>
              </p14:cNvPr>
              <p14:cNvContentPartPr/>
              <p14:nvPr/>
            </p14:nvContentPartPr>
            <p14:xfrm>
              <a:off x="9557246" y="446469"/>
              <a:ext cx="313920" cy="15768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849A83A3-98CA-C8F3-3488-165D379183D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551126" y="440349"/>
                <a:ext cx="32616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F4896FF5-07B3-47A2-2732-07D0420ECE29}"/>
                  </a:ext>
                </a:extLst>
              </p14:cNvPr>
              <p14:cNvContentPartPr/>
              <p14:nvPr/>
            </p14:nvContentPartPr>
            <p14:xfrm>
              <a:off x="10099766" y="298149"/>
              <a:ext cx="21240" cy="6156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F4896FF5-07B3-47A2-2732-07D0420ECE2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093646" y="292029"/>
                <a:ext cx="3348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C3981E72-369F-CE1F-9250-1C0B1FFE4C8B}"/>
                  </a:ext>
                </a:extLst>
              </p14:cNvPr>
              <p14:cNvContentPartPr/>
              <p14:nvPr/>
            </p14:nvContentPartPr>
            <p14:xfrm>
              <a:off x="10086086" y="353949"/>
              <a:ext cx="50040" cy="23148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C3981E72-369F-CE1F-9250-1C0B1FFE4C8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079966" y="347829"/>
                <a:ext cx="6228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5797D911-0301-5069-143E-971E1ACA83D6}"/>
                  </a:ext>
                </a:extLst>
              </p14:cNvPr>
              <p14:cNvContentPartPr/>
              <p14:nvPr/>
            </p14:nvContentPartPr>
            <p14:xfrm>
              <a:off x="10047926" y="685149"/>
              <a:ext cx="182520" cy="6120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5797D911-0301-5069-143E-971E1ACA83D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041806" y="679029"/>
                <a:ext cx="19476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5825B1B9-CBCB-4E3D-2A19-626AE8A315B8}"/>
                  </a:ext>
                </a:extLst>
              </p14:cNvPr>
              <p14:cNvContentPartPr/>
              <p14:nvPr/>
            </p14:nvContentPartPr>
            <p14:xfrm>
              <a:off x="10132886" y="856869"/>
              <a:ext cx="185760" cy="10512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5825B1B9-CBCB-4E3D-2A19-626AE8A315B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126766" y="850749"/>
                <a:ext cx="198000" cy="11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4" name="Group 293">
            <a:extLst>
              <a:ext uri="{FF2B5EF4-FFF2-40B4-BE49-F238E27FC236}">
                <a16:creationId xmlns:a16="http://schemas.microsoft.com/office/drawing/2014/main" id="{7E887F14-4E6C-1D3A-C680-AB873301DD5E}"/>
              </a:ext>
            </a:extLst>
          </p:cNvPr>
          <p:cNvGrpSpPr/>
          <p:nvPr/>
        </p:nvGrpSpPr>
        <p:grpSpPr>
          <a:xfrm>
            <a:off x="343406" y="1127949"/>
            <a:ext cx="2678760" cy="780120"/>
            <a:chOff x="343406" y="1127949"/>
            <a:chExt cx="2678760" cy="78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9DEC2A2F-D003-3CAF-0B66-E272BF01C9D1}"/>
                    </a:ext>
                  </a:extLst>
                </p14:cNvPr>
                <p14:cNvContentPartPr/>
                <p14:nvPr/>
              </p14:nvContentPartPr>
              <p14:xfrm>
                <a:off x="978086" y="1393989"/>
                <a:ext cx="131040" cy="2948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9DEC2A2F-D003-3CAF-0B66-E272BF01C9D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71966" y="1387869"/>
                  <a:ext cx="1432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C5D58591-8F81-4108-DFCB-C734B27CE2B0}"/>
                    </a:ext>
                  </a:extLst>
                </p14:cNvPr>
                <p14:cNvContentPartPr/>
                <p14:nvPr/>
              </p14:nvContentPartPr>
              <p14:xfrm>
                <a:off x="1286606" y="1498029"/>
                <a:ext cx="144000" cy="4212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C5D58591-8F81-4108-DFCB-C734B27CE2B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280486" y="1491909"/>
                  <a:ext cx="1562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2573F5F3-8A97-5D40-0B72-6663FFBCD47E}"/>
                    </a:ext>
                  </a:extLst>
                </p14:cNvPr>
                <p14:cNvContentPartPr/>
                <p14:nvPr/>
              </p14:nvContentPartPr>
              <p14:xfrm>
                <a:off x="1542566" y="1400829"/>
                <a:ext cx="294480" cy="12960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2573F5F3-8A97-5D40-0B72-6663FFBCD47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536446" y="1394709"/>
                  <a:ext cx="3067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A03DAB98-141A-044D-1E83-74E15B78F972}"/>
                    </a:ext>
                  </a:extLst>
                </p14:cNvPr>
                <p14:cNvContentPartPr/>
                <p14:nvPr/>
              </p14:nvContentPartPr>
              <p14:xfrm>
                <a:off x="1976726" y="1387149"/>
                <a:ext cx="210240" cy="1526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A03DAB98-141A-044D-1E83-74E15B78F97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970606" y="1381029"/>
                  <a:ext cx="2224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35AB917F-D954-DEF2-3543-F34DB3838427}"/>
                    </a:ext>
                  </a:extLst>
                </p14:cNvPr>
                <p14:cNvContentPartPr/>
                <p14:nvPr/>
              </p14:nvContentPartPr>
              <p14:xfrm>
                <a:off x="2314406" y="1409109"/>
                <a:ext cx="160920" cy="5256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35AB917F-D954-DEF2-3543-F34DB383842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308286" y="1402989"/>
                  <a:ext cx="1731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AD71F0DF-77A7-A8A3-F1FE-59EABCDC7A9D}"/>
                    </a:ext>
                  </a:extLst>
                </p14:cNvPr>
                <p14:cNvContentPartPr/>
                <p14:nvPr/>
              </p14:nvContentPartPr>
              <p14:xfrm>
                <a:off x="2405486" y="1366629"/>
                <a:ext cx="360" cy="3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AD71F0DF-77A7-A8A3-F1FE-59EABCDC7A9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399366" y="136050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CD8A63C5-9D10-CD57-226D-D5240B632E15}"/>
                    </a:ext>
                  </a:extLst>
                </p14:cNvPr>
                <p14:cNvContentPartPr/>
                <p14:nvPr/>
              </p14:nvContentPartPr>
              <p14:xfrm>
                <a:off x="2363726" y="1416309"/>
                <a:ext cx="139680" cy="604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CD8A63C5-9D10-CD57-226D-D5240B632E1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357606" y="1410189"/>
                  <a:ext cx="1519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5AD3AB63-A922-F88D-69E5-40DA74A104F4}"/>
                    </a:ext>
                  </a:extLst>
                </p14:cNvPr>
                <p14:cNvContentPartPr/>
                <p14:nvPr/>
              </p14:nvContentPartPr>
              <p14:xfrm>
                <a:off x="2648486" y="1241349"/>
                <a:ext cx="183960" cy="2556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5AD3AB63-A922-F88D-69E5-40DA74A104F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642366" y="1235229"/>
                  <a:ext cx="1962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FEC2F95C-FF06-5312-4FE5-E50BF7682238}"/>
                    </a:ext>
                  </a:extLst>
                </p14:cNvPr>
                <p14:cNvContentPartPr/>
                <p14:nvPr/>
              </p14:nvContentPartPr>
              <p14:xfrm>
                <a:off x="2798246" y="1127949"/>
                <a:ext cx="223920" cy="5288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FEC2F95C-FF06-5312-4FE5-E50BF768223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792126" y="1121829"/>
                  <a:ext cx="23616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A2607058-7738-8804-44B6-8BB973610D4B}"/>
                    </a:ext>
                  </a:extLst>
                </p14:cNvPr>
                <p14:cNvContentPartPr/>
                <p14:nvPr/>
              </p14:nvContentPartPr>
              <p14:xfrm>
                <a:off x="899246" y="1263669"/>
                <a:ext cx="401760" cy="6444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A2607058-7738-8804-44B6-8BB973610D4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93126" y="1257549"/>
                  <a:ext cx="414000" cy="65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A00F0213-278C-7308-4567-3782BC2D12E7}"/>
                    </a:ext>
                  </a:extLst>
                </p14:cNvPr>
                <p14:cNvContentPartPr/>
                <p14:nvPr/>
              </p14:nvContentPartPr>
              <p14:xfrm>
                <a:off x="343406" y="1286349"/>
                <a:ext cx="200160" cy="961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A00F0213-278C-7308-4567-3782BC2D12E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37286" y="1280229"/>
                  <a:ext cx="2124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D70CD227-8390-F3E5-50E0-8198B60567E2}"/>
                    </a:ext>
                  </a:extLst>
                </p14:cNvPr>
                <p14:cNvContentPartPr/>
                <p14:nvPr/>
              </p14:nvContentPartPr>
              <p14:xfrm>
                <a:off x="425486" y="1405869"/>
                <a:ext cx="322560" cy="3153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D70CD227-8390-F3E5-50E0-8198B60567E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19366" y="1399749"/>
                  <a:ext cx="334800" cy="32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D69D0F61-9F0A-2F3E-D53A-27E122568D40}"/>
                  </a:ext>
                </a:extLst>
              </p14:cNvPr>
              <p14:cNvContentPartPr/>
              <p14:nvPr/>
            </p14:nvContentPartPr>
            <p14:xfrm>
              <a:off x="3177686" y="1264029"/>
              <a:ext cx="325080" cy="19368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D69D0F61-9F0A-2F3E-D53A-27E122568D40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3171566" y="1257909"/>
                <a:ext cx="337320" cy="20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98" name="Group 297">
            <a:extLst>
              <a:ext uri="{FF2B5EF4-FFF2-40B4-BE49-F238E27FC236}">
                <a16:creationId xmlns:a16="http://schemas.microsoft.com/office/drawing/2014/main" id="{B91DB1FF-063D-0B9E-DC11-5A6603BEB509}"/>
              </a:ext>
            </a:extLst>
          </p:cNvPr>
          <p:cNvGrpSpPr/>
          <p:nvPr/>
        </p:nvGrpSpPr>
        <p:grpSpPr>
          <a:xfrm>
            <a:off x="3867806" y="1321989"/>
            <a:ext cx="128880" cy="168120"/>
            <a:chOff x="3867806" y="1321989"/>
            <a:chExt cx="128880" cy="16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96B888BB-6C81-3478-BDE9-75AED8F4B531}"/>
                    </a:ext>
                  </a:extLst>
                </p14:cNvPr>
                <p14:cNvContentPartPr/>
                <p14:nvPr/>
              </p14:nvContentPartPr>
              <p14:xfrm>
                <a:off x="3867806" y="1321989"/>
                <a:ext cx="117720" cy="5400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96B888BB-6C81-3478-BDE9-75AED8F4B53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861686" y="1315869"/>
                  <a:ext cx="1299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237B9273-1724-8908-C9B9-C0D48C60B99F}"/>
                    </a:ext>
                  </a:extLst>
                </p14:cNvPr>
                <p14:cNvContentPartPr/>
                <p14:nvPr/>
              </p14:nvContentPartPr>
              <p14:xfrm>
                <a:off x="3931166" y="1455909"/>
                <a:ext cx="65520" cy="3420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237B9273-1724-8908-C9B9-C0D48C60B99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925046" y="1449789"/>
                  <a:ext cx="77760" cy="4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2E325F47-C6DA-A2F5-62E1-93609FB069FF}"/>
                  </a:ext>
                </a:extLst>
              </p14:cNvPr>
              <p14:cNvContentPartPr/>
              <p14:nvPr/>
            </p14:nvContentPartPr>
            <p14:xfrm>
              <a:off x="4423646" y="1217589"/>
              <a:ext cx="218160" cy="21492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2E325F47-C6DA-A2F5-62E1-93609FB069FF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4417526" y="1211469"/>
                <a:ext cx="230400" cy="22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2" name="Group 311">
            <a:extLst>
              <a:ext uri="{FF2B5EF4-FFF2-40B4-BE49-F238E27FC236}">
                <a16:creationId xmlns:a16="http://schemas.microsoft.com/office/drawing/2014/main" id="{7F7A23ED-8270-8FC6-A4F5-2B0101103027}"/>
              </a:ext>
            </a:extLst>
          </p:cNvPr>
          <p:cNvGrpSpPr/>
          <p:nvPr/>
        </p:nvGrpSpPr>
        <p:grpSpPr>
          <a:xfrm>
            <a:off x="1066286" y="1932189"/>
            <a:ext cx="1755360" cy="542160"/>
            <a:chOff x="1066286" y="1932189"/>
            <a:chExt cx="1755360" cy="54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1ED0768D-2945-BCB6-9422-F2D11F085081}"/>
                    </a:ext>
                  </a:extLst>
                </p14:cNvPr>
                <p14:cNvContentPartPr/>
                <p14:nvPr/>
              </p14:nvContentPartPr>
              <p14:xfrm>
                <a:off x="1066286" y="2018949"/>
                <a:ext cx="141120" cy="489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1ED0768D-2945-BCB6-9422-F2D11F08508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60166" y="2012829"/>
                  <a:ext cx="1533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71EECB4C-3C18-57B7-ECAC-CB4F0DAAD304}"/>
                    </a:ext>
                  </a:extLst>
                </p14:cNvPr>
                <p14:cNvContentPartPr/>
                <p14:nvPr/>
              </p14:nvContentPartPr>
              <p14:xfrm>
                <a:off x="1112006" y="2130909"/>
                <a:ext cx="214200" cy="20628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71EECB4C-3C18-57B7-ECAC-CB4F0DAAD30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05886" y="2124789"/>
                  <a:ext cx="2264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FAD486B4-C379-4073-F773-17DAF266DC2B}"/>
                    </a:ext>
                  </a:extLst>
                </p14:cNvPr>
                <p14:cNvContentPartPr/>
                <p14:nvPr/>
              </p14:nvContentPartPr>
              <p14:xfrm>
                <a:off x="1436726" y="1932189"/>
                <a:ext cx="239760" cy="54216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FAD486B4-C379-4073-F773-17DAF266DC2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430606" y="1926069"/>
                  <a:ext cx="25200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9DA67AAF-BE39-D3F3-F9BB-7A27B821F90A}"/>
                    </a:ext>
                  </a:extLst>
                </p14:cNvPr>
                <p14:cNvContentPartPr/>
                <p14:nvPr/>
              </p14:nvContentPartPr>
              <p14:xfrm>
                <a:off x="1624286" y="2034429"/>
                <a:ext cx="208800" cy="30096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9DA67AAF-BE39-D3F3-F9BB-7A27B821F90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618166" y="2028309"/>
                  <a:ext cx="22104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6BB5CF40-127A-788E-B32A-95E253EB3D03}"/>
                    </a:ext>
                  </a:extLst>
                </p14:cNvPr>
                <p14:cNvContentPartPr/>
                <p14:nvPr/>
              </p14:nvContentPartPr>
              <p14:xfrm>
                <a:off x="1992206" y="2103909"/>
                <a:ext cx="79560" cy="273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6BB5CF40-127A-788E-B32A-95E253EB3D0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986086" y="2097789"/>
                  <a:ext cx="918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D81B520B-5676-DC40-0BA1-3321D59E2D09}"/>
                    </a:ext>
                  </a:extLst>
                </p14:cNvPr>
                <p14:cNvContentPartPr/>
                <p14:nvPr/>
              </p14:nvContentPartPr>
              <p14:xfrm>
                <a:off x="2204606" y="2027949"/>
                <a:ext cx="328680" cy="14400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D81B520B-5676-DC40-0BA1-3321D59E2D0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198486" y="2021829"/>
                  <a:ext cx="3409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05E00255-8B74-1BA5-83F2-EB7445522608}"/>
                    </a:ext>
                  </a:extLst>
                </p14:cNvPr>
                <p14:cNvContentPartPr/>
                <p14:nvPr/>
              </p14:nvContentPartPr>
              <p14:xfrm>
                <a:off x="2610686" y="2012109"/>
                <a:ext cx="210960" cy="1317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05E00255-8B74-1BA5-83F2-EB744552260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604566" y="2005989"/>
                  <a:ext cx="223200" cy="14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E3BAC20E-13BC-EC17-5FD0-B0ACB0332C44}"/>
                  </a:ext>
                </a:extLst>
              </p14:cNvPr>
              <p14:cNvContentPartPr/>
              <p14:nvPr/>
            </p14:nvContentPartPr>
            <p14:xfrm>
              <a:off x="3014966" y="2002749"/>
              <a:ext cx="102600" cy="19440"/>
            </p14:xfrm>
          </p:contentPart>
        </mc:Choice>
        <mc:Fallback xmlns=""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E3BAC20E-13BC-EC17-5FD0-B0ACB0332C44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3008846" y="1996629"/>
                <a:ext cx="11484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5EFA0A1C-C57D-F8F7-E7DB-582655D5D6CC}"/>
                  </a:ext>
                </a:extLst>
              </p14:cNvPr>
              <p14:cNvContentPartPr/>
              <p14:nvPr/>
            </p14:nvContentPartPr>
            <p14:xfrm>
              <a:off x="3434726" y="1992669"/>
              <a:ext cx="35280" cy="3528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5EFA0A1C-C57D-F8F7-E7DB-582655D5D6CC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3428606" y="1986549"/>
                <a:ext cx="47520" cy="4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35" name="Group 334">
            <a:extLst>
              <a:ext uri="{FF2B5EF4-FFF2-40B4-BE49-F238E27FC236}">
                <a16:creationId xmlns:a16="http://schemas.microsoft.com/office/drawing/2014/main" id="{F996921E-E930-476B-65F3-B09BCD47C4FA}"/>
              </a:ext>
            </a:extLst>
          </p:cNvPr>
          <p:cNvGrpSpPr/>
          <p:nvPr/>
        </p:nvGrpSpPr>
        <p:grpSpPr>
          <a:xfrm>
            <a:off x="3413846" y="1825989"/>
            <a:ext cx="876240" cy="461520"/>
            <a:chOff x="3413846" y="1825989"/>
            <a:chExt cx="876240" cy="46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14B3FB94-CBFE-4E5D-9755-741BF556F1C0}"/>
                    </a:ext>
                  </a:extLst>
                </p14:cNvPr>
                <p14:cNvContentPartPr/>
                <p14:nvPr/>
              </p14:nvContentPartPr>
              <p14:xfrm>
                <a:off x="3471806" y="1947309"/>
                <a:ext cx="2880" cy="1044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14B3FB94-CBFE-4E5D-9755-741BF556F1C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465686" y="1941189"/>
                  <a:ext cx="151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A06BADA1-EE51-C124-D298-1164602CE452}"/>
                    </a:ext>
                  </a:extLst>
                </p14:cNvPr>
                <p14:cNvContentPartPr/>
                <p14:nvPr/>
              </p14:nvContentPartPr>
              <p14:xfrm>
                <a:off x="3471806" y="1947309"/>
                <a:ext cx="360" cy="36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A06BADA1-EE51-C124-D298-1164602CE4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465686" y="194118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23924D04-DE6F-0706-514E-EDCA98257248}"/>
                    </a:ext>
                  </a:extLst>
                </p14:cNvPr>
                <p14:cNvContentPartPr/>
                <p14:nvPr/>
              </p14:nvContentPartPr>
              <p14:xfrm>
                <a:off x="3464966" y="1928229"/>
                <a:ext cx="3600" cy="936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23924D04-DE6F-0706-514E-EDCA9825724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458846" y="1922109"/>
                  <a:ext cx="158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040E8C03-A84B-E10B-BA41-79B8F55C05C8}"/>
                    </a:ext>
                  </a:extLst>
                </p14:cNvPr>
                <p14:cNvContentPartPr/>
                <p14:nvPr/>
              </p14:nvContentPartPr>
              <p14:xfrm>
                <a:off x="3462446" y="1913829"/>
                <a:ext cx="2880" cy="147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040E8C03-A84B-E10B-BA41-79B8F55C05C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456326" y="1907709"/>
                  <a:ext cx="151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37A886A5-AEB0-D086-CFF6-7477F98B19CC}"/>
                    </a:ext>
                  </a:extLst>
                </p14:cNvPr>
                <p14:cNvContentPartPr/>
                <p14:nvPr/>
              </p14:nvContentPartPr>
              <p14:xfrm>
                <a:off x="3452006" y="1906989"/>
                <a:ext cx="360" cy="3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37A886A5-AEB0-D086-CFF6-7477F98B19C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445886" y="190086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707F38A3-A4A9-7609-06D6-90975DFC438A}"/>
                    </a:ext>
                  </a:extLst>
                </p14:cNvPr>
                <p14:cNvContentPartPr/>
                <p14:nvPr/>
              </p14:nvContentPartPr>
              <p14:xfrm>
                <a:off x="3452006" y="1906989"/>
                <a:ext cx="3600" cy="2268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707F38A3-A4A9-7609-06D6-90975DFC438A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445886" y="1900869"/>
                  <a:ext cx="158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F1BD3372-A8F4-8EFD-5438-BF65883E5E6A}"/>
                    </a:ext>
                  </a:extLst>
                </p14:cNvPr>
                <p14:cNvContentPartPr/>
                <p14:nvPr/>
              </p14:nvContentPartPr>
              <p14:xfrm>
                <a:off x="3455246" y="1929309"/>
                <a:ext cx="360" cy="3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F1BD3372-A8F4-8EFD-5438-BF65883E5E6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449126" y="192318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7EB0E61F-102F-2086-9408-0EDA944E7031}"/>
                    </a:ext>
                  </a:extLst>
                </p14:cNvPr>
                <p14:cNvContentPartPr/>
                <p14:nvPr/>
              </p14:nvContentPartPr>
              <p14:xfrm>
                <a:off x="3455246" y="1942269"/>
                <a:ext cx="1440" cy="1260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7EB0E61F-102F-2086-9408-0EDA944E7031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449126" y="1936149"/>
                  <a:ext cx="136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120BF2F1-0F2E-8B5F-61BB-0BBFE1A7180F}"/>
                    </a:ext>
                  </a:extLst>
                </p14:cNvPr>
                <p14:cNvContentPartPr/>
                <p14:nvPr/>
              </p14:nvContentPartPr>
              <p14:xfrm>
                <a:off x="3453446" y="1954509"/>
                <a:ext cx="2520" cy="1188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120BF2F1-0F2E-8B5F-61BB-0BBFE1A7180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447326" y="1948389"/>
                  <a:ext cx="147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A9290F99-B4BB-7553-E6C8-824F331BCC46}"/>
                    </a:ext>
                  </a:extLst>
                </p14:cNvPr>
                <p14:cNvContentPartPr/>
                <p14:nvPr/>
              </p14:nvContentPartPr>
              <p14:xfrm>
                <a:off x="3449126" y="1966029"/>
                <a:ext cx="4680" cy="936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A9290F99-B4BB-7553-E6C8-824F331BCC4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443006" y="1959909"/>
                  <a:ext cx="169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DE66262E-9F2D-5544-8DEC-89795E561C8B}"/>
                    </a:ext>
                  </a:extLst>
                </p14:cNvPr>
                <p14:cNvContentPartPr/>
                <p14:nvPr/>
              </p14:nvContentPartPr>
              <p14:xfrm>
                <a:off x="3435086" y="2027589"/>
                <a:ext cx="360" cy="3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DE66262E-9F2D-5544-8DEC-89795E561C8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428966" y="202146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E485A6AD-E816-218C-1843-5561BFB0FECD}"/>
                    </a:ext>
                  </a:extLst>
                </p14:cNvPr>
                <p14:cNvContentPartPr/>
                <p14:nvPr/>
              </p14:nvContentPartPr>
              <p14:xfrm>
                <a:off x="3445526" y="1825989"/>
                <a:ext cx="27360" cy="21564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E485A6AD-E816-218C-1843-5561BFB0FEC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439406" y="1819869"/>
                  <a:ext cx="396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352F7996-99D3-F4A5-AF0D-B7F703B3596A}"/>
                    </a:ext>
                  </a:extLst>
                </p14:cNvPr>
                <p14:cNvContentPartPr/>
                <p14:nvPr/>
              </p14:nvContentPartPr>
              <p14:xfrm>
                <a:off x="3413846" y="2071509"/>
                <a:ext cx="151920" cy="1407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352F7996-99D3-F4A5-AF0D-B7F703B3596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407726" y="2065389"/>
                  <a:ext cx="1641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87EA4F15-0A52-DFC9-4F16-3FF939C35A34}"/>
                    </a:ext>
                  </a:extLst>
                </p14:cNvPr>
                <p14:cNvContentPartPr/>
                <p14:nvPr/>
              </p14:nvContentPartPr>
              <p14:xfrm>
                <a:off x="3493406" y="2143509"/>
                <a:ext cx="174960" cy="14400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87EA4F15-0A52-DFC9-4F16-3FF939C35A3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487286" y="2137389"/>
                  <a:ext cx="1872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94F3A4ED-6786-7B77-108F-322DC07489AF}"/>
                    </a:ext>
                  </a:extLst>
                </p14:cNvPr>
                <p14:cNvContentPartPr/>
                <p14:nvPr/>
              </p14:nvContentPartPr>
              <p14:xfrm>
                <a:off x="3738566" y="1857309"/>
                <a:ext cx="169920" cy="6516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94F3A4ED-6786-7B77-108F-322DC07489A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732446" y="1851189"/>
                  <a:ext cx="1821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F1C02119-6408-1F4B-9BF2-1EECE33E9BCE}"/>
                    </a:ext>
                  </a:extLst>
                </p14:cNvPr>
                <p14:cNvContentPartPr/>
                <p14:nvPr/>
              </p14:nvContentPartPr>
              <p14:xfrm>
                <a:off x="3750086" y="1952349"/>
                <a:ext cx="185040" cy="19980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F1C02119-6408-1F4B-9BF2-1EECE33E9BC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743966" y="1946229"/>
                  <a:ext cx="1972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5AB79E1E-04B0-7E06-9AB6-083449AF2362}"/>
                    </a:ext>
                  </a:extLst>
                </p14:cNvPr>
                <p14:cNvContentPartPr/>
                <p14:nvPr/>
              </p14:nvContentPartPr>
              <p14:xfrm>
                <a:off x="3975806" y="1888989"/>
                <a:ext cx="202680" cy="3344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5AB79E1E-04B0-7E06-9AB6-083449AF236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969686" y="1882869"/>
                  <a:ext cx="21492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60A7B096-10CA-E722-2C65-282CCE2F6787}"/>
                    </a:ext>
                  </a:extLst>
                </p14:cNvPr>
                <p14:cNvContentPartPr/>
                <p14:nvPr/>
              </p14:nvContentPartPr>
              <p14:xfrm>
                <a:off x="4273166" y="1965309"/>
                <a:ext cx="16920" cy="241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60A7B096-10CA-E722-2C65-282CCE2F678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267046" y="1959189"/>
                  <a:ext cx="2916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E1AC7761-2F5C-A2C0-0066-9314FAED024A}"/>
              </a:ext>
            </a:extLst>
          </p:cNvPr>
          <p:cNvGrpSpPr/>
          <p:nvPr/>
        </p:nvGrpSpPr>
        <p:grpSpPr>
          <a:xfrm>
            <a:off x="4549286" y="1936509"/>
            <a:ext cx="360360" cy="241200"/>
            <a:chOff x="4549286" y="1936509"/>
            <a:chExt cx="360360" cy="24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7AD24B86-759F-2D74-66F7-B6400F992674}"/>
                    </a:ext>
                  </a:extLst>
                </p14:cNvPr>
                <p14:cNvContentPartPr/>
                <p14:nvPr/>
              </p14:nvContentPartPr>
              <p14:xfrm>
                <a:off x="4549286" y="2000949"/>
                <a:ext cx="360360" cy="5220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7AD24B86-759F-2D74-66F7-B6400F99267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543166" y="1994829"/>
                  <a:ext cx="3726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D1043A69-7195-B76A-9BC4-876B394BFC2C}"/>
                    </a:ext>
                  </a:extLst>
                </p14:cNvPr>
                <p14:cNvContentPartPr/>
                <p14:nvPr/>
              </p14:nvContentPartPr>
              <p14:xfrm>
                <a:off x="4718126" y="1936509"/>
                <a:ext cx="47880" cy="24120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D1043A69-7195-B76A-9BC4-876B394BFC2C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712006" y="1930389"/>
                  <a:ext cx="60120" cy="25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D6C27ACE-0152-A9FC-449C-089F42D2F449}"/>
                  </a:ext>
                </a:extLst>
              </p14:cNvPr>
              <p14:cNvContentPartPr/>
              <p14:nvPr/>
            </p14:nvContentPartPr>
            <p14:xfrm>
              <a:off x="5140766" y="1875669"/>
              <a:ext cx="211320" cy="124920"/>
            </p14:xfrm>
          </p:contentPart>
        </mc:Choice>
        <mc:Fallback xmlns=""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D6C27ACE-0152-A9FC-449C-089F42D2F449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5134646" y="1869549"/>
                <a:ext cx="223560" cy="13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9" name="Group 348">
            <a:extLst>
              <a:ext uri="{FF2B5EF4-FFF2-40B4-BE49-F238E27FC236}">
                <a16:creationId xmlns:a16="http://schemas.microsoft.com/office/drawing/2014/main" id="{1E021439-5A22-CAC9-A4E1-92FD1EC606C6}"/>
              </a:ext>
            </a:extLst>
          </p:cNvPr>
          <p:cNvGrpSpPr/>
          <p:nvPr/>
        </p:nvGrpSpPr>
        <p:grpSpPr>
          <a:xfrm>
            <a:off x="5508686" y="1607829"/>
            <a:ext cx="1007280" cy="729000"/>
            <a:chOff x="5508686" y="1607829"/>
            <a:chExt cx="1007280" cy="72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600CE718-4EBD-BBED-58F6-D1EC96FD41BE}"/>
                    </a:ext>
                  </a:extLst>
                </p14:cNvPr>
                <p14:cNvContentPartPr/>
                <p14:nvPr/>
              </p14:nvContentPartPr>
              <p14:xfrm>
                <a:off x="5518766" y="1675149"/>
                <a:ext cx="48960" cy="15120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600CE718-4EBD-BBED-58F6-D1EC96FD41B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512646" y="1669029"/>
                  <a:ext cx="612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199247DF-AB38-1EB7-AF52-F1932535D25F}"/>
                    </a:ext>
                  </a:extLst>
                </p14:cNvPr>
                <p14:cNvContentPartPr/>
                <p14:nvPr/>
              </p14:nvContentPartPr>
              <p14:xfrm>
                <a:off x="5508686" y="1986549"/>
                <a:ext cx="127440" cy="3312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199247DF-AB38-1EB7-AF52-F1932535D25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502566" y="1980429"/>
                  <a:ext cx="1396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5F4BB760-F9D9-ACB5-2391-FCC374F4D454}"/>
                    </a:ext>
                  </a:extLst>
                </p14:cNvPr>
                <p14:cNvContentPartPr/>
                <p14:nvPr/>
              </p14:nvContentPartPr>
              <p14:xfrm>
                <a:off x="5547566" y="2187789"/>
                <a:ext cx="178920" cy="14904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5F4BB760-F9D9-ACB5-2391-FCC374F4D454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541446" y="2181669"/>
                  <a:ext cx="1911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C104AD9E-66B3-5B34-71A9-3E203B12DD23}"/>
                    </a:ext>
                  </a:extLst>
                </p14:cNvPr>
                <p14:cNvContentPartPr/>
                <p14:nvPr/>
              </p14:nvContentPartPr>
              <p14:xfrm>
                <a:off x="5818646" y="1822029"/>
                <a:ext cx="137520" cy="9180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C104AD9E-66B3-5B34-71A9-3E203B12DD23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812526" y="1815909"/>
                  <a:ext cx="1497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3D4E50B9-3BA7-4D93-C8BC-FD2AE0D658C7}"/>
                    </a:ext>
                  </a:extLst>
                </p14:cNvPr>
                <p14:cNvContentPartPr/>
                <p14:nvPr/>
              </p14:nvContentPartPr>
              <p14:xfrm>
                <a:off x="5807486" y="1909509"/>
                <a:ext cx="173880" cy="16272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3D4E50B9-3BA7-4D93-C8BC-FD2AE0D658C7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801366" y="1903389"/>
                  <a:ext cx="1861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43CC73C9-7D5C-F34C-10D0-A7D725DA0AE4}"/>
                    </a:ext>
                  </a:extLst>
                </p14:cNvPr>
                <p14:cNvContentPartPr/>
                <p14:nvPr/>
              </p14:nvContentPartPr>
              <p14:xfrm>
                <a:off x="6025646" y="1877829"/>
                <a:ext cx="176400" cy="15984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43CC73C9-7D5C-F34C-10D0-A7D725DA0AE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019526" y="1871709"/>
                  <a:ext cx="1886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66D784B8-8F0C-D961-04B6-5978033DA917}"/>
                    </a:ext>
                  </a:extLst>
                </p14:cNvPr>
                <p14:cNvContentPartPr/>
                <p14:nvPr/>
              </p14:nvContentPartPr>
              <p14:xfrm>
                <a:off x="6392126" y="1607829"/>
                <a:ext cx="123840" cy="60228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66D784B8-8F0C-D961-04B6-5978033DA91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386006" y="1601709"/>
                  <a:ext cx="136080" cy="61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30962D71-84AC-FC68-2CCB-7019CAD70291}"/>
                  </a:ext>
                </a:extLst>
              </p14:cNvPr>
              <p14:cNvContentPartPr/>
              <p14:nvPr/>
            </p14:nvContentPartPr>
            <p14:xfrm>
              <a:off x="6687326" y="1724469"/>
              <a:ext cx="185400" cy="288000"/>
            </p14:xfrm>
          </p:contentPart>
        </mc:Choice>
        <mc:Fallback xmlns=""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30962D71-84AC-FC68-2CCB-7019CAD70291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6681206" y="1718349"/>
                <a:ext cx="197640" cy="30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52" name="Group 351">
            <a:extLst>
              <a:ext uri="{FF2B5EF4-FFF2-40B4-BE49-F238E27FC236}">
                <a16:creationId xmlns:a16="http://schemas.microsoft.com/office/drawing/2014/main" id="{D8CCF18D-2A08-70A1-5C18-9BA9096D5AA8}"/>
              </a:ext>
            </a:extLst>
          </p:cNvPr>
          <p:cNvGrpSpPr/>
          <p:nvPr/>
        </p:nvGrpSpPr>
        <p:grpSpPr>
          <a:xfrm>
            <a:off x="10406486" y="467349"/>
            <a:ext cx="552600" cy="263160"/>
            <a:chOff x="10406486" y="467349"/>
            <a:chExt cx="552600" cy="26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2F95D4C4-4CB1-FFB4-0745-9191E3AACB18}"/>
                    </a:ext>
                  </a:extLst>
                </p14:cNvPr>
                <p14:cNvContentPartPr/>
                <p14:nvPr/>
              </p14:nvContentPartPr>
              <p14:xfrm>
                <a:off x="10406486" y="467349"/>
                <a:ext cx="165600" cy="9612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2F95D4C4-4CB1-FFB4-0745-9191E3AACB1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400366" y="461229"/>
                  <a:ext cx="1778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FB1160A7-0655-8CA1-F6C8-48E8A453EF4F}"/>
                    </a:ext>
                  </a:extLst>
                </p14:cNvPr>
                <p14:cNvContentPartPr/>
                <p14:nvPr/>
              </p14:nvContentPartPr>
              <p14:xfrm>
                <a:off x="10445366" y="564549"/>
                <a:ext cx="116640" cy="1659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FB1160A7-0655-8CA1-F6C8-48E8A453EF4F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439246" y="558429"/>
                  <a:ext cx="1288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C14A52CA-B399-822D-8FC7-5139270C8555}"/>
                    </a:ext>
                  </a:extLst>
                </p14:cNvPr>
                <p14:cNvContentPartPr/>
                <p14:nvPr/>
              </p14:nvContentPartPr>
              <p14:xfrm>
                <a:off x="10666766" y="518109"/>
                <a:ext cx="292320" cy="18072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C14A52CA-B399-822D-8FC7-5139270C8555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660646" y="511989"/>
                  <a:ext cx="304560" cy="19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6" name="Group 355">
            <a:extLst>
              <a:ext uri="{FF2B5EF4-FFF2-40B4-BE49-F238E27FC236}">
                <a16:creationId xmlns:a16="http://schemas.microsoft.com/office/drawing/2014/main" id="{CFDABC2A-A392-8D4B-AF6B-B25D30868E82}"/>
              </a:ext>
            </a:extLst>
          </p:cNvPr>
          <p:cNvGrpSpPr/>
          <p:nvPr/>
        </p:nvGrpSpPr>
        <p:grpSpPr>
          <a:xfrm>
            <a:off x="7300766" y="1736709"/>
            <a:ext cx="158040" cy="134640"/>
            <a:chOff x="7300766" y="1736709"/>
            <a:chExt cx="158040" cy="13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A6CEE0D3-D169-E2B3-0616-D66879DB7FFF}"/>
                    </a:ext>
                  </a:extLst>
                </p14:cNvPr>
                <p14:cNvContentPartPr/>
                <p14:nvPr/>
              </p14:nvContentPartPr>
              <p14:xfrm>
                <a:off x="7300766" y="1736709"/>
                <a:ext cx="143280" cy="8280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A6CEE0D3-D169-E2B3-0616-D66879DB7FFF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294646" y="1730589"/>
                  <a:ext cx="1555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4220A4CF-E340-E226-B6F4-DD9264A83D21}"/>
                    </a:ext>
                  </a:extLst>
                </p14:cNvPr>
                <p14:cNvContentPartPr/>
                <p14:nvPr/>
              </p14:nvContentPartPr>
              <p14:xfrm>
                <a:off x="7336766" y="1834989"/>
                <a:ext cx="122040" cy="3636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4220A4CF-E340-E226-B6F4-DD9264A83D2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330646" y="1828869"/>
                  <a:ext cx="134280" cy="4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FE6C40DF-7EF6-3ACC-311B-8DC933C3BF9A}"/>
                  </a:ext>
                </a:extLst>
              </p14:cNvPr>
              <p14:cNvContentPartPr/>
              <p14:nvPr/>
            </p14:nvContentPartPr>
            <p14:xfrm>
              <a:off x="7689566" y="1659309"/>
              <a:ext cx="275040" cy="300960"/>
            </p14:xfrm>
          </p:contentPart>
        </mc:Choice>
        <mc:Fallback xmlns=""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FE6C40DF-7EF6-3ACC-311B-8DC933C3BF9A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7683446" y="1653189"/>
                <a:ext cx="28728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C7B59A71-940A-DAEA-AF0D-1C337E15C950}"/>
                  </a:ext>
                </a:extLst>
              </p14:cNvPr>
              <p14:cNvContentPartPr/>
              <p14:nvPr/>
            </p14:nvContentPartPr>
            <p14:xfrm>
              <a:off x="1054766" y="2784309"/>
              <a:ext cx="319680" cy="28080"/>
            </p14:xfrm>
          </p:contentPart>
        </mc:Choice>
        <mc:Fallback xmlns=""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C7B59A71-940A-DAEA-AF0D-1C337E15C950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1048646" y="2778189"/>
                <a:ext cx="3319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6A313D3C-AFE1-594A-6424-95F86003D13A}"/>
                  </a:ext>
                </a:extLst>
              </p14:cNvPr>
              <p14:cNvContentPartPr/>
              <p14:nvPr/>
            </p14:nvContentPartPr>
            <p14:xfrm>
              <a:off x="1097246" y="2891949"/>
              <a:ext cx="289080" cy="285480"/>
            </p14:xfrm>
          </p:contentPart>
        </mc:Choice>
        <mc:Fallback xmlns=""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6A313D3C-AFE1-594A-6424-95F86003D13A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1091126" y="2885829"/>
                <a:ext cx="301320" cy="29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62" name="Group 361">
            <a:extLst>
              <a:ext uri="{FF2B5EF4-FFF2-40B4-BE49-F238E27FC236}">
                <a16:creationId xmlns:a16="http://schemas.microsoft.com/office/drawing/2014/main" id="{BC60D92F-39D4-8148-FB7A-134AA0501E3D}"/>
              </a:ext>
            </a:extLst>
          </p:cNvPr>
          <p:cNvGrpSpPr/>
          <p:nvPr/>
        </p:nvGrpSpPr>
        <p:grpSpPr>
          <a:xfrm>
            <a:off x="1591166" y="2830029"/>
            <a:ext cx="525960" cy="385920"/>
            <a:chOff x="1591166" y="2830029"/>
            <a:chExt cx="525960" cy="38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DEF2EB68-6A4D-5294-450B-F4DB0D997DF5}"/>
                    </a:ext>
                  </a:extLst>
                </p14:cNvPr>
                <p14:cNvContentPartPr/>
                <p14:nvPr/>
              </p14:nvContentPartPr>
              <p14:xfrm>
                <a:off x="1591166" y="2830029"/>
                <a:ext cx="221760" cy="16884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DEF2EB68-6A4D-5294-450B-F4DB0D997DF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585046" y="2823909"/>
                  <a:ext cx="2340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2450CAE1-22A5-1C0B-787D-0EB6A5821961}"/>
                    </a:ext>
                  </a:extLst>
                </p14:cNvPr>
                <p14:cNvContentPartPr/>
                <p14:nvPr/>
              </p14:nvContentPartPr>
              <p14:xfrm>
                <a:off x="1938206" y="2832909"/>
                <a:ext cx="178920" cy="38304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2450CAE1-22A5-1C0B-787D-0EB6A582196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932086" y="2826789"/>
                  <a:ext cx="191160" cy="39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3A7908A1-0158-1CDF-3C23-13648CCCE39D}"/>
                  </a:ext>
                </a:extLst>
              </p14:cNvPr>
              <p14:cNvContentPartPr/>
              <p14:nvPr/>
            </p14:nvContentPartPr>
            <p14:xfrm>
              <a:off x="2364086" y="2845509"/>
              <a:ext cx="188280" cy="49680"/>
            </p14:xfrm>
          </p:contentPart>
        </mc:Choice>
        <mc:Fallback xmlns=""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3A7908A1-0158-1CDF-3C23-13648CCCE39D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2357966" y="2839389"/>
                <a:ext cx="20052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29748A0E-3A03-53BE-A9E7-4FE059142147}"/>
                  </a:ext>
                </a:extLst>
              </p14:cNvPr>
              <p14:cNvContentPartPr/>
              <p14:nvPr/>
            </p14:nvContentPartPr>
            <p14:xfrm>
              <a:off x="3780686" y="2777469"/>
              <a:ext cx="203760" cy="50400"/>
            </p14:xfrm>
          </p:contentPart>
        </mc:Choice>
        <mc:Fallback xmlns=""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29748A0E-3A03-53BE-A9E7-4FE059142147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3774566" y="2771349"/>
                <a:ext cx="216000" cy="6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75" name="Group 374">
            <a:extLst>
              <a:ext uri="{FF2B5EF4-FFF2-40B4-BE49-F238E27FC236}">
                <a16:creationId xmlns:a16="http://schemas.microsoft.com/office/drawing/2014/main" id="{D3DFBF73-59F5-74A0-D300-4B568FC0E052}"/>
              </a:ext>
            </a:extLst>
          </p:cNvPr>
          <p:cNvGrpSpPr/>
          <p:nvPr/>
        </p:nvGrpSpPr>
        <p:grpSpPr>
          <a:xfrm>
            <a:off x="4167686" y="2559669"/>
            <a:ext cx="672120" cy="573480"/>
            <a:chOff x="4167686" y="2559669"/>
            <a:chExt cx="672120" cy="57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4AAC3C6E-4976-2730-6024-47AF80DB89B2}"/>
                    </a:ext>
                  </a:extLst>
                </p14:cNvPr>
                <p14:cNvContentPartPr/>
                <p14:nvPr/>
              </p14:nvContentPartPr>
              <p14:xfrm>
                <a:off x="4216286" y="2559669"/>
                <a:ext cx="20520" cy="25308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4AAC3C6E-4976-2730-6024-47AF80DB89B2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210166" y="2553549"/>
                  <a:ext cx="327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D9B41C26-DB5A-2405-C474-B45A605EC820}"/>
                    </a:ext>
                  </a:extLst>
                </p14:cNvPr>
                <p14:cNvContentPartPr/>
                <p14:nvPr/>
              </p14:nvContentPartPr>
              <p14:xfrm>
                <a:off x="4167686" y="2988429"/>
                <a:ext cx="30600" cy="792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D9B41C26-DB5A-2405-C474-B45A605EC82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161566" y="2982309"/>
                  <a:ext cx="428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53BB2A88-8D58-5009-3711-2F128C00FCB8}"/>
                    </a:ext>
                  </a:extLst>
                </p14:cNvPr>
                <p14:cNvContentPartPr/>
                <p14:nvPr/>
              </p14:nvContentPartPr>
              <p14:xfrm>
                <a:off x="4252646" y="2987709"/>
                <a:ext cx="210240" cy="14544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53BB2A88-8D58-5009-3711-2F128C00FCB8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246526" y="2981589"/>
                  <a:ext cx="2224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56813222-BCE8-A8B6-6694-6A6995443678}"/>
                    </a:ext>
                  </a:extLst>
                </p14:cNvPr>
                <p14:cNvContentPartPr/>
                <p14:nvPr/>
              </p14:nvContentPartPr>
              <p14:xfrm>
                <a:off x="4590326" y="2655069"/>
                <a:ext cx="249480" cy="16740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56813222-BCE8-A8B6-6694-6A6995443678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584206" y="2648949"/>
                  <a:ext cx="2617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9D00FB83-2018-41BB-F538-9D847B2EB63B}"/>
                    </a:ext>
                  </a:extLst>
                </p14:cNvPr>
                <p14:cNvContentPartPr/>
                <p14:nvPr/>
              </p14:nvContentPartPr>
              <p14:xfrm>
                <a:off x="4399526" y="2622669"/>
                <a:ext cx="112320" cy="4644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9D00FB83-2018-41BB-F538-9D847B2EB63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393406" y="2616549"/>
                  <a:ext cx="1245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99AF44B4-9214-8B9B-1777-C0FA9E900BF5}"/>
                    </a:ext>
                  </a:extLst>
                </p14:cNvPr>
                <p14:cNvContentPartPr/>
                <p14:nvPr/>
              </p14:nvContentPartPr>
              <p14:xfrm>
                <a:off x="4362806" y="2679909"/>
                <a:ext cx="178560" cy="25884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99AF44B4-9214-8B9B-1777-C0FA9E900BF5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356686" y="2673789"/>
                  <a:ext cx="190800" cy="27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D7A587AC-9E25-66C8-9278-8E9DBF981863}"/>
                  </a:ext>
                </a:extLst>
              </p14:cNvPr>
              <p14:cNvContentPartPr/>
              <p14:nvPr/>
            </p14:nvContentPartPr>
            <p14:xfrm>
              <a:off x="4877606" y="2632029"/>
              <a:ext cx="143280" cy="399600"/>
            </p14:xfrm>
          </p:contentPart>
        </mc:Choice>
        <mc:Fallback xmlns=""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D7A587AC-9E25-66C8-9278-8E9DBF981863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4871486" y="2625909"/>
                <a:ext cx="155520" cy="41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82" name="Group 381">
            <a:extLst>
              <a:ext uri="{FF2B5EF4-FFF2-40B4-BE49-F238E27FC236}">
                <a16:creationId xmlns:a16="http://schemas.microsoft.com/office/drawing/2014/main" id="{EBCBB92F-175A-D6DA-8B49-8CBADFD37804}"/>
              </a:ext>
            </a:extLst>
          </p:cNvPr>
          <p:cNvGrpSpPr/>
          <p:nvPr/>
        </p:nvGrpSpPr>
        <p:grpSpPr>
          <a:xfrm>
            <a:off x="5308886" y="2712309"/>
            <a:ext cx="223200" cy="209880"/>
            <a:chOff x="5308886" y="2712309"/>
            <a:chExt cx="223200" cy="20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92A4E1B1-7538-2511-E411-D9F52EF2E67D}"/>
                    </a:ext>
                  </a:extLst>
                </p14:cNvPr>
                <p14:cNvContentPartPr/>
                <p14:nvPr/>
              </p14:nvContentPartPr>
              <p14:xfrm>
                <a:off x="5308886" y="2755149"/>
                <a:ext cx="223200" cy="3960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92A4E1B1-7538-2511-E411-D9F52EF2E67D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302766" y="2749029"/>
                  <a:ext cx="2354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60DB1B0B-8D8E-FC51-C208-48D9403C14E2}"/>
                    </a:ext>
                  </a:extLst>
                </p14:cNvPr>
                <p14:cNvContentPartPr/>
                <p14:nvPr/>
              </p14:nvContentPartPr>
              <p14:xfrm>
                <a:off x="5415806" y="2712309"/>
                <a:ext cx="14040" cy="20988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60DB1B0B-8D8E-FC51-C208-48D9403C14E2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409686" y="2706189"/>
                  <a:ext cx="26280" cy="22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379" name="Ink 378">
                <a:extLst>
                  <a:ext uri="{FF2B5EF4-FFF2-40B4-BE49-F238E27FC236}">
                    <a16:creationId xmlns:a16="http://schemas.microsoft.com/office/drawing/2014/main" id="{9CDDA9C9-368D-8155-D1DA-EDB4E66937E4}"/>
                  </a:ext>
                </a:extLst>
              </p14:cNvPr>
              <p14:cNvContentPartPr/>
              <p14:nvPr/>
            </p14:nvContentPartPr>
            <p14:xfrm>
              <a:off x="5694806" y="2694669"/>
              <a:ext cx="286560" cy="124200"/>
            </p14:xfrm>
          </p:contentPart>
        </mc:Choice>
        <mc:Fallback xmlns="">
          <p:pic>
            <p:nvPicPr>
              <p:cNvPr id="379" name="Ink 378">
                <a:extLst>
                  <a:ext uri="{FF2B5EF4-FFF2-40B4-BE49-F238E27FC236}">
                    <a16:creationId xmlns:a16="http://schemas.microsoft.com/office/drawing/2014/main" id="{9CDDA9C9-368D-8155-D1DA-EDB4E66937E4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5688686" y="2688549"/>
                <a:ext cx="29880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380" name="Ink 379">
                <a:extLst>
                  <a:ext uri="{FF2B5EF4-FFF2-40B4-BE49-F238E27FC236}">
                    <a16:creationId xmlns:a16="http://schemas.microsoft.com/office/drawing/2014/main" id="{8A6FBFC5-23D8-3AB1-70A7-BFC1F0308B09}"/>
                  </a:ext>
                </a:extLst>
              </p14:cNvPr>
              <p14:cNvContentPartPr/>
              <p14:nvPr/>
            </p14:nvContentPartPr>
            <p14:xfrm>
              <a:off x="6225446" y="2377869"/>
              <a:ext cx="83880" cy="239760"/>
            </p14:xfrm>
          </p:contentPart>
        </mc:Choice>
        <mc:Fallback xmlns="">
          <p:pic>
            <p:nvPicPr>
              <p:cNvPr id="380" name="Ink 379">
                <a:extLst>
                  <a:ext uri="{FF2B5EF4-FFF2-40B4-BE49-F238E27FC236}">
                    <a16:creationId xmlns:a16="http://schemas.microsoft.com/office/drawing/2014/main" id="{8A6FBFC5-23D8-3AB1-70A7-BFC1F0308B09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6219326" y="2371749"/>
                <a:ext cx="961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1EC2DC3A-14BD-982A-C3CE-CD94B9A15AC7}"/>
                  </a:ext>
                </a:extLst>
              </p14:cNvPr>
              <p14:cNvContentPartPr/>
              <p14:nvPr/>
            </p14:nvContentPartPr>
            <p14:xfrm>
              <a:off x="6194486" y="2729589"/>
              <a:ext cx="295560" cy="96120"/>
            </p14:xfrm>
          </p:contentPart>
        </mc:Choice>
        <mc:Fallback xmlns=""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1EC2DC3A-14BD-982A-C3CE-CD94B9A15AC7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6188366" y="2723469"/>
                <a:ext cx="30780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246BBC10-F139-D14D-A307-98F8CB115EBD}"/>
                  </a:ext>
                </a:extLst>
              </p14:cNvPr>
              <p14:cNvContentPartPr/>
              <p14:nvPr/>
            </p14:nvContentPartPr>
            <p14:xfrm>
              <a:off x="6363686" y="3050709"/>
              <a:ext cx="192960" cy="136080"/>
            </p14:xfrm>
          </p:contentPart>
        </mc:Choice>
        <mc:Fallback xmlns=""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246BBC10-F139-D14D-A307-98F8CB115EBD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6357566" y="3044589"/>
                <a:ext cx="205200" cy="14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87" name="Group 386">
            <a:extLst>
              <a:ext uri="{FF2B5EF4-FFF2-40B4-BE49-F238E27FC236}">
                <a16:creationId xmlns:a16="http://schemas.microsoft.com/office/drawing/2014/main" id="{2E67D015-BCCC-637A-311E-37E6F0099D47}"/>
              </a:ext>
            </a:extLst>
          </p:cNvPr>
          <p:cNvGrpSpPr/>
          <p:nvPr/>
        </p:nvGrpSpPr>
        <p:grpSpPr>
          <a:xfrm>
            <a:off x="6835286" y="2492709"/>
            <a:ext cx="556560" cy="389880"/>
            <a:chOff x="6835286" y="2492709"/>
            <a:chExt cx="556560" cy="38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388C1874-4EE7-0663-71EE-D0A0F5FDF768}"/>
                    </a:ext>
                  </a:extLst>
                </p14:cNvPr>
                <p14:cNvContentPartPr/>
                <p14:nvPr/>
              </p14:nvContentPartPr>
              <p14:xfrm>
                <a:off x="6835286" y="2492709"/>
                <a:ext cx="202680" cy="6948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388C1874-4EE7-0663-71EE-D0A0F5FDF768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829166" y="2486589"/>
                  <a:ext cx="2149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9D6F4499-9E1D-904F-AAA4-92F145BFA693}"/>
                    </a:ext>
                  </a:extLst>
                </p14:cNvPr>
                <p14:cNvContentPartPr/>
                <p14:nvPr/>
              </p14:nvContentPartPr>
              <p14:xfrm>
                <a:off x="6836006" y="2622669"/>
                <a:ext cx="181440" cy="25992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9D6F4499-9E1D-904F-AAA4-92F145BFA693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829886" y="2616549"/>
                  <a:ext cx="1936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78517D2F-127A-4C6E-60D4-0FAEFC811365}"/>
                    </a:ext>
                  </a:extLst>
                </p14:cNvPr>
                <p14:cNvContentPartPr/>
                <p14:nvPr/>
              </p14:nvContentPartPr>
              <p14:xfrm>
                <a:off x="7167566" y="2610789"/>
                <a:ext cx="224280" cy="16308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78517D2F-127A-4C6E-60D4-0FAEFC811365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161446" y="2604669"/>
                  <a:ext cx="236520" cy="17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08454E7A-32A5-CAEF-68B6-DAABB9BF596E}"/>
                  </a:ext>
                </a:extLst>
              </p14:cNvPr>
              <p14:cNvContentPartPr/>
              <p14:nvPr/>
            </p14:nvContentPartPr>
            <p14:xfrm>
              <a:off x="7459886" y="2415309"/>
              <a:ext cx="2160" cy="10800"/>
            </p14:xfrm>
          </p:contentPart>
        </mc:Choice>
        <mc:Fallback xmlns=""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08454E7A-32A5-CAEF-68B6-DAABB9BF596E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7453766" y="2409189"/>
                <a:ext cx="1440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7FD53A51-3219-68AE-A13D-B89C46219396}"/>
                  </a:ext>
                </a:extLst>
              </p14:cNvPr>
              <p14:cNvContentPartPr/>
              <p14:nvPr/>
            </p14:nvContentPartPr>
            <p14:xfrm>
              <a:off x="7460246" y="2459949"/>
              <a:ext cx="174600" cy="146880"/>
            </p14:xfrm>
          </p:contentPart>
        </mc:Choice>
        <mc:Fallback xmlns=""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7FD53A51-3219-68AE-A13D-B89C46219396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7454126" y="2453829"/>
                <a:ext cx="186840" cy="15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3" name="Group 392">
            <a:extLst>
              <a:ext uri="{FF2B5EF4-FFF2-40B4-BE49-F238E27FC236}">
                <a16:creationId xmlns:a16="http://schemas.microsoft.com/office/drawing/2014/main" id="{34E9425F-22C6-ED28-7A73-CFCB93279F7D}"/>
              </a:ext>
            </a:extLst>
          </p:cNvPr>
          <p:cNvGrpSpPr/>
          <p:nvPr/>
        </p:nvGrpSpPr>
        <p:grpSpPr>
          <a:xfrm>
            <a:off x="8046686" y="2508549"/>
            <a:ext cx="490680" cy="228960"/>
            <a:chOff x="8046686" y="2508549"/>
            <a:chExt cx="490680" cy="22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11DE52AB-3F1B-C860-E653-380F612D2180}"/>
                    </a:ext>
                  </a:extLst>
                </p14:cNvPr>
                <p14:cNvContentPartPr/>
                <p14:nvPr/>
              </p14:nvContentPartPr>
              <p14:xfrm>
                <a:off x="8046686" y="2561109"/>
                <a:ext cx="87120" cy="1404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11DE52AB-3F1B-C860-E653-380F612D218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040566" y="2554989"/>
                  <a:ext cx="993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54504029-37D4-F70A-4997-7554AE8B0A22}"/>
                    </a:ext>
                  </a:extLst>
                </p14:cNvPr>
                <p14:cNvContentPartPr/>
                <p14:nvPr/>
              </p14:nvContentPartPr>
              <p14:xfrm>
                <a:off x="8062526" y="2707269"/>
                <a:ext cx="91440" cy="3024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54504029-37D4-F70A-4997-7554AE8B0A2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056406" y="2701149"/>
                  <a:ext cx="1036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10FA7738-DBEC-394C-318C-7853FEA58884}"/>
                    </a:ext>
                  </a:extLst>
                </p14:cNvPr>
                <p14:cNvContentPartPr/>
                <p14:nvPr/>
              </p14:nvContentPartPr>
              <p14:xfrm>
                <a:off x="8307686" y="2508549"/>
                <a:ext cx="229680" cy="22068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10FA7738-DBEC-394C-318C-7853FEA5888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301566" y="2502429"/>
                  <a:ext cx="241920" cy="23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4AAF47E5-2A61-C667-1B3B-27D618F0D1A3}"/>
              </a:ext>
            </a:extLst>
          </p:cNvPr>
          <p:cNvGrpSpPr/>
          <p:nvPr/>
        </p:nvGrpSpPr>
        <p:grpSpPr>
          <a:xfrm>
            <a:off x="2804366" y="2535189"/>
            <a:ext cx="792360" cy="591480"/>
            <a:chOff x="2804366" y="2535189"/>
            <a:chExt cx="792360" cy="59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707583C6-4CAF-0CF2-CC76-97C8AFCBC593}"/>
                    </a:ext>
                  </a:extLst>
                </p14:cNvPr>
                <p14:cNvContentPartPr/>
                <p14:nvPr/>
              </p14:nvContentPartPr>
              <p14:xfrm>
                <a:off x="2804366" y="2738229"/>
                <a:ext cx="314280" cy="19404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707583C6-4CAF-0CF2-CC76-97C8AFCBC59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798246" y="2732109"/>
                  <a:ext cx="3265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D9B0EC94-8EA2-BFDC-71BB-28D25C0D48A9}"/>
                    </a:ext>
                  </a:extLst>
                </p14:cNvPr>
                <p14:cNvContentPartPr/>
                <p14:nvPr/>
              </p14:nvContentPartPr>
              <p14:xfrm>
                <a:off x="3188486" y="2750829"/>
                <a:ext cx="246600" cy="17784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D9B0EC94-8EA2-BFDC-71BB-28D25C0D48A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182366" y="2744709"/>
                  <a:ext cx="2588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C01099E2-62FE-488E-9D90-FC655F2D4B02}"/>
                    </a:ext>
                  </a:extLst>
                </p14:cNvPr>
                <p14:cNvContentPartPr/>
                <p14:nvPr/>
              </p14:nvContentPartPr>
              <p14:xfrm>
                <a:off x="3417806" y="2535189"/>
                <a:ext cx="178920" cy="16884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C01099E2-62FE-488E-9D90-FC655F2D4B0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411686" y="2529069"/>
                  <a:ext cx="1911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2FA8FDF2-5ABE-4C85-5581-501753F22E2E}"/>
                    </a:ext>
                  </a:extLst>
                </p14:cNvPr>
                <p14:cNvContentPartPr/>
                <p14:nvPr/>
              </p14:nvContentPartPr>
              <p14:xfrm>
                <a:off x="3072566" y="2648949"/>
                <a:ext cx="171360" cy="4248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2FA8FDF2-5ABE-4C85-5581-501753F22E2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066446" y="2642829"/>
                  <a:ext cx="1836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F75E3967-6399-D713-2194-7C7410D82BC1}"/>
                    </a:ext>
                  </a:extLst>
                </p14:cNvPr>
                <p14:cNvContentPartPr/>
                <p14:nvPr/>
              </p14:nvContentPartPr>
              <p14:xfrm>
                <a:off x="3085886" y="2734989"/>
                <a:ext cx="242280" cy="39168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F75E3967-6399-D713-2194-7C7410D82BC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079766" y="2728869"/>
                  <a:ext cx="254520" cy="40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FEAE549F-193A-FE01-6208-85D3AF65E836}"/>
              </a:ext>
            </a:extLst>
          </p:cNvPr>
          <p:cNvGrpSpPr/>
          <p:nvPr/>
        </p:nvGrpSpPr>
        <p:grpSpPr>
          <a:xfrm>
            <a:off x="485606" y="3597549"/>
            <a:ext cx="776880" cy="467640"/>
            <a:chOff x="485606" y="3597549"/>
            <a:chExt cx="776880" cy="46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F0354DDF-D9D5-AFDE-6F38-AE3FA4990C1C}"/>
                    </a:ext>
                  </a:extLst>
                </p14:cNvPr>
                <p14:cNvContentPartPr/>
                <p14:nvPr/>
              </p14:nvContentPartPr>
              <p14:xfrm>
                <a:off x="485606" y="3597549"/>
                <a:ext cx="208440" cy="4932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F0354DDF-D9D5-AFDE-6F38-AE3FA4990C1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79486" y="3591429"/>
                  <a:ext cx="2206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63FC0A72-E9CD-8427-C6E9-67882CAFA97C}"/>
                    </a:ext>
                  </a:extLst>
                </p14:cNvPr>
                <p14:cNvContentPartPr/>
                <p14:nvPr/>
              </p14:nvContentPartPr>
              <p14:xfrm>
                <a:off x="534206" y="3676029"/>
                <a:ext cx="246600" cy="25236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63FC0A72-E9CD-8427-C6E9-67882CAFA97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28086" y="3669909"/>
                  <a:ext cx="2588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C3E2BA3C-7EFD-2BF1-E349-9225E1D97AA1}"/>
                    </a:ext>
                  </a:extLst>
                </p14:cNvPr>
                <p14:cNvContentPartPr/>
                <p14:nvPr/>
              </p14:nvContentPartPr>
              <p14:xfrm>
                <a:off x="860006" y="3686469"/>
                <a:ext cx="184680" cy="10944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C3E2BA3C-7EFD-2BF1-E349-9225E1D97AA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53886" y="3680349"/>
                  <a:ext cx="1969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C6175526-EE3D-6968-F321-FA055EECB14C}"/>
                    </a:ext>
                  </a:extLst>
                </p14:cNvPr>
                <p14:cNvContentPartPr/>
                <p14:nvPr/>
              </p14:nvContentPartPr>
              <p14:xfrm>
                <a:off x="1043606" y="3658749"/>
                <a:ext cx="218880" cy="40644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C6175526-EE3D-6968-F321-FA055EECB14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37486" y="3652629"/>
                  <a:ext cx="231120" cy="41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C66B7D3B-7C4C-AD3B-2A17-1531E2BF1A0C}"/>
              </a:ext>
            </a:extLst>
          </p:cNvPr>
          <p:cNvGrpSpPr/>
          <p:nvPr/>
        </p:nvGrpSpPr>
        <p:grpSpPr>
          <a:xfrm>
            <a:off x="3460286" y="3633909"/>
            <a:ext cx="136800" cy="135720"/>
            <a:chOff x="3460286" y="3633909"/>
            <a:chExt cx="136800" cy="13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8CD59141-4642-3BBE-EE2F-66336956D8E5}"/>
                    </a:ext>
                  </a:extLst>
                </p14:cNvPr>
                <p14:cNvContentPartPr/>
                <p14:nvPr/>
              </p14:nvContentPartPr>
              <p14:xfrm>
                <a:off x="3460286" y="3633909"/>
                <a:ext cx="114480" cy="8100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8CD59141-4642-3BBE-EE2F-66336956D8E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454166" y="3627789"/>
                  <a:ext cx="1267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10082FFF-7D92-FED4-5DA9-0C79A28B0F93}"/>
                    </a:ext>
                  </a:extLst>
                </p14:cNvPr>
                <p14:cNvContentPartPr/>
                <p14:nvPr/>
              </p14:nvContentPartPr>
              <p14:xfrm>
                <a:off x="3499886" y="3732549"/>
                <a:ext cx="97200" cy="3708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10082FFF-7D92-FED4-5DA9-0C79A28B0F9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493766" y="3726429"/>
                  <a:ext cx="10944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304EAA4E-9B75-96CD-99E4-761CEEE3C154}"/>
              </a:ext>
            </a:extLst>
          </p:cNvPr>
          <p:cNvGrpSpPr/>
          <p:nvPr/>
        </p:nvGrpSpPr>
        <p:grpSpPr>
          <a:xfrm>
            <a:off x="5506166" y="3479829"/>
            <a:ext cx="175680" cy="88200"/>
            <a:chOff x="5506166" y="3479829"/>
            <a:chExt cx="175680" cy="8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9869BAB0-0330-50FE-C88E-A0C51EFBFE19}"/>
                    </a:ext>
                  </a:extLst>
                </p14:cNvPr>
                <p14:cNvContentPartPr/>
                <p14:nvPr/>
              </p14:nvContentPartPr>
              <p14:xfrm>
                <a:off x="5506166" y="3479829"/>
                <a:ext cx="175320" cy="8820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9869BAB0-0330-50FE-C88E-A0C51EFBFE1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500046" y="3473709"/>
                  <a:ext cx="1875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5B5B29DC-583F-4A0D-6106-D21FF1D35CA1}"/>
                    </a:ext>
                  </a:extLst>
                </p14:cNvPr>
                <p14:cNvContentPartPr/>
                <p14:nvPr/>
              </p14:nvContentPartPr>
              <p14:xfrm>
                <a:off x="5548286" y="3544989"/>
                <a:ext cx="133560" cy="1908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5B5B29DC-583F-4A0D-6106-D21FF1D35CA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542166" y="3538869"/>
                  <a:ext cx="14580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7" name="Group 436">
            <a:extLst>
              <a:ext uri="{FF2B5EF4-FFF2-40B4-BE49-F238E27FC236}">
                <a16:creationId xmlns:a16="http://schemas.microsoft.com/office/drawing/2014/main" id="{CBEE55F7-E422-C83B-AED6-502B021DC1D3}"/>
              </a:ext>
            </a:extLst>
          </p:cNvPr>
          <p:cNvGrpSpPr/>
          <p:nvPr/>
        </p:nvGrpSpPr>
        <p:grpSpPr>
          <a:xfrm>
            <a:off x="3863846" y="3307029"/>
            <a:ext cx="1389600" cy="692640"/>
            <a:chOff x="3863846" y="3307029"/>
            <a:chExt cx="1389600" cy="69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55C241DE-560E-2BCE-C771-391BBB3E769A}"/>
                    </a:ext>
                  </a:extLst>
                </p14:cNvPr>
                <p14:cNvContentPartPr/>
                <p14:nvPr/>
              </p14:nvContentPartPr>
              <p14:xfrm>
                <a:off x="3863846" y="3596109"/>
                <a:ext cx="335160" cy="10404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55C241DE-560E-2BCE-C771-391BBB3E769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857726" y="3589989"/>
                  <a:ext cx="347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D1D0DDEB-E5D2-D8E3-D2FA-BED1BD20DF64}"/>
                    </a:ext>
                  </a:extLst>
                </p14:cNvPr>
                <p14:cNvContentPartPr/>
                <p14:nvPr/>
              </p14:nvContentPartPr>
              <p14:xfrm>
                <a:off x="4521206" y="3533109"/>
                <a:ext cx="177480" cy="3960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D1D0DDEB-E5D2-D8E3-D2FA-BED1BD20DF6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515086" y="3526989"/>
                  <a:ext cx="1897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936BA7E6-D29E-1C3F-640C-E7FAE1EAE927}"/>
                    </a:ext>
                  </a:extLst>
                </p14:cNvPr>
                <p14:cNvContentPartPr/>
                <p14:nvPr/>
              </p14:nvContentPartPr>
              <p14:xfrm>
                <a:off x="4555766" y="3599349"/>
                <a:ext cx="181800" cy="23868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936BA7E6-D29E-1C3F-640C-E7FAE1EAE92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549646" y="3593229"/>
                  <a:ext cx="1940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68821936-2A44-12BE-99B8-2DDFC8BAA1B2}"/>
                    </a:ext>
                  </a:extLst>
                </p14:cNvPr>
                <p14:cNvContentPartPr/>
                <p14:nvPr/>
              </p14:nvContentPartPr>
              <p14:xfrm>
                <a:off x="4832966" y="3587469"/>
                <a:ext cx="204480" cy="13500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68821936-2A44-12BE-99B8-2DDFC8BAA1B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826846" y="3581349"/>
                  <a:ext cx="2167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DFF31329-B7ED-A126-7881-86E56827F0C1}"/>
                    </a:ext>
                  </a:extLst>
                </p14:cNvPr>
                <p14:cNvContentPartPr/>
                <p14:nvPr/>
              </p14:nvContentPartPr>
              <p14:xfrm>
                <a:off x="5002166" y="3346989"/>
                <a:ext cx="251280" cy="12852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DFF31329-B7ED-A126-7881-86E56827F0C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996046" y="3340869"/>
                  <a:ext cx="2635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0B63F006-67FA-7E26-6A5D-4632CFEDF967}"/>
                    </a:ext>
                  </a:extLst>
                </p14:cNvPr>
                <p14:cNvContentPartPr/>
                <p14:nvPr/>
              </p14:nvContentPartPr>
              <p14:xfrm>
                <a:off x="4312766" y="3307029"/>
                <a:ext cx="379080" cy="69264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0B63F006-67FA-7E26-6A5D-4632CFEDF96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306646" y="3300909"/>
                  <a:ext cx="391320" cy="70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6" name="Group 445">
            <a:extLst>
              <a:ext uri="{FF2B5EF4-FFF2-40B4-BE49-F238E27FC236}">
                <a16:creationId xmlns:a16="http://schemas.microsoft.com/office/drawing/2014/main" id="{E823111E-26D0-69F7-C45C-216E7406FBC8}"/>
              </a:ext>
            </a:extLst>
          </p:cNvPr>
          <p:cNvGrpSpPr/>
          <p:nvPr/>
        </p:nvGrpSpPr>
        <p:grpSpPr>
          <a:xfrm>
            <a:off x="1030286" y="4749189"/>
            <a:ext cx="867960" cy="200880"/>
            <a:chOff x="1030286" y="4749189"/>
            <a:chExt cx="867960" cy="2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EB04B9CB-0E02-1D0C-6656-3F5FFB9588EA}"/>
                    </a:ext>
                  </a:extLst>
                </p14:cNvPr>
                <p14:cNvContentPartPr/>
                <p14:nvPr/>
              </p14:nvContentPartPr>
              <p14:xfrm>
                <a:off x="1030286" y="4756389"/>
                <a:ext cx="450720" cy="19368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EB04B9CB-0E02-1D0C-6656-3F5FFB9588E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24166" y="4750269"/>
                  <a:ext cx="4629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4FA4A7EF-0643-6ADE-37CB-3A3E5EE6D41A}"/>
                    </a:ext>
                  </a:extLst>
                </p14:cNvPr>
                <p14:cNvContentPartPr/>
                <p14:nvPr/>
              </p14:nvContentPartPr>
              <p14:xfrm>
                <a:off x="1644086" y="4749189"/>
                <a:ext cx="132120" cy="4932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4FA4A7EF-0643-6ADE-37CB-3A3E5EE6D41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637966" y="4743069"/>
                  <a:ext cx="1443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0783E4B7-9B74-A788-0796-58CA94834594}"/>
                    </a:ext>
                  </a:extLst>
                </p14:cNvPr>
                <p14:cNvContentPartPr/>
                <p14:nvPr/>
              </p14:nvContentPartPr>
              <p14:xfrm>
                <a:off x="1811126" y="4825149"/>
                <a:ext cx="87120" cy="4392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0783E4B7-9B74-A788-0796-58CA9483459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805006" y="4819029"/>
                  <a:ext cx="99360" cy="5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447" name="Ink 446">
                <a:extLst>
                  <a:ext uri="{FF2B5EF4-FFF2-40B4-BE49-F238E27FC236}">
                    <a16:creationId xmlns:a16="http://schemas.microsoft.com/office/drawing/2014/main" id="{5CA15AB1-A782-109A-5FE0-65C5344921AA}"/>
                  </a:ext>
                </a:extLst>
              </p14:cNvPr>
              <p14:cNvContentPartPr/>
              <p14:nvPr/>
            </p14:nvContentPartPr>
            <p14:xfrm>
              <a:off x="1866206" y="4539669"/>
              <a:ext cx="8280" cy="52920"/>
            </p14:xfrm>
          </p:contentPart>
        </mc:Choice>
        <mc:Fallback xmlns="">
          <p:pic>
            <p:nvPicPr>
              <p:cNvPr id="447" name="Ink 446">
                <a:extLst>
                  <a:ext uri="{FF2B5EF4-FFF2-40B4-BE49-F238E27FC236}">
                    <a16:creationId xmlns:a16="http://schemas.microsoft.com/office/drawing/2014/main" id="{5CA15AB1-A782-109A-5FE0-65C5344921AA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1860086" y="4533549"/>
                <a:ext cx="20520" cy="6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3" name="Group 462">
            <a:extLst>
              <a:ext uri="{FF2B5EF4-FFF2-40B4-BE49-F238E27FC236}">
                <a16:creationId xmlns:a16="http://schemas.microsoft.com/office/drawing/2014/main" id="{BB4D0FA1-C183-6AB3-02C6-5B349F2DE1B3}"/>
              </a:ext>
            </a:extLst>
          </p:cNvPr>
          <p:cNvGrpSpPr/>
          <p:nvPr/>
        </p:nvGrpSpPr>
        <p:grpSpPr>
          <a:xfrm>
            <a:off x="1519526" y="3467949"/>
            <a:ext cx="1506600" cy="658800"/>
            <a:chOff x="1519526" y="3467949"/>
            <a:chExt cx="1506600" cy="65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E6FD56C7-9430-43A4-3285-0E79C28A5FFB}"/>
                    </a:ext>
                  </a:extLst>
                </p14:cNvPr>
                <p14:cNvContentPartPr/>
                <p14:nvPr/>
              </p14:nvContentPartPr>
              <p14:xfrm>
                <a:off x="1519526" y="3710949"/>
                <a:ext cx="207000" cy="10296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E6FD56C7-9430-43A4-3285-0E79C28A5FF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513406" y="3704829"/>
                  <a:ext cx="2192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025AED01-2CE3-30BE-7D9B-C4916153C043}"/>
                    </a:ext>
                  </a:extLst>
                </p14:cNvPr>
                <p14:cNvContentPartPr/>
                <p14:nvPr/>
              </p14:nvContentPartPr>
              <p14:xfrm>
                <a:off x="1971686" y="3467949"/>
                <a:ext cx="14400" cy="17856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025AED01-2CE3-30BE-7D9B-C4916153C04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965566" y="3461829"/>
                  <a:ext cx="266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E95703AC-19E3-6A1D-7E60-BF29F7C84F7E}"/>
                    </a:ext>
                  </a:extLst>
                </p14:cNvPr>
                <p14:cNvContentPartPr/>
                <p14:nvPr/>
              </p14:nvContentPartPr>
              <p14:xfrm>
                <a:off x="1898966" y="3760629"/>
                <a:ext cx="175680" cy="8460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E95703AC-19E3-6A1D-7E60-BF29F7C84F7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892846" y="3754509"/>
                  <a:ext cx="1879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59D66E09-C4A7-F70C-B092-51E187C740EF}"/>
                    </a:ext>
                  </a:extLst>
                </p14:cNvPr>
                <p14:cNvContentPartPr/>
                <p14:nvPr/>
              </p14:nvContentPartPr>
              <p14:xfrm>
                <a:off x="1964846" y="3993189"/>
                <a:ext cx="167760" cy="13356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59D66E09-C4A7-F70C-B092-51E187C740E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958726" y="3987069"/>
                  <a:ext cx="1800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101ADAAC-4D8D-7A93-30C6-165591F9C7F4}"/>
                    </a:ext>
                  </a:extLst>
                </p14:cNvPr>
                <p14:cNvContentPartPr/>
                <p14:nvPr/>
              </p14:nvContentPartPr>
              <p14:xfrm>
                <a:off x="2273726" y="3622389"/>
                <a:ext cx="186480" cy="2448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101ADAAC-4D8D-7A93-30C6-165591F9C7F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267606" y="3616269"/>
                  <a:ext cx="1987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CD6A0DEB-B7C2-BAC8-40B1-6ABA7D652D0D}"/>
                    </a:ext>
                  </a:extLst>
                </p14:cNvPr>
                <p14:cNvContentPartPr/>
                <p14:nvPr/>
              </p14:nvContentPartPr>
              <p14:xfrm>
                <a:off x="2294246" y="3673869"/>
                <a:ext cx="229320" cy="23652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CD6A0DEB-B7C2-BAC8-40B1-6ABA7D652D0D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288126" y="3667749"/>
                  <a:ext cx="2415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B8B38864-936A-85C0-A83C-64FBBEDD1078}"/>
                    </a:ext>
                  </a:extLst>
                </p14:cNvPr>
                <p14:cNvContentPartPr/>
                <p14:nvPr/>
              </p14:nvContentPartPr>
              <p14:xfrm>
                <a:off x="2600606" y="3608349"/>
                <a:ext cx="212040" cy="15768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B8B38864-936A-85C0-A83C-64FBBEDD107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594486" y="3602229"/>
                  <a:ext cx="2242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6C3A9D0E-455F-5311-60AA-7D4B1F17E974}"/>
                    </a:ext>
                  </a:extLst>
                </p14:cNvPr>
                <p14:cNvContentPartPr/>
                <p14:nvPr/>
              </p14:nvContentPartPr>
              <p14:xfrm>
                <a:off x="2780606" y="3646869"/>
                <a:ext cx="245520" cy="43452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6C3A9D0E-455F-5311-60AA-7D4B1F17E97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774486" y="3640749"/>
                  <a:ext cx="25776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DBC0034C-6782-CCC5-1D7F-7A71A10531A4}"/>
                    </a:ext>
                  </a:extLst>
                </p14:cNvPr>
                <p14:cNvContentPartPr/>
                <p14:nvPr/>
              </p14:nvContentPartPr>
              <p14:xfrm>
                <a:off x="2827046" y="3578109"/>
                <a:ext cx="128520" cy="10224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DBC0034C-6782-CCC5-1D7F-7A71A10531A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820926" y="3571989"/>
                  <a:ext cx="140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A8149C29-66B0-35C4-6E04-643F6F5D2394}"/>
                    </a:ext>
                  </a:extLst>
                </p14:cNvPr>
                <p14:cNvContentPartPr/>
                <p14:nvPr/>
              </p14:nvContentPartPr>
              <p14:xfrm>
                <a:off x="2860886" y="3681069"/>
                <a:ext cx="146160" cy="25488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A8149C29-66B0-35C4-6E04-643F6F5D239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854766" y="3674949"/>
                  <a:ext cx="158400" cy="26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FDB64E57-9C22-F276-0FD4-C7F865BFDD8C}"/>
              </a:ext>
            </a:extLst>
          </p:cNvPr>
          <p:cNvGrpSpPr/>
          <p:nvPr/>
        </p:nvGrpSpPr>
        <p:grpSpPr>
          <a:xfrm>
            <a:off x="4781486" y="2566869"/>
            <a:ext cx="232200" cy="362160"/>
            <a:chOff x="4781486" y="2566869"/>
            <a:chExt cx="232200" cy="36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142F40D0-E174-06BF-966B-06B2C6F6DE85}"/>
                    </a:ext>
                  </a:extLst>
                </p14:cNvPr>
                <p14:cNvContentPartPr/>
                <p14:nvPr/>
              </p14:nvContentPartPr>
              <p14:xfrm>
                <a:off x="4781486" y="2566869"/>
                <a:ext cx="113400" cy="4536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142F40D0-E174-06BF-966B-06B2C6F6DE8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775366" y="2560749"/>
                  <a:ext cx="1256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AD74E92D-192D-A080-A38A-FBF4F2E8DDF8}"/>
                    </a:ext>
                  </a:extLst>
                </p14:cNvPr>
                <p14:cNvContentPartPr/>
                <p14:nvPr/>
              </p14:nvContentPartPr>
              <p14:xfrm>
                <a:off x="4815326" y="2625909"/>
                <a:ext cx="198360" cy="30312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AD74E92D-192D-A080-A38A-FBF4F2E8DDF8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809206" y="2619789"/>
                  <a:ext cx="210600" cy="31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8" name="Group 467">
            <a:extLst>
              <a:ext uri="{FF2B5EF4-FFF2-40B4-BE49-F238E27FC236}">
                <a16:creationId xmlns:a16="http://schemas.microsoft.com/office/drawing/2014/main" id="{CCFF88F4-519B-5812-A34A-736F2B223FCA}"/>
              </a:ext>
            </a:extLst>
          </p:cNvPr>
          <p:cNvGrpSpPr/>
          <p:nvPr/>
        </p:nvGrpSpPr>
        <p:grpSpPr>
          <a:xfrm>
            <a:off x="2263646" y="4155549"/>
            <a:ext cx="3515040" cy="785160"/>
            <a:chOff x="2263646" y="4155549"/>
            <a:chExt cx="3515040" cy="78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E03B3268-E36E-20A5-C9B5-8AF082E9048A}"/>
                    </a:ext>
                  </a:extLst>
                </p14:cNvPr>
                <p14:cNvContentPartPr/>
                <p14:nvPr/>
              </p14:nvContentPartPr>
              <p14:xfrm>
                <a:off x="2285966" y="4359669"/>
                <a:ext cx="260640" cy="10800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E03B3268-E36E-20A5-C9B5-8AF082E9048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279846" y="4353549"/>
                  <a:ext cx="2728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7C04F910-D6A8-3A6B-629B-4B73CEDB99E9}"/>
                    </a:ext>
                  </a:extLst>
                </p14:cNvPr>
                <p14:cNvContentPartPr/>
                <p14:nvPr/>
              </p14:nvContentPartPr>
              <p14:xfrm>
                <a:off x="2263646" y="4475589"/>
                <a:ext cx="265680" cy="23688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7C04F910-D6A8-3A6B-629B-4B73CEDB99E9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257526" y="4469469"/>
                  <a:ext cx="2779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887B9ADD-B72F-C729-8924-8AA18CECE172}"/>
                    </a:ext>
                  </a:extLst>
                </p14:cNvPr>
                <p14:cNvContentPartPr/>
                <p14:nvPr/>
              </p14:nvContentPartPr>
              <p14:xfrm>
                <a:off x="2683766" y="4390269"/>
                <a:ext cx="471600" cy="40788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887B9ADD-B72F-C729-8924-8AA18CECE17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677646" y="4384149"/>
                  <a:ext cx="48384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841F9467-1103-C1F4-9BA1-C257CBF451B4}"/>
                    </a:ext>
                  </a:extLst>
                </p14:cNvPr>
                <p14:cNvContentPartPr/>
                <p14:nvPr/>
              </p14:nvContentPartPr>
              <p14:xfrm>
                <a:off x="3449486" y="4400709"/>
                <a:ext cx="192600" cy="5868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841F9467-1103-C1F4-9BA1-C257CBF451B4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443366" y="4394589"/>
                  <a:ext cx="2048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7C69F45B-05B3-741B-AEF4-3637998E539E}"/>
                    </a:ext>
                  </a:extLst>
                </p14:cNvPr>
                <p14:cNvContentPartPr/>
                <p14:nvPr/>
              </p14:nvContentPartPr>
              <p14:xfrm>
                <a:off x="3925406" y="4155549"/>
                <a:ext cx="13680" cy="25704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7C69F45B-05B3-741B-AEF4-3637998E539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919286" y="4149429"/>
                  <a:ext cx="259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593C0D55-8D45-19AD-9F3F-F98B748C9E12}"/>
                    </a:ext>
                  </a:extLst>
                </p14:cNvPr>
                <p14:cNvContentPartPr/>
                <p14:nvPr/>
              </p14:nvContentPartPr>
              <p14:xfrm>
                <a:off x="3899846" y="4434909"/>
                <a:ext cx="334440" cy="13320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593C0D55-8D45-19AD-9F3F-F98B748C9E1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893726" y="4428789"/>
                  <a:ext cx="3466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44DD8A60-1DC4-95B1-2775-595C80899E4A}"/>
                    </a:ext>
                  </a:extLst>
                </p14:cNvPr>
                <p14:cNvContentPartPr/>
                <p14:nvPr/>
              </p14:nvContentPartPr>
              <p14:xfrm>
                <a:off x="4038446" y="4665669"/>
                <a:ext cx="262440" cy="13608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44DD8A60-1DC4-95B1-2775-595C80899E4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032326" y="4659549"/>
                  <a:ext cx="2746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F371A9D0-39FC-97AE-DE29-292CC54D6669}"/>
                    </a:ext>
                  </a:extLst>
                </p14:cNvPr>
                <p14:cNvContentPartPr/>
                <p14:nvPr/>
              </p14:nvContentPartPr>
              <p14:xfrm>
                <a:off x="4519766" y="4204869"/>
                <a:ext cx="163080" cy="4608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F371A9D0-39FC-97AE-DE29-292CC54D666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513646" y="4198749"/>
                  <a:ext cx="1753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5EE4D97F-E300-0474-2CBA-89AA4F553983}"/>
                    </a:ext>
                  </a:extLst>
                </p14:cNvPr>
                <p14:cNvContentPartPr/>
                <p14:nvPr/>
              </p14:nvContentPartPr>
              <p14:xfrm>
                <a:off x="4528046" y="4259949"/>
                <a:ext cx="251280" cy="26424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5EE4D97F-E300-0474-2CBA-89AA4F553983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521926" y="4253829"/>
                  <a:ext cx="2635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121E925F-1447-7937-53C8-4CEF6B4FD372}"/>
                    </a:ext>
                  </a:extLst>
                </p14:cNvPr>
                <p14:cNvContentPartPr/>
                <p14:nvPr/>
              </p14:nvContentPartPr>
              <p14:xfrm>
                <a:off x="4947806" y="4287669"/>
                <a:ext cx="187920" cy="16740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121E925F-1447-7937-53C8-4CEF6B4FD372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941686" y="4281549"/>
                  <a:ext cx="2001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B0590494-1AD6-79EF-381C-26169264B9AF}"/>
                    </a:ext>
                  </a:extLst>
                </p14:cNvPr>
                <p14:cNvContentPartPr/>
                <p14:nvPr/>
              </p14:nvContentPartPr>
              <p14:xfrm>
                <a:off x="5292326" y="4275789"/>
                <a:ext cx="160920" cy="29124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B0590494-1AD6-79EF-381C-26169264B9A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286206" y="4269669"/>
                  <a:ext cx="17316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B1F27BC2-CE31-17BA-5F37-024B4E3B2477}"/>
                    </a:ext>
                  </a:extLst>
                </p14:cNvPr>
                <p14:cNvContentPartPr/>
                <p14:nvPr/>
              </p14:nvContentPartPr>
              <p14:xfrm>
                <a:off x="5114846" y="4160949"/>
                <a:ext cx="139680" cy="4572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B1F27BC2-CE31-17BA-5F37-024B4E3B247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108726" y="4154829"/>
                  <a:ext cx="1519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563A4F66-BCF6-9CDD-8A77-E9EF9A98F96F}"/>
                    </a:ext>
                  </a:extLst>
                </p14:cNvPr>
                <p14:cNvContentPartPr/>
                <p14:nvPr/>
              </p14:nvContentPartPr>
              <p14:xfrm>
                <a:off x="5166686" y="4196949"/>
                <a:ext cx="176760" cy="38016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563A4F66-BCF6-9CDD-8A77-E9EF9A98F96F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160566" y="4190829"/>
                  <a:ext cx="18900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9E77E494-FF8C-1B19-A16A-C536889BA4B3}"/>
                    </a:ext>
                  </a:extLst>
                </p14:cNvPr>
                <p14:cNvContentPartPr/>
                <p14:nvPr/>
              </p14:nvContentPartPr>
              <p14:xfrm>
                <a:off x="2463446" y="4477749"/>
                <a:ext cx="3315240" cy="46296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9E77E494-FF8C-1B19-A16A-C536889BA4B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457326" y="4471629"/>
                  <a:ext cx="3327480" cy="47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469" name="Ink 468">
                <a:extLst>
                  <a:ext uri="{FF2B5EF4-FFF2-40B4-BE49-F238E27FC236}">
                    <a16:creationId xmlns:a16="http://schemas.microsoft.com/office/drawing/2014/main" id="{29011D47-E6DF-FC79-0C4C-C0C0A696805D}"/>
                  </a:ext>
                </a:extLst>
              </p14:cNvPr>
              <p14:cNvContentPartPr/>
              <p14:nvPr/>
            </p14:nvContentPartPr>
            <p14:xfrm>
              <a:off x="2775206" y="5377749"/>
              <a:ext cx="30600" cy="45000"/>
            </p14:xfrm>
          </p:contentPart>
        </mc:Choice>
        <mc:Fallback xmlns="">
          <p:pic>
            <p:nvPicPr>
              <p:cNvPr id="469" name="Ink 468">
                <a:extLst>
                  <a:ext uri="{FF2B5EF4-FFF2-40B4-BE49-F238E27FC236}">
                    <a16:creationId xmlns:a16="http://schemas.microsoft.com/office/drawing/2014/main" id="{29011D47-E6DF-FC79-0C4C-C0C0A696805D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2769086" y="5371629"/>
                <a:ext cx="42840" cy="5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76" name="Group 475">
            <a:extLst>
              <a:ext uri="{FF2B5EF4-FFF2-40B4-BE49-F238E27FC236}">
                <a16:creationId xmlns:a16="http://schemas.microsoft.com/office/drawing/2014/main" id="{C214B088-541A-B085-8F50-C612D1C19962}"/>
              </a:ext>
            </a:extLst>
          </p:cNvPr>
          <p:cNvGrpSpPr/>
          <p:nvPr/>
        </p:nvGrpSpPr>
        <p:grpSpPr>
          <a:xfrm>
            <a:off x="2813726" y="5274789"/>
            <a:ext cx="630360" cy="285120"/>
            <a:chOff x="2813726" y="5274789"/>
            <a:chExt cx="630360" cy="28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D28F4556-1329-86E2-6E61-8E816A06C82D}"/>
                    </a:ext>
                  </a:extLst>
                </p14:cNvPr>
                <p14:cNvContentPartPr/>
                <p14:nvPr/>
              </p14:nvContentPartPr>
              <p14:xfrm>
                <a:off x="2813726" y="5274789"/>
                <a:ext cx="211680" cy="9900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D28F4556-1329-86E2-6E61-8E816A06C82D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807606" y="5268669"/>
                  <a:ext cx="2239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FB1DA340-B393-9261-2C6A-88F7D5CE23C3}"/>
                    </a:ext>
                  </a:extLst>
                </p14:cNvPr>
                <p14:cNvContentPartPr/>
                <p14:nvPr/>
              </p14:nvContentPartPr>
              <p14:xfrm>
                <a:off x="2863406" y="5389629"/>
                <a:ext cx="210960" cy="17028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FB1DA340-B393-9261-2C6A-88F7D5CE23C3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857286" y="5383509"/>
                  <a:ext cx="2232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7092DFBC-BE9B-2D00-0EFE-9B9AC25755FF}"/>
                    </a:ext>
                  </a:extLst>
                </p14:cNvPr>
                <p14:cNvContentPartPr/>
                <p14:nvPr/>
              </p14:nvContentPartPr>
              <p14:xfrm>
                <a:off x="3133766" y="5280189"/>
                <a:ext cx="310320" cy="16236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7092DFBC-BE9B-2D00-0EFE-9B9AC25755FF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127646" y="5274069"/>
                  <a:ext cx="322560" cy="17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8">
            <p14:nvContentPartPr>
              <p14:cNvPr id="473" name="Ink 472">
                <a:extLst>
                  <a:ext uri="{FF2B5EF4-FFF2-40B4-BE49-F238E27FC236}">
                    <a16:creationId xmlns:a16="http://schemas.microsoft.com/office/drawing/2014/main" id="{CE5E86D5-8504-BA20-ACAE-9E2EBEB50AD0}"/>
                  </a:ext>
                </a:extLst>
              </p14:cNvPr>
              <p14:cNvContentPartPr/>
              <p14:nvPr/>
            </p14:nvContentPartPr>
            <p14:xfrm>
              <a:off x="3365606" y="4972389"/>
              <a:ext cx="204480" cy="160200"/>
            </p14:xfrm>
          </p:contentPart>
        </mc:Choice>
        <mc:Fallback xmlns="">
          <p:pic>
            <p:nvPicPr>
              <p:cNvPr id="473" name="Ink 472">
                <a:extLst>
                  <a:ext uri="{FF2B5EF4-FFF2-40B4-BE49-F238E27FC236}">
                    <a16:creationId xmlns:a16="http://schemas.microsoft.com/office/drawing/2014/main" id="{CE5E86D5-8504-BA20-ACAE-9E2EBEB50AD0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3359486" y="4966269"/>
                <a:ext cx="21672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0">
            <p14:nvContentPartPr>
              <p14:cNvPr id="474" name="Ink 473">
                <a:extLst>
                  <a:ext uri="{FF2B5EF4-FFF2-40B4-BE49-F238E27FC236}">
                    <a16:creationId xmlns:a16="http://schemas.microsoft.com/office/drawing/2014/main" id="{D4751C29-AB72-C362-046A-354EAF8C6DF2}"/>
                  </a:ext>
                </a:extLst>
              </p14:cNvPr>
              <p14:cNvContentPartPr/>
              <p14:nvPr/>
            </p14:nvContentPartPr>
            <p14:xfrm>
              <a:off x="3797246" y="5179029"/>
              <a:ext cx="6840" cy="16560"/>
            </p14:xfrm>
          </p:contentPart>
        </mc:Choice>
        <mc:Fallback xmlns="">
          <p:pic>
            <p:nvPicPr>
              <p:cNvPr id="474" name="Ink 473">
                <a:extLst>
                  <a:ext uri="{FF2B5EF4-FFF2-40B4-BE49-F238E27FC236}">
                    <a16:creationId xmlns:a16="http://schemas.microsoft.com/office/drawing/2014/main" id="{D4751C29-AB72-C362-046A-354EAF8C6DF2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3791126" y="5172909"/>
                <a:ext cx="1908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475" name="Ink 474">
                <a:extLst>
                  <a:ext uri="{FF2B5EF4-FFF2-40B4-BE49-F238E27FC236}">
                    <a16:creationId xmlns:a16="http://schemas.microsoft.com/office/drawing/2014/main" id="{C2CEA721-BF13-4BD4-8409-4CC553FEB927}"/>
                  </a:ext>
                </a:extLst>
              </p14:cNvPr>
              <p14:cNvContentPartPr/>
              <p14:nvPr/>
            </p14:nvContentPartPr>
            <p14:xfrm>
              <a:off x="3677726" y="5283069"/>
              <a:ext cx="212400" cy="105480"/>
            </p14:xfrm>
          </p:contentPart>
        </mc:Choice>
        <mc:Fallback xmlns="">
          <p:pic>
            <p:nvPicPr>
              <p:cNvPr id="475" name="Ink 474">
                <a:extLst>
                  <a:ext uri="{FF2B5EF4-FFF2-40B4-BE49-F238E27FC236}">
                    <a16:creationId xmlns:a16="http://schemas.microsoft.com/office/drawing/2014/main" id="{C2CEA721-BF13-4BD4-8409-4CC553FEB927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3671606" y="5276949"/>
                <a:ext cx="224640" cy="11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79" name="Group 478">
            <a:extLst>
              <a:ext uri="{FF2B5EF4-FFF2-40B4-BE49-F238E27FC236}">
                <a16:creationId xmlns:a16="http://schemas.microsoft.com/office/drawing/2014/main" id="{FCB29B0B-9695-F19C-6F52-31B12753CA09}"/>
              </a:ext>
            </a:extLst>
          </p:cNvPr>
          <p:cNvGrpSpPr/>
          <p:nvPr/>
        </p:nvGrpSpPr>
        <p:grpSpPr>
          <a:xfrm>
            <a:off x="5894966" y="3128469"/>
            <a:ext cx="1455480" cy="737640"/>
            <a:chOff x="5894966" y="3128469"/>
            <a:chExt cx="1455480" cy="73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3F749DFD-B8E4-E046-F642-53B55B33AA80}"/>
                    </a:ext>
                  </a:extLst>
                </p14:cNvPr>
                <p14:cNvContentPartPr/>
                <p14:nvPr/>
              </p14:nvContentPartPr>
              <p14:xfrm>
                <a:off x="5894966" y="3291549"/>
                <a:ext cx="6120" cy="2052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3F749DFD-B8E4-E046-F642-53B55B33AA80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888846" y="3285429"/>
                  <a:ext cx="183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24BF4C22-689F-0F2D-0156-815F4015F366}"/>
                    </a:ext>
                  </a:extLst>
                </p14:cNvPr>
                <p14:cNvContentPartPr/>
                <p14:nvPr/>
              </p14:nvContentPartPr>
              <p14:xfrm>
                <a:off x="5994686" y="3213789"/>
                <a:ext cx="33120" cy="25092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24BF4C22-689F-0F2D-0156-815F4015F366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988566" y="3207669"/>
                  <a:ext cx="453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BA25DC61-59B5-7BBF-CCFE-451CEF2C62DF}"/>
                    </a:ext>
                  </a:extLst>
                </p14:cNvPr>
                <p14:cNvContentPartPr/>
                <p14:nvPr/>
              </p14:nvContentPartPr>
              <p14:xfrm>
                <a:off x="5898926" y="3665589"/>
                <a:ext cx="126000" cy="2664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BA25DC61-59B5-7BBF-CCFE-451CEF2C62D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892806" y="3659469"/>
                  <a:ext cx="1382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9888DECB-4DA1-2EDD-ACD0-EDFCC687A78F}"/>
                    </a:ext>
                  </a:extLst>
                </p14:cNvPr>
                <p14:cNvContentPartPr/>
                <p14:nvPr/>
              </p14:nvContentPartPr>
              <p14:xfrm>
                <a:off x="6027086" y="3754149"/>
                <a:ext cx="216000" cy="11196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9888DECB-4DA1-2EDD-ACD0-EDFCC687A78F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020966" y="3748029"/>
                  <a:ext cx="228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EA13B115-60B3-BE36-C322-84F0A861C345}"/>
                    </a:ext>
                  </a:extLst>
                </p14:cNvPr>
                <p14:cNvContentPartPr/>
                <p14:nvPr/>
              </p14:nvContentPartPr>
              <p14:xfrm>
                <a:off x="6451166" y="3417189"/>
                <a:ext cx="199440" cy="4572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EA13B115-60B3-BE36-C322-84F0A861C345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445046" y="3411069"/>
                  <a:ext cx="2116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6CF7A079-019E-9735-A3E4-0B79A8D2D74A}"/>
                    </a:ext>
                  </a:extLst>
                </p14:cNvPr>
                <p14:cNvContentPartPr/>
                <p14:nvPr/>
              </p14:nvContentPartPr>
              <p14:xfrm>
                <a:off x="6459446" y="3481629"/>
                <a:ext cx="195120" cy="18864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6CF7A079-019E-9735-A3E4-0B79A8D2D74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453326" y="3475509"/>
                  <a:ext cx="2073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6BDB59DD-5480-E578-4D58-8EB25A4A0C3A}"/>
                    </a:ext>
                  </a:extLst>
                </p14:cNvPr>
                <p14:cNvContentPartPr/>
                <p14:nvPr/>
              </p14:nvContentPartPr>
              <p14:xfrm>
                <a:off x="6775886" y="3480549"/>
                <a:ext cx="225000" cy="12708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6BDB59DD-5480-E578-4D58-8EB25A4A0C3A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769766" y="3474429"/>
                  <a:ext cx="2372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0E58BBD9-356D-1B17-0B75-350C2388106B}"/>
                    </a:ext>
                  </a:extLst>
                </p14:cNvPr>
                <p14:cNvContentPartPr/>
                <p14:nvPr/>
              </p14:nvContentPartPr>
              <p14:xfrm>
                <a:off x="6965966" y="3282549"/>
                <a:ext cx="207000" cy="13968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0E58BBD9-356D-1B17-0B75-350C2388106B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959846" y="3276429"/>
                  <a:ext cx="2192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134ECF39-365B-6ADB-BD47-2D068D43C6C1}"/>
                    </a:ext>
                  </a:extLst>
                </p14:cNvPr>
                <p14:cNvContentPartPr/>
                <p14:nvPr/>
              </p14:nvContentPartPr>
              <p14:xfrm>
                <a:off x="7141286" y="3128469"/>
                <a:ext cx="209160" cy="68616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134ECF39-365B-6ADB-BD47-2D068D43C6C1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7135166" y="3122349"/>
                  <a:ext cx="221400" cy="69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D54049AD-6288-06E1-9336-18EDF971C9CA}"/>
                    </a:ext>
                  </a:extLst>
                </p14:cNvPr>
                <p14:cNvContentPartPr/>
                <p14:nvPr/>
              </p14:nvContentPartPr>
              <p14:xfrm>
                <a:off x="6281966" y="3316749"/>
                <a:ext cx="217440" cy="51372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D54049AD-6288-06E1-9336-18EDF971C9CA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6275846" y="3310629"/>
                  <a:ext cx="22968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FB1B8DD6-AA8E-DB33-7BEF-D226A34F0A81}"/>
                    </a:ext>
                  </a:extLst>
                </p14:cNvPr>
                <p14:cNvContentPartPr/>
                <p14:nvPr/>
              </p14:nvContentPartPr>
              <p14:xfrm>
                <a:off x="6877766" y="3334029"/>
                <a:ext cx="133200" cy="52740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FB1B8DD6-AA8E-DB33-7BEF-D226A34F0A81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871646" y="3327909"/>
                  <a:ext cx="145440" cy="53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1" name="Group 490">
            <a:extLst>
              <a:ext uri="{FF2B5EF4-FFF2-40B4-BE49-F238E27FC236}">
                <a16:creationId xmlns:a16="http://schemas.microsoft.com/office/drawing/2014/main" id="{616E4E65-C46D-B66A-ADE9-AA937787CB24}"/>
              </a:ext>
            </a:extLst>
          </p:cNvPr>
          <p:cNvGrpSpPr/>
          <p:nvPr/>
        </p:nvGrpSpPr>
        <p:grpSpPr>
          <a:xfrm>
            <a:off x="4161566" y="4716069"/>
            <a:ext cx="1236240" cy="864360"/>
            <a:chOff x="4161566" y="4716069"/>
            <a:chExt cx="1236240" cy="86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C22D0E84-417F-7E69-997D-F9A2C76B6FF4}"/>
                    </a:ext>
                  </a:extLst>
                </p14:cNvPr>
                <p14:cNvContentPartPr/>
                <p14:nvPr/>
              </p14:nvContentPartPr>
              <p14:xfrm>
                <a:off x="4231046" y="5033229"/>
                <a:ext cx="198000" cy="9792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C22D0E84-417F-7E69-997D-F9A2C76B6FF4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224926" y="5027109"/>
                  <a:ext cx="2102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33272CC3-8FDE-6DEC-770E-4CB567AF0D2D}"/>
                    </a:ext>
                  </a:extLst>
                </p14:cNvPr>
                <p14:cNvContentPartPr/>
                <p14:nvPr/>
              </p14:nvContentPartPr>
              <p14:xfrm>
                <a:off x="4311326" y="5130429"/>
                <a:ext cx="275760" cy="15804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33272CC3-8FDE-6DEC-770E-4CB567AF0D2D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305206" y="5124309"/>
                  <a:ext cx="2880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BAF4D4E0-539C-D29C-5362-40E9702F28CA}"/>
                    </a:ext>
                  </a:extLst>
                </p14:cNvPr>
                <p14:cNvContentPartPr/>
                <p14:nvPr/>
              </p14:nvContentPartPr>
              <p14:xfrm>
                <a:off x="4662686" y="5013789"/>
                <a:ext cx="286200" cy="10224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BAF4D4E0-539C-D29C-5362-40E9702F28CA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656566" y="5007669"/>
                  <a:ext cx="2984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FB998CCC-33F7-EA56-8DE3-59A4FD302079}"/>
                    </a:ext>
                  </a:extLst>
                </p14:cNvPr>
                <p14:cNvContentPartPr/>
                <p14:nvPr/>
              </p14:nvContentPartPr>
              <p14:xfrm>
                <a:off x="4912886" y="4870149"/>
                <a:ext cx="202320" cy="51516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FB998CCC-33F7-EA56-8DE3-59A4FD302079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906766" y="4864029"/>
                  <a:ext cx="214560" cy="5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7EF51FDA-2C4E-6995-E053-5CFB85679857}"/>
                    </a:ext>
                  </a:extLst>
                </p14:cNvPr>
                <p14:cNvContentPartPr/>
                <p14:nvPr/>
              </p14:nvContentPartPr>
              <p14:xfrm>
                <a:off x="4214846" y="5041869"/>
                <a:ext cx="315360" cy="49104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7EF51FDA-2C4E-6995-E053-5CFB85679857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208726" y="5035749"/>
                  <a:ext cx="32760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3DC97E22-7925-4284-508C-89E8B59E7AEE}"/>
                    </a:ext>
                  </a:extLst>
                </p14:cNvPr>
                <p14:cNvContentPartPr/>
                <p14:nvPr/>
              </p14:nvContentPartPr>
              <p14:xfrm>
                <a:off x="5086046" y="4716069"/>
                <a:ext cx="311760" cy="11844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3DC97E22-7925-4284-508C-89E8B59E7AEE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079926" y="4709949"/>
                  <a:ext cx="3240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EDF27577-5372-673A-6669-304C3690E97C}"/>
                    </a:ext>
                  </a:extLst>
                </p14:cNvPr>
                <p14:cNvContentPartPr/>
                <p14:nvPr/>
              </p14:nvContentPartPr>
              <p14:xfrm>
                <a:off x="4161566" y="5051589"/>
                <a:ext cx="3240" cy="2160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EDF27577-5372-673A-6669-304C3690E97C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4155446" y="5045469"/>
                  <a:ext cx="154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97454129-D64E-1E0B-7321-2D84B5EF9DBE}"/>
                    </a:ext>
                  </a:extLst>
                </p14:cNvPr>
                <p14:cNvContentPartPr/>
                <p14:nvPr/>
              </p14:nvContentPartPr>
              <p14:xfrm>
                <a:off x="4218086" y="4951149"/>
                <a:ext cx="73080" cy="25632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97454129-D64E-1E0B-7321-2D84B5EF9DBE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4211966" y="4945029"/>
                  <a:ext cx="853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3F9C5BC1-EE01-C511-0E73-6F5358E15BEE}"/>
                    </a:ext>
                  </a:extLst>
                </p14:cNvPr>
                <p14:cNvContentPartPr/>
                <p14:nvPr/>
              </p14:nvContentPartPr>
              <p14:xfrm>
                <a:off x="4290806" y="5313309"/>
                <a:ext cx="107640" cy="5652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3F9C5BC1-EE01-C511-0E73-6F5358E15BEE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4284686" y="5307189"/>
                  <a:ext cx="1198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F22E3D2C-FA69-AF41-64CB-D28920250663}"/>
                    </a:ext>
                  </a:extLst>
                </p14:cNvPr>
                <p14:cNvContentPartPr/>
                <p14:nvPr/>
              </p14:nvContentPartPr>
              <p14:xfrm>
                <a:off x="4419686" y="5454429"/>
                <a:ext cx="253080" cy="12600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F22E3D2C-FA69-AF41-64CB-D28920250663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4413566" y="5448309"/>
                  <a:ext cx="26532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5" name="Group 494">
            <a:extLst>
              <a:ext uri="{FF2B5EF4-FFF2-40B4-BE49-F238E27FC236}">
                <a16:creationId xmlns:a16="http://schemas.microsoft.com/office/drawing/2014/main" id="{E9CA3C99-A5AB-F263-77B7-953CC37078EC}"/>
              </a:ext>
            </a:extLst>
          </p:cNvPr>
          <p:cNvGrpSpPr/>
          <p:nvPr/>
        </p:nvGrpSpPr>
        <p:grpSpPr>
          <a:xfrm>
            <a:off x="6099086" y="4381269"/>
            <a:ext cx="202680" cy="378000"/>
            <a:chOff x="6099086" y="4381269"/>
            <a:chExt cx="202680" cy="37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92F956C0-2041-69FB-91E9-4DF99DA8C74B}"/>
                    </a:ext>
                  </a:extLst>
                </p14:cNvPr>
                <p14:cNvContentPartPr/>
                <p14:nvPr/>
              </p14:nvContentPartPr>
              <p14:xfrm>
                <a:off x="6106286" y="4461909"/>
                <a:ext cx="81360" cy="2628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92F956C0-2041-69FB-91E9-4DF99DA8C74B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100166" y="4455789"/>
                  <a:ext cx="936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5191CA3F-EC22-0651-1740-20040505D771}"/>
                    </a:ext>
                  </a:extLst>
                </p14:cNvPr>
                <p14:cNvContentPartPr/>
                <p14:nvPr/>
              </p14:nvContentPartPr>
              <p14:xfrm>
                <a:off x="6099086" y="4606629"/>
                <a:ext cx="50760" cy="1332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5191CA3F-EC22-0651-1740-20040505D771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092966" y="4600509"/>
                  <a:ext cx="630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10239C98-7866-6696-CDF3-F823FBCF20A6}"/>
                    </a:ext>
                  </a:extLst>
                </p14:cNvPr>
                <p14:cNvContentPartPr/>
                <p14:nvPr/>
              </p14:nvContentPartPr>
              <p14:xfrm>
                <a:off x="6195566" y="4381269"/>
                <a:ext cx="106200" cy="37800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10239C98-7866-6696-CDF3-F823FBCF20A6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189446" y="4375149"/>
                  <a:ext cx="118440" cy="39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496" name="Ink 495">
                <a:extLst>
                  <a:ext uri="{FF2B5EF4-FFF2-40B4-BE49-F238E27FC236}">
                    <a16:creationId xmlns:a16="http://schemas.microsoft.com/office/drawing/2014/main" id="{B13A13A5-12D7-EBE7-9D20-8A3F5BE4774D}"/>
                  </a:ext>
                </a:extLst>
              </p14:cNvPr>
              <p14:cNvContentPartPr/>
              <p14:nvPr/>
            </p14:nvContentPartPr>
            <p14:xfrm>
              <a:off x="6818726" y="4347429"/>
              <a:ext cx="343800" cy="142560"/>
            </p14:xfrm>
          </p:contentPart>
        </mc:Choice>
        <mc:Fallback xmlns="">
          <p:pic>
            <p:nvPicPr>
              <p:cNvPr id="496" name="Ink 495">
                <a:extLst>
                  <a:ext uri="{FF2B5EF4-FFF2-40B4-BE49-F238E27FC236}">
                    <a16:creationId xmlns:a16="http://schemas.microsoft.com/office/drawing/2014/main" id="{B13A13A5-12D7-EBE7-9D20-8A3F5BE4774D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6812606" y="4341309"/>
                <a:ext cx="35604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508" name="Ink 507">
                <a:extLst>
                  <a:ext uri="{FF2B5EF4-FFF2-40B4-BE49-F238E27FC236}">
                    <a16:creationId xmlns:a16="http://schemas.microsoft.com/office/drawing/2014/main" id="{C67F21E8-11BF-75D2-03FD-EABEED5AB613}"/>
                  </a:ext>
                </a:extLst>
              </p14:cNvPr>
              <p14:cNvContentPartPr/>
              <p14:nvPr/>
            </p14:nvContentPartPr>
            <p14:xfrm>
              <a:off x="7349366" y="4083189"/>
              <a:ext cx="221760" cy="146880"/>
            </p14:xfrm>
          </p:contentPart>
        </mc:Choice>
        <mc:Fallback xmlns="">
          <p:pic>
            <p:nvPicPr>
              <p:cNvPr id="508" name="Ink 507">
                <a:extLst>
                  <a:ext uri="{FF2B5EF4-FFF2-40B4-BE49-F238E27FC236}">
                    <a16:creationId xmlns:a16="http://schemas.microsoft.com/office/drawing/2014/main" id="{C67F21E8-11BF-75D2-03FD-EABEED5AB613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7343246" y="4077069"/>
                <a:ext cx="234000" cy="15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531" name="Group 530">
            <a:extLst>
              <a:ext uri="{FF2B5EF4-FFF2-40B4-BE49-F238E27FC236}">
                <a16:creationId xmlns:a16="http://schemas.microsoft.com/office/drawing/2014/main" id="{2F4D0873-F4C6-7F8B-2DCE-EE96485F434A}"/>
              </a:ext>
            </a:extLst>
          </p:cNvPr>
          <p:cNvGrpSpPr/>
          <p:nvPr/>
        </p:nvGrpSpPr>
        <p:grpSpPr>
          <a:xfrm>
            <a:off x="7419566" y="3761709"/>
            <a:ext cx="2961720" cy="1120680"/>
            <a:chOff x="7419566" y="3761709"/>
            <a:chExt cx="2961720" cy="112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7B07D0DF-DC96-B60A-E981-11508DFEF4FE}"/>
                    </a:ext>
                  </a:extLst>
                </p14:cNvPr>
                <p14:cNvContentPartPr/>
                <p14:nvPr/>
              </p14:nvContentPartPr>
              <p14:xfrm>
                <a:off x="7431446" y="4336989"/>
                <a:ext cx="68040" cy="1872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7B07D0DF-DC96-B60A-E981-11508DFEF4FE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425326" y="4330869"/>
                  <a:ext cx="802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B72CCC02-4998-173F-8711-EC288EE29A92}"/>
                    </a:ext>
                  </a:extLst>
                </p14:cNvPr>
                <p14:cNvContentPartPr/>
                <p14:nvPr/>
              </p14:nvContentPartPr>
              <p14:xfrm>
                <a:off x="7478966" y="4449309"/>
                <a:ext cx="58320" cy="2016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B72CCC02-4998-173F-8711-EC288EE29A92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472846" y="4443189"/>
                  <a:ext cx="705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F288FD31-7EBD-4CB4-2892-15F9C8A498C3}"/>
                    </a:ext>
                  </a:extLst>
                </p14:cNvPr>
                <p14:cNvContentPartPr/>
                <p14:nvPr/>
              </p14:nvContentPartPr>
              <p14:xfrm>
                <a:off x="7763366" y="3921549"/>
                <a:ext cx="149040" cy="2448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F288FD31-7EBD-4CB4-2892-15F9C8A498C3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757246" y="3915429"/>
                  <a:ext cx="1612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41411636-C78D-FB63-2DC5-608502C1E398}"/>
                    </a:ext>
                  </a:extLst>
                </p14:cNvPr>
                <p14:cNvContentPartPr/>
                <p14:nvPr/>
              </p14:nvContentPartPr>
              <p14:xfrm>
                <a:off x="7777766" y="3967269"/>
                <a:ext cx="201960" cy="22608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41411636-C78D-FB63-2DC5-608502C1E398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771646" y="3961149"/>
                  <a:ext cx="2142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408DAEE1-731A-0A3F-6E0B-01D0B1544CC0}"/>
                    </a:ext>
                  </a:extLst>
                </p14:cNvPr>
                <p14:cNvContentPartPr/>
                <p14:nvPr/>
              </p14:nvContentPartPr>
              <p14:xfrm>
                <a:off x="8024366" y="3939189"/>
                <a:ext cx="181080" cy="13968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408DAEE1-731A-0A3F-6E0B-01D0B1544CC0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018246" y="3933069"/>
                  <a:ext cx="1933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9BD726E2-8212-0BB3-5D3D-E3CC4722508B}"/>
                    </a:ext>
                  </a:extLst>
                </p14:cNvPr>
                <p14:cNvContentPartPr/>
                <p14:nvPr/>
              </p14:nvContentPartPr>
              <p14:xfrm>
                <a:off x="8287526" y="3898509"/>
                <a:ext cx="111600" cy="35136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9BD726E2-8212-0BB3-5D3D-E3CC4722508B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281406" y="3892389"/>
                  <a:ext cx="12384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8A4249F8-6408-3D63-EBA2-6EEBF1936536}"/>
                    </a:ext>
                  </a:extLst>
                </p14:cNvPr>
                <p14:cNvContentPartPr/>
                <p14:nvPr/>
              </p14:nvContentPartPr>
              <p14:xfrm>
                <a:off x="8669126" y="3947469"/>
                <a:ext cx="183960" cy="3564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8A4249F8-6408-3D63-EBA2-6EEBF1936536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663006" y="3941349"/>
                  <a:ext cx="1962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87EFF27A-1CB2-2081-1C91-8C4A65E4E3E3}"/>
                    </a:ext>
                  </a:extLst>
                </p14:cNvPr>
                <p14:cNvContentPartPr/>
                <p14:nvPr/>
              </p14:nvContentPartPr>
              <p14:xfrm>
                <a:off x="9079166" y="3782589"/>
                <a:ext cx="182160" cy="11088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87EFF27A-1CB2-2081-1C91-8C4A65E4E3E3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9073046" y="3776469"/>
                  <a:ext cx="1944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D7C6C3BF-DF87-D980-CCBA-C136C9037D13}"/>
                    </a:ext>
                  </a:extLst>
                </p14:cNvPr>
                <p14:cNvContentPartPr/>
                <p14:nvPr/>
              </p14:nvContentPartPr>
              <p14:xfrm>
                <a:off x="9118046" y="3879069"/>
                <a:ext cx="169920" cy="15516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D7C6C3BF-DF87-D980-CCBA-C136C9037D13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111926" y="3872949"/>
                  <a:ext cx="1821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F37D6DB8-160F-0860-56D3-EAF120D462EF}"/>
                    </a:ext>
                  </a:extLst>
                </p14:cNvPr>
                <p14:cNvContentPartPr/>
                <p14:nvPr/>
              </p14:nvContentPartPr>
              <p14:xfrm>
                <a:off x="9361046" y="3836229"/>
                <a:ext cx="219960" cy="12852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F37D6DB8-160F-0860-56D3-EAF120D462EF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354926" y="3830109"/>
                  <a:ext cx="2322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A9547C05-350D-C8AC-72AA-8636D9830577}"/>
                    </a:ext>
                  </a:extLst>
                </p14:cNvPr>
                <p14:cNvContentPartPr/>
                <p14:nvPr/>
              </p14:nvContentPartPr>
              <p14:xfrm>
                <a:off x="9647966" y="3761709"/>
                <a:ext cx="131040" cy="4644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A9547C05-350D-C8AC-72AA-8636D9830577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641846" y="3755589"/>
                  <a:ext cx="1432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7D57F3F1-86DA-6422-B16D-2B76FCFB9149}"/>
                    </a:ext>
                  </a:extLst>
                </p14:cNvPr>
                <p14:cNvContentPartPr/>
                <p14:nvPr/>
              </p14:nvContentPartPr>
              <p14:xfrm>
                <a:off x="9638606" y="3816429"/>
                <a:ext cx="158040" cy="20016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7D57F3F1-86DA-6422-B16D-2B76FCFB9149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9632486" y="3810309"/>
                  <a:ext cx="1702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01B517F3-3F07-37FF-27D5-A9A4688D0B7B}"/>
                    </a:ext>
                  </a:extLst>
                </p14:cNvPr>
                <p14:cNvContentPartPr/>
                <p14:nvPr/>
              </p14:nvContentPartPr>
              <p14:xfrm>
                <a:off x="9853526" y="3764949"/>
                <a:ext cx="180720" cy="36180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01B517F3-3F07-37FF-27D5-A9A4688D0B7B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9847406" y="3758829"/>
                  <a:ext cx="19296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4A1B115E-CDF3-6EB9-8180-1DB00EEF687E}"/>
                    </a:ext>
                  </a:extLst>
                </p14:cNvPr>
                <p14:cNvContentPartPr/>
                <p14:nvPr/>
              </p14:nvContentPartPr>
              <p14:xfrm>
                <a:off x="7439366" y="4469469"/>
                <a:ext cx="6480" cy="684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4A1B115E-CDF3-6EB9-8180-1DB00EEF687E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433246" y="4463349"/>
                  <a:ext cx="187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761A23C5-7614-99E2-A8E1-EFECD8626DB0}"/>
                    </a:ext>
                  </a:extLst>
                </p14:cNvPr>
                <p14:cNvContentPartPr/>
                <p14:nvPr/>
              </p14:nvContentPartPr>
              <p14:xfrm>
                <a:off x="7419566" y="3987789"/>
                <a:ext cx="2961720" cy="41796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761A23C5-7614-99E2-A8E1-EFECD8626DB0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7413446" y="3981669"/>
                  <a:ext cx="297396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B5D9635E-60C3-858F-BBA1-F9357D6EEB8F}"/>
                    </a:ext>
                  </a:extLst>
                </p14:cNvPr>
                <p14:cNvContentPartPr/>
                <p14:nvPr/>
              </p14:nvContentPartPr>
              <p14:xfrm>
                <a:off x="7550246" y="4682589"/>
                <a:ext cx="2160" cy="1980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B5D9635E-60C3-858F-BBA1-F9357D6EEB8F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544126" y="4676469"/>
                  <a:ext cx="144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90D7EF4F-49C8-3A67-8691-CBCBB4ED2456}"/>
                    </a:ext>
                  </a:extLst>
                </p14:cNvPr>
                <p14:cNvContentPartPr/>
                <p14:nvPr/>
              </p14:nvContentPartPr>
              <p14:xfrm>
                <a:off x="7612526" y="4641909"/>
                <a:ext cx="223560" cy="11952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90D7EF4F-49C8-3A67-8691-CBCBB4ED2456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7606406" y="4635789"/>
                  <a:ext cx="2358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D98E2345-9BCD-736F-008A-770F4DB1FFE4}"/>
                    </a:ext>
                  </a:extLst>
                </p14:cNvPr>
                <p14:cNvContentPartPr/>
                <p14:nvPr/>
              </p14:nvContentPartPr>
              <p14:xfrm>
                <a:off x="7970366" y="4517709"/>
                <a:ext cx="166320" cy="64440"/>
              </p14:xfrm>
            </p:contentPart>
          </mc:Choice>
          <mc:Fallback xmlns=""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D98E2345-9BCD-736F-008A-770F4DB1FFE4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7964246" y="4511589"/>
                  <a:ext cx="1785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4618F781-572D-834C-80BC-DA164C8A2689}"/>
                    </a:ext>
                  </a:extLst>
                </p14:cNvPr>
                <p14:cNvContentPartPr/>
                <p14:nvPr/>
              </p14:nvContentPartPr>
              <p14:xfrm>
                <a:off x="8007806" y="4568109"/>
                <a:ext cx="266400" cy="31428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4618F781-572D-834C-80BC-DA164C8A2689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001686" y="4561989"/>
                  <a:ext cx="27864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FC5B37C6-6026-983B-C109-4377640D749C}"/>
                    </a:ext>
                  </a:extLst>
                </p14:cNvPr>
                <p14:cNvContentPartPr/>
                <p14:nvPr/>
              </p14:nvContentPartPr>
              <p14:xfrm>
                <a:off x="8289326" y="4398909"/>
                <a:ext cx="198360" cy="14544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FC5B37C6-6026-983B-C109-4377640D749C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8283206" y="4392789"/>
                  <a:ext cx="2106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3A481C0F-FBB4-F4A1-F084-7CFA2E13FF56}"/>
                    </a:ext>
                  </a:extLst>
                </p14:cNvPr>
                <p14:cNvContentPartPr/>
                <p14:nvPr/>
              </p14:nvContentPartPr>
              <p14:xfrm>
                <a:off x="8721686" y="4539669"/>
                <a:ext cx="205200" cy="63000"/>
              </p14:xfrm>
            </p:contentPart>
          </mc:Choice>
          <mc:Fallback xmlns=""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3A481C0F-FBB4-F4A1-F084-7CFA2E13FF56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8715566" y="4533549"/>
                  <a:ext cx="2174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44D46F4E-A805-DFFE-4791-94ECC55D09B5}"/>
                    </a:ext>
                  </a:extLst>
                </p14:cNvPr>
                <p14:cNvContentPartPr/>
                <p14:nvPr/>
              </p14:nvContentPartPr>
              <p14:xfrm>
                <a:off x="8227046" y="4620309"/>
                <a:ext cx="303840" cy="159840"/>
              </p14:xfrm>
            </p:contentPart>
          </mc:Choice>
          <mc:Fallback xmlns=""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44D46F4E-A805-DFFE-4791-94ECC55D09B5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8220926" y="4614189"/>
                  <a:ext cx="31608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A15ED288-D100-73A5-F776-08CA738D99FA}"/>
              </a:ext>
            </a:extLst>
          </p:cNvPr>
          <p:cNvGrpSpPr/>
          <p:nvPr/>
        </p:nvGrpSpPr>
        <p:grpSpPr>
          <a:xfrm>
            <a:off x="9094286" y="4195869"/>
            <a:ext cx="1284840" cy="691920"/>
            <a:chOff x="9094286" y="4195869"/>
            <a:chExt cx="1284840" cy="69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6E4DECEB-1470-1299-705B-6E6BE3F9BF47}"/>
                    </a:ext>
                  </a:extLst>
                </p14:cNvPr>
                <p14:cNvContentPartPr/>
                <p14:nvPr/>
              </p14:nvContentPartPr>
              <p14:xfrm>
                <a:off x="9214886" y="4371189"/>
                <a:ext cx="189720" cy="75240"/>
              </p14:xfrm>
            </p:contentPart>
          </mc:Choice>
          <mc:Fallback xmlns=""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6E4DECEB-1470-1299-705B-6E6BE3F9BF47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9208766" y="4365069"/>
                  <a:ext cx="2019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3241A934-D101-4904-C8A9-22CD1FAC851B}"/>
                    </a:ext>
                  </a:extLst>
                </p14:cNvPr>
                <p14:cNvContentPartPr/>
                <p14:nvPr/>
              </p14:nvContentPartPr>
              <p14:xfrm>
                <a:off x="9240086" y="4453269"/>
                <a:ext cx="178200" cy="22212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3241A934-D101-4904-C8A9-22CD1FAC851B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9233966" y="4447149"/>
                  <a:ext cx="1904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D6F459C2-D221-5140-A2D6-59B9C7812B6C}"/>
                    </a:ext>
                  </a:extLst>
                </p14:cNvPr>
                <p14:cNvContentPartPr/>
                <p14:nvPr/>
              </p14:nvContentPartPr>
              <p14:xfrm>
                <a:off x="9536006" y="4449669"/>
                <a:ext cx="234720" cy="9864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D6F459C2-D221-5140-A2D6-59B9C7812B6C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9529886" y="4443549"/>
                  <a:ext cx="2469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D7303C1F-E8B5-1B1F-5AA8-AFE9DC27682B}"/>
                    </a:ext>
                  </a:extLst>
                </p14:cNvPr>
                <p14:cNvContentPartPr/>
                <p14:nvPr/>
              </p14:nvContentPartPr>
              <p14:xfrm>
                <a:off x="9703406" y="4307469"/>
                <a:ext cx="142200" cy="57636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D7303C1F-E8B5-1B1F-5AA8-AFE9DC27682B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9697286" y="4301349"/>
                  <a:ext cx="154440" cy="58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E06F4EC2-E48E-01F5-EBAD-EF370AA60AB6}"/>
                    </a:ext>
                  </a:extLst>
                </p14:cNvPr>
                <p14:cNvContentPartPr/>
                <p14:nvPr/>
              </p14:nvContentPartPr>
              <p14:xfrm>
                <a:off x="9094286" y="4387749"/>
                <a:ext cx="297000" cy="50004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E06F4EC2-E48E-01F5-EBAD-EF370AA60AB6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9088166" y="4381629"/>
                  <a:ext cx="30924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748CEA9F-14EB-5632-BB61-14452D191C06}"/>
                    </a:ext>
                  </a:extLst>
                </p14:cNvPr>
                <p14:cNvContentPartPr/>
                <p14:nvPr/>
              </p14:nvContentPartPr>
              <p14:xfrm>
                <a:off x="10018766" y="4195869"/>
                <a:ext cx="360360" cy="16488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748CEA9F-14EB-5632-BB61-14452D191C06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0012646" y="4189749"/>
                  <a:ext cx="372600" cy="177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5618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8AE3B17-9E40-EA5A-A45C-97468738B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611"/>
            <a:ext cx="10515600" cy="723446"/>
          </a:xfrm>
        </p:spPr>
        <p:txBody>
          <a:bodyPr/>
          <a:lstStyle/>
          <a:p>
            <a:r>
              <a:rPr lang="en-IN" dirty="0"/>
              <a:t>Correlation coefficient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562C69-C3B6-38F6-C480-8DE00396DEEF}"/>
              </a:ext>
            </a:extLst>
          </p:cNvPr>
          <p:cNvSpPr txBox="1"/>
          <p:nvPr/>
        </p:nvSpPr>
        <p:spPr>
          <a:xfrm>
            <a:off x="239485" y="982615"/>
            <a:ext cx="1166948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Is Regression good for all data set ? </a:t>
            </a:r>
          </a:p>
          <a:p>
            <a:r>
              <a:rPr lang="en-IN" sz="2200" dirty="0"/>
              <a:t>Sometime regression may not give good and meaningful interpretation when data is spread out and not reflect strong relationship between variables (</a:t>
            </a:r>
            <a:r>
              <a:rPr lang="en-IN" sz="2200" dirty="0" err="1"/>
              <a:t>x,y</a:t>
            </a:r>
            <a:r>
              <a:rPr lang="en-IN" sz="2200" dirty="0"/>
              <a:t>).</a:t>
            </a:r>
          </a:p>
          <a:p>
            <a:r>
              <a:rPr lang="en-IN" sz="2200" dirty="0"/>
              <a:t> </a:t>
            </a:r>
          </a:p>
          <a:p>
            <a:r>
              <a:rPr lang="en-IN" sz="2200" dirty="0"/>
              <a:t>To measure the goodness of regression few measures can be used. One of them in Correlation.</a:t>
            </a:r>
          </a:p>
          <a:p>
            <a:endParaRPr lang="en-IN" sz="2200" dirty="0"/>
          </a:p>
          <a:p>
            <a:endParaRPr lang="en-IN" sz="2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E3C9891-3E3F-8D13-49D8-D2C845753498}"/>
                  </a:ext>
                </a:extLst>
              </p14:cNvPr>
              <p14:cNvContentPartPr/>
              <p14:nvPr/>
            </p14:nvContentPartPr>
            <p14:xfrm>
              <a:off x="1914446" y="3279309"/>
              <a:ext cx="3436200" cy="547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E3C9891-3E3F-8D13-49D8-D2C84575349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08326" y="3273189"/>
                <a:ext cx="3448440" cy="6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9" name="Group 238">
            <a:extLst>
              <a:ext uri="{FF2B5EF4-FFF2-40B4-BE49-F238E27FC236}">
                <a16:creationId xmlns:a16="http://schemas.microsoft.com/office/drawing/2014/main" id="{AFAB0DAA-AFF0-368B-8AE4-A6F8B3C97DC4}"/>
              </a:ext>
            </a:extLst>
          </p:cNvPr>
          <p:cNvGrpSpPr/>
          <p:nvPr/>
        </p:nvGrpSpPr>
        <p:grpSpPr>
          <a:xfrm>
            <a:off x="407846" y="2782149"/>
            <a:ext cx="11634840" cy="3033360"/>
            <a:chOff x="407846" y="2782149"/>
            <a:chExt cx="11634840" cy="303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253DE46-7A8C-EF42-42C9-0FF387106D09}"/>
                    </a:ext>
                  </a:extLst>
                </p14:cNvPr>
                <p14:cNvContentPartPr/>
                <p14:nvPr/>
              </p14:nvContentPartPr>
              <p14:xfrm>
                <a:off x="511166" y="2977989"/>
                <a:ext cx="263160" cy="270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253DE46-7A8C-EF42-42C9-0FF387106D0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05046" y="2971869"/>
                  <a:ext cx="2754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5B9F7F2-4278-9268-6B12-EE642851952E}"/>
                    </a:ext>
                  </a:extLst>
                </p14:cNvPr>
                <p14:cNvContentPartPr/>
                <p14:nvPr/>
              </p14:nvContentPartPr>
              <p14:xfrm>
                <a:off x="793766" y="3260589"/>
                <a:ext cx="113040" cy="130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5B9F7F2-4278-9268-6B12-EE642851952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87646" y="3254469"/>
                  <a:ext cx="1252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2F644D0-6759-A655-8697-C6C3FE6CD24C}"/>
                    </a:ext>
                  </a:extLst>
                </p14:cNvPr>
                <p14:cNvContentPartPr/>
                <p14:nvPr/>
              </p14:nvContentPartPr>
              <p14:xfrm>
                <a:off x="986366" y="3247629"/>
                <a:ext cx="137520" cy="369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2F644D0-6759-A655-8697-C6C3FE6CD24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80246" y="3241509"/>
                  <a:ext cx="14976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DFA53F9-EBF2-930F-F265-FA2B148F7B63}"/>
                    </a:ext>
                  </a:extLst>
                </p14:cNvPr>
                <p14:cNvContentPartPr/>
                <p14:nvPr/>
              </p14:nvContentPartPr>
              <p14:xfrm>
                <a:off x="1844246" y="2897349"/>
                <a:ext cx="183240" cy="187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DFA53F9-EBF2-930F-F265-FA2B148F7B6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38126" y="2891229"/>
                  <a:ext cx="1954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9FDE0AC-86A2-7465-9D6A-7B492FEFF852}"/>
                    </a:ext>
                  </a:extLst>
                </p14:cNvPr>
                <p14:cNvContentPartPr/>
                <p14:nvPr/>
              </p14:nvContentPartPr>
              <p14:xfrm>
                <a:off x="2159966" y="2841189"/>
                <a:ext cx="151560" cy="44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9FDE0AC-86A2-7465-9D6A-7B492FEFF85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53846" y="2835069"/>
                  <a:ext cx="1638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F83C9A3-F5CA-65AA-DE32-F5962921CB12}"/>
                    </a:ext>
                  </a:extLst>
                </p14:cNvPr>
                <p14:cNvContentPartPr/>
                <p14:nvPr/>
              </p14:nvContentPartPr>
              <p14:xfrm>
                <a:off x="2136206" y="2916069"/>
                <a:ext cx="160560" cy="253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F83C9A3-F5CA-65AA-DE32-F5962921CB1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30086" y="2909949"/>
                  <a:ext cx="1728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7573C15-E1E4-35E9-FB73-201B1E7DA44E}"/>
                    </a:ext>
                  </a:extLst>
                </p14:cNvPr>
                <p14:cNvContentPartPr/>
                <p14:nvPr/>
              </p14:nvContentPartPr>
              <p14:xfrm>
                <a:off x="2370566" y="2908149"/>
                <a:ext cx="190440" cy="205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7573C15-E1E4-35E9-FB73-201B1E7DA44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64446" y="2902029"/>
                  <a:ext cx="2026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4B7515A-4B6F-F5D3-AB06-EB9B21CA72A3}"/>
                    </a:ext>
                  </a:extLst>
                </p14:cNvPr>
                <p14:cNvContentPartPr/>
                <p14:nvPr/>
              </p14:nvContentPartPr>
              <p14:xfrm>
                <a:off x="2640206" y="3069069"/>
                <a:ext cx="44280" cy="71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4B7515A-4B6F-F5D3-AB06-EB9B21CA72A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34086" y="3062949"/>
                  <a:ext cx="565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3A4ED43-BAFF-B3C3-5B62-8EA69D463E6B}"/>
                    </a:ext>
                  </a:extLst>
                </p14:cNvPr>
                <p14:cNvContentPartPr/>
                <p14:nvPr/>
              </p14:nvContentPartPr>
              <p14:xfrm>
                <a:off x="2644886" y="2949549"/>
                <a:ext cx="37440" cy="9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3A4ED43-BAFF-B3C3-5B62-8EA69D463E6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38766" y="2943429"/>
                  <a:ext cx="496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DC802D3-A9BF-6F1E-F0AF-35AC1C8793E8}"/>
                    </a:ext>
                  </a:extLst>
                </p14:cNvPr>
                <p14:cNvContentPartPr/>
                <p14:nvPr/>
              </p14:nvContentPartPr>
              <p14:xfrm>
                <a:off x="2794646" y="2873589"/>
                <a:ext cx="142560" cy="333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DC802D3-A9BF-6F1E-F0AF-35AC1C8793E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88526" y="2867469"/>
                  <a:ext cx="15480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E83A753-18F7-D480-70A6-E43D454CB3F9}"/>
                    </a:ext>
                  </a:extLst>
                </p14:cNvPr>
                <p14:cNvContentPartPr/>
                <p14:nvPr/>
              </p14:nvContentPartPr>
              <p14:xfrm>
                <a:off x="3065006" y="3019029"/>
                <a:ext cx="40680" cy="93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E83A753-18F7-D480-70A6-E43D454CB3F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58886" y="3012909"/>
                  <a:ext cx="529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A852CD6-04C9-646A-B75A-035B3FB410A0}"/>
                    </a:ext>
                  </a:extLst>
                </p14:cNvPr>
                <p14:cNvContentPartPr/>
                <p14:nvPr/>
              </p14:nvContentPartPr>
              <p14:xfrm>
                <a:off x="3070046" y="2977269"/>
                <a:ext cx="27720" cy="7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A852CD6-04C9-646A-B75A-035B3FB410A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63926" y="2971149"/>
                  <a:ext cx="399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EF56817-8D00-0555-4CC8-AE7E3989CA6F}"/>
                    </a:ext>
                  </a:extLst>
                </p14:cNvPr>
                <p14:cNvContentPartPr/>
                <p14:nvPr/>
              </p14:nvContentPartPr>
              <p14:xfrm>
                <a:off x="3422126" y="2932269"/>
                <a:ext cx="150120" cy="15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EF56817-8D00-0555-4CC8-AE7E3989CA6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16006" y="2926149"/>
                  <a:ext cx="1623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34052B8-3821-662E-C66A-105712F79AFC}"/>
                    </a:ext>
                  </a:extLst>
                </p14:cNvPr>
                <p14:cNvContentPartPr/>
                <p14:nvPr/>
              </p14:nvContentPartPr>
              <p14:xfrm>
                <a:off x="3732806" y="2805909"/>
                <a:ext cx="236880" cy="29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34052B8-3821-662E-C66A-105712F79AF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726686" y="2799789"/>
                  <a:ext cx="2491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F79B695-3E69-843E-76D6-8F38602DC902}"/>
                    </a:ext>
                  </a:extLst>
                </p14:cNvPr>
                <p14:cNvContentPartPr/>
                <p14:nvPr/>
              </p14:nvContentPartPr>
              <p14:xfrm>
                <a:off x="3743606" y="2877189"/>
                <a:ext cx="149040" cy="255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F79B695-3E69-843E-76D6-8F38602DC90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37486" y="2871069"/>
                  <a:ext cx="1612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003689A-4AD2-F25C-20B5-E11105A3D32A}"/>
                    </a:ext>
                  </a:extLst>
                </p14:cNvPr>
                <p14:cNvContentPartPr/>
                <p14:nvPr/>
              </p14:nvContentPartPr>
              <p14:xfrm>
                <a:off x="4021166" y="2907429"/>
                <a:ext cx="151560" cy="203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003689A-4AD2-F25C-20B5-E11105A3D32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15046" y="2901309"/>
                  <a:ext cx="1638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FDA1317-C6A7-AFB6-A887-D6A2492E3985}"/>
                    </a:ext>
                  </a:extLst>
                </p14:cNvPr>
                <p14:cNvContentPartPr/>
                <p14:nvPr/>
              </p14:nvContentPartPr>
              <p14:xfrm>
                <a:off x="4276766" y="3066189"/>
                <a:ext cx="61560" cy="99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FDA1317-C6A7-AFB6-A887-D6A2492E398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70646" y="3060069"/>
                  <a:ext cx="738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60B6E6F-F83D-E1D6-0B7F-9EC7DC6ECBDD}"/>
                    </a:ext>
                  </a:extLst>
                </p14:cNvPr>
                <p14:cNvContentPartPr/>
                <p14:nvPr/>
              </p14:nvContentPartPr>
              <p14:xfrm>
                <a:off x="4323926" y="3000669"/>
                <a:ext cx="15840" cy="25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60B6E6F-F83D-E1D6-0B7F-9EC7DC6ECBD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317806" y="2994549"/>
                  <a:ext cx="280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567EE0D-17ED-4EFD-69EC-ADA747A2F924}"/>
                    </a:ext>
                  </a:extLst>
                </p14:cNvPr>
                <p14:cNvContentPartPr/>
                <p14:nvPr/>
              </p14:nvContentPartPr>
              <p14:xfrm>
                <a:off x="4469726" y="2782149"/>
                <a:ext cx="184680" cy="77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567EE0D-17ED-4EFD-69EC-ADA747A2F92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463606" y="2776029"/>
                  <a:ext cx="1969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2B87822-C854-BB80-8CA0-46025959BC1A}"/>
                    </a:ext>
                  </a:extLst>
                </p14:cNvPr>
                <p14:cNvContentPartPr/>
                <p14:nvPr/>
              </p14:nvContentPartPr>
              <p14:xfrm>
                <a:off x="4482326" y="2854509"/>
                <a:ext cx="172080" cy="231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2B87822-C854-BB80-8CA0-46025959BC1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476206" y="2848389"/>
                  <a:ext cx="1843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64AB363-2ABA-A5EB-B594-9737984574C3}"/>
                    </a:ext>
                  </a:extLst>
                </p14:cNvPr>
                <p14:cNvContentPartPr/>
                <p14:nvPr/>
              </p14:nvContentPartPr>
              <p14:xfrm>
                <a:off x="4720646" y="2876469"/>
                <a:ext cx="154080" cy="311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64AB363-2ABA-A5EB-B594-9737984574C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14526" y="2870349"/>
                  <a:ext cx="16632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A887FA5-3FFB-DB8F-1B24-8287D0F52659}"/>
                    </a:ext>
                  </a:extLst>
                </p14:cNvPr>
                <p14:cNvContentPartPr/>
                <p14:nvPr/>
              </p14:nvContentPartPr>
              <p14:xfrm>
                <a:off x="5009726" y="3080589"/>
                <a:ext cx="54000" cy="116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A887FA5-3FFB-DB8F-1B24-8287D0F5265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003606" y="3074469"/>
                  <a:ext cx="662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32A6D00-D893-221D-AC07-B47CA7AE84B4}"/>
                    </a:ext>
                  </a:extLst>
                </p14:cNvPr>
                <p14:cNvContentPartPr/>
                <p14:nvPr/>
              </p14:nvContentPartPr>
              <p14:xfrm>
                <a:off x="5032046" y="3011829"/>
                <a:ext cx="21960" cy="14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32A6D00-D893-221D-AC07-B47CA7AE84B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025926" y="3005709"/>
                  <a:ext cx="342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8BB4ADA-0A42-09BC-1520-55E41FDF410C}"/>
                    </a:ext>
                  </a:extLst>
                </p14:cNvPr>
                <p14:cNvContentPartPr/>
                <p14:nvPr/>
              </p14:nvContentPartPr>
              <p14:xfrm>
                <a:off x="1483886" y="3129189"/>
                <a:ext cx="57240" cy="19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8BB4ADA-0A42-09BC-1520-55E41FDF410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477766" y="3123069"/>
                  <a:ext cx="694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0FF460E-604B-6DB7-71C8-D9B6B8D1F7A9}"/>
                    </a:ext>
                  </a:extLst>
                </p14:cNvPr>
                <p14:cNvContentPartPr/>
                <p14:nvPr/>
              </p14:nvContentPartPr>
              <p14:xfrm>
                <a:off x="1504766" y="3229269"/>
                <a:ext cx="46440" cy="10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0FF460E-604B-6DB7-71C8-D9B6B8D1F7A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98646" y="3223149"/>
                  <a:ext cx="586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F05E509-7AB2-1E28-D523-B910B1E58AE3}"/>
                    </a:ext>
                  </a:extLst>
                </p14:cNvPr>
                <p14:cNvContentPartPr/>
                <p14:nvPr/>
              </p14:nvContentPartPr>
              <p14:xfrm>
                <a:off x="1448606" y="3130629"/>
                <a:ext cx="155880" cy="40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F05E509-7AB2-1E28-D523-B910B1E58AE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442486" y="3124509"/>
                  <a:ext cx="168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EB5D700-8586-FF90-4F5C-9B0B9E008F4C}"/>
                    </a:ext>
                  </a:extLst>
                </p14:cNvPr>
                <p14:cNvContentPartPr/>
                <p14:nvPr/>
              </p14:nvContentPartPr>
              <p14:xfrm>
                <a:off x="1463366" y="3255189"/>
                <a:ext cx="162720" cy="19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EB5D700-8586-FF90-4F5C-9B0B9E008F4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457246" y="3249069"/>
                  <a:ext cx="1749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DB5EDE4-339C-2AC2-C531-4129869D6B31}"/>
                    </a:ext>
                  </a:extLst>
                </p14:cNvPr>
                <p14:cNvContentPartPr/>
                <p14:nvPr/>
              </p14:nvContentPartPr>
              <p14:xfrm>
                <a:off x="1677566" y="3419709"/>
                <a:ext cx="217440" cy="505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DB5EDE4-339C-2AC2-C531-4129869D6B3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671446" y="3413589"/>
                  <a:ext cx="22968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78192EB-7F2B-8047-28F3-BD20A15D1E8F}"/>
                    </a:ext>
                  </a:extLst>
                </p14:cNvPr>
                <p14:cNvContentPartPr/>
                <p14:nvPr/>
              </p14:nvContentPartPr>
              <p14:xfrm>
                <a:off x="1959086" y="3368949"/>
                <a:ext cx="1482840" cy="91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78192EB-7F2B-8047-28F3-BD20A15D1E8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52966" y="3362829"/>
                  <a:ext cx="14950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F5E925C-E86A-26B1-BC5F-32E23965B598}"/>
                    </a:ext>
                  </a:extLst>
                </p14:cNvPr>
                <p14:cNvContentPartPr/>
                <p14:nvPr/>
              </p14:nvContentPartPr>
              <p14:xfrm>
                <a:off x="1971686" y="3685389"/>
                <a:ext cx="181440" cy="138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F5E925C-E86A-26B1-BC5F-32E23965B59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965566" y="3679269"/>
                  <a:ext cx="1936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E785229-8CC6-3F0E-4919-F8B073EA7875}"/>
                    </a:ext>
                  </a:extLst>
                </p14:cNvPr>
                <p14:cNvContentPartPr/>
                <p14:nvPr/>
              </p14:nvContentPartPr>
              <p14:xfrm>
                <a:off x="2323406" y="3547149"/>
                <a:ext cx="36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E785229-8CC6-3F0E-4919-F8B073EA787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317286" y="354102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07E9D9C-2054-C6A2-A0AF-9C387865E3FC}"/>
                    </a:ext>
                  </a:extLst>
                </p14:cNvPr>
                <p14:cNvContentPartPr/>
                <p14:nvPr/>
              </p14:nvContentPartPr>
              <p14:xfrm>
                <a:off x="2307926" y="3547149"/>
                <a:ext cx="15840" cy="21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07E9D9C-2054-C6A2-A0AF-9C387865E3F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01806" y="3541029"/>
                  <a:ext cx="28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0A3347D-2017-1238-0810-5B8B03028D1E}"/>
                    </a:ext>
                  </a:extLst>
                </p14:cNvPr>
                <p14:cNvContentPartPr/>
                <p14:nvPr/>
              </p14:nvContentPartPr>
              <p14:xfrm>
                <a:off x="2290646" y="3548949"/>
                <a:ext cx="168120" cy="57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0A3347D-2017-1238-0810-5B8B03028D1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84526" y="3542829"/>
                  <a:ext cx="1803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E5BA613-A55E-FFF9-A03E-1FB75EE5CC85}"/>
                    </a:ext>
                  </a:extLst>
                </p14:cNvPr>
                <p14:cNvContentPartPr/>
                <p14:nvPr/>
              </p14:nvContentPartPr>
              <p14:xfrm>
                <a:off x="2309366" y="3615909"/>
                <a:ext cx="173880" cy="272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E5BA613-A55E-FFF9-A03E-1FB75EE5CC8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303246" y="3609789"/>
                  <a:ext cx="18612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F2DC116-E9CD-8DC4-8307-4201F6E00A70}"/>
                    </a:ext>
                  </a:extLst>
                </p14:cNvPr>
                <p14:cNvContentPartPr/>
                <p14:nvPr/>
              </p14:nvContentPartPr>
              <p14:xfrm>
                <a:off x="2619686" y="3609789"/>
                <a:ext cx="154440" cy="186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F2DC116-E9CD-8DC4-8307-4201F6E00A7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613566" y="3603669"/>
                  <a:ext cx="1666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EA95384-C1F6-16D2-6C29-46B9ADFAE8F1}"/>
                    </a:ext>
                  </a:extLst>
                </p14:cNvPr>
                <p14:cNvContentPartPr/>
                <p14:nvPr/>
              </p14:nvContentPartPr>
              <p14:xfrm>
                <a:off x="2865926" y="3754509"/>
                <a:ext cx="27360" cy="95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EA95384-C1F6-16D2-6C29-46B9ADFAE8F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859806" y="3748389"/>
                  <a:ext cx="396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0F06909-C7F7-677A-C505-70FC7A482012}"/>
                    </a:ext>
                  </a:extLst>
                </p14:cNvPr>
                <p14:cNvContentPartPr/>
                <p14:nvPr/>
              </p14:nvContentPartPr>
              <p14:xfrm>
                <a:off x="2848646" y="3666669"/>
                <a:ext cx="29160" cy="33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0F06909-C7F7-677A-C505-70FC7A48201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842526" y="3660549"/>
                  <a:ext cx="414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358A878-2AE1-3F2F-7382-A7211127A1A5}"/>
                    </a:ext>
                  </a:extLst>
                </p14:cNvPr>
                <p14:cNvContentPartPr/>
                <p14:nvPr/>
              </p14:nvContentPartPr>
              <p14:xfrm>
                <a:off x="2926406" y="3472629"/>
                <a:ext cx="142920" cy="116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358A878-2AE1-3F2F-7382-A7211127A1A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920286" y="3466509"/>
                  <a:ext cx="1551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CABFFE4-61B0-CF79-7D72-48E5484DBF40}"/>
                    </a:ext>
                  </a:extLst>
                </p14:cNvPr>
                <p14:cNvContentPartPr/>
                <p14:nvPr/>
              </p14:nvContentPartPr>
              <p14:xfrm>
                <a:off x="3151046" y="3694029"/>
                <a:ext cx="135000" cy="205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CABFFE4-61B0-CF79-7D72-48E5484DBF4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144926" y="3687909"/>
                  <a:ext cx="1472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B76B665-6CF2-38DA-4D08-A31ED1897893}"/>
                    </a:ext>
                  </a:extLst>
                </p14:cNvPr>
                <p14:cNvContentPartPr/>
                <p14:nvPr/>
              </p14:nvContentPartPr>
              <p14:xfrm>
                <a:off x="3357326" y="3598629"/>
                <a:ext cx="169200" cy="14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B76B665-6CF2-38DA-4D08-A31ED189789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351206" y="3592509"/>
                  <a:ext cx="1814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8CD3330-302F-2808-0D3F-C2379DC91609}"/>
                    </a:ext>
                  </a:extLst>
                </p14:cNvPr>
                <p14:cNvContentPartPr/>
                <p14:nvPr/>
              </p14:nvContentPartPr>
              <p14:xfrm>
                <a:off x="3390086" y="3624909"/>
                <a:ext cx="200160" cy="247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8CD3330-302F-2808-0D3F-C2379DC9160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383966" y="3618789"/>
                  <a:ext cx="2124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31D0F56-BFBD-B277-21E0-9AB51F5BF989}"/>
                    </a:ext>
                  </a:extLst>
                </p14:cNvPr>
                <p14:cNvContentPartPr/>
                <p14:nvPr/>
              </p14:nvContentPartPr>
              <p14:xfrm>
                <a:off x="3624446" y="3638229"/>
                <a:ext cx="219960" cy="167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31D0F56-BFBD-B277-21E0-9AB51F5BF98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618326" y="3632109"/>
                  <a:ext cx="2322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8178273-CB2B-87B0-7A08-198160A63864}"/>
                    </a:ext>
                  </a:extLst>
                </p14:cNvPr>
                <p14:cNvContentPartPr/>
                <p14:nvPr/>
              </p14:nvContentPartPr>
              <p14:xfrm>
                <a:off x="3892646" y="3760989"/>
                <a:ext cx="13320" cy="65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8178273-CB2B-87B0-7A08-198160A6386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886526" y="3754869"/>
                  <a:ext cx="255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C9A18FF-ECB2-1E19-1A0B-6D7C339C3FC4}"/>
                    </a:ext>
                  </a:extLst>
                </p14:cNvPr>
                <p14:cNvContentPartPr/>
                <p14:nvPr/>
              </p14:nvContentPartPr>
              <p14:xfrm>
                <a:off x="3906326" y="3658749"/>
                <a:ext cx="5400" cy="79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C9A18FF-ECB2-1E19-1A0B-6D7C339C3FC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00206" y="3652629"/>
                  <a:ext cx="176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2C19DA7-6C62-DD57-942C-8782095227F5}"/>
                    </a:ext>
                  </a:extLst>
                </p14:cNvPr>
                <p14:cNvContentPartPr/>
                <p14:nvPr/>
              </p14:nvContentPartPr>
              <p14:xfrm>
                <a:off x="3898766" y="3498549"/>
                <a:ext cx="151200" cy="504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2C19DA7-6C62-DD57-942C-8782095227F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892646" y="3492429"/>
                  <a:ext cx="16344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FDD74B5-348C-DEB9-2057-EA3DEF034CAB}"/>
                    </a:ext>
                  </a:extLst>
                </p14:cNvPr>
                <p14:cNvContentPartPr/>
                <p14:nvPr/>
              </p14:nvContentPartPr>
              <p14:xfrm>
                <a:off x="3303326" y="3532029"/>
                <a:ext cx="283320" cy="534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FDD74B5-348C-DEB9-2057-EA3DEF034CA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297206" y="3525909"/>
                  <a:ext cx="29556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0CDEE18-DF37-75FE-9057-BC6A20680486}"/>
                    </a:ext>
                  </a:extLst>
                </p14:cNvPr>
                <p14:cNvContentPartPr/>
                <p14:nvPr/>
              </p14:nvContentPartPr>
              <p14:xfrm>
                <a:off x="4064006" y="3440949"/>
                <a:ext cx="189360" cy="128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0CDEE18-DF37-75FE-9057-BC6A2068048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057886" y="3434829"/>
                  <a:ext cx="2016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85D9415-2E4D-CC6D-65CF-B4150104F3A7}"/>
                    </a:ext>
                  </a:extLst>
                </p14:cNvPr>
                <p14:cNvContentPartPr/>
                <p14:nvPr/>
              </p14:nvContentPartPr>
              <p14:xfrm>
                <a:off x="3286766" y="3349869"/>
                <a:ext cx="990360" cy="67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85D9415-2E4D-CC6D-65CF-B4150104F3A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280646" y="3343749"/>
                  <a:ext cx="10026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E85873E-AF62-F6D2-82CD-44644CEA9D12}"/>
                    </a:ext>
                  </a:extLst>
                </p14:cNvPr>
                <p14:cNvContentPartPr/>
                <p14:nvPr/>
              </p14:nvContentPartPr>
              <p14:xfrm>
                <a:off x="4404206" y="3350229"/>
                <a:ext cx="2175480" cy="698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E85873E-AF62-F6D2-82CD-44644CEA9D1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398086" y="3344109"/>
                  <a:ext cx="2187720" cy="71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B781E6F-66D9-CEDD-0E67-98F6077AE274}"/>
                    </a:ext>
                  </a:extLst>
                </p14:cNvPr>
                <p14:cNvContentPartPr/>
                <p14:nvPr/>
              </p14:nvContentPartPr>
              <p14:xfrm>
                <a:off x="4641086" y="3764589"/>
                <a:ext cx="163080" cy="166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B781E6F-66D9-CEDD-0E67-98F6077AE27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634966" y="3758469"/>
                  <a:ext cx="1753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C0FDD9C-E15A-18F8-36B7-B2D50469B4F0}"/>
                    </a:ext>
                  </a:extLst>
                </p14:cNvPr>
                <p14:cNvContentPartPr/>
                <p14:nvPr/>
              </p14:nvContentPartPr>
              <p14:xfrm>
                <a:off x="4931606" y="3632109"/>
                <a:ext cx="201600" cy="10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C0FDD9C-E15A-18F8-36B7-B2D50469B4F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925486" y="3625989"/>
                  <a:ext cx="2138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6FFB189-5884-0C01-7E27-E50DAC598844}"/>
                    </a:ext>
                  </a:extLst>
                </p14:cNvPr>
                <p14:cNvContentPartPr/>
                <p14:nvPr/>
              </p14:nvContentPartPr>
              <p14:xfrm>
                <a:off x="4962566" y="3672429"/>
                <a:ext cx="195480" cy="270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6FFB189-5884-0C01-7E27-E50DAC59884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956446" y="3666309"/>
                  <a:ext cx="2077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2A6C238-298E-7775-A480-CCE610A310F0}"/>
                    </a:ext>
                  </a:extLst>
                </p14:cNvPr>
                <p14:cNvContentPartPr/>
                <p14:nvPr/>
              </p14:nvContentPartPr>
              <p14:xfrm>
                <a:off x="5276846" y="3685749"/>
                <a:ext cx="177480" cy="372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2A6C238-298E-7775-A480-CCE610A310F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270726" y="3679629"/>
                  <a:ext cx="1897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E46471A-E938-47C0-1DE5-449CD8B63F14}"/>
                    </a:ext>
                  </a:extLst>
                </p14:cNvPr>
                <p14:cNvContentPartPr/>
                <p14:nvPr/>
              </p14:nvContentPartPr>
              <p14:xfrm>
                <a:off x="5628926" y="3907149"/>
                <a:ext cx="53280" cy="127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E46471A-E938-47C0-1DE5-449CD8B63F1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622806" y="3901029"/>
                  <a:ext cx="655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1C3710F-5177-886F-6324-B1C55A30776A}"/>
                    </a:ext>
                  </a:extLst>
                </p14:cNvPr>
                <p14:cNvContentPartPr/>
                <p14:nvPr/>
              </p14:nvContentPartPr>
              <p14:xfrm>
                <a:off x="5630006" y="3786549"/>
                <a:ext cx="11520" cy="25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1C3710F-5177-886F-6324-B1C55A30776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623886" y="3780429"/>
                  <a:ext cx="237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EA7C6D9-8AA4-7F7C-4110-2E1646B75D6D}"/>
                    </a:ext>
                  </a:extLst>
                </p14:cNvPr>
                <p14:cNvContentPartPr/>
                <p14:nvPr/>
              </p14:nvContentPartPr>
              <p14:xfrm>
                <a:off x="5605526" y="3498189"/>
                <a:ext cx="196200" cy="160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EA7C6D9-8AA4-7F7C-4110-2E1646B75D6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599406" y="3492069"/>
                  <a:ext cx="2084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81D3580-1E13-3765-1D99-D18C57F22E0D}"/>
                    </a:ext>
                  </a:extLst>
                </p14:cNvPr>
                <p14:cNvContentPartPr/>
                <p14:nvPr/>
              </p14:nvContentPartPr>
              <p14:xfrm>
                <a:off x="5930246" y="3769269"/>
                <a:ext cx="205920" cy="32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81D3580-1E13-3765-1D99-D18C57F22E0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924126" y="3763149"/>
                  <a:ext cx="2181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1D92B00-4E4F-D0CC-BE62-EC14E2FA7362}"/>
                    </a:ext>
                  </a:extLst>
                </p14:cNvPr>
                <p14:cNvContentPartPr/>
                <p14:nvPr/>
              </p14:nvContentPartPr>
              <p14:xfrm>
                <a:off x="6299966" y="3607269"/>
                <a:ext cx="187200" cy="4960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1D92B00-4E4F-D0CC-BE62-EC14E2FA736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293846" y="3601149"/>
                  <a:ext cx="19944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BD2827B-47FF-74E5-B315-7D56653FECDE}"/>
                    </a:ext>
                  </a:extLst>
                </p14:cNvPr>
                <p14:cNvContentPartPr/>
                <p14:nvPr/>
              </p14:nvContentPartPr>
              <p14:xfrm>
                <a:off x="6523886" y="3625989"/>
                <a:ext cx="247680" cy="615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BD2827B-47FF-74E5-B315-7D56653FECD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517766" y="3619869"/>
                  <a:ext cx="2599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01C750C-93EC-17AE-B5E3-5AB0FD1F9A49}"/>
                    </a:ext>
                  </a:extLst>
                </p14:cNvPr>
                <p14:cNvContentPartPr/>
                <p14:nvPr/>
              </p14:nvContentPartPr>
              <p14:xfrm>
                <a:off x="6572486" y="3669189"/>
                <a:ext cx="232560" cy="2696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01C750C-93EC-17AE-B5E3-5AB0FD1F9A4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566366" y="3663069"/>
                  <a:ext cx="2448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4567D23-9611-AE17-66FA-4DDE1E2D55FC}"/>
                    </a:ext>
                  </a:extLst>
                </p14:cNvPr>
                <p14:cNvContentPartPr/>
                <p14:nvPr/>
              </p14:nvContentPartPr>
              <p14:xfrm>
                <a:off x="6858326" y="3670629"/>
                <a:ext cx="165960" cy="380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4567D23-9611-AE17-66FA-4DDE1E2D55F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852206" y="3664509"/>
                  <a:ext cx="17820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DD8EC46-8AEA-E522-9566-495BD6908DDB}"/>
                    </a:ext>
                  </a:extLst>
                </p14:cNvPr>
                <p14:cNvContentPartPr/>
                <p14:nvPr/>
              </p14:nvContentPartPr>
              <p14:xfrm>
                <a:off x="7169366" y="3877989"/>
                <a:ext cx="68760" cy="1594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DD8EC46-8AEA-E522-9566-495BD6908DD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163246" y="3871869"/>
                  <a:ext cx="810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653A5D1-CF05-09DA-1E00-69AB3D6E8B2B}"/>
                    </a:ext>
                  </a:extLst>
                </p14:cNvPr>
                <p14:cNvContentPartPr/>
                <p14:nvPr/>
              </p14:nvContentPartPr>
              <p14:xfrm>
                <a:off x="7204646" y="3744429"/>
                <a:ext cx="11880" cy="428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653A5D1-CF05-09DA-1E00-69AB3D6E8B2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198526" y="3738309"/>
                  <a:ext cx="241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7D74B93-2800-78D8-80E2-94E77660E08E}"/>
                    </a:ext>
                  </a:extLst>
                </p14:cNvPr>
                <p14:cNvContentPartPr/>
                <p14:nvPr/>
              </p14:nvContentPartPr>
              <p14:xfrm>
                <a:off x="7298246" y="3548949"/>
                <a:ext cx="172800" cy="501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7D74B93-2800-78D8-80E2-94E77660E08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292126" y="3542829"/>
                  <a:ext cx="185040" cy="5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2016402-6EAF-E6F1-6A0E-33EB63848A4F}"/>
                    </a:ext>
                  </a:extLst>
                </p14:cNvPr>
                <p14:cNvContentPartPr/>
                <p14:nvPr/>
              </p14:nvContentPartPr>
              <p14:xfrm>
                <a:off x="7526846" y="3440589"/>
                <a:ext cx="190080" cy="1702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2016402-6EAF-E6F1-6A0E-33EB63848A4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520726" y="3434469"/>
                  <a:ext cx="2023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76A4725-924D-889F-230D-0BF571D6634F}"/>
                    </a:ext>
                  </a:extLst>
                </p14:cNvPr>
                <p14:cNvContentPartPr/>
                <p14:nvPr/>
              </p14:nvContentPartPr>
              <p14:xfrm>
                <a:off x="6533966" y="3363549"/>
                <a:ext cx="1011240" cy="20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76A4725-924D-889F-230D-0BF571D6634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527846" y="3357429"/>
                  <a:ext cx="10234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CF24613-CE64-3922-6A51-E7638BA245A1}"/>
                    </a:ext>
                  </a:extLst>
                </p14:cNvPr>
                <p14:cNvContentPartPr/>
                <p14:nvPr/>
              </p14:nvContentPartPr>
              <p14:xfrm>
                <a:off x="8597486" y="2915709"/>
                <a:ext cx="26280" cy="5112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CF24613-CE64-3922-6A51-E7638BA245A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591366" y="2909589"/>
                  <a:ext cx="3852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4969322-C921-B77B-FD5C-E6B858A93BDA}"/>
                    </a:ext>
                  </a:extLst>
                </p14:cNvPr>
                <p14:cNvContentPartPr/>
                <p14:nvPr/>
              </p14:nvContentPartPr>
              <p14:xfrm>
                <a:off x="8596406" y="3140349"/>
                <a:ext cx="118800" cy="1051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4969322-C921-B77B-FD5C-E6B858A93BD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590286" y="3134229"/>
                  <a:ext cx="131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8E5DC1A-C2DE-8CA9-DFD6-836CC68C2E1F}"/>
                    </a:ext>
                  </a:extLst>
                </p14:cNvPr>
                <p14:cNvContentPartPr/>
                <p14:nvPr/>
              </p14:nvContentPartPr>
              <p14:xfrm>
                <a:off x="8822126" y="3116229"/>
                <a:ext cx="82800" cy="86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8E5DC1A-C2DE-8CA9-DFD6-836CC68C2E1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816006" y="3110109"/>
                  <a:ext cx="950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C45C2BE-5F62-3ACB-601D-A38CC195F258}"/>
                    </a:ext>
                  </a:extLst>
                </p14:cNvPr>
                <p14:cNvContentPartPr/>
                <p14:nvPr/>
              </p14:nvContentPartPr>
              <p14:xfrm>
                <a:off x="8984846" y="3092109"/>
                <a:ext cx="222840" cy="144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C45C2BE-5F62-3ACB-601D-A38CC195F25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978726" y="3085989"/>
                  <a:ext cx="2350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26D9728-242C-4AFD-2922-9994B2AD89A3}"/>
                    </a:ext>
                  </a:extLst>
                </p14:cNvPr>
                <p14:cNvContentPartPr/>
                <p14:nvPr/>
              </p14:nvContentPartPr>
              <p14:xfrm>
                <a:off x="9273566" y="3066549"/>
                <a:ext cx="83160" cy="198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26D9728-242C-4AFD-2922-9994B2AD89A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267446" y="3060429"/>
                  <a:ext cx="954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6CF956D-4761-0B70-AF4D-E60329A6E5F1}"/>
                    </a:ext>
                  </a:extLst>
                </p14:cNvPr>
                <p14:cNvContentPartPr/>
                <p14:nvPr/>
              </p14:nvContentPartPr>
              <p14:xfrm>
                <a:off x="9442046" y="3089229"/>
                <a:ext cx="354600" cy="907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6CF956D-4761-0B70-AF4D-E60329A6E5F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435926" y="3083109"/>
                  <a:ext cx="3668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495940A-E5E4-3FBD-EA59-ABEB82BC62E0}"/>
                    </a:ext>
                  </a:extLst>
                </p14:cNvPr>
                <p14:cNvContentPartPr/>
                <p14:nvPr/>
              </p14:nvContentPartPr>
              <p14:xfrm>
                <a:off x="10079966" y="2970789"/>
                <a:ext cx="294840" cy="237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495940A-E5E4-3FBD-EA59-ABEB82BC62E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073846" y="2964669"/>
                  <a:ext cx="3070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105338E-CB19-0F34-BC09-67EF93B3831B}"/>
                    </a:ext>
                  </a:extLst>
                </p14:cNvPr>
                <p14:cNvContentPartPr/>
                <p14:nvPr/>
              </p14:nvContentPartPr>
              <p14:xfrm>
                <a:off x="10463726" y="3100029"/>
                <a:ext cx="149400" cy="882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105338E-CB19-0F34-BC09-67EF93B3831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457606" y="3093909"/>
                  <a:ext cx="1616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C7D41A6-0B7E-8574-1E0A-429DB20C71FE}"/>
                    </a:ext>
                  </a:extLst>
                </p14:cNvPr>
                <p14:cNvContentPartPr/>
                <p14:nvPr/>
              </p14:nvContentPartPr>
              <p14:xfrm>
                <a:off x="10635446" y="3100749"/>
                <a:ext cx="102600" cy="777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C7D41A6-0B7E-8574-1E0A-429DB20C71F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629326" y="3094629"/>
                  <a:ext cx="1148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7D07848-825F-23B6-BC48-B80772301CCD}"/>
                    </a:ext>
                  </a:extLst>
                </p14:cNvPr>
                <p14:cNvContentPartPr/>
                <p14:nvPr/>
              </p14:nvContentPartPr>
              <p14:xfrm>
                <a:off x="10843166" y="3112989"/>
                <a:ext cx="151560" cy="619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7D07848-825F-23B6-BC48-B80772301CC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837046" y="3106869"/>
                  <a:ext cx="1638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1BED4F5-9C5F-85EA-7B2E-987A030DB6A2}"/>
                    </a:ext>
                  </a:extLst>
                </p14:cNvPr>
                <p14:cNvContentPartPr/>
                <p14:nvPr/>
              </p14:nvContentPartPr>
              <p14:xfrm>
                <a:off x="11056286" y="2900589"/>
                <a:ext cx="343440" cy="247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1BED4F5-9C5F-85EA-7B2E-987A030DB6A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050166" y="2894469"/>
                  <a:ext cx="3556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F53C61B-DDF2-442E-61B6-3060DEEED68C}"/>
                    </a:ext>
                  </a:extLst>
                </p14:cNvPr>
                <p14:cNvContentPartPr/>
                <p14:nvPr/>
              </p14:nvContentPartPr>
              <p14:xfrm>
                <a:off x="11409086" y="2905989"/>
                <a:ext cx="102600" cy="219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F53C61B-DDF2-442E-61B6-3060DEEED68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402966" y="2899869"/>
                  <a:ext cx="1148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8223A3E-008C-1845-1FAE-71008C9DB4B7}"/>
                    </a:ext>
                  </a:extLst>
                </p14:cNvPr>
                <p14:cNvContentPartPr/>
                <p14:nvPr/>
              </p14:nvContentPartPr>
              <p14:xfrm>
                <a:off x="11589086" y="2999949"/>
                <a:ext cx="360" cy="3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8223A3E-008C-1845-1FAE-71008C9DB4B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582966" y="299382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060AD08-A5AD-A02C-4702-A88CF33E98A8}"/>
                    </a:ext>
                  </a:extLst>
                </p14:cNvPr>
                <p14:cNvContentPartPr/>
                <p14:nvPr/>
              </p14:nvContentPartPr>
              <p14:xfrm>
                <a:off x="11616446" y="3093189"/>
                <a:ext cx="371520" cy="554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060AD08-A5AD-A02C-4702-A88CF33E98A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610326" y="3087069"/>
                  <a:ext cx="3837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C59C29E-BFF2-5344-7B29-EAF4791F31E4}"/>
                    </a:ext>
                  </a:extLst>
                </p14:cNvPr>
                <p14:cNvContentPartPr/>
                <p14:nvPr/>
              </p14:nvContentPartPr>
              <p14:xfrm>
                <a:off x="8701526" y="3642909"/>
                <a:ext cx="13320" cy="2952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C59C29E-BFF2-5344-7B29-EAF4791F31E4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695406" y="3636789"/>
                  <a:ext cx="255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C229CF9-B504-2DE1-DCB3-D00A0D32A2C0}"/>
                    </a:ext>
                  </a:extLst>
                </p14:cNvPr>
                <p14:cNvContentPartPr/>
                <p14:nvPr/>
              </p14:nvContentPartPr>
              <p14:xfrm>
                <a:off x="8760206" y="3769989"/>
                <a:ext cx="985680" cy="34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C229CF9-B504-2DE1-DCB3-D00A0D32A2C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754086" y="3763869"/>
                  <a:ext cx="9979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B389BBB-D2A0-FE96-E81B-37D92A36C8B6}"/>
                    </a:ext>
                  </a:extLst>
                </p14:cNvPr>
                <p14:cNvContentPartPr/>
                <p14:nvPr/>
              </p14:nvContentPartPr>
              <p14:xfrm>
                <a:off x="9723206" y="3688989"/>
                <a:ext cx="175320" cy="2113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B389BBB-D2A0-FE96-E81B-37D92A36C8B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717086" y="3682869"/>
                  <a:ext cx="1875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7E2ADA2-565D-DF6F-B9B6-CB4D33B56963}"/>
                    </a:ext>
                  </a:extLst>
                </p14:cNvPr>
                <p14:cNvContentPartPr/>
                <p14:nvPr/>
              </p14:nvContentPartPr>
              <p14:xfrm>
                <a:off x="9970886" y="3759549"/>
                <a:ext cx="812880" cy="342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7E2ADA2-565D-DF6F-B9B6-CB4D33B5696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964766" y="3753429"/>
                  <a:ext cx="8251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007CC71-AF59-3FE6-A583-12C600AF4714}"/>
                    </a:ext>
                  </a:extLst>
                </p14:cNvPr>
                <p14:cNvContentPartPr/>
                <p14:nvPr/>
              </p14:nvContentPartPr>
              <p14:xfrm>
                <a:off x="10797446" y="3679989"/>
                <a:ext cx="30960" cy="295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007CC71-AF59-3FE6-A583-12C600AF471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791326" y="3673869"/>
                  <a:ext cx="432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A7BDC98-3C11-D5E6-CE53-E25134312ED6}"/>
                    </a:ext>
                  </a:extLst>
                </p14:cNvPr>
                <p14:cNvContentPartPr/>
                <p14:nvPr/>
              </p14:nvContentPartPr>
              <p14:xfrm>
                <a:off x="8361326" y="4184349"/>
                <a:ext cx="196200" cy="28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A7BDC98-3C11-D5E6-CE53-E25134312ED6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355206" y="4178229"/>
                  <a:ext cx="2084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79FF7B4-55C6-D964-F792-5E0A05591561}"/>
                    </a:ext>
                  </a:extLst>
                </p14:cNvPr>
                <p14:cNvContentPartPr/>
                <p14:nvPr/>
              </p14:nvContentPartPr>
              <p14:xfrm>
                <a:off x="8771726" y="4099029"/>
                <a:ext cx="28440" cy="2394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79FF7B4-55C6-D964-F792-5E0A0559156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765606" y="4092909"/>
                  <a:ext cx="406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09C3AED-EF0A-A360-4D77-10AEC5926570}"/>
                    </a:ext>
                  </a:extLst>
                </p14:cNvPr>
                <p14:cNvContentPartPr/>
                <p14:nvPr/>
              </p14:nvContentPartPr>
              <p14:xfrm>
                <a:off x="10898246" y="4114509"/>
                <a:ext cx="60840" cy="1382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09C3AED-EF0A-A360-4D77-10AEC592657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892126" y="4108389"/>
                  <a:ext cx="730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4A4719E-8FDB-6A52-ED05-E3FAAE432697}"/>
                    </a:ext>
                  </a:extLst>
                </p14:cNvPr>
                <p14:cNvContentPartPr/>
                <p14:nvPr/>
              </p14:nvContentPartPr>
              <p14:xfrm>
                <a:off x="9693326" y="4071669"/>
                <a:ext cx="169920" cy="1389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4A4719E-8FDB-6A52-ED05-E3FAAE432697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687206" y="4065549"/>
                  <a:ext cx="1821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0A74795-7F6B-2736-6920-C69725075A28}"/>
                    </a:ext>
                  </a:extLst>
                </p14:cNvPr>
                <p14:cNvContentPartPr/>
                <p14:nvPr/>
              </p14:nvContentPartPr>
              <p14:xfrm>
                <a:off x="9784766" y="4326909"/>
                <a:ext cx="348840" cy="2386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0A74795-7F6B-2736-6920-C69725075A2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778646" y="4320789"/>
                  <a:ext cx="3610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46752AE-1133-6E09-96EB-359808668986}"/>
                    </a:ext>
                  </a:extLst>
                </p14:cNvPr>
                <p14:cNvContentPartPr/>
                <p14:nvPr/>
              </p14:nvContentPartPr>
              <p14:xfrm>
                <a:off x="10063766" y="4466589"/>
                <a:ext cx="114120" cy="207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46752AE-1133-6E09-96EB-35980866898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057646" y="4460469"/>
                  <a:ext cx="1263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2B20BBC-FAC9-D64D-2A3F-421538F68C6C}"/>
                    </a:ext>
                  </a:extLst>
                </p14:cNvPr>
                <p14:cNvContentPartPr/>
                <p14:nvPr/>
              </p14:nvContentPartPr>
              <p14:xfrm>
                <a:off x="10342046" y="4449669"/>
                <a:ext cx="10440" cy="1468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2B20BBC-FAC9-D64D-2A3F-421538F68C6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335926" y="4443549"/>
                  <a:ext cx="226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05962B3-3EE3-5FA6-8D35-D138EAA31E12}"/>
                    </a:ext>
                  </a:extLst>
                </p14:cNvPr>
                <p14:cNvContentPartPr/>
                <p14:nvPr/>
              </p14:nvContentPartPr>
              <p14:xfrm>
                <a:off x="10366166" y="4451109"/>
                <a:ext cx="152280" cy="1944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05962B3-3EE3-5FA6-8D35-D138EAA31E12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360046" y="4444989"/>
                  <a:ext cx="1645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1AC81A6-D274-D30B-D5FD-C1195D3D0A01}"/>
                    </a:ext>
                  </a:extLst>
                </p14:cNvPr>
                <p14:cNvContentPartPr/>
                <p14:nvPr/>
              </p14:nvContentPartPr>
              <p14:xfrm>
                <a:off x="10618886" y="4523829"/>
                <a:ext cx="97200" cy="1029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1AC81A6-D274-D30B-D5FD-C1195D3D0A0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612766" y="4517709"/>
                  <a:ext cx="1094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A17A055-FF5C-C567-ADDC-01012C95780E}"/>
                    </a:ext>
                  </a:extLst>
                </p14:cNvPr>
                <p14:cNvContentPartPr/>
                <p14:nvPr/>
              </p14:nvContentPartPr>
              <p14:xfrm>
                <a:off x="10254566" y="4773309"/>
                <a:ext cx="287640" cy="1713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A17A055-FF5C-C567-ADDC-01012C95780E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248446" y="4767189"/>
                  <a:ext cx="2998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7A95B2D-1A83-6B2F-63F4-15D92B770C4E}"/>
                    </a:ext>
                  </a:extLst>
                </p14:cNvPr>
                <p14:cNvContentPartPr/>
                <p14:nvPr/>
              </p14:nvContentPartPr>
              <p14:xfrm>
                <a:off x="10604846" y="4853229"/>
                <a:ext cx="127800" cy="106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7A95B2D-1A83-6B2F-63F4-15D92B770C4E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598726" y="4847109"/>
                  <a:ext cx="1400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8917ACD-7C4A-2943-8092-27953C82238F}"/>
                    </a:ext>
                  </a:extLst>
                </p14:cNvPr>
                <p14:cNvContentPartPr/>
                <p14:nvPr/>
              </p14:nvContentPartPr>
              <p14:xfrm>
                <a:off x="10764326" y="4825869"/>
                <a:ext cx="127800" cy="126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8917ACD-7C4A-2943-8092-27953C82238F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758206" y="4819749"/>
                  <a:ext cx="1400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B646150-06E8-3C26-864E-7E6B34F0A88B}"/>
                    </a:ext>
                  </a:extLst>
                </p14:cNvPr>
                <p14:cNvContentPartPr/>
                <p14:nvPr/>
              </p14:nvContentPartPr>
              <p14:xfrm>
                <a:off x="10927766" y="4822629"/>
                <a:ext cx="73080" cy="745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B646150-06E8-3C26-864E-7E6B34F0A88B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921646" y="4816509"/>
                  <a:ext cx="853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081B1A1-F4F0-729C-9DBF-4DD4A355485F}"/>
                    </a:ext>
                  </a:extLst>
                </p14:cNvPr>
                <p14:cNvContentPartPr/>
                <p14:nvPr/>
              </p14:nvContentPartPr>
              <p14:xfrm>
                <a:off x="11100926" y="4651269"/>
                <a:ext cx="267840" cy="2642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081B1A1-F4F0-729C-9DBF-4DD4A355485F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1094806" y="4645149"/>
                  <a:ext cx="2800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310EE98-4392-DA70-93EB-3FD5EDB46162}"/>
                    </a:ext>
                  </a:extLst>
                </p14:cNvPr>
                <p14:cNvContentPartPr/>
                <p14:nvPr/>
              </p14:nvContentPartPr>
              <p14:xfrm>
                <a:off x="11447966" y="4602309"/>
                <a:ext cx="138240" cy="2534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310EE98-4392-DA70-93EB-3FD5EDB46162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441846" y="4596189"/>
                  <a:ext cx="1504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7CECE4A-0F92-434C-7436-87E9EA0745B3}"/>
                    </a:ext>
                  </a:extLst>
                </p14:cNvPr>
                <p14:cNvContentPartPr/>
                <p14:nvPr/>
              </p14:nvContentPartPr>
              <p14:xfrm>
                <a:off x="11644526" y="4724349"/>
                <a:ext cx="6120" cy="230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7CECE4A-0F92-434C-7436-87E9EA0745B3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1638406" y="4718229"/>
                  <a:ext cx="183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683949F-1888-7415-9064-A3A1623D53B9}"/>
                    </a:ext>
                  </a:extLst>
                </p14:cNvPr>
                <p14:cNvContentPartPr/>
                <p14:nvPr/>
              </p14:nvContentPartPr>
              <p14:xfrm>
                <a:off x="11684126" y="4787709"/>
                <a:ext cx="358560" cy="874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683949F-1888-7415-9064-A3A1623D53B9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1678006" y="4781589"/>
                  <a:ext cx="3708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9847222-9B72-455B-E06B-D2268F5E911F}"/>
                    </a:ext>
                  </a:extLst>
                </p14:cNvPr>
                <p14:cNvContentPartPr/>
                <p14:nvPr/>
              </p14:nvContentPartPr>
              <p14:xfrm>
                <a:off x="11037206" y="3651549"/>
                <a:ext cx="149040" cy="2340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9847222-9B72-455B-E06B-D2268F5E911F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1031086" y="3645429"/>
                  <a:ext cx="1612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680CCBD-928D-49CA-EB5F-22E123DF0814}"/>
                    </a:ext>
                  </a:extLst>
                </p14:cNvPr>
                <p14:cNvContentPartPr/>
                <p14:nvPr/>
              </p14:nvContentPartPr>
              <p14:xfrm>
                <a:off x="11143046" y="3578109"/>
                <a:ext cx="83160" cy="1972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680CCBD-928D-49CA-EB5F-22E123DF081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1136926" y="3571989"/>
                  <a:ext cx="954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2F27DD7-E548-9919-DFE7-83FFA15613C9}"/>
                    </a:ext>
                  </a:extLst>
                </p14:cNvPr>
                <p14:cNvContentPartPr/>
                <p14:nvPr/>
              </p14:nvContentPartPr>
              <p14:xfrm>
                <a:off x="11392166" y="3605469"/>
                <a:ext cx="132120" cy="34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2F27DD7-E548-9919-DFE7-83FFA15613C9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1386046" y="3599349"/>
                  <a:ext cx="1443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FB7C178-60BC-B55A-25CF-F2E5C7155A47}"/>
                    </a:ext>
                  </a:extLst>
                </p14:cNvPr>
                <p14:cNvContentPartPr/>
                <p14:nvPr/>
              </p14:nvContentPartPr>
              <p14:xfrm>
                <a:off x="11486846" y="3513669"/>
                <a:ext cx="21960" cy="2325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FB7C178-60BC-B55A-25CF-F2E5C7155A47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480726" y="3507549"/>
                  <a:ext cx="342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90E9056-6A43-76C7-7437-B777BE14E727}"/>
                    </a:ext>
                  </a:extLst>
                </p14:cNvPr>
                <p14:cNvContentPartPr/>
                <p14:nvPr/>
              </p14:nvContentPartPr>
              <p14:xfrm>
                <a:off x="11492606" y="3586749"/>
                <a:ext cx="104760" cy="277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90E9056-6A43-76C7-7437-B777BE14E72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486486" y="3580629"/>
                  <a:ext cx="1170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8054A41-F515-F332-219A-9C7006290637}"/>
                    </a:ext>
                  </a:extLst>
                </p14:cNvPr>
                <p14:cNvContentPartPr/>
                <p14:nvPr/>
              </p14:nvContentPartPr>
              <p14:xfrm>
                <a:off x="11678366" y="3532749"/>
                <a:ext cx="136800" cy="1533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8054A41-F515-F332-219A-9C7006290637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1672246" y="3526629"/>
                  <a:ext cx="1490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3373D45-DF3F-CFCB-CBE2-98D442F9567C}"/>
                    </a:ext>
                  </a:extLst>
                </p14:cNvPr>
                <p14:cNvContentPartPr/>
                <p14:nvPr/>
              </p14:nvContentPartPr>
              <p14:xfrm>
                <a:off x="11872766" y="3608709"/>
                <a:ext cx="118800" cy="806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3373D45-DF3F-CFCB-CBE2-98D442F9567C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1866646" y="3602589"/>
                  <a:ext cx="131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5B071A8-A0D0-F3DB-B41F-19CDA801F7AC}"/>
                    </a:ext>
                  </a:extLst>
                </p14:cNvPr>
                <p14:cNvContentPartPr/>
                <p14:nvPr/>
              </p14:nvContentPartPr>
              <p14:xfrm>
                <a:off x="8141366" y="3804189"/>
                <a:ext cx="404640" cy="1922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5B071A8-A0D0-F3DB-B41F-19CDA801F7A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135246" y="3798069"/>
                  <a:ext cx="4168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77F59D9-2019-A62C-9874-B7C3B711E5BE}"/>
                    </a:ext>
                  </a:extLst>
                </p14:cNvPr>
                <p14:cNvContentPartPr/>
                <p14:nvPr/>
              </p14:nvContentPartPr>
              <p14:xfrm>
                <a:off x="8080166" y="3935229"/>
                <a:ext cx="214200" cy="1353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77F59D9-2019-A62C-9874-B7C3B711E5B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074046" y="3929109"/>
                  <a:ext cx="2264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C4870FA-F989-E000-855D-5176A34AC661}"/>
                    </a:ext>
                  </a:extLst>
                </p14:cNvPr>
                <p14:cNvContentPartPr/>
                <p14:nvPr/>
              </p14:nvContentPartPr>
              <p14:xfrm>
                <a:off x="7518566" y="4204149"/>
                <a:ext cx="77400" cy="468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C4870FA-F989-E000-855D-5176A34AC661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512446" y="4198029"/>
                  <a:ext cx="896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8EA65E1-850D-B3DC-6D3F-E47C602BF5C5}"/>
                    </a:ext>
                  </a:extLst>
                </p14:cNvPr>
                <p14:cNvContentPartPr/>
                <p14:nvPr/>
              </p14:nvContentPartPr>
              <p14:xfrm>
                <a:off x="7705046" y="4114509"/>
                <a:ext cx="179640" cy="1576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8EA65E1-850D-B3DC-6D3F-E47C602BF5C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698926" y="4108389"/>
                  <a:ext cx="1918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A88C561-21F8-5CA3-3D78-7C9015B354F9}"/>
                    </a:ext>
                  </a:extLst>
                </p14:cNvPr>
                <p14:cNvContentPartPr/>
                <p14:nvPr/>
              </p14:nvContentPartPr>
              <p14:xfrm>
                <a:off x="7943006" y="4133229"/>
                <a:ext cx="63000" cy="1026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A88C561-21F8-5CA3-3D78-7C9015B354F9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936886" y="4127109"/>
                  <a:ext cx="752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7E1A81B-3254-4FA2-204E-FCD2D3766C0E}"/>
                    </a:ext>
                  </a:extLst>
                </p14:cNvPr>
                <p14:cNvContentPartPr/>
                <p14:nvPr/>
              </p14:nvContentPartPr>
              <p14:xfrm>
                <a:off x="470846" y="4518069"/>
                <a:ext cx="234360" cy="3679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7E1A81B-3254-4FA2-204E-FCD2D3766C0E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726" y="4511949"/>
                  <a:ext cx="24660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11F58DD-FD09-BA54-C301-BB57BE233F7A}"/>
                    </a:ext>
                  </a:extLst>
                </p14:cNvPr>
                <p14:cNvContentPartPr/>
                <p14:nvPr/>
              </p14:nvContentPartPr>
              <p14:xfrm>
                <a:off x="838046" y="4495029"/>
                <a:ext cx="49680" cy="2937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11F58DD-FD09-BA54-C301-BB57BE233F7A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31926" y="4488909"/>
                  <a:ext cx="6192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4DC1465-C342-8167-57BD-6663BFA4F48C}"/>
                    </a:ext>
                  </a:extLst>
                </p14:cNvPr>
                <p14:cNvContentPartPr/>
                <p14:nvPr/>
              </p14:nvContentPartPr>
              <p14:xfrm>
                <a:off x="794846" y="4697349"/>
                <a:ext cx="84600" cy="831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4DC1465-C342-8167-57BD-6663BFA4F48C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88726" y="4691229"/>
                  <a:ext cx="968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32E01D9-DFA8-CCF4-EFCA-B6DB6110D06A}"/>
                    </a:ext>
                  </a:extLst>
                </p14:cNvPr>
                <p14:cNvContentPartPr/>
                <p14:nvPr/>
              </p14:nvContentPartPr>
              <p14:xfrm>
                <a:off x="993206" y="4698789"/>
                <a:ext cx="169200" cy="1292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32E01D9-DFA8-CCF4-EFCA-B6DB6110D06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87086" y="4692669"/>
                  <a:ext cx="1814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AC03683-5564-1EB1-D127-1673F52FA620}"/>
                    </a:ext>
                  </a:extLst>
                </p14:cNvPr>
                <p14:cNvContentPartPr/>
                <p14:nvPr/>
              </p14:nvContentPartPr>
              <p14:xfrm>
                <a:off x="1231166" y="4663149"/>
                <a:ext cx="93600" cy="1728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AC03683-5564-1EB1-D127-1673F52FA620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225046" y="4657029"/>
                  <a:ext cx="1058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F23DFC3-D939-AF92-7F5E-ECBFD7FD8C61}"/>
                    </a:ext>
                  </a:extLst>
                </p14:cNvPr>
                <p14:cNvContentPartPr/>
                <p14:nvPr/>
              </p14:nvContentPartPr>
              <p14:xfrm>
                <a:off x="1428446" y="4673229"/>
                <a:ext cx="238320" cy="1324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F23DFC3-D939-AF92-7F5E-ECBFD7FD8C61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422326" y="4667109"/>
                  <a:ext cx="2505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59FC866-2AB4-F113-F2B3-71729E3B1D1A}"/>
                    </a:ext>
                  </a:extLst>
                </p14:cNvPr>
                <p14:cNvContentPartPr/>
                <p14:nvPr/>
              </p14:nvContentPartPr>
              <p14:xfrm>
                <a:off x="1710326" y="4643349"/>
                <a:ext cx="174600" cy="7740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59FC866-2AB4-F113-F2B3-71729E3B1D1A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704206" y="4637229"/>
                  <a:ext cx="186840" cy="78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1328B65-42AE-B948-3A57-1DCDCE11116E}"/>
                    </a:ext>
                  </a:extLst>
                </p14:cNvPr>
                <p14:cNvContentPartPr/>
                <p14:nvPr/>
              </p14:nvContentPartPr>
              <p14:xfrm>
                <a:off x="1291286" y="4671069"/>
                <a:ext cx="24480" cy="1393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1328B65-42AE-B948-3A57-1DCDCE11116E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285166" y="4664949"/>
                  <a:ext cx="367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0E9ED4C-8459-3B9C-A9C8-07E2183DFAA4}"/>
                    </a:ext>
                  </a:extLst>
                </p14:cNvPr>
                <p14:cNvContentPartPr/>
                <p14:nvPr/>
              </p14:nvContentPartPr>
              <p14:xfrm>
                <a:off x="6739166" y="4478829"/>
                <a:ext cx="23040" cy="2574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0E9ED4C-8459-3B9C-A9C8-07E2183DFAA4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33046" y="4472709"/>
                  <a:ext cx="352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C1FC9B6-522A-96CF-8D09-82F8B9361D19}"/>
                    </a:ext>
                  </a:extLst>
                </p14:cNvPr>
                <p14:cNvContentPartPr/>
                <p14:nvPr/>
              </p14:nvContentPartPr>
              <p14:xfrm>
                <a:off x="6680126" y="4462269"/>
                <a:ext cx="620280" cy="3045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C1FC9B6-522A-96CF-8D09-82F8B9361D1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674006" y="4456149"/>
                  <a:ext cx="63252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A4E1CB2-9AEE-B778-E349-4E3CC941D9E5}"/>
                    </a:ext>
                  </a:extLst>
                </p14:cNvPr>
                <p14:cNvContentPartPr/>
                <p14:nvPr/>
              </p14:nvContentPartPr>
              <p14:xfrm>
                <a:off x="7352606" y="4430229"/>
                <a:ext cx="24120" cy="2307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A4E1CB2-9AEE-B778-E349-4E3CC941D9E5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346486" y="4424109"/>
                  <a:ext cx="363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A6BD970-A1DC-8C50-9508-2C746A71A517}"/>
                    </a:ext>
                  </a:extLst>
                </p14:cNvPr>
                <p14:cNvContentPartPr/>
                <p14:nvPr/>
              </p14:nvContentPartPr>
              <p14:xfrm>
                <a:off x="7365206" y="4579989"/>
                <a:ext cx="58320" cy="298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A6BD970-A1DC-8C50-9508-2C746A71A517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359086" y="4573869"/>
                  <a:ext cx="705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EFB6DBC-C503-C72E-EFA5-5568E5C2E2B9}"/>
                    </a:ext>
                  </a:extLst>
                </p14:cNvPr>
                <p14:cNvContentPartPr/>
                <p14:nvPr/>
              </p14:nvContentPartPr>
              <p14:xfrm>
                <a:off x="407846" y="5144469"/>
                <a:ext cx="230760" cy="2739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EFB6DBC-C503-C72E-EFA5-5568E5C2E2B9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01726" y="5138349"/>
                  <a:ext cx="2430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05F46A5-4C49-A8FB-FEBA-1B9B9A9F70E4}"/>
                    </a:ext>
                  </a:extLst>
                </p14:cNvPr>
                <p14:cNvContentPartPr/>
                <p14:nvPr/>
              </p14:nvContentPartPr>
              <p14:xfrm>
                <a:off x="674606" y="5204229"/>
                <a:ext cx="92160" cy="1533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05F46A5-4C49-A8FB-FEBA-1B9B9A9F70E4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68486" y="5198109"/>
                  <a:ext cx="1044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00E8810-523E-8E91-9C23-E69607E6F91D}"/>
                    </a:ext>
                  </a:extLst>
                </p14:cNvPr>
                <p14:cNvContentPartPr/>
                <p14:nvPr/>
              </p14:nvContentPartPr>
              <p14:xfrm>
                <a:off x="843086" y="5159949"/>
                <a:ext cx="160200" cy="5648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00E8810-523E-8E91-9C23-E69607E6F91D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836966" y="5153829"/>
                  <a:ext cx="17244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E1FDB98-A1F1-5187-5029-9EC130F76891}"/>
                    </a:ext>
                  </a:extLst>
                </p14:cNvPr>
                <p14:cNvContentPartPr/>
                <p14:nvPr/>
              </p14:nvContentPartPr>
              <p14:xfrm>
                <a:off x="1030286" y="5161749"/>
                <a:ext cx="166320" cy="1922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E1FDB98-A1F1-5187-5029-9EC130F76891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24166" y="5155629"/>
                  <a:ext cx="1785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5C77099-3CDD-E361-669F-F7DB9A8A6C41}"/>
                    </a:ext>
                  </a:extLst>
                </p14:cNvPr>
                <p14:cNvContentPartPr/>
                <p14:nvPr/>
              </p14:nvContentPartPr>
              <p14:xfrm>
                <a:off x="1274006" y="5179749"/>
                <a:ext cx="70560" cy="1339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5C77099-3CDD-E361-669F-F7DB9A8A6C41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267886" y="5173629"/>
                  <a:ext cx="828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F1C2CEE-8DFC-608A-8535-010A90B9906B}"/>
                    </a:ext>
                  </a:extLst>
                </p14:cNvPr>
                <p14:cNvContentPartPr/>
                <p14:nvPr/>
              </p14:nvContentPartPr>
              <p14:xfrm>
                <a:off x="1508726" y="5112789"/>
                <a:ext cx="216720" cy="2268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F1C2CEE-8DFC-608A-8535-010A90B9906B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502606" y="5106669"/>
                  <a:ext cx="2289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BA8DCEA-B715-C1B2-ED2C-D7E492B3BD39}"/>
                    </a:ext>
                  </a:extLst>
                </p14:cNvPr>
                <p14:cNvContentPartPr/>
                <p14:nvPr/>
              </p14:nvContentPartPr>
              <p14:xfrm>
                <a:off x="1833806" y="5078949"/>
                <a:ext cx="297720" cy="1594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BA8DCEA-B715-C1B2-ED2C-D7E492B3BD39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827686" y="5072829"/>
                  <a:ext cx="3099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3348115-E3D1-8343-9949-0218BDCA4A07}"/>
                    </a:ext>
                  </a:extLst>
                </p14:cNvPr>
                <p14:cNvContentPartPr/>
                <p14:nvPr/>
              </p14:nvContentPartPr>
              <p14:xfrm>
                <a:off x="2440406" y="4522029"/>
                <a:ext cx="99720" cy="2358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3348115-E3D1-8343-9949-0218BDCA4A07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2434286" y="4515909"/>
                  <a:ext cx="1119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7DF0A1F-2841-7A7F-FA1A-57018174A81C}"/>
                    </a:ext>
                  </a:extLst>
                </p14:cNvPr>
                <p14:cNvContentPartPr/>
                <p14:nvPr/>
              </p14:nvContentPartPr>
              <p14:xfrm>
                <a:off x="2605646" y="4672149"/>
                <a:ext cx="97920" cy="784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7DF0A1F-2841-7A7F-FA1A-57018174A81C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599526" y="4666029"/>
                  <a:ext cx="1101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C61FACD-7305-8DD0-D0BA-884EE5EB8785}"/>
                    </a:ext>
                  </a:extLst>
                </p14:cNvPr>
                <p14:cNvContentPartPr/>
                <p14:nvPr/>
              </p14:nvContentPartPr>
              <p14:xfrm>
                <a:off x="2780966" y="4660989"/>
                <a:ext cx="119520" cy="1134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C61FACD-7305-8DD0-D0BA-884EE5EB8785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774846" y="4654869"/>
                  <a:ext cx="1317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425DA5C-4FF5-BA87-8212-08980241A43E}"/>
                    </a:ext>
                  </a:extLst>
                </p14:cNvPr>
                <p14:cNvContentPartPr/>
                <p14:nvPr/>
              </p14:nvContentPartPr>
              <p14:xfrm>
                <a:off x="2971046" y="4663869"/>
                <a:ext cx="83880" cy="92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425DA5C-4FF5-BA87-8212-08980241A43E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964926" y="4657749"/>
                  <a:ext cx="961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19AD586-5EF3-ABC8-02E2-7F8015B4E770}"/>
                    </a:ext>
                  </a:extLst>
                </p14:cNvPr>
                <p14:cNvContentPartPr/>
                <p14:nvPr/>
              </p14:nvContentPartPr>
              <p14:xfrm>
                <a:off x="3178766" y="4657029"/>
                <a:ext cx="54720" cy="842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19AD586-5EF3-ABC8-02E2-7F8015B4E770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3172646" y="4650909"/>
                  <a:ext cx="669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7966A10-DC1D-8738-C9C2-C9E5DF59463C}"/>
                    </a:ext>
                  </a:extLst>
                </p14:cNvPr>
                <p14:cNvContentPartPr/>
                <p14:nvPr/>
              </p14:nvContentPartPr>
              <p14:xfrm>
                <a:off x="3345086" y="4372989"/>
                <a:ext cx="336240" cy="3517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7966A10-DC1D-8738-C9C2-C9E5DF59463C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3338966" y="4366869"/>
                  <a:ext cx="34848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166A09A-5C97-1F13-0DF7-C66762D939F5}"/>
                    </a:ext>
                  </a:extLst>
                </p14:cNvPr>
                <p14:cNvContentPartPr/>
                <p14:nvPr/>
              </p14:nvContentPartPr>
              <p14:xfrm>
                <a:off x="3736046" y="4391349"/>
                <a:ext cx="162720" cy="3247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166A09A-5C97-1F13-0DF7-C66762D939F5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3729926" y="4385229"/>
                  <a:ext cx="1749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00395FD-9F60-BFC8-8E02-353F64ECB7E5}"/>
                    </a:ext>
                  </a:extLst>
                </p14:cNvPr>
                <p14:cNvContentPartPr/>
                <p14:nvPr/>
              </p14:nvContentPartPr>
              <p14:xfrm>
                <a:off x="3892646" y="4508349"/>
                <a:ext cx="11880" cy="273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00395FD-9F60-BFC8-8E02-353F64ECB7E5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3886526" y="4502229"/>
                  <a:ext cx="241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D86D2DC-F68D-E700-2249-244067983037}"/>
                    </a:ext>
                  </a:extLst>
                </p14:cNvPr>
                <p14:cNvContentPartPr/>
                <p14:nvPr/>
              </p14:nvContentPartPr>
              <p14:xfrm>
                <a:off x="3990566" y="4582149"/>
                <a:ext cx="358200" cy="1083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D86D2DC-F68D-E700-2249-244067983037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3984446" y="4576029"/>
                  <a:ext cx="3704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CCDC514-F1F5-84A1-CAE4-3C9BD22CF452}"/>
                    </a:ext>
                  </a:extLst>
                </p14:cNvPr>
                <p14:cNvContentPartPr/>
                <p14:nvPr/>
              </p14:nvContentPartPr>
              <p14:xfrm>
                <a:off x="4737206" y="4567749"/>
                <a:ext cx="291960" cy="1746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CCDC514-F1F5-84A1-CAE4-3C9BD22CF452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4731086" y="4561629"/>
                  <a:ext cx="3042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533FFAE-9D14-BA62-0E6E-282FAEE0DBFD}"/>
                    </a:ext>
                  </a:extLst>
                </p14:cNvPr>
                <p14:cNvContentPartPr/>
                <p14:nvPr/>
              </p14:nvContentPartPr>
              <p14:xfrm>
                <a:off x="4813526" y="4412949"/>
                <a:ext cx="14760" cy="381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533FFAE-9D14-BA62-0E6E-282FAEE0DBFD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4807406" y="4406829"/>
                  <a:ext cx="270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B3128B7-D9E5-FB79-F24E-3B50698DAB20}"/>
                    </a:ext>
                  </a:extLst>
                </p14:cNvPr>
                <p14:cNvContentPartPr/>
                <p14:nvPr/>
              </p14:nvContentPartPr>
              <p14:xfrm>
                <a:off x="5125286" y="4412229"/>
                <a:ext cx="358200" cy="3117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B3128B7-D9E5-FB79-F24E-3B50698DAB20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5119166" y="4406109"/>
                  <a:ext cx="37044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86209FD-8FD7-D266-DFE3-F794940FB657}"/>
                    </a:ext>
                  </a:extLst>
                </p14:cNvPr>
                <p14:cNvContentPartPr/>
                <p14:nvPr/>
              </p14:nvContentPartPr>
              <p14:xfrm>
                <a:off x="5468366" y="4477389"/>
                <a:ext cx="10080" cy="216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86209FD-8FD7-D266-DFE3-F794940FB657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5462246" y="4471269"/>
                  <a:ext cx="223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4B445E3-C0B8-C262-AC0B-2EA7722534D2}"/>
                    </a:ext>
                  </a:extLst>
                </p14:cNvPr>
                <p14:cNvContentPartPr/>
                <p14:nvPr/>
              </p14:nvContentPartPr>
              <p14:xfrm>
                <a:off x="5583566" y="4561989"/>
                <a:ext cx="101160" cy="1674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4B445E3-C0B8-C262-AC0B-2EA7722534D2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5577446" y="4555869"/>
                  <a:ext cx="1134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4DBF641-5DF7-4FF0-559A-F65A234BBCEF}"/>
                    </a:ext>
                  </a:extLst>
                </p14:cNvPr>
                <p14:cNvContentPartPr/>
                <p14:nvPr/>
              </p14:nvContentPartPr>
              <p14:xfrm>
                <a:off x="5720366" y="4321149"/>
                <a:ext cx="553680" cy="5392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4DBF641-5DF7-4FF0-559A-F65A234BBCEF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5714246" y="4315029"/>
                  <a:ext cx="565920" cy="5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BB6D726-22CD-817E-9DD8-CA75D4AEAD59}"/>
                    </a:ext>
                  </a:extLst>
                </p14:cNvPr>
                <p14:cNvContentPartPr/>
                <p14:nvPr/>
              </p14:nvContentPartPr>
              <p14:xfrm>
                <a:off x="6114566" y="4424829"/>
                <a:ext cx="73080" cy="666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BB6D726-22CD-817E-9DD8-CA75D4AEAD59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6108446" y="4418709"/>
                  <a:ext cx="853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A884101-8D43-5059-3660-BB760DBDAEAD}"/>
                    </a:ext>
                  </a:extLst>
                </p14:cNvPr>
                <p14:cNvContentPartPr/>
                <p14:nvPr/>
              </p14:nvContentPartPr>
              <p14:xfrm>
                <a:off x="5575286" y="4606629"/>
                <a:ext cx="100800" cy="1940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A884101-8D43-5059-3660-BB760DBDAEAD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569166" y="4600509"/>
                  <a:ext cx="1130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AE9A1B16-53F0-3CFB-7EAC-6459DFC23E22}"/>
                    </a:ext>
                  </a:extLst>
                </p14:cNvPr>
                <p14:cNvContentPartPr/>
                <p14:nvPr/>
              </p14:nvContentPartPr>
              <p14:xfrm>
                <a:off x="2591966" y="5060589"/>
                <a:ext cx="211320" cy="1810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AE9A1B16-53F0-3CFB-7EAC-6459DFC23E22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2585846" y="5054469"/>
                  <a:ext cx="2235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5F22351-A818-0593-003C-E5F8D458BD45}"/>
                    </a:ext>
                  </a:extLst>
                </p14:cNvPr>
                <p14:cNvContentPartPr/>
                <p14:nvPr/>
              </p14:nvContentPartPr>
              <p14:xfrm>
                <a:off x="2800406" y="5118909"/>
                <a:ext cx="423720" cy="1051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5F22351-A818-0593-003C-E5F8D458BD45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2794286" y="5112789"/>
                  <a:ext cx="4359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85D02B2-E8EF-0140-B93D-25F69BFA1ABA}"/>
                    </a:ext>
                  </a:extLst>
                </p14:cNvPr>
                <p14:cNvContentPartPr/>
                <p14:nvPr/>
              </p14:nvContentPartPr>
              <p14:xfrm>
                <a:off x="3477926" y="5074989"/>
                <a:ext cx="316800" cy="2073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85D02B2-E8EF-0140-B93D-25F69BFA1ABA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3471806" y="5068869"/>
                  <a:ext cx="3290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83DEB038-B59C-0CAD-E3FA-9BFF07541E2F}"/>
                    </a:ext>
                  </a:extLst>
                </p14:cNvPr>
                <p14:cNvContentPartPr/>
                <p14:nvPr/>
              </p14:nvContentPartPr>
              <p14:xfrm>
                <a:off x="3936926" y="4961589"/>
                <a:ext cx="134280" cy="2505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83DEB038-B59C-0CAD-E3FA-9BFF07541E2F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3930806" y="4955469"/>
                  <a:ext cx="1465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39BF720-79F4-E7B8-EBE7-0E8833598598}"/>
                    </a:ext>
                  </a:extLst>
                </p14:cNvPr>
                <p14:cNvContentPartPr/>
                <p14:nvPr/>
              </p14:nvContentPartPr>
              <p14:xfrm>
                <a:off x="4093886" y="4993989"/>
                <a:ext cx="8640" cy="252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39BF720-79F4-E7B8-EBE7-0E8833598598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4087766" y="4987869"/>
                  <a:ext cx="208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A2467EBB-0B62-CA60-B81A-A8E830597671}"/>
                    </a:ext>
                  </a:extLst>
                </p14:cNvPr>
                <p14:cNvContentPartPr/>
                <p14:nvPr/>
              </p14:nvContentPartPr>
              <p14:xfrm>
                <a:off x="4172366" y="5080749"/>
                <a:ext cx="304560" cy="1447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A2467EBB-0B62-CA60-B81A-A8E830597671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4166246" y="5074629"/>
                  <a:ext cx="3168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012619EB-6C19-ACD2-B0F4-B2ED888175D6}"/>
                    </a:ext>
                  </a:extLst>
                </p14:cNvPr>
                <p14:cNvContentPartPr/>
                <p14:nvPr/>
              </p14:nvContentPartPr>
              <p14:xfrm>
                <a:off x="4527686" y="4821909"/>
                <a:ext cx="510120" cy="3931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012619EB-6C19-ACD2-B0F4-B2ED888175D6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521566" y="4815789"/>
                  <a:ext cx="52236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C641F4C-6CAE-CEE6-88AA-D4DDA6BF237B}"/>
                    </a:ext>
                  </a:extLst>
                </p14:cNvPr>
                <p14:cNvContentPartPr/>
                <p14:nvPr/>
              </p14:nvContentPartPr>
              <p14:xfrm>
                <a:off x="4932686" y="4948989"/>
                <a:ext cx="83160" cy="360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C641F4C-6CAE-CEE6-88AA-D4DDA6BF237B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4926566" y="4942869"/>
                  <a:ext cx="954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CA6ADF0-7957-C3DB-4D12-2A410C72A618}"/>
                    </a:ext>
                  </a:extLst>
                </p14:cNvPr>
                <p14:cNvContentPartPr/>
                <p14:nvPr/>
              </p14:nvContentPartPr>
              <p14:xfrm>
                <a:off x="5325446" y="5023149"/>
                <a:ext cx="160920" cy="2678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CA6ADF0-7957-C3DB-4D12-2A410C72A618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5319326" y="5017029"/>
                  <a:ext cx="1731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7ACD020-CFB4-B945-751E-F7B1FFFBBEDD}"/>
                    </a:ext>
                  </a:extLst>
                </p14:cNvPr>
                <p14:cNvContentPartPr/>
                <p14:nvPr/>
              </p14:nvContentPartPr>
              <p14:xfrm>
                <a:off x="5584646" y="4932429"/>
                <a:ext cx="388800" cy="2808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7ACD020-CFB4-B945-751E-F7B1FFFBBEDD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5578526" y="4926309"/>
                  <a:ext cx="4010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BEAF841-24D8-C0FE-526C-4D0C820E0CF0}"/>
                    </a:ext>
                  </a:extLst>
                </p14:cNvPr>
                <p14:cNvContentPartPr/>
                <p14:nvPr/>
              </p14:nvContentPartPr>
              <p14:xfrm>
                <a:off x="6032846" y="5114589"/>
                <a:ext cx="227520" cy="882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BEAF841-24D8-C0FE-526C-4D0C820E0CF0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6026726" y="5108469"/>
                  <a:ext cx="239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CE334663-2F25-F708-5DF7-BAC76BD10484}"/>
                    </a:ext>
                  </a:extLst>
                </p14:cNvPr>
                <p14:cNvContentPartPr/>
                <p14:nvPr/>
              </p14:nvContentPartPr>
              <p14:xfrm>
                <a:off x="6258206" y="5060589"/>
                <a:ext cx="158040" cy="7549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CE334663-2F25-F708-5DF7-BAC76BD10484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6252086" y="5054469"/>
                  <a:ext cx="170280" cy="76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8DC994E9-7D19-548C-0950-AC309CC3B318}"/>
                    </a:ext>
                  </a:extLst>
                </p14:cNvPr>
                <p14:cNvContentPartPr/>
                <p14:nvPr/>
              </p14:nvContentPartPr>
              <p14:xfrm>
                <a:off x="6509126" y="4877349"/>
                <a:ext cx="266760" cy="7743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8DC994E9-7D19-548C-0950-AC309CC3B318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6503006" y="4871229"/>
                  <a:ext cx="279000" cy="78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2693AED-53EC-B68C-AA9A-DF0ADA54C850}"/>
                    </a:ext>
                  </a:extLst>
                </p14:cNvPr>
                <p14:cNvContentPartPr/>
                <p14:nvPr/>
              </p14:nvContentPartPr>
              <p14:xfrm>
                <a:off x="7152446" y="4943229"/>
                <a:ext cx="18720" cy="2494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2693AED-53EC-B68C-AA9A-DF0ADA54C850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7146326" y="4937109"/>
                  <a:ext cx="309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82CF735-855D-D4F2-CAD4-5F415D747140}"/>
                    </a:ext>
                  </a:extLst>
                </p14:cNvPr>
                <p14:cNvContentPartPr/>
                <p14:nvPr/>
              </p14:nvContentPartPr>
              <p14:xfrm>
                <a:off x="7130486" y="4857189"/>
                <a:ext cx="477000" cy="3312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82CF735-855D-D4F2-CAD4-5F415D747140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7124366" y="4851069"/>
                  <a:ext cx="48924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5ADB5377-1DCD-FBCC-74ED-E6696124C8A0}"/>
                    </a:ext>
                  </a:extLst>
                </p14:cNvPr>
                <p14:cNvContentPartPr/>
                <p14:nvPr/>
              </p14:nvContentPartPr>
              <p14:xfrm>
                <a:off x="7850846" y="4914429"/>
                <a:ext cx="468360" cy="7243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5ADB5377-1DCD-FBCC-74ED-E6696124C8A0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7844726" y="4908309"/>
                  <a:ext cx="480600" cy="73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2168EAD-90D8-5B84-E771-201A71F71571}"/>
                    </a:ext>
                  </a:extLst>
                </p14:cNvPr>
                <p14:cNvContentPartPr/>
                <p14:nvPr/>
              </p14:nvContentPartPr>
              <p14:xfrm>
                <a:off x="8317406" y="5115309"/>
                <a:ext cx="203760" cy="536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2168EAD-90D8-5B84-E771-201A71F71571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8311286" y="5109189"/>
                  <a:ext cx="216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5DCD796-798A-B755-61D7-D9DB63960DFA}"/>
                    </a:ext>
                  </a:extLst>
                </p14:cNvPr>
                <p14:cNvContentPartPr/>
                <p14:nvPr/>
              </p14:nvContentPartPr>
              <p14:xfrm>
                <a:off x="8550326" y="5063829"/>
                <a:ext cx="259560" cy="1504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5DCD796-798A-B755-61D7-D9DB63960DFA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8544206" y="5057709"/>
                  <a:ext cx="2718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B41FCDF-2C82-2F20-0C0E-D7EC56573120}"/>
                    </a:ext>
                  </a:extLst>
                </p14:cNvPr>
                <p14:cNvContentPartPr/>
                <p14:nvPr/>
              </p14:nvContentPartPr>
              <p14:xfrm>
                <a:off x="8398046" y="5113869"/>
                <a:ext cx="66240" cy="1281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B41FCDF-2C82-2F20-0C0E-D7EC56573120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8391926" y="5107749"/>
                  <a:ext cx="784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B43BD87C-0713-4E2E-5F46-0EC145FD1955}"/>
                    </a:ext>
                  </a:extLst>
                </p14:cNvPr>
                <p14:cNvContentPartPr/>
                <p14:nvPr/>
              </p14:nvContentPartPr>
              <p14:xfrm>
                <a:off x="8565086" y="5042949"/>
                <a:ext cx="85320" cy="1537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B43BD87C-0713-4E2E-5F46-0EC145FD1955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8558966" y="5036829"/>
                  <a:ext cx="975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911058B1-58A1-06E3-9DEA-2CCE40DDC2EF}"/>
                    </a:ext>
                  </a:extLst>
                </p14:cNvPr>
                <p14:cNvContentPartPr/>
                <p14:nvPr/>
              </p14:nvContentPartPr>
              <p14:xfrm>
                <a:off x="8905646" y="4935309"/>
                <a:ext cx="288720" cy="2700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911058B1-58A1-06E3-9DEA-2CCE40DDC2EF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899526" y="4929189"/>
                  <a:ext cx="3009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C7A6B07-5E13-1923-B972-1F3771893252}"/>
                    </a:ext>
                  </a:extLst>
                </p14:cNvPr>
                <p14:cNvContentPartPr/>
                <p14:nvPr/>
              </p14:nvContentPartPr>
              <p14:xfrm>
                <a:off x="9274286" y="4931709"/>
                <a:ext cx="309240" cy="2458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C7A6B07-5E13-1923-B972-1F3771893252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9268166" y="4925589"/>
                  <a:ext cx="3214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DD0A109C-5177-7FBA-76E9-833A4F3FD0F0}"/>
                    </a:ext>
                  </a:extLst>
                </p14:cNvPr>
                <p14:cNvContentPartPr/>
                <p14:nvPr/>
              </p14:nvContentPartPr>
              <p14:xfrm>
                <a:off x="9551846" y="5091549"/>
                <a:ext cx="38160" cy="136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DD0A109C-5177-7FBA-76E9-833A4F3FD0F0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9545726" y="5085429"/>
                  <a:ext cx="504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0B562C61-B487-8A74-7A46-BCF02CBCCCAA}"/>
                    </a:ext>
                  </a:extLst>
                </p14:cNvPr>
                <p14:cNvContentPartPr/>
                <p14:nvPr/>
              </p14:nvContentPartPr>
              <p14:xfrm>
                <a:off x="9838766" y="5078589"/>
                <a:ext cx="77040" cy="2034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0B562C61-B487-8A74-7A46-BCF02CBCCCAA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832646" y="5072469"/>
                  <a:ext cx="892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C85789D-A63D-C15F-FA57-AFE8CBB35E58}"/>
                    </a:ext>
                  </a:extLst>
                </p14:cNvPr>
                <p14:cNvContentPartPr/>
                <p14:nvPr/>
              </p14:nvContentPartPr>
              <p14:xfrm>
                <a:off x="10006526" y="5116389"/>
                <a:ext cx="411840" cy="1260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C85789D-A63D-C15F-FA57-AFE8CBB35E58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0000406" y="5110269"/>
                  <a:ext cx="4240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4CEF4B98-1B29-9EDE-6AAE-7707D7A6A121}"/>
                    </a:ext>
                  </a:extLst>
                </p14:cNvPr>
                <p14:cNvContentPartPr/>
                <p14:nvPr/>
              </p14:nvContentPartPr>
              <p14:xfrm>
                <a:off x="10417286" y="4993989"/>
                <a:ext cx="18720" cy="201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4CEF4B98-1B29-9EDE-6AAE-7707D7A6A121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0411166" y="4987869"/>
                  <a:ext cx="309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797F01F7-83A7-E570-2AE2-C630705E664E}"/>
                    </a:ext>
                  </a:extLst>
                </p14:cNvPr>
                <p14:cNvContentPartPr/>
                <p14:nvPr/>
              </p14:nvContentPartPr>
              <p14:xfrm>
                <a:off x="10520246" y="4968069"/>
                <a:ext cx="675000" cy="2728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797F01F7-83A7-E570-2AE2-C630705E664E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0514126" y="4961949"/>
                  <a:ext cx="687240" cy="28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FDBC4048-0324-BC91-F07C-135A377CBE0F}"/>
              </a:ext>
            </a:extLst>
          </p:cNvPr>
          <p:cNvGrpSpPr/>
          <p:nvPr/>
        </p:nvGrpSpPr>
        <p:grpSpPr>
          <a:xfrm>
            <a:off x="1382366" y="5995869"/>
            <a:ext cx="768240" cy="599760"/>
            <a:chOff x="1382366" y="5995869"/>
            <a:chExt cx="768240" cy="59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CE64CB0-76EA-44B4-E25E-553B6091B6EE}"/>
                    </a:ext>
                  </a:extLst>
                </p14:cNvPr>
                <p14:cNvContentPartPr/>
                <p14:nvPr/>
              </p14:nvContentPartPr>
              <p14:xfrm>
                <a:off x="1382366" y="5995869"/>
                <a:ext cx="287280" cy="2890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CE64CB0-76EA-44B4-E25E-553B6091B6EE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376246" y="5989749"/>
                  <a:ext cx="2995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34706E4-4BEC-9D35-9826-CB57CBA9B003}"/>
                    </a:ext>
                  </a:extLst>
                </p14:cNvPr>
                <p14:cNvContentPartPr/>
                <p14:nvPr/>
              </p14:nvContentPartPr>
              <p14:xfrm>
                <a:off x="1768646" y="6276669"/>
                <a:ext cx="141840" cy="1382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34706E4-4BEC-9D35-9826-CB57CBA9B003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762526" y="6270549"/>
                  <a:ext cx="1540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0C5468A1-4F63-7306-31BC-A1663620C9EA}"/>
                    </a:ext>
                  </a:extLst>
                </p14:cNvPr>
                <p14:cNvContentPartPr/>
                <p14:nvPr/>
              </p14:nvContentPartPr>
              <p14:xfrm>
                <a:off x="2027126" y="6265509"/>
                <a:ext cx="123480" cy="3301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0C5468A1-4F63-7306-31BC-A1663620C9EA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2021006" y="6259389"/>
                  <a:ext cx="135720" cy="34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DD71C238-880E-AECE-569D-3CCE9E14DF82}"/>
              </a:ext>
            </a:extLst>
          </p:cNvPr>
          <p:cNvGrpSpPr/>
          <p:nvPr/>
        </p:nvGrpSpPr>
        <p:grpSpPr>
          <a:xfrm>
            <a:off x="2421326" y="6038349"/>
            <a:ext cx="219240" cy="182880"/>
            <a:chOff x="2421326" y="6038349"/>
            <a:chExt cx="219240" cy="18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E62BF4DB-9827-B031-7481-08E03E9A09BA}"/>
                    </a:ext>
                  </a:extLst>
                </p14:cNvPr>
                <p14:cNvContentPartPr/>
                <p14:nvPr/>
              </p14:nvContentPartPr>
              <p14:xfrm>
                <a:off x="2421326" y="6038349"/>
                <a:ext cx="109440" cy="504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E62BF4DB-9827-B031-7481-08E03E9A09BA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2415206" y="6032229"/>
                  <a:ext cx="1216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6A1218E4-0DEE-2354-C986-88744D2B58C3}"/>
                    </a:ext>
                  </a:extLst>
                </p14:cNvPr>
                <p14:cNvContentPartPr/>
                <p14:nvPr/>
              </p14:nvContentPartPr>
              <p14:xfrm>
                <a:off x="2452646" y="6165789"/>
                <a:ext cx="187920" cy="554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6A1218E4-0DEE-2354-C986-88744D2B58C3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2446526" y="6159669"/>
                  <a:ext cx="20016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58C06572-4A8E-8D85-92FB-A7855B43124E}"/>
              </a:ext>
            </a:extLst>
          </p:cNvPr>
          <p:cNvGrpSpPr/>
          <p:nvPr/>
        </p:nvGrpSpPr>
        <p:grpSpPr>
          <a:xfrm>
            <a:off x="3106046" y="5987589"/>
            <a:ext cx="1582560" cy="535320"/>
            <a:chOff x="3106046" y="5987589"/>
            <a:chExt cx="1582560" cy="53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CFB4FC6B-89DD-95B8-073B-3D690E156541}"/>
                    </a:ext>
                  </a:extLst>
                </p14:cNvPr>
                <p14:cNvContentPartPr/>
                <p14:nvPr/>
              </p14:nvContentPartPr>
              <p14:xfrm>
                <a:off x="3106046" y="6016029"/>
                <a:ext cx="236520" cy="3214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CFB4FC6B-89DD-95B8-073B-3D690E156541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3099926" y="6009909"/>
                  <a:ext cx="24876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CD70F9B-C049-1650-4E9D-0EBAD6034595}"/>
                    </a:ext>
                  </a:extLst>
                </p14:cNvPr>
                <p14:cNvContentPartPr/>
                <p14:nvPr/>
              </p14:nvContentPartPr>
              <p14:xfrm>
                <a:off x="3486566" y="6057429"/>
                <a:ext cx="20160" cy="230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CD70F9B-C049-1650-4E9D-0EBAD6034595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3480446" y="6051309"/>
                  <a:ext cx="324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D454922-61EA-F688-832C-DBC3ECCDA571}"/>
                    </a:ext>
                  </a:extLst>
                </p14:cNvPr>
                <p14:cNvContentPartPr/>
                <p14:nvPr/>
              </p14:nvContentPartPr>
              <p14:xfrm>
                <a:off x="3700046" y="5998389"/>
                <a:ext cx="203400" cy="3708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D454922-61EA-F688-832C-DBC3ECCDA571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3693926" y="5992269"/>
                  <a:ext cx="21564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0A9295FD-B398-14F0-390A-C13224F1573F}"/>
                    </a:ext>
                  </a:extLst>
                </p14:cNvPr>
                <p14:cNvContentPartPr/>
                <p14:nvPr/>
              </p14:nvContentPartPr>
              <p14:xfrm>
                <a:off x="3988046" y="6016389"/>
                <a:ext cx="164520" cy="3805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0A9295FD-B398-14F0-390A-C13224F1573F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3981926" y="6010269"/>
                  <a:ext cx="17676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283063CA-766A-E9B0-B6E2-2ECFDC108BF1}"/>
                    </a:ext>
                  </a:extLst>
                </p14:cNvPr>
                <p14:cNvContentPartPr/>
                <p14:nvPr/>
              </p14:nvContentPartPr>
              <p14:xfrm>
                <a:off x="4230326" y="6057069"/>
                <a:ext cx="149040" cy="2955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283063CA-766A-E9B0-B6E2-2ECFDC108BF1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4224206" y="6050949"/>
                  <a:ext cx="16128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CA92BDD4-EF45-5738-27A1-6D7F611D689B}"/>
                    </a:ext>
                  </a:extLst>
                </p14:cNvPr>
                <p14:cNvContentPartPr/>
                <p14:nvPr/>
              </p14:nvContentPartPr>
              <p14:xfrm>
                <a:off x="4483406" y="5987589"/>
                <a:ext cx="134280" cy="2570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CA92BDD4-EF45-5738-27A1-6D7F611D689B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4477286" y="5981469"/>
                  <a:ext cx="1465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30974DC8-E336-E15E-CC9B-8ACD44AF0E7B}"/>
                    </a:ext>
                  </a:extLst>
                </p14:cNvPr>
                <p14:cNvContentPartPr/>
                <p14:nvPr/>
              </p14:nvContentPartPr>
              <p14:xfrm>
                <a:off x="4620926" y="6133749"/>
                <a:ext cx="67680" cy="3891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30974DC8-E336-E15E-CC9B-8ACD44AF0E7B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4614806" y="6127629"/>
                  <a:ext cx="79920" cy="401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2722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8F6D2B-DB0A-C92C-73B8-0DA7410F7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42" y="246684"/>
            <a:ext cx="11255753" cy="641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379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40765" y="34395"/>
            <a:ext cx="105156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19020">
              <a:lnSpc>
                <a:spcPct val="100000"/>
              </a:lnSpc>
              <a:spcBef>
                <a:spcPts val="95"/>
              </a:spcBef>
            </a:pPr>
            <a:r>
              <a:rPr spc="70" dirty="0">
                <a:solidFill>
                  <a:srgbClr val="3E3E3E"/>
                </a:solidFill>
              </a:rPr>
              <a:t>LINEAR</a:t>
            </a:r>
            <a:r>
              <a:rPr spc="-360" dirty="0">
                <a:solidFill>
                  <a:srgbClr val="3E3E3E"/>
                </a:solidFill>
              </a:rPr>
              <a:t> </a:t>
            </a:r>
            <a:r>
              <a:rPr spc="50" dirty="0">
                <a:solidFill>
                  <a:srgbClr val="3E3E3E"/>
                </a:solidFill>
              </a:rPr>
              <a:t>RELATIONSHIPS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1564851" y="1359958"/>
            <a:ext cx="813217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spc="105" dirty="0">
                <a:solidFill>
                  <a:srgbClr val="404040"/>
                </a:solidFill>
                <a:latin typeface="Tahoma"/>
                <a:cs typeface="Tahoma"/>
              </a:rPr>
              <a:t>A</a:t>
            </a:r>
            <a:r>
              <a:rPr sz="2000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b="1" spc="-110" dirty="0">
                <a:solidFill>
                  <a:srgbClr val="404040"/>
                </a:solidFill>
                <a:latin typeface="Tahoma"/>
                <a:cs typeface="Tahoma"/>
              </a:rPr>
              <a:t>linear</a:t>
            </a:r>
            <a:r>
              <a:rPr sz="2000" b="1" spc="-19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b="1" spc="-110" dirty="0">
                <a:solidFill>
                  <a:srgbClr val="404040"/>
                </a:solidFill>
                <a:latin typeface="Tahoma"/>
                <a:cs typeface="Tahoma"/>
              </a:rPr>
              <a:t>relationship</a:t>
            </a:r>
            <a:r>
              <a:rPr sz="2000" b="1" spc="-19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Tahoma"/>
                <a:cs typeface="Tahoma"/>
              </a:rPr>
              <a:t>means</a:t>
            </a:r>
            <a:r>
              <a:rPr sz="2000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ahoma"/>
                <a:cs typeface="Tahoma"/>
              </a:rPr>
              <a:t>that</a:t>
            </a:r>
            <a:r>
              <a:rPr sz="20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when</a:t>
            </a:r>
            <a:r>
              <a:rPr sz="2000" spc="-9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you</a:t>
            </a:r>
            <a:r>
              <a:rPr sz="2000" spc="-8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ahoma"/>
                <a:cs typeface="Tahoma"/>
              </a:rPr>
              <a:t>increase</a:t>
            </a:r>
            <a:r>
              <a:rPr sz="2000" spc="-8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or</a:t>
            </a:r>
            <a:r>
              <a:rPr sz="20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ahoma"/>
                <a:cs typeface="Tahoma"/>
              </a:rPr>
              <a:t>decrease</a:t>
            </a:r>
            <a:r>
              <a:rPr sz="2000" spc="-10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ahoma"/>
                <a:cs typeface="Tahoma"/>
              </a:rPr>
              <a:t>your </a:t>
            </a:r>
            <a:r>
              <a:rPr sz="2000" spc="80" dirty="0">
                <a:solidFill>
                  <a:srgbClr val="404040"/>
                </a:solidFill>
                <a:latin typeface="Tahoma"/>
                <a:cs typeface="Tahoma"/>
              </a:rPr>
              <a:t>X</a:t>
            </a:r>
            <a:r>
              <a:rPr sz="2000" spc="-9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Tahoma"/>
                <a:cs typeface="Tahoma"/>
              </a:rPr>
              <a:t>variable,</a:t>
            </a:r>
            <a:r>
              <a:rPr sz="2000" spc="-9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your</a:t>
            </a:r>
            <a:r>
              <a:rPr sz="2000" spc="-9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Y</a:t>
            </a:r>
            <a:r>
              <a:rPr sz="2000" spc="-10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Tahoma"/>
                <a:cs typeface="Tahoma"/>
              </a:rPr>
              <a:t>variable</a:t>
            </a:r>
            <a:r>
              <a:rPr sz="2000" spc="-9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Tahoma"/>
                <a:cs typeface="Tahoma"/>
              </a:rPr>
              <a:t>increases</a:t>
            </a:r>
            <a:r>
              <a:rPr sz="2000" spc="-9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or</a:t>
            </a:r>
            <a:r>
              <a:rPr sz="2000" spc="-9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Tahoma"/>
                <a:cs typeface="Tahoma"/>
              </a:rPr>
              <a:t>decreases</a:t>
            </a:r>
            <a:r>
              <a:rPr sz="2000" spc="-10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Tahoma"/>
                <a:cs typeface="Tahoma"/>
              </a:rPr>
              <a:t>at</a:t>
            </a:r>
            <a:r>
              <a:rPr sz="2000" spc="-9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90" dirty="0">
                <a:solidFill>
                  <a:srgbClr val="404040"/>
                </a:solidFill>
                <a:latin typeface="Tahoma"/>
                <a:cs typeface="Tahoma"/>
              </a:rPr>
              <a:t>a</a:t>
            </a:r>
            <a:r>
              <a:rPr sz="2000" spc="-9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ahoma"/>
                <a:cs typeface="Tahoma"/>
              </a:rPr>
              <a:t>steady</a:t>
            </a:r>
            <a:r>
              <a:rPr sz="2000" spc="-10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ahoma"/>
                <a:cs typeface="Tahoma"/>
              </a:rPr>
              <a:t>rate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537399" y="2037427"/>
            <a:ext cx="7552055" cy="74295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3E3E3E"/>
              </a:buClr>
              <a:buFont typeface="Arial"/>
              <a:buChar char="•"/>
              <a:tabLst>
                <a:tab pos="354965" algn="l"/>
              </a:tabLst>
            </a:pPr>
            <a:r>
              <a:rPr sz="1600" spc="-80" dirty="0">
                <a:solidFill>
                  <a:srgbClr val="404040"/>
                </a:solidFill>
                <a:latin typeface="Tahoma"/>
                <a:cs typeface="Tahoma"/>
              </a:rPr>
              <a:t>If</a:t>
            </a:r>
            <a:r>
              <a:rPr sz="1600" spc="-6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you</a:t>
            </a:r>
            <a:r>
              <a:rPr sz="1600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plot</a:t>
            </a:r>
            <a:r>
              <a:rPr sz="1600" spc="-70" dirty="0">
                <a:solidFill>
                  <a:srgbClr val="404040"/>
                </a:solidFill>
                <a:latin typeface="Tahoma"/>
                <a:cs typeface="Tahoma"/>
              </a:rPr>
              <a:t> a</a:t>
            </a:r>
            <a:r>
              <a:rPr sz="1600" spc="-6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ahoma"/>
                <a:cs typeface="Tahoma"/>
              </a:rPr>
              <a:t>linear</a:t>
            </a:r>
            <a:r>
              <a:rPr sz="16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ahoma"/>
                <a:cs typeface="Tahoma"/>
              </a:rPr>
              <a:t>relationship</a:t>
            </a:r>
            <a:r>
              <a:rPr sz="1600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over</a:t>
            </a:r>
            <a:r>
              <a:rPr sz="1600" spc="-6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45" dirty="0">
                <a:solidFill>
                  <a:srgbClr val="404040"/>
                </a:solidFill>
                <a:latin typeface="Tahoma"/>
                <a:cs typeface="Tahoma"/>
              </a:rPr>
              <a:t>many</a:t>
            </a:r>
            <a:r>
              <a:rPr sz="16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404040"/>
                </a:solidFill>
                <a:latin typeface="Tahoma"/>
                <a:cs typeface="Tahoma"/>
              </a:rPr>
              <a:t>X/Y</a:t>
            </a:r>
            <a:r>
              <a:rPr sz="1600" spc="-6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40" dirty="0">
                <a:solidFill>
                  <a:srgbClr val="404040"/>
                </a:solidFill>
                <a:latin typeface="Tahoma"/>
                <a:cs typeface="Tahoma"/>
              </a:rPr>
              <a:t>values,</a:t>
            </a:r>
            <a:r>
              <a:rPr sz="16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it</a:t>
            </a:r>
            <a:r>
              <a:rPr sz="1600" spc="-6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will</a:t>
            </a:r>
            <a:r>
              <a:rPr sz="1600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look</a:t>
            </a:r>
            <a:r>
              <a:rPr sz="1600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like</a:t>
            </a:r>
            <a:r>
              <a:rPr sz="1600" spc="-6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70" dirty="0">
                <a:solidFill>
                  <a:srgbClr val="404040"/>
                </a:solidFill>
                <a:latin typeface="Tahoma"/>
                <a:cs typeface="Tahoma"/>
              </a:rPr>
              <a:t>a</a:t>
            </a:r>
            <a:r>
              <a:rPr sz="1600" spc="-6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ahoma"/>
                <a:cs typeface="Tahoma"/>
              </a:rPr>
              <a:t>straight</a:t>
            </a:r>
            <a:r>
              <a:rPr sz="16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ahoma"/>
                <a:cs typeface="Tahoma"/>
              </a:rPr>
              <a:t>line</a:t>
            </a:r>
            <a:endParaRPr sz="16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905"/>
              </a:spcBef>
              <a:buClr>
                <a:srgbClr val="3E3E3E"/>
              </a:buClr>
              <a:buFont typeface="Arial"/>
              <a:buChar char="•"/>
              <a:tabLst>
                <a:tab pos="354965" algn="l"/>
              </a:tabLst>
            </a:pPr>
            <a:r>
              <a:rPr sz="1600" spc="-20" dirty="0">
                <a:solidFill>
                  <a:srgbClr val="404040"/>
                </a:solidFill>
                <a:latin typeface="Tahoma"/>
                <a:cs typeface="Tahoma"/>
              </a:rPr>
              <a:t>Mathematically,</a:t>
            </a:r>
            <a:r>
              <a:rPr sz="1600" spc="-8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ahoma"/>
                <a:cs typeface="Tahoma"/>
              </a:rPr>
              <a:t>linear</a:t>
            </a:r>
            <a:r>
              <a:rPr sz="16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ahoma"/>
                <a:cs typeface="Tahoma"/>
              </a:rPr>
              <a:t>relationships</a:t>
            </a:r>
            <a:r>
              <a:rPr sz="16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ahoma"/>
                <a:cs typeface="Tahoma"/>
              </a:rPr>
              <a:t>can</a:t>
            </a:r>
            <a:r>
              <a:rPr sz="16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be</a:t>
            </a:r>
            <a:r>
              <a:rPr sz="1600" spc="-6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described</a:t>
            </a:r>
            <a:r>
              <a:rPr sz="1600" spc="-6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404040"/>
                </a:solidFill>
                <a:latin typeface="Tahoma"/>
                <a:cs typeface="Tahoma"/>
              </a:rPr>
              <a:t>using</a:t>
            </a:r>
            <a:r>
              <a:rPr sz="1600" spc="-7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the</a:t>
            </a:r>
            <a:r>
              <a:rPr sz="16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following</a:t>
            </a:r>
            <a:r>
              <a:rPr sz="1600" spc="-7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equation: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564851" y="5239504"/>
            <a:ext cx="3985895" cy="136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50" dirty="0">
                <a:solidFill>
                  <a:srgbClr val="404040"/>
                </a:solidFill>
                <a:latin typeface="Tahoma"/>
                <a:cs typeface="Tahoma"/>
              </a:rPr>
              <a:t>Common</a:t>
            </a:r>
            <a:r>
              <a:rPr sz="2000" b="1" spc="-1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b="1" spc="-40" dirty="0">
                <a:solidFill>
                  <a:srgbClr val="404040"/>
                </a:solidFill>
                <a:latin typeface="Tahoma"/>
                <a:cs typeface="Tahoma"/>
              </a:rPr>
              <a:t>examples:</a:t>
            </a:r>
            <a:endParaRPr sz="2000" dirty="0">
              <a:latin typeface="Tahoma"/>
              <a:cs typeface="Tahoma"/>
            </a:endParaRPr>
          </a:p>
          <a:p>
            <a:pPr marL="812165" indent="-342265">
              <a:lnSpc>
                <a:spcPct val="100000"/>
              </a:lnSpc>
              <a:spcBef>
                <a:spcPts val="1205"/>
              </a:spcBef>
              <a:buClr>
                <a:srgbClr val="3E3E3E"/>
              </a:buClr>
              <a:buFont typeface="Arial"/>
              <a:buChar char="•"/>
              <a:tabLst>
                <a:tab pos="812165" algn="l"/>
              </a:tabLst>
            </a:pPr>
            <a:r>
              <a:rPr sz="1600" spc="-25" dirty="0">
                <a:solidFill>
                  <a:srgbClr val="404040"/>
                </a:solidFill>
                <a:latin typeface="Tahoma"/>
                <a:cs typeface="Tahoma"/>
              </a:rPr>
              <a:t>Taxi</a:t>
            </a:r>
            <a:r>
              <a:rPr sz="1600" spc="-9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Mileage</a:t>
            </a:r>
            <a:r>
              <a:rPr sz="1600" spc="-8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20" dirty="0">
                <a:solidFill>
                  <a:srgbClr val="404040"/>
                </a:solidFill>
                <a:latin typeface="Tahoma"/>
                <a:cs typeface="Tahoma"/>
              </a:rPr>
              <a:t>(X)</a:t>
            </a:r>
            <a:r>
              <a:rPr sz="1600" spc="-6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sz="1600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Total</a:t>
            </a:r>
            <a:r>
              <a:rPr sz="1600" spc="-9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Fare</a:t>
            </a:r>
            <a:r>
              <a:rPr sz="1600" spc="-8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ahoma"/>
                <a:cs typeface="Tahoma"/>
              </a:rPr>
              <a:t>(Y)</a:t>
            </a:r>
            <a:endParaRPr sz="1600" dirty="0">
              <a:latin typeface="Tahoma"/>
              <a:cs typeface="Tahoma"/>
            </a:endParaRPr>
          </a:p>
          <a:p>
            <a:pPr marL="812165" indent="-342265">
              <a:lnSpc>
                <a:spcPct val="100000"/>
              </a:lnSpc>
              <a:spcBef>
                <a:spcPts val="605"/>
              </a:spcBef>
              <a:buClr>
                <a:srgbClr val="3E3E3E"/>
              </a:buClr>
              <a:buFont typeface="Arial"/>
              <a:buChar char="•"/>
              <a:tabLst>
                <a:tab pos="812165" algn="l"/>
              </a:tabLst>
            </a:pP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Units</a:t>
            </a:r>
            <a:r>
              <a:rPr sz="1600" spc="-9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Sold</a:t>
            </a:r>
            <a:r>
              <a:rPr sz="1600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20" dirty="0">
                <a:solidFill>
                  <a:srgbClr val="404040"/>
                </a:solidFill>
                <a:latin typeface="Tahoma"/>
                <a:cs typeface="Tahoma"/>
              </a:rPr>
              <a:t>(X)</a:t>
            </a:r>
            <a:r>
              <a:rPr sz="1600" spc="-6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sz="16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Total</a:t>
            </a:r>
            <a:r>
              <a:rPr sz="1600" spc="-8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Revenue</a:t>
            </a:r>
            <a:r>
              <a:rPr sz="1600" spc="-70" dirty="0">
                <a:solidFill>
                  <a:srgbClr val="404040"/>
                </a:solidFill>
                <a:latin typeface="Tahoma"/>
                <a:cs typeface="Tahoma"/>
              </a:rPr>
              <a:t> (Y)</a:t>
            </a:r>
            <a:endParaRPr lang="en-IN" sz="1600" spc="-70" dirty="0">
              <a:solidFill>
                <a:srgbClr val="404040"/>
              </a:solidFill>
              <a:latin typeface="Tahoma"/>
              <a:cs typeface="Tahoma"/>
            </a:endParaRPr>
          </a:p>
          <a:p>
            <a:pPr marL="812165" indent="-342265">
              <a:lnSpc>
                <a:spcPct val="100000"/>
              </a:lnSpc>
              <a:spcBef>
                <a:spcPts val="605"/>
              </a:spcBef>
              <a:buClr>
                <a:srgbClr val="3E3E3E"/>
              </a:buClr>
              <a:buFont typeface="Arial"/>
              <a:buChar char="•"/>
              <a:tabLst>
                <a:tab pos="812165" algn="l"/>
              </a:tabLst>
            </a:pPr>
            <a:r>
              <a:rPr lang="en-IN" sz="1600" spc="-70" dirty="0">
                <a:solidFill>
                  <a:srgbClr val="404040"/>
                </a:solidFill>
                <a:latin typeface="Tahoma"/>
                <a:cs typeface="Tahoma"/>
              </a:rPr>
              <a:t>House Size (X) and House price (Y)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537399" y="4535213"/>
            <a:ext cx="53257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3E3E3E"/>
              </a:buClr>
              <a:buFont typeface="Arial"/>
              <a:buChar char="•"/>
              <a:tabLst>
                <a:tab pos="354965" algn="l"/>
              </a:tabLst>
            </a:pPr>
            <a:r>
              <a:rPr sz="1600" b="1" spc="-60" dirty="0">
                <a:solidFill>
                  <a:srgbClr val="404040"/>
                </a:solidFill>
                <a:latin typeface="Tahoma"/>
                <a:cs typeface="Tahoma"/>
              </a:rPr>
              <a:t>NOTE:</a:t>
            </a:r>
            <a:r>
              <a:rPr sz="1600" b="1" spc="-16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404040"/>
                </a:solidFill>
                <a:latin typeface="Tahoma"/>
                <a:cs typeface="Tahoma"/>
              </a:rPr>
              <a:t>Not</a:t>
            </a:r>
            <a:r>
              <a:rPr sz="1600" spc="-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404040"/>
                </a:solidFill>
                <a:latin typeface="Tahoma"/>
                <a:cs typeface="Tahoma"/>
              </a:rPr>
              <a:t>all</a:t>
            </a:r>
            <a:r>
              <a:rPr sz="1600" spc="-5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ahoma"/>
                <a:cs typeface="Tahoma"/>
              </a:rPr>
              <a:t>relationships</a:t>
            </a:r>
            <a:r>
              <a:rPr sz="1600" spc="-6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ahoma"/>
                <a:cs typeface="Tahoma"/>
              </a:rPr>
              <a:t>are</a:t>
            </a:r>
            <a:r>
              <a:rPr sz="1600" spc="-5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ahoma"/>
                <a:cs typeface="Tahoma"/>
              </a:rPr>
              <a:t>linear</a:t>
            </a:r>
            <a:r>
              <a:rPr sz="1600" spc="-7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i="1" spc="-120" dirty="0">
                <a:solidFill>
                  <a:srgbClr val="404040"/>
                </a:solidFill>
                <a:latin typeface="Trebuchet MS"/>
                <a:cs typeface="Trebuchet MS"/>
              </a:rPr>
              <a:t>(more</a:t>
            </a:r>
            <a:r>
              <a:rPr sz="1600" i="1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i="1" spc="-55" dirty="0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r>
              <a:rPr sz="1600" i="1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i="1" spc="-100" dirty="0">
                <a:solidFill>
                  <a:srgbClr val="404040"/>
                </a:solidFill>
                <a:latin typeface="Trebuchet MS"/>
                <a:cs typeface="Trebuchet MS"/>
              </a:rPr>
              <a:t>that</a:t>
            </a:r>
            <a:r>
              <a:rPr sz="1600" i="1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i="1" spc="-120" dirty="0">
                <a:solidFill>
                  <a:srgbClr val="404040"/>
                </a:solidFill>
                <a:latin typeface="Trebuchet MS"/>
                <a:cs typeface="Trebuchet MS"/>
              </a:rPr>
              <a:t>later!)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0671" y="3265720"/>
            <a:ext cx="174243" cy="249047"/>
          </a:xfrm>
          <a:prstGeom prst="rect">
            <a:avLst/>
          </a:prstGeom>
        </p:spPr>
      </p:pic>
      <p:sp>
        <p:nvSpPr>
          <p:cNvPr id="50" name="object 50"/>
          <p:cNvSpPr txBox="1"/>
          <p:nvPr/>
        </p:nvSpPr>
        <p:spPr>
          <a:xfrm>
            <a:off x="3365185" y="3163929"/>
            <a:ext cx="1769110" cy="69659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100" i="1" spc="-30" dirty="0">
                <a:latin typeface="Trebuchet MS"/>
                <a:cs typeface="Trebuchet MS"/>
              </a:rPr>
              <a:t>Y-</a:t>
            </a:r>
            <a:r>
              <a:rPr sz="1100" i="1" spc="-10" dirty="0">
                <a:latin typeface="Trebuchet MS"/>
                <a:cs typeface="Trebuchet MS"/>
              </a:rPr>
              <a:t>intercept</a:t>
            </a:r>
            <a:endParaRPr sz="1100">
              <a:latin typeface="Trebuchet MS"/>
              <a:cs typeface="Trebuchet MS"/>
            </a:endParaRPr>
          </a:p>
          <a:p>
            <a:pPr marL="123825">
              <a:lnSpc>
                <a:spcPct val="100000"/>
              </a:lnSpc>
              <a:spcBef>
                <a:spcPts val="265"/>
              </a:spcBef>
            </a:pPr>
            <a:r>
              <a:rPr sz="3000" dirty="0">
                <a:solidFill>
                  <a:srgbClr val="252525"/>
                </a:solidFill>
                <a:latin typeface="Tahoma"/>
                <a:cs typeface="Tahoma"/>
              </a:rPr>
              <a:t>y</a:t>
            </a:r>
            <a:r>
              <a:rPr sz="3000" spc="-18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3000" spc="-459" dirty="0">
                <a:solidFill>
                  <a:srgbClr val="252525"/>
                </a:solidFill>
                <a:latin typeface="Tahoma"/>
                <a:cs typeface="Tahoma"/>
              </a:rPr>
              <a:t>=</a:t>
            </a:r>
            <a:r>
              <a:rPr sz="3000" spc="-16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252525"/>
                </a:solidFill>
                <a:latin typeface="Cambria Math"/>
                <a:cs typeface="Cambria Math"/>
              </a:rPr>
              <a:t>⍺</a:t>
            </a:r>
            <a:r>
              <a:rPr sz="3000" spc="135" dirty="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sz="3000" spc="-459" dirty="0">
                <a:solidFill>
                  <a:srgbClr val="252525"/>
                </a:solidFill>
                <a:latin typeface="Tahoma"/>
                <a:cs typeface="Tahoma"/>
              </a:rPr>
              <a:t>+</a:t>
            </a:r>
            <a:r>
              <a:rPr sz="3000" spc="-16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3000" spc="-25" dirty="0">
                <a:solidFill>
                  <a:srgbClr val="252525"/>
                </a:solidFill>
                <a:latin typeface="Tahoma"/>
                <a:cs typeface="Tahoma"/>
              </a:rPr>
              <a:t>βx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874202" y="3965999"/>
            <a:ext cx="4381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dirty="0">
                <a:latin typeface="Trebuchet MS"/>
                <a:cs typeface="Trebuchet MS"/>
              </a:rPr>
              <a:t>Y</a:t>
            </a:r>
            <a:r>
              <a:rPr sz="1100" i="1" spc="-75" dirty="0">
                <a:latin typeface="Trebuchet MS"/>
                <a:cs typeface="Trebuchet MS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value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312857" y="3176312"/>
            <a:ext cx="44132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dirty="0">
                <a:latin typeface="Trebuchet MS"/>
                <a:cs typeface="Trebuchet MS"/>
              </a:rPr>
              <a:t>X</a:t>
            </a:r>
            <a:r>
              <a:rPr sz="1100" i="1" spc="-40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Trebuchet MS"/>
                <a:cs typeface="Trebuchet MS"/>
              </a:rPr>
              <a:t>value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081209" y="3965490"/>
            <a:ext cx="87693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5" dirty="0">
                <a:latin typeface="Trebuchet MS"/>
                <a:cs typeface="Trebuchet MS"/>
              </a:rPr>
              <a:t>Slope </a:t>
            </a:r>
            <a:r>
              <a:rPr sz="1100" i="1" spc="-90" dirty="0">
                <a:latin typeface="Trebuchet MS"/>
                <a:cs typeface="Trebuchet MS"/>
              </a:rPr>
              <a:t>(rise/run)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54" name="object 5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71431" y="3267371"/>
            <a:ext cx="174244" cy="248919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32012" y="3805344"/>
            <a:ext cx="174243" cy="249047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65691" y="3814488"/>
            <a:ext cx="174244" cy="249047"/>
          </a:xfrm>
          <a:prstGeom prst="rect">
            <a:avLst/>
          </a:prstGeom>
        </p:spPr>
      </p:pic>
      <p:sp>
        <p:nvSpPr>
          <p:cNvPr id="57" name="object 57"/>
          <p:cNvSpPr/>
          <p:nvPr/>
        </p:nvSpPr>
        <p:spPr>
          <a:xfrm>
            <a:off x="7475286" y="3562520"/>
            <a:ext cx="516890" cy="222885"/>
          </a:xfrm>
          <a:custGeom>
            <a:avLst/>
            <a:gdLst/>
            <a:ahLst/>
            <a:cxnLst/>
            <a:rect l="l" t="t" r="r" b="b"/>
            <a:pathLst>
              <a:path w="516890" h="222885">
                <a:moveTo>
                  <a:pt x="0" y="0"/>
                </a:moveTo>
                <a:lnTo>
                  <a:pt x="516890" y="0"/>
                </a:lnTo>
              </a:path>
              <a:path w="516890" h="222885">
                <a:moveTo>
                  <a:pt x="0" y="222885"/>
                </a:moveTo>
                <a:lnTo>
                  <a:pt x="0" y="0"/>
                </a:lnTo>
              </a:path>
            </a:pathLst>
          </a:custGeom>
          <a:ln w="9525">
            <a:solidFill>
              <a:srgbClr val="40404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6797742" y="3849666"/>
            <a:ext cx="1422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404040"/>
                </a:solidFill>
                <a:latin typeface="Cambria Math"/>
                <a:cs typeface="Cambria Math"/>
              </a:rPr>
              <a:t>⍺</a:t>
            </a:r>
            <a:endParaRPr sz="1600">
              <a:latin typeface="Cambria Math"/>
              <a:cs typeface="Cambria Math"/>
            </a:endParaRPr>
          </a:p>
        </p:txBody>
      </p:sp>
      <p:pic>
        <p:nvPicPr>
          <p:cNvPr id="59" name="object 5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81507" y="3306869"/>
            <a:ext cx="70866" cy="70865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8299135" y="3058456"/>
            <a:ext cx="4660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i="1" spc="-175" dirty="0">
                <a:solidFill>
                  <a:srgbClr val="404040"/>
                </a:solidFill>
                <a:latin typeface="Trebuchet MS"/>
                <a:cs typeface="Trebuchet MS"/>
              </a:rPr>
              <a:t>(</a:t>
            </a:r>
            <a:r>
              <a:rPr sz="1400" i="1" spc="-11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i="1" spc="-100" dirty="0">
                <a:solidFill>
                  <a:srgbClr val="404040"/>
                </a:solidFill>
                <a:latin typeface="Trebuchet MS"/>
                <a:cs typeface="Trebuchet MS"/>
              </a:rPr>
              <a:t>x</a:t>
            </a:r>
            <a:r>
              <a:rPr sz="1400" i="1" spc="-10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i="1" spc="-229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400" i="1" spc="-1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i="1" spc="-50" dirty="0">
                <a:solidFill>
                  <a:srgbClr val="404040"/>
                </a:solidFill>
                <a:latin typeface="Trebuchet MS"/>
                <a:cs typeface="Trebuchet MS"/>
              </a:rPr>
              <a:t>y</a:t>
            </a:r>
            <a:r>
              <a:rPr sz="1400" i="1" spc="-114" dirty="0">
                <a:solidFill>
                  <a:srgbClr val="404040"/>
                </a:solidFill>
                <a:latin typeface="Trebuchet MS"/>
                <a:cs typeface="Trebuchet MS"/>
              </a:rPr>
              <a:t> )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296344" y="3511084"/>
            <a:ext cx="1365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404040"/>
                </a:solidFill>
                <a:latin typeface="Tahoma"/>
                <a:cs typeface="Tahoma"/>
              </a:rPr>
              <a:t>β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6934267" y="3080936"/>
            <a:ext cx="1865630" cy="1132840"/>
            <a:chOff x="8367141" y="3152775"/>
            <a:chExt cx="1865630" cy="1132840"/>
          </a:xfrm>
        </p:grpSpPr>
        <p:sp>
          <p:nvSpPr>
            <p:cNvPr id="63" name="object 63"/>
            <p:cNvSpPr/>
            <p:nvPr/>
          </p:nvSpPr>
          <p:spPr>
            <a:xfrm>
              <a:off x="8405241" y="3414140"/>
              <a:ext cx="1540510" cy="666115"/>
            </a:xfrm>
            <a:custGeom>
              <a:avLst/>
              <a:gdLst/>
              <a:ahLst/>
              <a:cxnLst/>
              <a:rect l="l" t="t" r="r" b="b"/>
              <a:pathLst>
                <a:path w="1540509" h="666114">
                  <a:moveTo>
                    <a:pt x="1540128" y="0"/>
                  </a:moveTo>
                  <a:lnTo>
                    <a:pt x="0" y="666115"/>
                  </a:lnTo>
                </a:path>
              </a:pathLst>
            </a:custGeom>
            <a:ln w="25400">
              <a:solidFill>
                <a:srgbClr val="1FE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367141" y="3152774"/>
              <a:ext cx="1865630" cy="1132840"/>
            </a:xfrm>
            <a:custGeom>
              <a:avLst/>
              <a:gdLst/>
              <a:ahLst/>
              <a:cxnLst/>
              <a:rect l="l" t="t" r="r" b="b"/>
              <a:pathLst>
                <a:path w="1865629" h="1132839">
                  <a:moveTo>
                    <a:pt x="1865122" y="1094232"/>
                  </a:moveTo>
                  <a:lnTo>
                    <a:pt x="1852422" y="1087882"/>
                  </a:lnTo>
                  <a:lnTo>
                    <a:pt x="1788922" y="1056132"/>
                  </a:lnTo>
                  <a:lnTo>
                    <a:pt x="1810080" y="1087882"/>
                  </a:lnTo>
                  <a:lnTo>
                    <a:pt x="44450" y="1087882"/>
                  </a:lnTo>
                  <a:lnTo>
                    <a:pt x="44450" y="55041"/>
                  </a:lnTo>
                  <a:lnTo>
                    <a:pt x="76200" y="76200"/>
                  </a:lnTo>
                  <a:lnTo>
                    <a:pt x="63500" y="508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37" y="55041"/>
                  </a:lnTo>
                  <a:lnTo>
                    <a:pt x="31750" y="50800"/>
                  </a:lnTo>
                  <a:lnTo>
                    <a:pt x="31750" y="55041"/>
                  </a:lnTo>
                  <a:lnTo>
                    <a:pt x="31750" y="1087882"/>
                  </a:lnTo>
                  <a:lnTo>
                    <a:pt x="28956" y="1087882"/>
                  </a:lnTo>
                  <a:lnTo>
                    <a:pt x="28956" y="1100582"/>
                  </a:lnTo>
                  <a:lnTo>
                    <a:pt x="1810080" y="1100582"/>
                  </a:lnTo>
                  <a:lnTo>
                    <a:pt x="1788922" y="1132332"/>
                  </a:lnTo>
                  <a:lnTo>
                    <a:pt x="1852422" y="1100582"/>
                  </a:lnTo>
                  <a:lnTo>
                    <a:pt x="1865122" y="1094232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5" name="object 6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42880" y="3485939"/>
            <a:ext cx="880872" cy="3901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91954" y="1609933"/>
            <a:ext cx="3806190" cy="2021205"/>
          </a:xfrm>
          <a:custGeom>
            <a:avLst/>
            <a:gdLst/>
            <a:ahLst/>
            <a:cxnLst/>
            <a:rect l="l" t="t" r="r" b="b"/>
            <a:pathLst>
              <a:path w="3806190" h="2021204">
                <a:moveTo>
                  <a:pt x="3806190" y="0"/>
                </a:moveTo>
                <a:lnTo>
                  <a:pt x="0" y="0"/>
                </a:lnTo>
                <a:lnTo>
                  <a:pt x="0" y="2020823"/>
                </a:lnTo>
                <a:lnTo>
                  <a:pt x="3806190" y="2020823"/>
                </a:lnTo>
                <a:lnTo>
                  <a:pt x="3806190" y="0"/>
                </a:lnTo>
                <a:close/>
              </a:path>
            </a:pathLst>
          </a:custGeom>
          <a:solidFill>
            <a:srgbClr val="31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43508" y="1609933"/>
            <a:ext cx="3806190" cy="2021205"/>
          </a:xfrm>
          <a:custGeom>
            <a:avLst/>
            <a:gdLst/>
            <a:ahLst/>
            <a:cxnLst/>
            <a:rect l="l" t="t" r="r" b="b"/>
            <a:pathLst>
              <a:path w="3806190" h="2021204">
                <a:moveTo>
                  <a:pt x="3806189" y="0"/>
                </a:moveTo>
                <a:lnTo>
                  <a:pt x="0" y="0"/>
                </a:lnTo>
                <a:lnTo>
                  <a:pt x="0" y="2020823"/>
                </a:lnTo>
                <a:lnTo>
                  <a:pt x="3806189" y="2020823"/>
                </a:lnTo>
                <a:lnTo>
                  <a:pt x="3806189" y="0"/>
                </a:lnTo>
                <a:close/>
              </a:path>
            </a:pathLst>
          </a:custGeom>
          <a:solidFill>
            <a:srgbClr val="31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91954" y="4004898"/>
            <a:ext cx="3806190" cy="2021205"/>
          </a:xfrm>
          <a:custGeom>
            <a:avLst/>
            <a:gdLst/>
            <a:ahLst/>
            <a:cxnLst/>
            <a:rect l="l" t="t" r="r" b="b"/>
            <a:pathLst>
              <a:path w="3806190" h="2021204">
                <a:moveTo>
                  <a:pt x="3806190" y="0"/>
                </a:moveTo>
                <a:lnTo>
                  <a:pt x="0" y="0"/>
                </a:lnTo>
                <a:lnTo>
                  <a:pt x="0" y="2020824"/>
                </a:lnTo>
                <a:lnTo>
                  <a:pt x="3806190" y="2020824"/>
                </a:lnTo>
                <a:lnTo>
                  <a:pt x="3806190" y="0"/>
                </a:lnTo>
                <a:close/>
              </a:path>
            </a:pathLst>
          </a:custGeom>
          <a:solidFill>
            <a:srgbClr val="31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43508" y="4004898"/>
            <a:ext cx="3806190" cy="2021205"/>
          </a:xfrm>
          <a:custGeom>
            <a:avLst/>
            <a:gdLst/>
            <a:ahLst/>
            <a:cxnLst/>
            <a:rect l="l" t="t" r="r" b="b"/>
            <a:pathLst>
              <a:path w="3806190" h="2021204">
                <a:moveTo>
                  <a:pt x="3806189" y="0"/>
                </a:moveTo>
                <a:lnTo>
                  <a:pt x="0" y="0"/>
                </a:lnTo>
                <a:lnTo>
                  <a:pt x="0" y="2020824"/>
                </a:lnTo>
                <a:lnTo>
                  <a:pt x="3806189" y="2020824"/>
                </a:lnTo>
                <a:lnTo>
                  <a:pt x="3806189" y="0"/>
                </a:lnTo>
                <a:close/>
              </a:path>
            </a:pathLst>
          </a:custGeom>
          <a:solidFill>
            <a:srgbClr val="31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592434" y="1347804"/>
            <a:ext cx="12065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80" dirty="0">
                <a:solidFill>
                  <a:srgbClr val="404040"/>
                </a:solidFill>
                <a:latin typeface="Tahoma"/>
                <a:cs typeface="Tahoma"/>
              </a:rPr>
              <a:t>Positive</a:t>
            </a:r>
            <a:r>
              <a:rPr sz="1400" b="1" spc="-6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404040"/>
                </a:solidFill>
                <a:latin typeface="Tahoma"/>
                <a:cs typeface="Tahoma"/>
              </a:rPr>
              <a:t>Linear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05380" y="1347804"/>
            <a:ext cx="12839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90" dirty="0">
                <a:solidFill>
                  <a:srgbClr val="404040"/>
                </a:solidFill>
                <a:latin typeface="Tahoma"/>
                <a:cs typeface="Tahoma"/>
              </a:rPr>
              <a:t>Negative</a:t>
            </a:r>
            <a:r>
              <a:rPr sz="1400" b="1" spc="-5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404040"/>
                </a:solidFill>
                <a:latin typeface="Tahoma"/>
                <a:cs typeface="Tahoma"/>
              </a:rPr>
              <a:t>Linear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68839" y="3739468"/>
            <a:ext cx="185801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85" dirty="0">
                <a:solidFill>
                  <a:srgbClr val="404040"/>
                </a:solidFill>
                <a:latin typeface="Tahoma"/>
                <a:cs typeface="Tahoma"/>
              </a:rPr>
              <a:t>Non-</a:t>
            </a:r>
            <a:r>
              <a:rPr sz="1400" b="1" spc="-90" dirty="0">
                <a:solidFill>
                  <a:srgbClr val="404040"/>
                </a:solidFill>
                <a:latin typeface="Tahoma"/>
                <a:cs typeface="Tahoma"/>
              </a:rPr>
              <a:t>Linear</a:t>
            </a:r>
            <a:r>
              <a:rPr sz="14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400" i="1" spc="-95" dirty="0">
                <a:solidFill>
                  <a:srgbClr val="404040"/>
                </a:solidFill>
                <a:latin typeface="Trebuchet MS"/>
                <a:cs typeface="Trebuchet MS"/>
              </a:rPr>
              <a:t>(logarithmic)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600046" y="3739468"/>
            <a:ext cx="12954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5" dirty="0">
                <a:solidFill>
                  <a:srgbClr val="404040"/>
                </a:solidFill>
                <a:latin typeface="Tahoma"/>
                <a:cs typeface="Tahoma"/>
              </a:rPr>
              <a:t>No</a:t>
            </a:r>
            <a:r>
              <a:rPr sz="1400" b="1" spc="-1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404040"/>
                </a:solidFill>
                <a:latin typeface="Tahoma"/>
                <a:cs typeface="Tahoma"/>
              </a:rPr>
              <a:t>Relationship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6187" y="4071192"/>
            <a:ext cx="2133600" cy="1870710"/>
          </a:xfrm>
          <a:prstGeom prst="rect">
            <a:avLst/>
          </a:prstGeom>
        </p:spPr>
      </p:pic>
      <p:grpSp>
        <p:nvGrpSpPr>
          <p:cNvPr id="31" name="object 31"/>
          <p:cNvGrpSpPr/>
          <p:nvPr/>
        </p:nvGrpSpPr>
        <p:grpSpPr>
          <a:xfrm>
            <a:off x="6629005" y="1697562"/>
            <a:ext cx="3288665" cy="1842135"/>
            <a:chOff x="8005318" y="1754123"/>
            <a:chExt cx="3288665" cy="1842135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70342" y="1754123"/>
              <a:ext cx="3096768" cy="1841753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8005318" y="1927351"/>
              <a:ext cx="3288665" cy="1469390"/>
            </a:xfrm>
            <a:custGeom>
              <a:avLst/>
              <a:gdLst/>
              <a:ahLst/>
              <a:cxnLst/>
              <a:rect l="l" t="t" r="r" b="b"/>
              <a:pathLst>
                <a:path w="3288665" h="1469389">
                  <a:moveTo>
                    <a:pt x="3213388" y="1445817"/>
                  </a:moveTo>
                  <a:lnTo>
                    <a:pt x="3203066" y="1469136"/>
                  </a:lnTo>
                  <a:lnTo>
                    <a:pt x="3288156" y="1465072"/>
                  </a:lnTo>
                  <a:lnTo>
                    <a:pt x="3276514" y="1450975"/>
                  </a:lnTo>
                  <a:lnTo>
                    <a:pt x="3225037" y="1450975"/>
                  </a:lnTo>
                  <a:lnTo>
                    <a:pt x="3213388" y="1445817"/>
                  </a:lnTo>
                  <a:close/>
                </a:path>
                <a:path w="3288665" h="1469389">
                  <a:moveTo>
                    <a:pt x="3223675" y="1422576"/>
                  </a:moveTo>
                  <a:lnTo>
                    <a:pt x="3213388" y="1445817"/>
                  </a:lnTo>
                  <a:lnTo>
                    <a:pt x="3225037" y="1450975"/>
                  </a:lnTo>
                  <a:lnTo>
                    <a:pt x="3235325" y="1427734"/>
                  </a:lnTo>
                  <a:lnTo>
                    <a:pt x="3223675" y="1422576"/>
                  </a:lnTo>
                  <a:close/>
                </a:path>
                <a:path w="3288665" h="1469389">
                  <a:moveTo>
                    <a:pt x="3233928" y="1399413"/>
                  </a:moveTo>
                  <a:lnTo>
                    <a:pt x="3223675" y="1422576"/>
                  </a:lnTo>
                  <a:lnTo>
                    <a:pt x="3235325" y="1427734"/>
                  </a:lnTo>
                  <a:lnTo>
                    <a:pt x="3225037" y="1450975"/>
                  </a:lnTo>
                  <a:lnTo>
                    <a:pt x="3276514" y="1450975"/>
                  </a:lnTo>
                  <a:lnTo>
                    <a:pt x="3233928" y="1399413"/>
                  </a:lnTo>
                  <a:close/>
                </a:path>
                <a:path w="3288665" h="1469389">
                  <a:moveTo>
                    <a:pt x="10286" y="0"/>
                  </a:moveTo>
                  <a:lnTo>
                    <a:pt x="0" y="23113"/>
                  </a:lnTo>
                  <a:lnTo>
                    <a:pt x="3213388" y="1445817"/>
                  </a:lnTo>
                  <a:lnTo>
                    <a:pt x="3223675" y="1422576"/>
                  </a:lnTo>
                  <a:lnTo>
                    <a:pt x="10286" y="0"/>
                  </a:lnTo>
                  <a:close/>
                </a:path>
              </a:pathLst>
            </a:custGeom>
            <a:solidFill>
              <a:srgbClr val="F8F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2476358" y="4078812"/>
            <a:ext cx="3350260" cy="1870075"/>
            <a:chOff x="3852671" y="4135373"/>
            <a:chExt cx="3350260" cy="1870075"/>
          </a:xfrm>
        </p:grpSpPr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52671" y="4135373"/>
              <a:ext cx="3227831" cy="186994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962272" y="4337303"/>
              <a:ext cx="3241040" cy="1629410"/>
            </a:xfrm>
            <a:custGeom>
              <a:avLst/>
              <a:gdLst/>
              <a:ahLst/>
              <a:cxnLst/>
              <a:rect l="l" t="t" r="r" b="b"/>
              <a:pathLst>
                <a:path w="3241040" h="1629410">
                  <a:moveTo>
                    <a:pt x="3163328" y="25183"/>
                  </a:moveTo>
                  <a:lnTo>
                    <a:pt x="3005708" y="51689"/>
                  </a:lnTo>
                  <a:lnTo>
                    <a:pt x="2789935" y="92202"/>
                  </a:lnTo>
                  <a:lnTo>
                    <a:pt x="2463546" y="159766"/>
                  </a:lnTo>
                  <a:lnTo>
                    <a:pt x="2200529" y="219075"/>
                  </a:lnTo>
                  <a:lnTo>
                    <a:pt x="2021331" y="262001"/>
                  </a:lnTo>
                  <a:lnTo>
                    <a:pt x="1841880" y="307213"/>
                  </a:lnTo>
                  <a:lnTo>
                    <a:pt x="1664715" y="354203"/>
                  </a:lnTo>
                  <a:lnTo>
                    <a:pt x="1492377" y="402717"/>
                  </a:lnTo>
                  <a:lnTo>
                    <a:pt x="1327150" y="452374"/>
                  </a:lnTo>
                  <a:lnTo>
                    <a:pt x="1248155" y="477647"/>
                  </a:lnTo>
                  <a:lnTo>
                    <a:pt x="1171955" y="502920"/>
                  </a:lnTo>
                  <a:lnTo>
                    <a:pt x="1098677" y="528320"/>
                  </a:lnTo>
                  <a:lnTo>
                    <a:pt x="1028826" y="553720"/>
                  </a:lnTo>
                  <a:lnTo>
                    <a:pt x="962660" y="579120"/>
                  </a:lnTo>
                  <a:lnTo>
                    <a:pt x="900429" y="604647"/>
                  </a:lnTo>
                  <a:lnTo>
                    <a:pt x="842644" y="630047"/>
                  </a:lnTo>
                  <a:lnTo>
                    <a:pt x="789431" y="655193"/>
                  </a:lnTo>
                  <a:lnTo>
                    <a:pt x="739901" y="680593"/>
                  </a:lnTo>
                  <a:lnTo>
                    <a:pt x="692657" y="706501"/>
                  </a:lnTo>
                  <a:lnTo>
                    <a:pt x="647826" y="732790"/>
                  </a:lnTo>
                  <a:lnTo>
                    <a:pt x="605027" y="759460"/>
                  </a:lnTo>
                  <a:lnTo>
                    <a:pt x="564388" y="786638"/>
                  </a:lnTo>
                  <a:lnTo>
                    <a:pt x="525906" y="814197"/>
                  </a:lnTo>
                  <a:lnTo>
                    <a:pt x="489330" y="842137"/>
                  </a:lnTo>
                  <a:lnTo>
                    <a:pt x="454660" y="870458"/>
                  </a:lnTo>
                  <a:lnTo>
                    <a:pt x="421893" y="899160"/>
                  </a:lnTo>
                  <a:lnTo>
                    <a:pt x="390778" y="928243"/>
                  </a:lnTo>
                  <a:lnTo>
                    <a:pt x="361441" y="957580"/>
                  </a:lnTo>
                  <a:lnTo>
                    <a:pt x="333628" y="987298"/>
                  </a:lnTo>
                  <a:lnTo>
                    <a:pt x="307466" y="1017270"/>
                  </a:lnTo>
                  <a:lnTo>
                    <a:pt x="282701" y="1047496"/>
                  </a:lnTo>
                  <a:lnTo>
                    <a:pt x="259206" y="1078103"/>
                  </a:lnTo>
                  <a:lnTo>
                    <a:pt x="216407" y="1139825"/>
                  </a:lnTo>
                  <a:lnTo>
                    <a:pt x="178053" y="1202436"/>
                  </a:lnTo>
                  <a:lnTo>
                    <a:pt x="143763" y="1265770"/>
                  </a:lnTo>
                  <a:lnTo>
                    <a:pt x="113029" y="1329639"/>
                  </a:lnTo>
                  <a:lnTo>
                    <a:pt x="84962" y="1393964"/>
                  </a:lnTo>
                  <a:lnTo>
                    <a:pt x="46736" y="1491056"/>
                  </a:lnTo>
                  <a:lnTo>
                    <a:pt x="22987" y="1555851"/>
                  </a:lnTo>
                  <a:lnTo>
                    <a:pt x="0" y="1620710"/>
                  </a:lnTo>
                  <a:lnTo>
                    <a:pt x="23875" y="1629219"/>
                  </a:lnTo>
                  <a:lnTo>
                    <a:pt x="46989" y="1564347"/>
                  </a:lnTo>
                  <a:lnTo>
                    <a:pt x="70612" y="1499793"/>
                  </a:lnTo>
                  <a:lnTo>
                    <a:pt x="95503" y="1435417"/>
                  </a:lnTo>
                  <a:lnTo>
                    <a:pt x="122047" y="1371714"/>
                  </a:lnTo>
                  <a:lnTo>
                    <a:pt x="151002" y="1308417"/>
                  </a:lnTo>
                  <a:lnTo>
                    <a:pt x="183006" y="1245870"/>
                  </a:lnTo>
                  <a:lnTo>
                    <a:pt x="218566" y="1184021"/>
                  </a:lnTo>
                  <a:lnTo>
                    <a:pt x="258317" y="1123061"/>
                  </a:lnTo>
                  <a:lnTo>
                    <a:pt x="302767" y="1062990"/>
                  </a:lnTo>
                  <a:lnTo>
                    <a:pt x="327151" y="1033399"/>
                  </a:lnTo>
                  <a:lnTo>
                    <a:pt x="352805" y="1003935"/>
                  </a:lnTo>
                  <a:lnTo>
                    <a:pt x="379984" y="974979"/>
                  </a:lnTo>
                  <a:lnTo>
                    <a:pt x="408813" y="946277"/>
                  </a:lnTo>
                  <a:lnTo>
                    <a:pt x="439292" y="917829"/>
                  </a:lnTo>
                  <a:lnTo>
                    <a:pt x="471424" y="889508"/>
                  </a:lnTo>
                  <a:lnTo>
                    <a:pt x="505332" y="861822"/>
                  </a:lnTo>
                  <a:lnTo>
                    <a:pt x="541274" y="834390"/>
                  </a:lnTo>
                  <a:lnTo>
                    <a:pt x="579247" y="807339"/>
                  </a:lnTo>
                  <a:lnTo>
                    <a:pt x="619125" y="780542"/>
                  </a:lnTo>
                  <a:lnTo>
                    <a:pt x="661162" y="754253"/>
                  </a:lnTo>
                  <a:lnTo>
                    <a:pt x="705485" y="728345"/>
                  </a:lnTo>
                  <a:lnTo>
                    <a:pt x="751966" y="702818"/>
                  </a:lnTo>
                  <a:lnTo>
                    <a:pt x="800862" y="677926"/>
                  </a:lnTo>
                  <a:lnTo>
                    <a:pt x="853439" y="653034"/>
                  </a:lnTo>
                  <a:lnTo>
                    <a:pt x="910716" y="627888"/>
                  </a:lnTo>
                  <a:lnTo>
                    <a:pt x="972312" y="602742"/>
                  </a:lnTo>
                  <a:lnTo>
                    <a:pt x="1037971" y="577469"/>
                  </a:lnTo>
                  <a:lnTo>
                    <a:pt x="1107313" y="552196"/>
                  </a:lnTo>
                  <a:lnTo>
                    <a:pt x="1180211" y="526923"/>
                  </a:lnTo>
                  <a:lnTo>
                    <a:pt x="1256156" y="501777"/>
                  </a:lnTo>
                  <a:lnTo>
                    <a:pt x="1334897" y="476631"/>
                  </a:lnTo>
                  <a:lnTo>
                    <a:pt x="1499489" y="427101"/>
                  </a:lnTo>
                  <a:lnTo>
                    <a:pt x="1671574" y="378714"/>
                  </a:lnTo>
                  <a:lnTo>
                    <a:pt x="1848357" y="331724"/>
                  </a:lnTo>
                  <a:lnTo>
                    <a:pt x="2027554" y="286639"/>
                  </a:lnTo>
                  <a:lnTo>
                    <a:pt x="2206498" y="243840"/>
                  </a:lnTo>
                  <a:lnTo>
                    <a:pt x="2469134" y="184658"/>
                  </a:lnTo>
                  <a:lnTo>
                    <a:pt x="2717037" y="132588"/>
                  </a:lnTo>
                  <a:lnTo>
                    <a:pt x="2941954" y="89027"/>
                  </a:lnTo>
                  <a:lnTo>
                    <a:pt x="3135249" y="55245"/>
                  </a:lnTo>
                  <a:lnTo>
                    <a:pt x="3167143" y="50324"/>
                  </a:lnTo>
                  <a:lnTo>
                    <a:pt x="3163328" y="25183"/>
                  </a:lnTo>
                  <a:close/>
                </a:path>
                <a:path w="3241040" h="1629410">
                  <a:moveTo>
                    <a:pt x="3231137" y="23241"/>
                  </a:moveTo>
                  <a:lnTo>
                    <a:pt x="3175761" y="23241"/>
                  </a:lnTo>
                  <a:lnTo>
                    <a:pt x="3179699" y="48387"/>
                  </a:lnTo>
                  <a:lnTo>
                    <a:pt x="3167143" y="50324"/>
                  </a:lnTo>
                  <a:lnTo>
                    <a:pt x="3170935" y="75311"/>
                  </a:lnTo>
                  <a:lnTo>
                    <a:pt x="3240531" y="26289"/>
                  </a:lnTo>
                  <a:lnTo>
                    <a:pt x="3231137" y="23241"/>
                  </a:lnTo>
                  <a:close/>
                </a:path>
                <a:path w="3241040" h="1629410">
                  <a:moveTo>
                    <a:pt x="3175761" y="23241"/>
                  </a:moveTo>
                  <a:lnTo>
                    <a:pt x="3163328" y="25183"/>
                  </a:lnTo>
                  <a:lnTo>
                    <a:pt x="3167143" y="50324"/>
                  </a:lnTo>
                  <a:lnTo>
                    <a:pt x="3179699" y="48387"/>
                  </a:lnTo>
                  <a:lnTo>
                    <a:pt x="3175761" y="23241"/>
                  </a:lnTo>
                  <a:close/>
                </a:path>
                <a:path w="3241040" h="1629410">
                  <a:moveTo>
                    <a:pt x="3159505" y="0"/>
                  </a:moveTo>
                  <a:lnTo>
                    <a:pt x="3163328" y="25183"/>
                  </a:lnTo>
                  <a:lnTo>
                    <a:pt x="3175761" y="23241"/>
                  </a:lnTo>
                  <a:lnTo>
                    <a:pt x="3231137" y="23241"/>
                  </a:lnTo>
                  <a:lnTo>
                    <a:pt x="3159505" y="0"/>
                  </a:lnTo>
                  <a:close/>
                </a:path>
              </a:pathLst>
            </a:custGeom>
            <a:solidFill>
              <a:srgbClr val="F8F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2601834" y="1673178"/>
            <a:ext cx="3264535" cy="1871980"/>
            <a:chOff x="3978147" y="1729739"/>
            <a:chExt cx="3264535" cy="1871980"/>
          </a:xfrm>
        </p:grpSpPr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82973" y="1729739"/>
              <a:ext cx="3179826" cy="187147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978147" y="1928240"/>
              <a:ext cx="3264535" cy="1467485"/>
            </a:xfrm>
            <a:custGeom>
              <a:avLst/>
              <a:gdLst/>
              <a:ahLst/>
              <a:cxnLst/>
              <a:rect l="l" t="t" r="r" b="b"/>
              <a:pathLst>
                <a:path w="3264534" h="1467485">
                  <a:moveTo>
                    <a:pt x="3189274" y="23217"/>
                  </a:moveTo>
                  <a:lnTo>
                    <a:pt x="0" y="1444117"/>
                  </a:lnTo>
                  <a:lnTo>
                    <a:pt x="10413" y="1467231"/>
                  </a:lnTo>
                  <a:lnTo>
                    <a:pt x="3199612" y="46435"/>
                  </a:lnTo>
                  <a:lnTo>
                    <a:pt x="3189274" y="23217"/>
                  </a:lnTo>
                  <a:close/>
                </a:path>
                <a:path w="3264534" h="1467485">
                  <a:moveTo>
                    <a:pt x="3252329" y="18034"/>
                  </a:moveTo>
                  <a:lnTo>
                    <a:pt x="3200907" y="18034"/>
                  </a:lnTo>
                  <a:lnTo>
                    <a:pt x="3211195" y="41275"/>
                  </a:lnTo>
                  <a:lnTo>
                    <a:pt x="3199612" y="46435"/>
                  </a:lnTo>
                  <a:lnTo>
                    <a:pt x="3209925" y="69596"/>
                  </a:lnTo>
                  <a:lnTo>
                    <a:pt x="3252329" y="18034"/>
                  </a:lnTo>
                  <a:close/>
                </a:path>
                <a:path w="3264534" h="1467485">
                  <a:moveTo>
                    <a:pt x="3200907" y="18034"/>
                  </a:moveTo>
                  <a:lnTo>
                    <a:pt x="3189274" y="23217"/>
                  </a:lnTo>
                  <a:lnTo>
                    <a:pt x="3199612" y="46435"/>
                  </a:lnTo>
                  <a:lnTo>
                    <a:pt x="3211195" y="41275"/>
                  </a:lnTo>
                  <a:lnTo>
                    <a:pt x="3200907" y="18034"/>
                  </a:lnTo>
                  <a:close/>
                </a:path>
                <a:path w="3264534" h="1467485">
                  <a:moveTo>
                    <a:pt x="3178936" y="0"/>
                  </a:moveTo>
                  <a:lnTo>
                    <a:pt x="3189274" y="23217"/>
                  </a:lnTo>
                  <a:lnTo>
                    <a:pt x="3200907" y="18034"/>
                  </a:lnTo>
                  <a:lnTo>
                    <a:pt x="3252329" y="18034"/>
                  </a:lnTo>
                  <a:lnTo>
                    <a:pt x="3264027" y="3810"/>
                  </a:lnTo>
                  <a:lnTo>
                    <a:pt x="3178936" y="0"/>
                  </a:lnTo>
                  <a:close/>
                </a:path>
              </a:pathLst>
            </a:custGeom>
            <a:solidFill>
              <a:srgbClr val="F8F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087729" y="6315791"/>
            <a:ext cx="23399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spc="-55" dirty="0">
                <a:latin typeface="Trebuchet MS"/>
                <a:cs typeface="Trebuchet MS"/>
              </a:rPr>
              <a:t>Sometimes</a:t>
            </a:r>
            <a:r>
              <a:rPr sz="1100" i="1" dirty="0">
                <a:latin typeface="Trebuchet MS"/>
                <a:cs typeface="Trebuchet MS"/>
              </a:rPr>
              <a:t> </a:t>
            </a:r>
            <a:r>
              <a:rPr sz="1100" i="1" spc="-90" dirty="0">
                <a:latin typeface="Trebuchet MS"/>
                <a:cs typeface="Trebuchet MS"/>
              </a:rPr>
              <a:t>there’s</a:t>
            </a:r>
            <a:r>
              <a:rPr sz="1100" i="1" spc="-15" dirty="0">
                <a:latin typeface="Trebuchet MS"/>
                <a:cs typeface="Trebuchet MS"/>
              </a:rPr>
              <a:t> </a:t>
            </a:r>
            <a:r>
              <a:rPr sz="1100" b="1" i="1" spc="-45" dirty="0">
                <a:latin typeface="Trebuchet MS"/>
                <a:cs typeface="Trebuchet MS"/>
              </a:rPr>
              <a:t>no</a:t>
            </a:r>
            <a:r>
              <a:rPr sz="1100" b="1" i="1" spc="-60" dirty="0">
                <a:latin typeface="Trebuchet MS"/>
                <a:cs typeface="Trebuchet MS"/>
              </a:rPr>
              <a:t> </a:t>
            </a:r>
            <a:r>
              <a:rPr sz="1100" b="1" i="1" spc="-80" dirty="0">
                <a:latin typeface="Trebuchet MS"/>
                <a:cs typeface="Trebuchet MS"/>
              </a:rPr>
              <a:t>relationship</a:t>
            </a:r>
            <a:r>
              <a:rPr sz="1100" b="1" i="1" spc="-35" dirty="0">
                <a:latin typeface="Trebuchet MS"/>
                <a:cs typeface="Trebuchet MS"/>
              </a:rPr>
              <a:t> </a:t>
            </a:r>
            <a:r>
              <a:rPr sz="1100" b="1" i="1" spc="-95" dirty="0">
                <a:latin typeface="Trebuchet MS"/>
                <a:cs typeface="Trebuchet MS"/>
              </a:rPr>
              <a:t>at</a:t>
            </a:r>
            <a:r>
              <a:rPr sz="1100" b="1" i="1" spc="-65" dirty="0">
                <a:latin typeface="Trebuchet MS"/>
                <a:cs typeface="Trebuchet MS"/>
              </a:rPr>
              <a:t> </a:t>
            </a:r>
            <a:r>
              <a:rPr sz="1100" b="1" i="1" spc="-70" dirty="0">
                <a:latin typeface="Trebuchet MS"/>
                <a:cs typeface="Trebuchet MS"/>
              </a:rPr>
              <a:t>all!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296265" y="6065347"/>
            <a:ext cx="3890010" cy="184150"/>
          </a:xfrm>
          <a:custGeom>
            <a:avLst/>
            <a:gdLst/>
            <a:ahLst/>
            <a:cxnLst/>
            <a:rect l="l" t="t" r="r" b="b"/>
            <a:pathLst>
              <a:path w="3890009" h="184150">
                <a:moveTo>
                  <a:pt x="0" y="0"/>
                </a:moveTo>
                <a:lnTo>
                  <a:pt x="6619" y="35740"/>
                </a:lnTo>
                <a:lnTo>
                  <a:pt x="24669" y="64927"/>
                </a:lnTo>
                <a:lnTo>
                  <a:pt x="51434" y="84605"/>
                </a:lnTo>
                <a:lnTo>
                  <a:pt x="84200" y="91820"/>
                </a:lnTo>
                <a:lnTo>
                  <a:pt x="1879853" y="91820"/>
                </a:lnTo>
                <a:lnTo>
                  <a:pt x="1912600" y="99036"/>
                </a:lnTo>
                <a:lnTo>
                  <a:pt x="1939321" y="118714"/>
                </a:lnTo>
                <a:lnTo>
                  <a:pt x="1957327" y="147901"/>
                </a:lnTo>
                <a:lnTo>
                  <a:pt x="1963927" y="183641"/>
                </a:lnTo>
                <a:lnTo>
                  <a:pt x="1970547" y="147901"/>
                </a:lnTo>
                <a:lnTo>
                  <a:pt x="1988597" y="118714"/>
                </a:lnTo>
                <a:lnTo>
                  <a:pt x="2015362" y="99036"/>
                </a:lnTo>
                <a:lnTo>
                  <a:pt x="2048128" y="91820"/>
                </a:lnTo>
                <a:lnTo>
                  <a:pt x="3805808" y="91820"/>
                </a:lnTo>
                <a:lnTo>
                  <a:pt x="3838575" y="84605"/>
                </a:lnTo>
                <a:lnTo>
                  <a:pt x="3865340" y="64927"/>
                </a:lnTo>
                <a:lnTo>
                  <a:pt x="3883390" y="35740"/>
                </a:lnTo>
                <a:lnTo>
                  <a:pt x="3890010" y="0"/>
                </a:lnTo>
              </a:path>
            </a:pathLst>
          </a:custGeom>
          <a:ln w="635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>
            <a:spLocks noGrp="1"/>
          </p:cNvSpPr>
          <p:nvPr>
            <p:ph type="title"/>
          </p:nvPr>
        </p:nvSpPr>
        <p:spPr>
          <a:xfrm>
            <a:off x="778383" y="149784"/>
            <a:ext cx="105156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19020">
              <a:lnSpc>
                <a:spcPct val="100000"/>
              </a:lnSpc>
              <a:spcBef>
                <a:spcPts val="95"/>
              </a:spcBef>
            </a:pPr>
            <a:r>
              <a:rPr spc="70" dirty="0">
                <a:solidFill>
                  <a:srgbClr val="3E3E3E"/>
                </a:solidFill>
              </a:rPr>
              <a:t>LINEAR</a:t>
            </a:r>
            <a:r>
              <a:rPr spc="-360" dirty="0">
                <a:solidFill>
                  <a:srgbClr val="3E3E3E"/>
                </a:solidFill>
              </a:rPr>
              <a:t> </a:t>
            </a:r>
            <a:r>
              <a:rPr spc="50" dirty="0">
                <a:solidFill>
                  <a:srgbClr val="3E3E3E"/>
                </a:solidFill>
              </a:rPr>
              <a:t>RELATIONSHIPS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47565" y="1965895"/>
            <a:ext cx="4371340" cy="0"/>
          </a:xfrm>
          <a:custGeom>
            <a:avLst/>
            <a:gdLst/>
            <a:ahLst/>
            <a:cxnLst/>
            <a:rect l="l" t="t" r="r" b="b"/>
            <a:pathLst>
              <a:path w="4371340">
                <a:moveTo>
                  <a:pt x="0" y="0"/>
                </a:moveTo>
                <a:lnTo>
                  <a:pt x="4370832" y="0"/>
                </a:lnTo>
              </a:path>
            </a:pathLst>
          </a:custGeom>
          <a:ln w="6350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647565" y="2509201"/>
            <a:ext cx="4371340" cy="0"/>
          </a:xfrm>
          <a:custGeom>
            <a:avLst/>
            <a:gdLst/>
            <a:ahLst/>
            <a:cxnLst/>
            <a:rect l="l" t="t" r="r" b="b"/>
            <a:pathLst>
              <a:path w="4371340">
                <a:moveTo>
                  <a:pt x="0" y="0"/>
                </a:moveTo>
                <a:lnTo>
                  <a:pt x="4370832" y="0"/>
                </a:lnTo>
              </a:path>
            </a:pathLst>
          </a:custGeom>
          <a:ln w="6350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47565" y="3050983"/>
            <a:ext cx="4371340" cy="0"/>
          </a:xfrm>
          <a:custGeom>
            <a:avLst/>
            <a:gdLst/>
            <a:ahLst/>
            <a:cxnLst/>
            <a:rect l="l" t="t" r="r" b="b"/>
            <a:pathLst>
              <a:path w="4371340">
                <a:moveTo>
                  <a:pt x="0" y="0"/>
                </a:moveTo>
                <a:lnTo>
                  <a:pt x="4370832" y="0"/>
                </a:lnTo>
              </a:path>
            </a:pathLst>
          </a:custGeom>
          <a:ln w="6350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47565" y="3601147"/>
            <a:ext cx="4371340" cy="0"/>
          </a:xfrm>
          <a:custGeom>
            <a:avLst/>
            <a:gdLst/>
            <a:ahLst/>
            <a:cxnLst/>
            <a:rect l="l" t="t" r="r" b="b"/>
            <a:pathLst>
              <a:path w="4371340">
                <a:moveTo>
                  <a:pt x="0" y="0"/>
                </a:moveTo>
                <a:lnTo>
                  <a:pt x="4370832" y="0"/>
                </a:lnTo>
              </a:path>
            </a:pathLst>
          </a:custGeom>
          <a:ln w="6350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2553203" y="1713292"/>
            <a:ext cx="4468495" cy="2994025"/>
            <a:chOff x="3759834" y="1669923"/>
            <a:chExt cx="4468495" cy="2994025"/>
          </a:xfrm>
        </p:grpSpPr>
        <p:sp>
          <p:nvSpPr>
            <p:cNvPr id="7" name="object 7"/>
            <p:cNvSpPr/>
            <p:nvPr/>
          </p:nvSpPr>
          <p:spPr>
            <a:xfrm>
              <a:off x="3854195" y="1917192"/>
              <a:ext cx="4371340" cy="2743200"/>
            </a:xfrm>
            <a:custGeom>
              <a:avLst/>
              <a:gdLst/>
              <a:ahLst/>
              <a:cxnLst/>
              <a:rect l="l" t="t" r="r" b="b"/>
              <a:pathLst>
                <a:path w="4371340" h="2743200">
                  <a:moveTo>
                    <a:pt x="0" y="2186178"/>
                  </a:moveTo>
                  <a:lnTo>
                    <a:pt x="4370832" y="2186178"/>
                  </a:lnTo>
                </a:path>
                <a:path w="4371340" h="2743200">
                  <a:moveTo>
                    <a:pt x="558545" y="0"/>
                  </a:moveTo>
                  <a:lnTo>
                    <a:pt x="558545" y="2743200"/>
                  </a:lnTo>
                </a:path>
                <a:path w="4371340" h="2743200">
                  <a:moveTo>
                    <a:pt x="1104138" y="0"/>
                  </a:moveTo>
                  <a:lnTo>
                    <a:pt x="1104138" y="2743200"/>
                  </a:lnTo>
                </a:path>
                <a:path w="4371340" h="2743200">
                  <a:moveTo>
                    <a:pt x="1650491" y="0"/>
                  </a:moveTo>
                  <a:lnTo>
                    <a:pt x="1650491" y="2743200"/>
                  </a:lnTo>
                </a:path>
                <a:path w="4371340" h="2743200">
                  <a:moveTo>
                    <a:pt x="2189226" y="0"/>
                  </a:moveTo>
                  <a:lnTo>
                    <a:pt x="2189226" y="2743200"/>
                  </a:lnTo>
                </a:path>
                <a:path w="4371340" h="2743200">
                  <a:moveTo>
                    <a:pt x="2733294" y="0"/>
                  </a:moveTo>
                  <a:lnTo>
                    <a:pt x="2733294" y="2743200"/>
                  </a:lnTo>
                </a:path>
                <a:path w="4371340" h="2743200">
                  <a:moveTo>
                    <a:pt x="3278885" y="0"/>
                  </a:moveTo>
                  <a:lnTo>
                    <a:pt x="3278885" y="2743200"/>
                  </a:lnTo>
                </a:path>
                <a:path w="4371340" h="2743200">
                  <a:moveTo>
                    <a:pt x="3825239" y="0"/>
                  </a:moveTo>
                  <a:lnTo>
                    <a:pt x="3825239" y="2743200"/>
                  </a:lnTo>
                </a:path>
                <a:path w="4371340" h="2743200">
                  <a:moveTo>
                    <a:pt x="4368546" y="0"/>
                  </a:moveTo>
                  <a:lnTo>
                    <a:pt x="4368546" y="2743200"/>
                  </a:lnTo>
                </a:path>
              </a:pathLst>
            </a:custGeom>
            <a:ln w="635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13428" y="1669923"/>
              <a:ext cx="76200" cy="2987675"/>
            </a:xfrm>
            <a:custGeom>
              <a:avLst/>
              <a:gdLst/>
              <a:ahLst/>
              <a:cxnLst/>
              <a:rect l="l" t="t" r="r" b="b"/>
              <a:pathLst>
                <a:path w="76200" h="2987675">
                  <a:moveTo>
                    <a:pt x="47625" y="63500"/>
                  </a:moveTo>
                  <a:lnTo>
                    <a:pt x="28575" y="63500"/>
                  </a:lnTo>
                  <a:lnTo>
                    <a:pt x="28575" y="2987675"/>
                  </a:lnTo>
                  <a:lnTo>
                    <a:pt x="47625" y="2987675"/>
                  </a:lnTo>
                  <a:lnTo>
                    <a:pt x="47625" y="63500"/>
                  </a:lnTo>
                  <a:close/>
                </a:path>
                <a:path w="76200" h="2987675">
                  <a:moveTo>
                    <a:pt x="38100" y="0"/>
                  </a:moveTo>
                  <a:lnTo>
                    <a:pt x="0" y="76200"/>
                  </a:lnTo>
                  <a:lnTo>
                    <a:pt x="28575" y="76200"/>
                  </a:lnTo>
                  <a:lnTo>
                    <a:pt x="28575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2987675">
                  <a:moveTo>
                    <a:pt x="69850" y="63500"/>
                  </a:moveTo>
                  <a:lnTo>
                    <a:pt x="47625" y="63500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403E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66184" y="1917573"/>
              <a:ext cx="80010" cy="2181225"/>
            </a:xfrm>
            <a:custGeom>
              <a:avLst/>
              <a:gdLst/>
              <a:ahLst/>
              <a:cxnLst/>
              <a:rect l="l" t="t" r="r" b="b"/>
              <a:pathLst>
                <a:path w="80010" h="2181225">
                  <a:moveTo>
                    <a:pt x="0" y="2180844"/>
                  </a:moveTo>
                  <a:lnTo>
                    <a:pt x="79501" y="2180844"/>
                  </a:lnTo>
                </a:path>
                <a:path w="80010" h="2181225">
                  <a:moveTo>
                    <a:pt x="0" y="1635252"/>
                  </a:moveTo>
                  <a:lnTo>
                    <a:pt x="79501" y="1635252"/>
                  </a:lnTo>
                </a:path>
                <a:path w="80010" h="2181225">
                  <a:moveTo>
                    <a:pt x="0" y="1090422"/>
                  </a:moveTo>
                  <a:lnTo>
                    <a:pt x="79501" y="1090422"/>
                  </a:lnTo>
                </a:path>
                <a:path w="80010" h="2181225">
                  <a:moveTo>
                    <a:pt x="0" y="544829"/>
                  </a:moveTo>
                  <a:lnTo>
                    <a:pt x="79501" y="544829"/>
                  </a:lnTo>
                </a:path>
                <a:path w="80010" h="2181225">
                  <a:moveTo>
                    <a:pt x="0" y="0"/>
                  </a:moveTo>
                  <a:lnTo>
                    <a:pt x="79501" y="0"/>
                  </a:lnTo>
                </a:path>
              </a:pathLst>
            </a:custGeom>
            <a:ln w="127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392548" y="2975291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30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2548" y="2430207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40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2548" y="1885376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50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02682" y="4690426"/>
            <a:ext cx="544830" cy="80010"/>
          </a:xfrm>
          <a:custGeom>
            <a:avLst/>
            <a:gdLst/>
            <a:ahLst/>
            <a:cxnLst/>
            <a:rect l="l" t="t" r="r" b="b"/>
            <a:pathLst>
              <a:path w="544829" h="80010">
                <a:moveTo>
                  <a:pt x="0" y="0"/>
                </a:moveTo>
                <a:lnTo>
                  <a:pt x="0" y="79502"/>
                </a:lnTo>
              </a:path>
              <a:path w="544829" h="80010">
                <a:moveTo>
                  <a:pt x="544829" y="0"/>
                </a:moveTo>
                <a:lnTo>
                  <a:pt x="544829" y="79502"/>
                </a:lnTo>
              </a:path>
            </a:pathLst>
          </a:custGeom>
          <a:ln w="127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137277" y="4769292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10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82107" y="4769292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20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292341" y="4694997"/>
            <a:ext cx="544830" cy="80010"/>
          </a:xfrm>
          <a:custGeom>
            <a:avLst/>
            <a:gdLst/>
            <a:ahLst/>
            <a:cxnLst/>
            <a:rect l="l" t="t" r="r" b="b"/>
            <a:pathLst>
              <a:path w="544829" h="80010">
                <a:moveTo>
                  <a:pt x="0" y="0"/>
                </a:moveTo>
                <a:lnTo>
                  <a:pt x="0" y="79502"/>
                </a:lnTo>
              </a:path>
              <a:path w="544829" h="80010">
                <a:moveTo>
                  <a:pt x="544829" y="0"/>
                </a:moveTo>
                <a:lnTo>
                  <a:pt x="544829" y="79502"/>
                </a:lnTo>
              </a:path>
            </a:pathLst>
          </a:custGeom>
          <a:ln w="127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226936" y="4773865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30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72021" y="4773865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40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82001" y="4694235"/>
            <a:ext cx="544830" cy="80010"/>
          </a:xfrm>
          <a:custGeom>
            <a:avLst/>
            <a:gdLst/>
            <a:ahLst/>
            <a:cxnLst/>
            <a:rect l="l" t="t" r="r" b="b"/>
            <a:pathLst>
              <a:path w="544829" h="80010">
                <a:moveTo>
                  <a:pt x="0" y="0"/>
                </a:moveTo>
                <a:lnTo>
                  <a:pt x="0" y="79501"/>
                </a:lnTo>
              </a:path>
              <a:path w="544829" h="80010">
                <a:moveTo>
                  <a:pt x="544830" y="0"/>
                </a:moveTo>
                <a:lnTo>
                  <a:pt x="544830" y="79501"/>
                </a:lnTo>
              </a:path>
            </a:pathLst>
          </a:custGeom>
          <a:ln w="127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316850" y="4772848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50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61680" y="4772848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60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471662" y="4698808"/>
            <a:ext cx="544830" cy="80010"/>
          </a:xfrm>
          <a:custGeom>
            <a:avLst/>
            <a:gdLst/>
            <a:ahLst/>
            <a:cxnLst/>
            <a:rect l="l" t="t" r="r" b="b"/>
            <a:pathLst>
              <a:path w="544829" h="80010">
                <a:moveTo>
                  <a:pt x="0" y="0"/>
                </a:moveTo>
                <a:lnTo>
                  <a:pt x="0" y="79502"/>
                </a:lnTo>
              </a:path>
              <a:path w="544829" h="80010">
                <a:moveTo>
                  <a:pt x="544829" y="0"/>
                </a:moveTo>
                <a:lnTo>
                  <a:pt x="544829" y="79502"/>
                </a:lnTo>
              </a:path>
            </a:pathLst>
          </a:custGeom>
          <a:ln w="127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406511" y="4777421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70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51340" y="4777421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80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83913" y="4064697"/>
            <a:ext cx="14287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latin typeface="Tahoma"/>
                <a:cs typeface="Tahoma"/>
              </a:rPr>
              <a:t>10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83913" y="3520120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20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495409" y="1860739"/>
            <a:ext cx="205740" cy="3025140"/>
          </a:xfrm>
          <a:custGeom>
            <a:avLst/>
            <a:gdLst/>
            <a:ahLst/>
            <a:cxnLst/>
            <a:rect l="l" t="t" r="r" b="b"/>
            <a:pathLst>
              <a:path w="205740" h="3025140">
                <a:moveTo>
                  <a:pt x="0" y="0"/>
                </a:moveTo>
                <a:lnTo>
                  <a:pt x="40022" y="4702"/>
                </a:lnTo>
                <a:lnTo>
                  <a:pt x="72723" y="17525"/>
                </a:lnTo>
                <a:lnTo>
                  <a:pt x="94779" y="36540"/>
                </a:lnTo>
                <a:lnTo>
                  <a:pt x="102869" y="59816"/>
                </a:lnTo>
                <a:lnTo>
                  <a:pt x="102869" y="684276"/>
                </a:lnTo>
                <a:lnTo>
                  <a:pt x="110960" y="707552"/>
                </a:lnTo>
                <a:lnTo>
                  <a:pt x="133016" y="726566"/>
                </a:lnTo>
                <a:lnTo>
                  <a:pt x="165717" y="739390"/>
                </a:lnTo>
                <a:lnTo>
                  <a:pt x="205739" y="744092"/>
                </a:lnTo>
                <a:lnTo>
                  <a:pt x="165717" y="748795"/>
                </a:lnTo>
                <a:lnTo>
                  <a:pt x="133016" y="761618"/>
                </a:lnTo>
                <a:lnTo>
                  <a:pt x="110960" y="780633"/>
                </a:lnTo>
                <a:lnTo>
                  <a:pt x="102869" y="803909"/>
                </a:lnTo>
                <a:lnTo>
                  <a:pt x="102869" y="2965322"/>
                </a:lnTo>
                <a:lnTo>
                  <a:pt x="94779" y="2988599"/>
                </a:lnTo>
                <a:lnTo>
                  <a:pt x="72723" y="3007613"/>
                </a:lnTo>
                <a:lnTo>
                  <a:pt x="40022" y="3020437"/>
                </a:lnTo>
                <a:lnTo>
                  <a:pt x="0" y="302514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2641596" y="2030283"/>
            <a:ext cx="4661535" cy="2700020"/>
            <a:chOff x="3848227" y="1986914"/>
            <a:chExt cx="4661535" cy="2700020"/>
          </a:xfrm>
        </p:grpSpPr>
        <p:sp>
          <p:nvSpPr>
            <p:cNvPr id="29" name="object 29"/>
            <p:cNvSpPr/>
            <p:nvPr/>
          </p:nvSpPr>
          <p:spPr>
            <a:xfrm>
              <a:off x="3850767" y="4610480"/>
              <a:ext cx="4658995" cy="76200"/>
            </a:xfrm>
            <a:custGeom>
              <a:avLst/>
              <a:gdLst/>
              <a:ahLst/>
              <a:cxnLst/>
              <a:rect l="l" t="t" r="r" b="b"/>
              <a:pathLst>
                <a:path w="4658995" h="76200">
                  <a:moveTo>
                    <a:pt x="4582414" y="0"/>
                  </a:moveTo>
                  <a:lnTo>
                    <a:pt x="4582414" y="76200"/>
                  </a:lnTo>
                  <a:lnTo>
                    <a:pt x="4639564" y="47625"/>
                  </a:lnTo>
                  <a:lnTo>
                    <a:pt x="4595114" y="47625"/>
                  </a:lnTo>
                  <a:lnTo>
                    <a:pt x="4595114" y="28575"/>
                  </a:lnTo>
                  <a:lnTo>
                    <a:pt x="4639564" y="28575"/>
                  </a:lnTo>
                  <a:lnTo>
                    <a:pt x="4582414" y="0"/>
                  </a:lnTo>
                  <a:close/>
                </a:path>
                <a:path w="4658995" h="76200">
                  <a:moveTo>
                    <a:pt x="4582414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4582414" y="47625"/>
                  </a:lnTo>
                  <a:lnTo>
                    <a:pt x="4582414" y="28575"/>
                  </a:lnTo>
                  <a:close/>
                </a:path>
                <a:path w="4658995" h="76200">
                  <a:moveTo>
                    <a:pt x="4639564" y="28575"/>
                  </a:moveTo>
                  <a:lnTo>
                    <a:pt x="4595114" y="28575"/>
                  </a:lnTo>
                  <a:lnTo>
                    <a:pt x="4595114" y="47625"/>
                  </a:lnTo>
                  <a:lnTo>
                    <a:pt x="4639564" y="47625"/>
                  </a:lnTo>
                  <a:lnTo>
                    <a:pt x="4658614" y="38100"/>
                  </a:lnTo>
                  <a:lnTo>
                    <a:pt x="4639564" y="28575"/>
                  </a:lnTo>
                  <a:close/>
                </a:path>
              </a:pathLst>
            </a:custGeom>
            <a:solidFill>
              <a:srgbClr val="403E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848227" y="1986914"/>
              <a:ext cx="4589145" cy="2664460"/>
            </a:xfrm>
            <a:custGeom>
              <a:avLst/>
              <a:gdLst/>
              <a:ahLst/>
              <a:cxnLst/>
              <a:rect l="l" t="t" r="r" b="b"/>
              <a:pathLst>
                <a:path w="4589145" h="2664460">
                  <a:moveTo>
                    <a:pt x="4531301" y="18702"/>
                  </a:moveTo>
                  <a:lnTo>
                    <a:pt x="0" y="2642235"/>
                  </a:lnTo>
                  <a:lnTo>
                    <a:pt x="12700" y="2664206"/>
                  </a:lnTo>
                  <a:lnTo>
                    <a:pt x="4543972" y="40691"/>
                  </a:lnTo>
                  <a:lnTo>
                    <a:pt x="4544949" y="25400"/>
                  </a:lnTo>
                  <a:lnTo>
                    <a:pt x="4531301" y="18702"/>
                  </a:lnTo>
                  <a:close/>
                </a:path>
                <a:path w="4589145" h="2664460">
                  <a:moveTo>
                    <a:pt x="4579351" y="14477"/>
                  </a:moveTo>
                  <a:lnTo>
                    <a:pt x="4538599" y="14477"/>
                  </a:lnTo>
                  <a:lnTo>
                    <a:pt x="4551299" y="36449"/>
                  </a:lnTo>
                  <a:lnTo>
                    <a:pt x="4543972" y="40691"/>
                  </a:lnTo>
                  <a:lnTo>
                    <a:pt x="4542028" y="71120"/>
                  </a:lnTo>
                  <a:lnTo>
                    <a:pt x="4579351" y="14477"/>
                  </a:lnTo>
                  <a:close/>
                </a:path>
                <a:path w="4589145" h="2664460">
                  <a:moveTo>
                    <a:pt x="4544912" y="25400"/>
                  </a:moveTo>
                  <a:lnTo>
                    <a:pt x="4543972" y="40691"/>
                  </a:lnTo>
                  <a:lnTo>
                    <a:pt x="4551299" y="36449"/>
                  </a:lnTo>
                  <a:lnTo>
                    <a:pt x="4544912" y="25400"/>
                  </a:lnTo>
                  <a:close/>
                </a:path>
                <a:path w="4589145" h="2664460">
                  <a:moveTo>
                    <a:pt x="4538599" y="14477"/>
                  </a:moveTo>
                  <a:lnTo>
                    <a:pt x="4531301" y="18702"/>
                  </a:lnTo>
                  <a:lnTo>
                    <a:pt x="4544949" y="25400"/>
                  </a:lnTo>
                  <a:lnTo>
                    <a:pt x="4538599" y="14477"/>
                  </a:lnTo>
                  <a:close/>
                </a:path>
                <a:path w="4589145" h="2664460">
                  <a:moveTo>
                    <a:pt x="4588891" y="0"/>
                  </a:moveTo>
                  <a:lnTo>
                    <a:pt x="4503801" y="5207"/>
                  </a:lnTo>
                  <a:lnTo>
                    <a:pt x="4531301" y="18702"/>
                  </a:lnTo>
                  <a:lnTo>
                    <a:pt x="4538599" y="14477"/>
                  </a:lnTo>
                  <a:lnTo>
                    <a:pt x="4579351" y="14477"/>
                  </a:lnTo>
                  <a:lnTo>
                    <a:pt x="4588891" y="0"/>
                  </a:lnTo>
                  <a:close/>
                </a:path>
              </a:pathLst>
            </a:custGeom>
            <a:solidFill>
              <a:srgbClr val="1FE1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6940" y="3338322"/>
              <a:ext cx="91439" cy="9143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91172" y="2704337"/>
              <a:ext cx="91439" cy="9143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59730" y="3643883"/>
              <a:ext cx="91440" cy="9144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64736" y="4282439"/>
              <a:ext cx="91439" cy="9144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46342" y="3015995"/>
              <a:ext cx="91439" cy="9143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70926" y="2073401"/>
              <a:ext cx="91440" cy="9143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36764" y="2384297"/>
              <a:ext cx="91439" cy="9143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11090" y="3964685"/>
              <a:ext cx="91439" cy="91439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7869804" y="2468561"/>
            <a:ext cx="2487930" cy="1115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252525"/>
                </a:solidFill>
                <a:latin typeface="Tahoma"/>
                <a:cs typeface="Tahoma"/>
              </a:rPr>
              <a:t>Consider</a:t>
            </a:r>
            <a:r>
              <a:rPr sz="16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spc="-70" dirty="0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sz="1600" spc="-6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600" spc="-8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252525"/>
                </a:solidFill>
                <a:latin typeface="Tahoma"/>
                <a:cs typeface="Tahoma"/>
              </a:rPr>
              <a:t>that</a:t>
            </a:r>
            <a:r>
              <a:rPr sz="16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252525"/>
                </a:solidFill>
                <a:latin typeface="Tahoma"/>
                <a:cs typeface="Tahoma"/>
              </a:rPr>
              <a:t>fits</a:t>
            </a:r>
            <a:endParaRPr sz="16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600" i="1" spc="-100" dirty="0">
                <a:solidFill>
                  <a:srgbClr val="252525"/>
                </a:solidFill>
                <a:latin typeface="Trebuchet MS"/>
                <a:cs typeface="Trebuchet MS"/>
              </a:rPr>
              <a:t>every</a:t>
            </a:r>
            <a:r>
              <a:rPr sz="1600" i="1" spc="-9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i="1" spc="-100" dirty="0">
                <a:solidFill>
                  <a:srgbClr val="252525"/>
                </a:solidFill>
                <a:latin typeface="Trebuchet MS"/>
                <a:cs typeface="Trebuchet MS"/>
              </a:rPr>
              <a:t>single</a:t>
            </a:r>
            <a:r>
              <a:rPr sz="1600" i="1" spc="-7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i="1" spc="-100" dirty="0">
                <a:solidFill>
                  <a:srgbClr val="252525"/>
                </a:solidFill>
                <a:latin typeface="Trebuchet MS"/>
                <a:cs typeface="Trebuchet MS"/>
              </a:rPr>
              <a:t>point</a:t>
            </a:r>
            <a:r>
              <a:rPr sz="1600" i="1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52525"/>
                </a:solidFill>
                <a:latin typeface="Tahoma"/>
                <a:cs typeface="Tahoma"/>
              </a:rPr>
              <a:t>in</a:t>
            </a:r>
            <a:r>
              <a:rPr sz="1600" spc="-6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sz="1600" spc="-5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252525"/>
                </a:solidFill>
                <a:latin typeface="Tahoma"/>
                <a:cs typeface="Tahoma"/>
              </a:rPr>
              <a:t>plot</a:t>
            </a:r>
            <a:endParaRPr sz="1600" dirty="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900"/>
              </a:spcBef>
            </a:pPr>
            <a:r>
              <a:rPr sz="1600" spc="-10" dirty="0">
                <a:solidFill>
                  <a:srgbClr val="252525"/>
                </a:solidFill>
                <a:latin typeface="Tahoma"/>
                <a:cs typeface="Tahoma"/>
              </a:rPr>
              <a:t>This</a:t>
            </a:r>
            <a:r>
              <a:rPr sz="1600" spc="-114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52525"/>
                </a:solidFill>
                <a:latin typeface="Tahoma"/>
                <a:cs typeface="Tahoma"/>
              </a:rPr>
              <a:t>is</a:t>
            </a:r>
            <a:r>
              <a:rPr sz="1600" spc="-10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52525"/>
                </a:solidFill>
                <a:latin typeface="Tahoma"/>
                <a:cs typeface="Tahoma"/>
              </a:rPr>
              <a:t>known</a:t>
            </a:r>
            <a:r>
              <a:rPr sz="16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spc="-55" dirty="0">
                <a:solidFill>
                  <a:srgbClr val="252525"/>
                </a:solidFill>
                <a:latin typeface="Tahoma"/>
                <a:cs typeface="Tahoma"/>
              </a:rPr>
              <a:t>as</a:t>
            </a:r>
            <a:r>
              <a:rPr sz="16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spc="-70" dirty="0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sz="1600" spc="-6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b="1" spc="-80" dirty="0">
                <a:solidFill>
                  <a:srgbClr val="252525"/>
                </a:solidFill>
                <a:latin typeface="Tahoma"/>
                <a:cs typeface="Tahoma"/>
              </a:rPr>
              <a:t>perfectly </a:t>
            </a:r>
            <a:r>
              <a:rPr sz="1600" b="1" spc="-90" dirty="0">
                <a:solidFill>
                  <a:srgbClr val="252525"/>
                </a:solidFill>
                <a:latin typeface="Tahoma"/>
                <a:cs typeface="Tahoma"/>
              </a:rPr>
              <a:t>linear</a:t>
            </a:r>
            <a:r>
              <a:rPr sz="1600" b="1" spc="-13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252525"/>
                </a:solidFill>
                <a:latin typeface="Tahoma"/>
                <a:cs typeface="Tahoma"/>
              </a:rPr>
              <a:t>relationship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155798" y="5641781"/>
            <a:ext cx="105156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4" dirty="0">
                <a:solidFill>
                  <a:srgbClr val="252525"/>
                </a:solidFill>
                <a:latin typeface="Tahoma"/>
                <a:cs typeface="Tahoma"/>
              </a:rPr>
              <a:t>In</a:t>
            </a:r>
            <a:r>
              <a:rPr sz="1800" spc="-7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ahoma"/>
                <a:cs typeface="Tahoma"/>
              </a:rPr>
              <a:t>this</a:t>
            </a:r>
            <a:r>
              <a:rPr sz="1800" spc="-10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ahoma"/>
                <a:cs typeface="Tahoma"/>
              </a:rPr>
              <a:t>case</a:t>
            </a:r>
            <a:r>
              <a:rPr sz="1800" spc="-7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52525"/>
                </a:solidFill>
                <a:latin typeface="Tahoma"/>
                <a:cs typeface="Tahoma"/>
              </a:rPr>
              <a:t>you</a:t>
            </a:r>
            <a:r>
              <a:rPr sz="1800" spc="-9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ahoma"/>
                <a:cs typeface="Tahoma"/>
              </a:rPr>
              <a:t>can</a:t>
            </a:r>
            <a:r>
              <a:rPr sz="1800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ahoma"/>
                <a:cs typeface="Tahoma"/>
              </a:rPr>
              <a:t>simply</a:t>
            </a:r>
            <a:r>
              <a:rPr sz="1800" spc="-9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ahoma"/>
                <a:cs typeface="Tahoma"/>
              </a:rPr>
              <a:t>calculate</a:t>
            </a:r>
            <a:r>
              <a:rPr sz="1800" spc="-6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sz="1800" spc="-8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b="1" spc="-120" dirty="0">
                <a:solidFill>
                  <a:srgbClr val="252525"/>
                </a:solidFill>
                <a:latin typeface="Tahoma"/>
                <a:cs typeface="Tahoma"/>
              </a:rPr>
              <a:t>exact</a:t>
            </a:r>
            <a:r>
              <a:rPr sz="1800" b="1" spc="-17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b="1" spc="-110" dirty="0">
                <a:solidFill>
                  <a:srgbClr val="252525"/>
                </a:solidFill>
                <a:latin typeface="Tahoma"/>
                <a:cs typeface="Tahoma"/>
              </a:rPr>
              <a:t>value</a:t>
            </a:r>
            <a:r>
              <a:rPr sz="1800" b="1" spc="-1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b="1" spc="-80" dirty="0">
                <a:solidFill>
                  <a:srgbClr val="252525"/>
                </a:solidFill>
                <a:latin typeface="Tahoma"/>
                <a:cs typeface="Tahoma"/>
              </a:rPr>
              <a:t>of</a:t>
            </a:r>
            <a:r>
              <a:rPr sz="1800" b="1" spc="-1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b="1" spc="-45" dirty="0">
                <a:solidFill>
                  <a:srgbClr val="252525"/>
                </a:solidFill>
                <a:latin typeface="Tahoma"/>
                <a:cs typeface="Tahoma"/>
              </a:rPr>
              <a:t>Y</a:t>
            </a:r>
            <a:r>
              <a:rPr sz="1800" b="1" spc="-18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52525"/>
                </a:solidFill>
                <a:latin typeface="Tahoma"/>
                <a:cs typeface="Tahoma"/>
              </a:rPr>
              <a:t>for</a:t>
            </a:r>
            <a:r>
              <a:rPr sz="18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ahoma"/>
                <a:cs typeface="Tahoma"/>
              </a:rPr>
              <a:t>any</a:t>
            </a:r>
            <a:r>
              <a:rPr sz="18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ahoma"/>
                <a:cs typeface="Tahoma"/>
              </a:rPr>
              <a:t>given</a:t>
            </a:r>
            <a:r>
              <a:rPr sz="1800" spc="-8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ahoma"/>
                <a:cs typeface="Tahoma"/>
              </a:rPr>
              <a:t>value</a:t>
            </a:r>
            <a:r>
              <a:rPr lang="en-IN" sz="1800" spc="-1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52525"/>
                </a:solidFill>
                <a:latin typeface="Tahoma"/>
                <a:cs typeface="Tahoma"/>
              </a:rPr>
              <a:t>of</a:t>
            </a:r>
            <a:r>
              <a:rPr sz="1800" spc="-5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60" dirty="0">
                <a:solidFill>
                  <a:srgbClr val="252525"/>
                </a:solidFill>
                <a:latin typeface="Tahoma"/>
                <a:cs typeface="Tahoma"/>
              </a:rPr>
              <a:t>X</a:t>
            </a:r>
            <a:r>
              <a:rPr sz="1800" spc="-5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i="1" spc="-110" dirty="0">
                <a:solidFill>
                  <a:srgbClr val="252525"/>
                </a:solidFill>
                <a:latin typeface="Trebuchet MS"/>
                <a:cs typeface="Trebuchet MS"/>
              </a:rPr>
              <a:t>(no</a:t>
            </a:r>
            <a:r>
              <a:rPr sz="1800" i="1" spc="-7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i="1" spc="-60" dirty="0">
                <a:solidFill>
                  <a:srgbClr val="252525"/>
                </a:solidFill>
                <a:latin typeface="Trebuchet MS"/>
                <a:cs typeface="Trebuchet MS"/>
              </a:rPr>
              <a:t>Machine</a:t>
            </a:r>
            <a:r>
              <a:rPr sz="1800" i="1" spc="-9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i="1" spc="-105" dirty="0">
                <a:solidFill>
                  <a:srgbClr val="252525"/>
                </a:solidFill>
                <a:latin typeface="Trebuchet MS"/>
                <a:cs typeface="Trebuchet MS"/>
              </a:rPr>
              <a:t>Learning</a:t>
            </a:r>
            <a:r>
              <a:rPr sz="1800" i="1" spc="-8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i="1" spc="-130" dirty="0">
                <a:solidFill>
                  <a:srgbClr val="252525"/>
                </a:solidFill>
                <a:latin typeface="Trebuchet MS"/>
                <a:cs typeface="Trebuchet MS"/>
              </a:rPr>
              <a:t>needed,</a:t>
            </a:r>
            <a:r>
              <a:rPr sz="1800" i="1" spc="-8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i="1" spc="-140" dirty="0">
                <a:solidFill>
                  <a:srgbClr val="252525"/>
                </a:solidFill>
                <a:latin typeface="Trebuchet MS"/>
                <a:cs typeface="Trebuchet MS"/>
              </a:rPr>
              <a:t>just</a:t>
            </a:r>
            <a:r>
              <a:rPr sz="1800" i="1" spc="-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i="1" spc="-125" dirty="0">
                <a:solidFill>
                  <a:srgbClr val="252525"/>
                </a:solidFill>
                <a:latin typeface="Trebuchet MS"/>
                <a:cs typeface="Trebuchet MS"/>
              </a:rPr>
              <a:t>simple</a:t>
            </a:r>
            <a:r>
              <a:rPr sz="1800" i="1" spc="-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i="1" spc="-10" dirty="0">
                <a:solidFill>
                  <a:srgbClr val="252525"/>
                </a:solidFill>
                <a:latin typeface="Trebuchet MS"/>
                <a:cs typeface="Trebuchet MS"/>
              </a:rPr>
              <a:t>math!)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title"/>
          </p:nvPr>
        </p:nvSpPr>
        <p:spPr>
          <a:xfrm>
            <a:off x="922464" y="175895"/>
            <a:ext cx="105156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19020">
              <a:lnSpc>
                <a:spcPct val="100000"/>
              </a:lnSpc>
              <a:spcBef>
                <a:spcPts val="95"/>
              </a:spcBef>
            </a:pPr>
            <a:r>
              <a:rPr spc="70" dirty="0">
                <a:solidFill>
                  <a:srgbClr val="3E3E3E"/>
                </a:solidFill>
              </a:rPr>
              <a:t>LINEAR</a:t>
            </a:r>
            <a:r>
              <a:rPr spc="-360" dirty="0">
                <a:solidFill>
                  <a:srgbClr val="3E3E3E"/>
                </a:solidFill>
              </a:rPr>
              <a:t> </a:t>
            </a:r>
            <a:r>
              <a:rPr spc="50" dirty="0">
                <a:solidFill>
                  <a:srgbClr val="3E3E3E"/>
                </a:solidFill>
              </a:rPr>
              <a:t>RELATIONSHIPS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62630" y="1669923"/>
            <a:ext cx="4468495" cy="2994025"/>
            <a:chOff x="3759834" y="1669923"/>
            <a:chExt cx="4468495" cy="2994025"/>
          </a:xfrm>
        </p:grpSpPr>
        <p:sp>
          <p:nvSpPr>
            <p:cNvPr id="3" name="object 3"/>
            <p:cNvSpPr/>
            <p:nvPr/>
          </p:nvSpPr>
          <p:spPr>
            <a:xfrm>
              <a:off x="3854195" y="1917192"/>
              <a:ext cx="4371340" cy="2743200"/>
            </a:xfrm>
            <a:custGeom>
              <a:avLst/>
              <a:gdLst/>
              <a:ahLst/>
              <a:cxnLst/>
              <a:rect l="l" t="t" r="r" b="b"/>
              <a:pathLst>
                <a:path w="4371340" h="2743200">
                  <a:moveTo>
                    <a:pt x="3825239" y="0"/>
                  </a:moveTo>
                  <a:lnTo>
                    <a:pt x="3825239" y="2743200"/>
                  </a:lnTo>
                </a:path>
                <a:path w="4371340" h="2743200">
                  <a:moveTo>
                    <a:pt x="0" y="5334"/>
                  </a:moveTo>
                  <a:lnTo>
                    <a:pt x="4370832" y="5334"/>
                  </a:lnTo>
                </a:path>
                <a:path w="4371340" h="2743200">
                  <a:moveTo>
                    <a:pt x="0" y="548640"/>
                  </a:moveTo>
                  <a:lnTo>
                    <a:pt x="4370832" y="548640"/>
                  </a:lnTo>
                </a:path>
                <a:path w="4371340" h="2743200">
                  <a:moveTo>
                    <a:pt x="0" y="1090422"/>
                  </a:moveTo>
                  <a:lnTo>
                    <a:pt x="4370832" y="1090422"/>
                  </a:lnTo>
                </a:path>
                <a:path w="4371340" h="2743200">
                  <a:moveTo>
                    <a:pt x="0" y="1640586"/>
                  </a:moveTo>
                  <a:lnTo>
                    <a:pt x="4370832" y="1640586"/>
                  </a:lnTo>
                </a:path>
                <a:path w="4371340" h="2743200">
                  <a:moveTo>
                    <a:pt x="0" y="2186178"/>
                  </a:moveTo>
                  <a:lnTo>
                    <a:pt x="4370832" y="2186178"/>
                  </a:lnTo>
                </a:path>
                <a:path w="4371340" h="2743200">
                  <a:moveTo>
                    <a:pt x="558545" y="0"/>
                  </a:moveTo>
                  <a:lnTo>
                    <a:pt x="558545" y="2743200"/>
                  </a:lnTo>
                </a:path>
                <a:path w="4371340" h="2743200">
                  <a:moveTo>
                    <a:pt x="1104138" y="0"/>
                  </a:moveTo>
                  <a:lnTo>
                    <a:pt x="1104138" y="2743200"/>
                  </a:lnTo>
                </a:path>
                <a:path w="4371340" h="2743200">
                  <a:moveTo>
                    <a:pt x="1650491" y="0"/>
                  </a:moveTo>
                  <a:lnTo>
                    <a:pt x="1650491" y="2743200"/>
                  </a:lnTo>
                </a:path>
                <a:path w="4371340" h="2743200">
                  <a:moveTo>
                    <a:pt x="2189226" y="0"/>
                  </a:moveTo>
                  <a:lnTo>
                    <a:pt x="2189226" y="2743200"/>
                  </a:lnTo>
                </a:path>
                <a:path w="4371340" h="2743200">
                  <a:moveTo>
                    <a:pt x="2733294" y="0"/>
                  </a:moveTo>
                  <a:lnTo>
                    <a:pt x="2733294" y="2743200"/>
                  </a:lnTo>
                </a:path>
                <a:path w="4371340" h="2743200">
                  <a:moveTo>
                    <a:pt x="3278885" y="0"/>
                  </a:moveTo>
                  <a:lnTo>
                    <a:pt x="3278885" y="2743200"/>
                  </a:lnTo>
                </a:path>
                <a:path w="4371340" h="2743200">
                  <a:moveTo>
                    <a:pt x="4368546" y="0"/>
                  </a:moveTo>
                  <a:lnTo>
                    <a:pt x="4368546" y="2743200"/>
                  </a:lnTo>
                </a:path>
              </a:pathLst>
            </a:custGeom>
            <a:ln w="635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13428" y="1669923"/>
              <a:ext cx="76200" cy="2987675"/>
            </a:xfrm>
            <a:custGeom>
              <a:avLst/>
              <a:gdLst/>
              <a:ahLst/>
              <a:cxnLst/>
              <a:rect l="l" t="t" r="r" b="b"/>
              <a:pathLst>
                <a:path w="76200" h="2987675">
                  <a:moveTo>
                    <a:pt x="47625" y="63500"/>
                  </a:moveTo>
                  <a:lnTo>
                    <a:pt x="28575" y="63500"/>
                  </a:lnTo>
                  <a:lnTo>
                    <a:pt x="28575" y="2987675"/>
                  </a:lnTo>
                  <a:lnTo>
                    <a:pt x="47625" y="2987675"/>
                  </a:lnTo>
                  <a:lnTo>
                    <a:pt x="47625" y="63500"/>
                  </a:lnTo>
                  <a:close/>
                </a:path>
                <a:path w="76200" h="2987675">
                  <a:moveTo>
                    <a:pt x="38100" y="0"/>
                  </a:moveTo>
                  <a:lnTo>
                    <a:pt x="0" y="76200"/>
                  </a:lnTo>
                  <a:lnTo>
                    <a:pt x="28575" y="76200"/>
                  </a:lnTo>
                  <a:lnTo>
                    <a:pt x="28575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2987675">
                  <a:moveTo>
                    <a:pt x="69850" y="63500"/>
                  </a:moveTo>
                  <a:lnTo>
                    <a:pt x="47625" y="63500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403E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66184" y="1917573"/>
              <a:ext cx="80010" cy="2181225"/>
            </a:xfrm>
            <a:custGeom>
              <a:avLst/>
              <a:gdLst/>
              <a:ahLst/>
              <a:cxnLst/>
              <a:rect l="l" t="t" r="r" b="b"/>
              <a:pathLst>
                <a:path w="80010" h="2181225">
                  <a:moveTo>
                    <a:pt x="0" y="2180844"/>
                  </a:moveTo>
                  <a:lnTo>
                    <a:pt x="79501" y="2180844"/>
                  </a:lnTo>
                </a:path>
                <a:path w="80010" h="2181225">
                  <a:moveTo>
                    <a:pt x="0" y="1635252"/>
                  </a:moveTo>
                  <a:lnTo>
                    <a:pt x="79501" y="1635252"/>
                  </a:lnTo>
                </a:path>
                <a:path w="80010" h="2181225">
                  <a:moveTo>
                    <a:pt x="0" y="1090422"/>
                  </a:moveTo>
                  <a:lnTo>
                    <a:pt x="79501" y="1090422"/>
                  </a:lnTo>
                </a:path>
                <a:path w="80010" h="2181225">
                  <a:moveTo>
                    <a:pt x="0" y="544829"/>
                  </a:moveTo>
                  <a:lnTo>
                    <a:pt x="79501" y="544829"/>
                  </a:lnTo>
                </a:path>
                <a:path w="80010" h="2181225">
                  <a:moveTo>
                    <a:pt x="0" y="0"/>
                  </a:moveTo>
                  <a:lnTo>
                    <a:pt x="79501" y="0"/>
                  </a:lnTo>
                </a:path>
              </a:pathLst>
            </a:custGeom>
            <a:ln w="127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393340" y="4021328"/>
            <a:ext cx="14287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latin typeface="Tahoma"/>
                <a:cs typeface="Tahoma"/>
              </a:rPr>
              <a:t>10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93340" y="3476751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20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01975" y="2931922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30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01975" y="2386838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40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01975" y="1842007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50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12109" y="4647057"/>
            <a:ext cx="544830" cy="80010"/>
          </a:xfrm>
          <a:custGeom>
            <a:avLst/>
            <a:gdLst/>
            <a:ahLst/>
            <a:cxnLst/>
            <a:rect l="l" t="t" r="r" b="b"/>
            <a:pathLst>
              <a:path w="544829" h="80010">
                <a:moveTo>
                  <a:pt x="0" y="0"/>
                </a:moveTo>
                <a:lnTo>
                  <a:pt x="0" y="79502"/>
                </a:lnTo>
              </a:path>
              <a:path w="544829" h="80010">
                <a:moveTo>
                  <a:pt x="544829" y="0"/>
                </a:moveTo>
                <a:lnTo>
                  <a:pt x="544829" y="79502"/>
                </a:lnTo>
              </a:path>
            </a:pathLst>
          </a:custGeom>
          <a:ln w="127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146704" y="4725923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10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91534" y="4725923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20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01768" y="4651628"/>
            <a:ext cx="544830" cy="80010"/>
          </a:xfrm>
          <a:custGeom>
            <a:avLst/>
            <a:gdLst/>
            <a:ahLst/>
            <a:cxnLst/>
            <a:rect l="l" t="t" r="r" b="b"/>
            <a:pathLst>
              <a:path w="544829" h="80010">
                <a:moveTo>
                  <a:pt x="0" y="0"/>
                </a:moveTo>
                <a:lnTo>
                  <a:pt x="0" y="79502"/>
                </a:lnTo>
              </a:path>
              <a:path w="544829" h="80010">
                <a:moveTo>
                  <a:pt x="544829" y="0"/>
                </a:moveTo>
                <a:lnTo>
                  <a:pt x="544829" y="79502"/>
                </a:lnTo>
              </a:path>
            </a:pathLst>
          </a:custGeom>
          <a:ln w="127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236363" y="4730496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30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81448" y="4730496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40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391428" y="4650866"/>
            <a:ext cx="544830" cy="80010"/>
          </a:xfrm>
          <a:custGeom>
            <a:avLst/>
            <a:gdLst/>
            <a:ahLst/>
            <a:cxnLst/>
            <a:rect l="l" t="t" r="r" b="b"/>
            <a:pathLst>
              <a:path w="544829" h="80010">
                <a:moveTo>
                  <a:pt x="0" y="0"/>
                </a:moveTo>
                <a:lnTo>
                  <a:pt x="0" y="79501"/>
                </a:lnTo>
              </a:path>
              <a:path w="544829" h="80010">
                <a:moveTo>
                  <a:pt x="544830" y="0"/>
                </a:moveTo>
                <a:lnTo>
                  <a:pt x="544830" y="79501"/>
                </a:lnTo>
              </a:path>
            </a:pathLst>
          </a:custGeom>
          <a:ln w="127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326277" y="4729479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50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71107" y="4729479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60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481089" y="4655439"/>
            <a:ext cx="544830" cy="80010"/>
          </a:xfrm>
          <a:custGeom>
            <a:avLst/>
            <a:gdLst/>
            <a:ahLst/>
            <a:cxnLst/>
            <a:rect l="l" t="t" r="r" b="b"/>
            <a:pathLst>
              <a:path w="544829" h="80010">
                <a:moveTo>
                  <a:pt x="0" y="0"/>
                </a:moveTo>
                <a:lnTo>
                  <a:pt x="0" y="79502"/>
                </a:lnTo>
              </a:path>
              <a:path w="544829" h="80010">
                <a:moveTo>
                  <a:pt x="544829" y="0"/>
                </a:moveTo>
                <a:lnTo>
                  <a:pt x="544829" y="79502"/>
                </a:lnTo>
              </a:path>
            </a:pathLst>
          </a:custGeom>
          <a:ln w="127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415938" y="4734052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70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60767" y="4734052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80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647329" y="1817370"/>
            <a:ext cx="207010" cy="3025140"/>
          </a:xfrm>
          <a:custGeom>
            <a:avLst/>
            <a:gdLst/>
            <a:ahLst/>
            <a:cxnLst/>
            <a:rect l="l" t="t" r="r" b="b"/>
            <a:pathLst>
              <a:path w="207009" h="3025140">
                <a:moveTo>
                  <a:pt x="0" y="0"/>
                </a:moveTo>
                <a:lnTo>
                  <a:pt x="40189" y="4724"/>
                </a:lnTo>
                <a:lnTo>
                  <a:pt x="73009" y="17605"/>
                </a:lnTo>
                <a:lnTo>
                  <a:pt x="95136" y="36701"/>
                </a:lnTo>
                <a:lnTo>
                  <a:pt x="103250" y="60070"/>
                </a:lnTo>
                <a:lnTo>
                  <a:pt x="103250" y="684021"/>
                </a:lnTo>
                <a:lnTo>
                  <a:pt x="111365" y="707391"/>
                </a:lnTo>
                <a:lnTo>
                  <a:pt x="133492" y="726487"/>
                </a:lnTo>
                <a:lnTo>
                  <a:pt x="166312" y="739368"/>
                </a:lnTo>
                <a:lnTo>
                  <a:pt x="206501" y="744092"/>
                </a:lnTo>
                <a:lnTo>
                  <a:pt x="166312" y="748817"/>
                </a:lnTo>
                <a:lnTo>
                  <a:pt x="133492" y="761698"/>
                </a:lnTo>
                <a:lnTo>
                  <a:pt x="111365" y="780794"/>
                </a:lnTo>
                <a:lnTo>
                  <a:pt x="103250" y="804163"/>
                </a:lnTo>
                <a:lnTo>
                  <a:pt x="103250" y="2965068"/>
                </a:lnTo>
                <a:lnTo>
                  <a:pt x="95136" y="2988438"/>
                </a:lnTo>
                <a:lnTo>
                  <a:pt x="73009" y="3007534"/>
                </a:lnTo>
                <a:lnTo>
                  <a:pt x="40189" y="3020415"/>
                </a:lnTo>
                <a:lnTo>
                  <a:pt x="0" y="302514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2653562" y="1817751"/>
            <a:ext cx="4805045" cy="2868930"/>
            <a:chOff x="3850766" y="1817751"/>
            <a:chExt cx="4805045" cy="2868930"/>
          </a:xfrm>
        </p:grpSpPr>
        <p:sp>
          <p:nvSpPr>
            <p:cNvPr id="25" name="object 25"/>
            <p:cNvSpPr/>
            <p:nvPr/>
          </p:nvSpPr>
          <p:spPr>
            <a:xfrm>
              <a:off x="3850766" y="4610480"/>
              <a:ext cx="4658995" cy="76200"/>
            </a:xfrm>
            <a:custGeom>
              <a:avLst/>
              <a:gdLst/>
              <a:ahLst/>
              <a:cxnLst/>
              <a:rect l="l" t="t" r="r" b="b"/>
              <a:pathLst>
                <a:path w="4658995" h="76200">
                  <a:moveTo>
                    <a:pt x="4582414" y="0"/>
                  </a:moveTo>
                  <a:lnTo>
                    <a:pt x="4582414" y="76200"/>
                  </a:lnTo>
                  <a:lnTo>
                    <a:pt x="4639564" y="47625"/>
                  </a:lnTo>
                  <a:lnTo>
                    <a:pt x="4595114" y="47625"/>
                  </a:lnTo>
                  <a:lnTo>
                    <a:pt x="4595114" y="28575"/>
                  </a:lnTo>
                  <a:lnTo>
                    <a:pt x="4639564" y="28575"/>
                  </a:lnTo>
                  <a:lnTo>
                    <a:pt x="4582414" y="0"/>
                  </a:lnTo>
                  <a:close/>
                </a:path>
                <a:path w="4658995" h="76200">
                  <a:moveTo>
                    <a:pt x="4582414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4582414" y="47625"/>
                  </a:lnTo>
                  <a:lnTo>
                    <a:pt x="4582414" y="28575"/>
                  </a:lnTo>
                  <a:close/>
                </a:path>
                <a:path w="4658995" h="76200">
                  <a:moveTo>
                    <a:pt x="4639564" y="28575"/>
                  </a:moveTo>
                  <a:lnTo>
                    <a:pt x="4595114" y="28575"/>
                  </a:lnTo>
                  <a:lnTo>
                    <a:pt x="4595114" y="47625"/>
                  </a:lnTo>
                  <a:lnTo>
                    <a:pt x="4639564" y="47625"/>
                  </a:lnTo>
                  <a:lnTo>
                    <a:pt x="4658614" y="38100"/>
                  </a:lnTo>
                  <a:lnTo>
                    <a:pt x="4639564" y="28575"/>
                  </a:lnTo>
                  <a:close/>
                </a:path>
              </a:pathLst>
            </a:custGeom>
            <a:solidFill>
              <a:srgbClr val="403E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106163" y="1817751"/>
              <a:ext cx="4268470" cy="2666365"/>
            </a:xfrm>
            <a:custGeom>
              <a:avLst/>
              <a:gdLst/>
              <a:ahLst/>
              <a:cxnLst/>
              <a:rect l="l" t="t" r="r" b="b"/>
              <a:pathLst>
                <a:path w="4268470" h="2666365">
                  <a:moveTo>
                    <a:pt x="4210869" y="20604"/>
                  </a:moveTo>
                  <a:lnTo>
                    <a:pt x="0" y="2644648"/>
                  </a:lnTo>
                  <a:lnTo>
                    <a:pt x="13462" y="2666111"/>
                  </a:lnTo>
                  <a:lnTo>
                    <a:pt x="4224319" y="42074"/>
                  </a:lnTo>
                  <a:lnTo>
                    <a:pt x="4224782" y="26924"/>
                  </a:lnTo>
                  <a:lnTo>
                    <a:pt x="4210869" y="20604"/>
                  </a:lnTo>
                  <a:close/>
                </a:path>
                <a:path w="4268470" h="2666365">
                  <a:moveTo>
                    <a:pt x="4258064" y="16128"/>
                  </a:moveTo>
                  <a:lnTo>
                    <a:pt x="4218051" y="16128"/>
                  </a:lnTo>
                  <a:lnTo>
                    <a:pt x="4231513" y="37591"/>
                  </a:lnTo>
                  <a:lnTo>
                    <a:pt x="4224319" y="42074"/>
                  </a:lnTo>
                  <a:lnTo>
                    <a:pt x="4223385" y="72644"/>
                  </a:lnTo>
                  <a:lnTo>
                    <a:pt x="4258064" y="16128"/>
                  </a:lnTo>
                  <a:close/>
                </a:path>
                <a:path w="4268470" h="2666365">
                  <a:moveTo>
                    <a:pt x="4224821" y="26924"/>
                  </a:moveTo>
                  <a:lnTo>
                    <a:pt x="4224319" y="42074"/>
                  </a:lnTo>
                  <a:lnTo>
                    <a:pt x="4231513" y="37591"/>
                  </a:lnTo>
                  <a:lnTo>
                    <a:pt x="4224821" y="26924"/>
                  </a:lnTo>
                  <a:close/>
                </a:path>
                <a:path w="4268470" h="2666365">
                  <a:moveTo>
                    <a:pt x="4218051" y="16128"/>
                  </a:moveTo>
                  <a:lnTo>
                    <a:pt x="4210869" y="20604"/>
                  </a:lnTo>
                  <a:lnTo>
                    <a:pt x="4224782" y="26924"/>
                  </a:lnTo>
                  <a:lnTo>
                    <a:pt x="4220857" y="20604"/>
                  </a:lnTo>
                  <a:lnTo>
                    <a:pt x="4218051" y="16128"/>
                  </a:lnTo>
                  <a:close/>
                </a:path>
                <a:path w="4268470" h="2666365">
                  <a:moveTo>
                    <a:pt x="4267962" y="0"/>
                  </a:moveTo>
                  <a:lnTo>
                    <a:pt x="4183126" y="8000"/>
                  </a:lnTo>
                  <a:lnTo>
                    <a:pt x="4210869" y="20604"/>
                  </a:lnTo>
                  <a:lnTo>
                    <a:pt x="4218051" y="16128"/>
                  </a:lnTo>
                  <a:lnTo>
                    <a:pt x="4258064" y="16128"/>
                  </a:lnTo>
                  <a:lnTo>
                    <a:pt x="4267962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925061" y="1922272"/>
              <a:ext cx="4730750" cy="2383790"/>
            </a:xfrm>
            <a:custGeom>
              <a:avLst/>
              <a:gdLst/>
              <a:ahLst/>
              <a:cxnLst/>
              <a:rect l="l" t="t" r="r" b="b"/>
              <a:pathLst>
                <a:path w="4730750" h="2383790">
                  <a:moveTo>
                    <a:pt x="4671693" y="15130"/>
                  </a:moveTo>
                  <a:lnTo>
                    <a:pt x="0" y="2361057"/>
                  </a:lnTo>
                  <a:lnTo>
                    <a:pt x="11429" y="2383790"/>
                  </a:lnTo>
                  <a:lnTo>
                    <a:pt x="4683122" y="37863"/>
                  </a:lnTo>
                  <a:lnTo>
                    <a:pt x="4685030" y="22732"/>
                  </a:lnTo>
                  <a:lnTo>
                    <a:pt x="4671693" y="15130"/>
                  </a:lnTo>
                  <a:close/>
                </a:path>
                <a:path w="4730750" h="2383790">
                  <a:moveTo>
                    <a:pt x="4721812" y="11302"/>
                  </a:moveTo>
                  <a:lnTo>
                    <a:pt x="4679315" y="11302"/>
                  </a:lnTo>
                  <a:lnTo>
                    <a:pt x="4690745" y="34036"/>
                  </a:lnTo>
                  <a:lnTo>
                    <a:pt x="4683122" y="37863"/>
                  </a:lnTo>
                  <a:lnTo>
                    <a:pt x="4679315" y="68072"/>
                  </a:lnTo>
                  <a:lnTo>
                    <a:pt x="4721812" y="11302"/>
                  </a:lnTo>
                  <a:close/>
                </a:path>
                <a:path w="4730750" h="2383790">
                  <a:moveTo>
                    <a:pt x="4685061" y="22732"/>
                  </a:moveTo>
                  <a:lnTo>
                    <a:pt x="4683122" y="37863"/>
                  </a:lnTo>
                  <a:lnTo>
                    <a:pt x="4690745" y="34036"/>
                  </a:lnTo>
                  <a:lnTo>
                    <a:pt x="4685061" y="22732"/>
                  </a:lnTo>
                  <a:close/>
                </a:path>
                <a:path w="4730750" h="2383790">
                  <a:moveTo>
                    <a:pt x="4679315" y="11302"/>
                  </a:moveTo>
                  <a:lnTo>
                    <a:pt x="4671693" y="15130"/>
                  </a:lnTo>
                  <a:lnTo>
                    <a:pt x="4685030" y="22732"/>
                  </a:lnTo>
                  <a:lnTo>
                    <a:pt x="4679315" y="11302"/>
                  </a:lnTo>
                  <a:close/>
                </a:path>
                <a:path w="4730750" h="2383790">
                  <a:moveTo>
                    <a:pt x="4730273" y="0"/>
                  </a:moveTo>
                  <a:lnTo>
                    <a:pt x="4645152" y="0"/>
                  </a:lnTo>
                  <a:lnTo>
                    <a:pt x="4671693" y="15130"/>
                  </a:lnTo>
                  <a:lnTo>
                    <a:pt x="4679315" y="11302"/>
                  </a:lnTo>
                  <a:lnTo>
                    <a:pt x="4721812" y="11302"/>
                  </a:lnTo>
                  <a:lnTo>
                    <a:pt x="4730273" y="0"/>
                  </a:lnTo>
                  <a:close/>
                </a:path>
              </a:pathLst>
            </a:custGeom>
            <a:solidFill>
              <a:srgbClr val="1FE1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924045" y="2196084"/>
              <a:ext cx="4731385" cy="1805305"/>
            </a:xfrm>
            <a:custGeom>
              <a:avLst/>
              <a:gdLst/>
              <a:ahLst/>
              <a:cxnLst/>
              <a:rect l="l" t="t" r="r" b="b"/>
              <a:pathLst>
                <a:path w="4731384" h="1805304">
                  <a:moveTo>
                    <a:pt x="4671559" y="17834"/>
                  </a:moveTo>
                  <a:lnTo>
                    <a:pt x="0" y="1781428"/>
                  </a:lnTo>
                  <a:lnTo>
                    <a:pt x="8889" y="1805177"/>
                  </a:lnTo>
                  <a:lnTo>
                    <a:pt x="4680455" y="41581"/>
                  </a:lnTo>
                  <a:lnTo>
                    <a:pt x="4683886" y="26669"/>
                  </a:lnTo>
                  <a:lnTo>
                    <a:pt x="4671559" y="17834"/>
                  </a:lnTo>
                  <a:close/>
                </a:path>
                <a:path w="4731384" h="1805304">
                  <a:moveTo>
                    <a:pt x="4725758" y="14858"/>
                  </a:moveTo>
                  <a:lnTo>
                    <a:pt x="4679442" y="14858"/>
                  </a:lnTo>
                  <a:lnTo>
                    <a:pt x="4688332" y="38607"/>
                  </a:lnTo>
                  <a:lnTo>
                    <a:pt x="4680455" y="41581"/>
                  </a:lnTo>
                  <a:lnTo>
                    <a:pt x="4673600" y="71374"/>
                  </a:lnTo>
                  <a:lnTo>
                    <a:pt x="4725758" y="14858"/>
                  </a:lnTo>
                  <a:close/>
                </a:path>
                <a:path w="4731384" h="1805304">
                  <a:moveTo>
                    <a:pt x="4683863" y="26669"/>
                  </a:moveTo>
                  <a:lnTo>
                    <a:pt x="4680455" y="41581"/>
                  </a:lnTo>
                  <a:lnTo>
                    <a:pt x="4688332" y="38607"/>
                  </a:lnTo>
                  <a:lnTo>
                    <a:pt x="4683863" y="26669"/>
                  </a:lnTo>
                  <a:close/>
                </a:path>
                <a:path w="4731384" h="1805304">
                  <a:moveTo>
                    <a:pt x="4679442" y="14858"/>
                  </a:moveTo>
                  <a:lnTo>
                    <a:pt x="4671559" y="17834"/>
                  </a:lnTo>
                  <a:lnTo>
                    <a:pt x="4683886" y="26669"/>
                  </a:lnTo>
                  <a:lnTo>
                    <a:pt x="4679442" y="14858"/>
                  </a:lnTo>
                  <a:close/>
                </a:path>
                <a:path w="4731384" h="1805304">
                  <a:moveTo>
                    <a:pt x="4646676" y="0"/>
                  </a:moveTo>
                  <a:lnTo>
                    <a:pt x="4671559" y="17834"/>
                  </a:lnTo>
                  <a:lnTo>
                    <a:pt x="4679442" y="14858"/>
                  </a:lnTo>
                  <a:lnTo>
                    <a:pt x="4725758" y="14858"/>
                  </a:lnTo>
                  <a:lnTo>
                    <a:pt x="4731384" y="8762"/>
                  </a:lnTo>
                  <a:lnTo>
                    <a:pt x="4646676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6939" y="2417826"/>
              <a:ext cx="91439" cy="9143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36335" y="2959608"/>
              <a:ext cx="91439" cy="9143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91171" y="2419350"/>
              <a:ext cx="91439" cy="9143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59729" y="3503676"/>
              <a:ext cx="91440" cy="9143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64735" y="4054602"/>
              <a:ext cx="91439" cy="9144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46341" y="3783330"/>
              <a:ext cx="91439" cy="9143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36763" y="1876044"/>
              <a:ext cx="91439" cy="9143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79970" y="2968752"/>
              <a:ext cx="91439" cy="9143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1089" y="3232404"/>
              <a:ext cx="91439" cy="9144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77021" y="2426208"/>
              <a:ext cx="91439" cy="91439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8114257" y="2426208"/>
            <a:ext cx="3568293" cy="13593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5" dirty="0">
                <a:solidFill>
                  <a:srgbClr val="252525"/>
                </a:solidFill>
                <a:latin typeface="Tahoma"/>
                <a:cs typeface="Tahoma"/>
              </a:rPr>
              <a:t>In</a:t>
            </a:r>
            <a:r>
              <a:rPr sz="1600" spc="-7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sz="1600" spc="-9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252525"/>
                </a:solidFill>
                <a:latin typeface="Tahoma"/>
                <a:cs typeface="Tahoma"/>
              </a:rPr>
              <a:t>real</a:t>
            </a:r>
            <a:r>
              <a:rPr sz="1600" spc="-8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252525"/>
                </a:solidFill>
                <a:latin typeface="Tahoma"/>
                <a:cs typeface="Tahoma"/>
              </a:rPr>
              <a:t>world,</a:t>
            </a:r>
            <a:r>
              <a:rPr sz="1600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252525"/>
                </a:solidFill>
                <a:latin typeface="Tahoma"/>
                <a:cs typeface="Tahoma"/>
              </a:rPr>
              <a:t>things</a:t>
            </a:r>
            <a:r>
              <a:rPr lang="en-IN" sz="1600" spc="-1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252525"/>
                </a:solidFill>
                <a:latin typeface="Tahoma"/>
                <a:cs typeface="Tahoma"/>
              </a:rPr>
              <a:t>aren’t</a:t>
            </a:r>
            <a:r>
              <a:rPr sz="1600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252525"/>
                </a:solidFill>
                <a:latin typeface="Tahoma"/>
                <a:cs typeface="Tahoma"/>
              </a:rPr>
              <a:t>quite</a:t>
            </a:r>
            <a:r>
              <a:rPr sz="16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52525"/>
                </a:solidFill>
                <a:latin typeface="Tahoma"/>
                <a:cs typeface="Tahoma"/>
              </a:rPr>
              <a:t>so</a:t>
            </a:r>
            <a:r>
              <a:rPr sz="16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252525"/>
                </a:solidFill>
                <a:latin typeface="Tahoma"/>
                <a:cs typeface="Tahoma"/>
              </a:rPr>
              <a:t>simple</a:t>
            </a:r>
            <a:endParaRPr sz="1600" dirty="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900"/>
              </a:spcBef>
            </a:pPr>
            <a:r>
              <a:rPr sz="1600" dirty="0">
                <a:solidFill>
                  <a:srgbClr val="252525"/>
                </a:solidFill>
                <a:latin typeface="Tahoma"/>
                <a:cs typeface="Tahoma"/>
              </a:rPr>
              <a:t>When</a:t>
            </a:r>
            <a:r>
              <a:rPr sz="1600" spc="-4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52525"/>
                </a:solidFill>
                <a:latin typeface="Tahoma"/>
                <a:cs typeface="Tahoma"/>
              </a:rPr>
              <a:t>you</a:t>
            </a:r>
            <a:r>
              <a:rPr sz="1600" spc="-4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252525"/>
                </a:solidFill>
                <a:latin typeface="Tahoma"/>
                <a:cs typeface="Tahoma"/>
              </a:rPr>
              <a:t>add</a:t>
            </a:r>
            <a:r>
              <a:rPr sz="1600" spc="-2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b="1" spc="-105" dirty="0">
                <a:solidFill>
                  <a:srgbClr val="252525"/>
                </a:solidFill>
                <a:latin typeface="Tahoma"/>
                <a:cs typeface="Tahoma"/>
              </a:rPr>
              <a:t>variance</a:t>
            </a:r>
            <a:r>
              <a:rPr sz="1600" spc="-105" dirty="0">
                <a:solidFill>
                  <a:srgbClr val="252525"/>
                </a:solidFill>
                <a:latin typeface="Tahoma"/>
                <a:cs typeface="Tahoma"/>
              </a:rPr>
              <a:t>,</a:t>
            </a:r>
            <a:r>
              <a:rPr sz="1600" spc="-4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252525"/>
                </a:solidFill>
                <a:latin typeface="Tahoma"/>
                <a:cs typeface="Tahoma"/>
              </a:rPr>
              <a:t>it </a:t>
            </a:r>
            <a:r>
              <a:rPr sz="1600" spc="-35" dirty="0">
                <a:solidFill>
                  <a:srgbClr val="252525"/>
                </a:solidFill>
                <a:latin typeface="Tahoma"/>
                <a:cs typeface="Tahoma"/>
              </a:rPr>
              <a:t>means</a:t>
            </a:r>
            <a:r>
              <a:rPr sz="1600" spc="-8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252525"/>
                </a:solidFill>
                <a:latin typeface="Tahoma"/>
                <a:cs typeface="Tahoma"/>
              </a:rPr>
              <a:t>that</a:t>
            </a:r>
            <a:r>
              <a:rPr sz="1600" spc="-7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i="1" spc="-60" dirty="0">
                <a:solidFill>
                  <a:srgbClr val="252525"/>
                </a:solidFill>
                <a:latin typeface="Trebuchet MS"/>
                <a:cs typeface="Trebuchet MS"/>
              </a:rPr>
              <a:t>many</a:t>
            </a:r>
            <a:r>
              <a:rPr sz="1600" i="1" spc="-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52525"/>
                </a:solidFill>
                <a:latin typeface="Tahoma"/>
                <a:cs typeface="Tahoma"/>
              </a:rPr>
              <a:t>different lines</a:t>
            </a:r>
            <a:r>
              <a:rPr sz="16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52525"/>
                </a:solidFill>
                <a:latin typeface="Tahoma"/>
                <a:cs typeface="Tahoma"/>
              </a:rPr>
              <a:t>could</a:t>
            </a:r>
            <a:r>
              <a:rPr sz="16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252525"/>
                </a:solidFill>
                <a:latin typeface="Tahoma"/>
                <a:cs typeface="Tahoma"/>
              </a:rPr>
              <a:t>potentially</a:t>
            </a:r>
            <a:r>
              <a:rPr sz="1600" spc="-7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252525"/>
                </a:solidFill>
                <a:latin typeface="Tahoma"/>
                <a:cs typeface="Tahoma"/>
              </a:rPr>
              <a:t>fit </a:t>
            </a:r>
            <a:r>
              <a:rPr sz="1600" spc="-20" dirty="0">
                <a:solidFill>
                  <a:srgbClr val="252525"/>
                </a:solidFill>
                <a:latin typeface="Tahoma"/>
                <a:cs typeface="Tahoma"/>
              </a:rPr>
              <a:t>through</a:t>
            </a:r>
            <a:r>
              <a:rPr sz="1600" spc="-7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sz="1600" spc="-7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252525"/>
                </a:solidFill>
                <a:latin typeface="Tahoma"/>
                <a:cs typeface="Tahoma"/>
              </a:rPr>
              <a:t>plot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96416" y="5390515"/>
            <a:ext cx="10794111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52525"/>
                </a:solidFill>
                <a:latin typeface="Tahoma"/>
                <a:cs typeface="Tahoma"/>
              </a:rPr>
              <a:t>To</a:t>
            </a:r>
            <a:r>
              <a:rPr sz="1800" spc="-9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52525"/>
                </a:solidFill>
                <a:latin typeface="Tahoma"/>
                <a:cs typeface="Tahoma"/>
              </a:rPr>
              <a:t>find</a:t>
            </a:r>
            <a:r>
              <a:rPr sz="1800" spc="-10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sz="1800" spc="-9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ahoma"/>
                <a:cs typeface="Tahoma"/>
              </a:rPr>
              <a:t>equation</a:t>
            </a:r>
            <a:r>
              <a:rPr sz="1800" spc="-9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52525"/>
                </a:solidFill>
                <a:latin typeface="Tahoma"/>
                <a:cs typeface="Tahoma"/>
              </a:rPr>
              <a:t>of</a:t>
            </a:r>
            <a:r>
              <a:rPr sz="18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sz="1800" spc="-10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800" spc="-8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52525"/>
                </a:solidFill>
                <a:latin typeface="Tahoma"/>
                <a:cs typeface="Tahoma"/>
              </a:rPr>
              <a:t>with</a:t>
            </a:r>
            <a:r>
              <a:rPr sz="1800" spc="-9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sz="1800" spc="-9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ahoma"/>
                <a:cs typeface="Tahoma"/>
              </a:rPr>
              <a:t>best</a:t>
            </a:r>
            <a:r>
              <a:rPr sz="1800" spc="-9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ahoma"/>
                <a:cs typeface="Tahoma"/>
              </a:rPr>
              <a:t>possible</a:t>
            </a:r>
            <a:r>
              <a:rPr sz="1800" spc="-10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ahoma"/>
                <a:cs typeface="Tahoma"/>
              </a:rPr>
              <a:t>fit,</a:t>
            </a:r>
            <a:r>
              <a:rPr sz="18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52525"/>
                </a:solidFill>
                <a:latin typeface="Tahoma"/>
                <a:cs typeface="Tahoma"/>
              </a:rPr>
              <a:t>we</a:t>
            </a:r>
            <a:r>
              <a:rPr sz="18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ahoma"/>
                <a:cs typeface="Tahoma"/>
              </a:rPr>
              <a:t>can</a:t>
            </a:r>
            <a:r>
              <a:rPr sz="18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ahoma"/>
                <a:cs typeface="Tahoma"/>
              </a:rPr>
              <a:t>use</a:t>
            </a:r>
            <a:r>
              <a:rPr sz="1800" spc="-9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lang="en-IN" sz="1800" spc="-5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ahoma"/>
                <a:cs typeface="Tahoma"/>
              </a:rPr>
              <a:t>technique</a:t>
            </a:r>
            <a:r>
              <a:rPr sz="18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52525"/>
                </a:solidFill>
                <a:latin typeface="Tahoma"/>
                <a:cs typeface="Tahoma"/>
              </a:rPr>
              <a:t>known</a:t>
            </a:r>
            <a:r>
              <a:rPr sz="1800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252525"/>
                </a:solidFill>
                <a:latin typeface="Tahoma"/>
                <a:cs typeface="Tahoma"/>
              </a:rPr>
              <a:t>as </a:t>
            </a:r>
            <a:r>
              <a:rPr sz="1800" b="1" spc="-110" dirty="0">
                <a:solidFill>
                  <a:srgbClr val="252525"/>
                </a:solidFill>
                <a:latin typeface="Tahoma"/>
                <a:cs typeface="Tahoma"/>
              </a:rPr>
              <a:t>least</a:t>
            </a:r>
            <a:r>
              <a:rPr sz="1800" b="1" spc="-1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b="1" spc="-120" dirty="0">
                <a:solidFill>
                  <a:srgbClr val="252525"/>
                </a:solidFill>
                <a:latin typeface="Tahoma"/>
                <a:cs typeface="Tahoma"/>
              </a:rPr>
              <a:t>squared</a:t>
            </a:r>
            <a:r>
              <a:rPr sz="1800" b="1" spc="-1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b="1" spc="-70" dirty="0">
                <a:solidFill>
                  <a:srgbClr val="252525"/>
                </a:solidFill>
                <a:latin typeface="Tahoma"/>
                <a:cs typeface="Tahoma"/>
              </a:rPr>
              <a:t>error</a:t>
            </a:r>
            <a:r>
              <a:rPr sz="1800" b="1" spc="-2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52525"/>
                </a:solidFill>
                <a:latin typeface="Tahoma"/>
                <a:cs typeface="Tahoma"/>
              </a:rPr>
              <a:t>or</a:t>
            </a:r>
            <a:r>
              <a:rPr sz="1800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b="1" spc="-120" dirty="0">
                <a:solidFill>
                  <a:srgbClr val="252525"/>
                </a:solidFill>
                <a:latin typeface="Tahoma"/>
                <a:cs typeface="Tahoma"/>
              </a:rPr>
              <a:t>“least</a:t>
            </a:r>
            <a:r>
              <a:rPr sz="1800" b="1" spc="-1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ahoma"/>
                <a:cs typeface="Tahoma"/>
              </a:rPr>
              <a:t>squares”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title"/>
          </p:nvPr>
        </p:nvSpPr>
        <p:spPr>
          <a:xfrm>
            <a:off x="863727" y="159553"/>
            <a:ext cx="105156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19020">
              <a:lnSpc>
                <a:spcPct val="100000"/>
              </a:lnSpc>
              <a:spcBef>
                <a:spcPts val="95"/>
              </a:spcBef>
            </a:pPr>
            <a:r>
              <a:rPr spc="70" dirty="0">
                <a:solidFill>
                  <a:srgbClr val="3E3E3E"/>
                </a:solidFill>
              </a:rPr>
              <a:t>LINEAR</a:t>
            </a:r>
            <a:r>
              <a:rPr spc="-360" dirty="0">
                <a:solidFill>
                  <a:srgbClr val="3E3E3E"/>
                </a:solidFill>
              </a:rPr>
              <a:t> </a:t>
            </a:r>
            <a:r>
              <a:rPr spc="50" dirty="0">
                <a:solidFill>
                  <a:srgbClr val="3E3E3E"/>
                </a:solidFill>
              </a:rPr>
              <a:t>RELATIONSHIPS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9517" y="252602"/>
            <a:ext cx="105156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13940">
              <a:lnSpc>
                <a:spcPct val="100000"/>
              </a:lnSpc>
              <a:spcBef>
                <a:spcPts val="95"/>
              </a:spcBef>
            </a:pPr>
            <a:r>
              <a:rPr spc="50" dirty="0">
                <a:solidFill>
                  <a:srgbClr val="3E3E3E"/>
                </a:solidFill>
              </a:rPr>
              <a:t>LEAST</a:t>
            </a:r>
            <a:r>
              <a:rPr spc="-355" dirty="0">
                <a:solidFill>
                  <a:srgbClr val="3E3E3E"/>
                </a:solidFill>
              </a:rPr>
              <a:t> </a:t>
            </a:r>
            <a:r>
              <a:rPr spc="135" dirty="0">
                <a:solidFill>
                  <a:srgbClr val="3E3E3E"/>
                </a:solidFill>
              </a:rPr>
              <a:t>SQUARED</a:t>
            </a:r>
            <a:r>
              <a:rPr spc="-340" dirty="0">
                <a:solidFill>
                  <a:srgbClr val="3E3E3E"/>
                </a:solidFill>
              </a:rPr>
              <a:t> </a:t>
            </a:r>
            <a:r>
              <a:rPr spc="90" dirty="0">
                <a:solidFill>
                  <a:srgbClr val="3E3E3E"/>
                </a:solidFill>
              </a:rPr>
              <a:t>ERROR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16437" y="1578165"/>
            <a:ext cx="10781761" cy="1954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75920">
              <a:lnSpc>
                <a:spcPct val="100000"/>
              </a:lnSpc>
              <a:spcBef>
                <a:spcPts val="95"/>
              </a:spcBef>
            </a:pPr>
            <a:r>
              <a:rPr sz="2000" b="1" spc="-135" dirty="0">
                <a:solidFill>
                  <a:srgbClr val="404040"/>
                </a:solidFill>
                <a:latin typeface="Tahoma"/>
                <a:cs typeface="Tahoma"/>
              </a:rPr>
              <a:t>Least</a:t>
            </a:r>
            <a:r>
              <a:rPr sz="2000" b="1" spc="-1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b="1" spc="-135" dirty="0">
                <a:solidFill>
                  <a:srgbClr val="404040"/>
                </a:solidFill>
                <a:latin typeface="Tahoma"/>
                <a:cs typeface="Tahoma"/>
              </a:rPr>
              <a:t>squared</a:t>
            </a:r>
            <a:r>
              <a:rPr sz="2000" b="1" spc="-20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b="1" spc="-90" dirty="0">
                <a:solidFill>
                  <a:srgbClr val="404040"/>
                </a:solidFill>
                <a:latin typeface="Tahoma"/>
                <a:cs typeface="Tahoma"/>
              </a:rPr>
              <a:t>error</a:t>
            </a:r>
            <a:r>
              <a:rPr sz="2000" b="1" spc="-19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is</a:t>
            </a:r>
            <a:r>
              <a:rPr sz="20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ahoma"/>
                <a:cs typeface="Tahoma"/>
              </a:rPr>
              <a:t>used</a:t>
            </a:r>
            <a:r>
              <a:rPr sz="2000" spc="-8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to</a:t>
            </a:r>
            <a:r>
              <a:rPr sz="2000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Tahoma"/>
                <a:cs typeface="Tahoma"/>
              </a:rPr>
              <a:t>mathematically</a:t>
            </a:r>
            <a:r>
              <a:rPr sz="2000" spc="-9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ahoma"/>
                <a:cs typeface="Tahoma"/>
              </a:rPr>
              <a:t>determine</a:t>
            </a:r>
            <a:r>
              <a:rPr sz="2000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the</a:t>
            </a:r>
            <a:r>
              <a:rPr sz="2000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ahoma"/>
                <a:cs typeface="Tahoma"/>
              </a:rPr>
              <a:t>line</a:t>
            </a:r>
            <a:r>
              <a:rPr sz="2000" spc="-9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ahoma"/>
                <a:cs typeface="Tahoma"/>
              </a:rPr>
              <a:t>that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best</a:t>
            </a:r>
            <a:r>
              <a:rPr sz="2000" spc="-114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fits</a:t>
            </a:r>
            <a:r>
              <a:rPr sz="2000" spc="-9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ahoma"/>
                <a:cs typeface="Tahoma"/>
              </a:rPr>
              <a:t>through</a:t>
            </a:r>
            <a:r>
              <a:rPr sz="2000" spc="-8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90" dirty="0">
                <a:solidFill>
                  <a:srgbClr val="404040"/>
                </a:solidFill>
                <a:latin typeface="Tahoma"/>
                <a:cs typeface="Tahoma"/>
              </a:rPr>
              <a:t>a</a:t>
            </a:r>
            <a:r>
              <a:rPr sz="2000" spc="-9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ahoma"/>
                <a:cs typeface="Tahoma"/>
              </a:rPr>
              <a:t>series</a:t>
            </a:r>
            <a:r>
              <a:rPr sz="2000" spc="-10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of</a:t>
            </a:r>
            <a:r>
              <a:rPr sz="2000" spc="-10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Tahoma"/>
                <a:cs typeface="Tahoma"/>
              </a:rPr>
              <a:t>data</a:t>
            </a:r>
            <a:r>
              <a:rPr sz="2000" spc="-10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ahoma"/>
                <a:cs typeface="Tahoma"/>
              </a:rPr>
              <a:t>points</a:t>
            </a:r>
            <a:endParaRPr sz="2000" dirty="0">
              <a:latin typeface="Tahoma"/>
              <a:cs typeface="Tahoma"/>
            </a:endParaRPr>
          </a:p>
          <a:p>
            <a:pPr marL="812800" marR="5080" indent="-342900">
              <a:lnSpc>
                <a:spcPct val="100000"/>
              </a:lnSpc>
              <a:spcBef>
                <a:spcPts val="1325"/>
              </a:spcBef>
              <a:buClr>
                <a:srgbClr val="3E3E3E"/>
              </a:buClr>
              <a:buFont typeface="Arial"/>
              <a:buChar char="•"/>
              <a:tabLst>
                <a:tab pos="812800" algn="l"/>
              </a:tabLst>
            </a:pPr>
            <a:r>
              <a:rPr sz="1600" spc="-70" dirty="0">
                <a:solidFill>
                  <a:srgbClr val="404040"/>
                </a:solidFill>
                <a:latin typeface="Tahoma"/>
                <a:cs typeface="Tahoma"/>
              </a:rPr>
              <a:t>Imagine</a:t>
            </a:r>
            <a:r>
              <a:rPr sz="1600" spc="-6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ahoma"/>
                <a:cs typeface="Tahoma"/>
              </a:rPr>
              <a:t>drawing</a:t>
            </a:r>
            <a:r>
              <a:rPr sz="1600" spc="-70" dirty="0">
                <a:solidFill>
                  <a:srgbClr val="404040"/>
                </a:solidFill>
                <a:latin typeface="Tahoma"/>
                <a:cs typeface="Tahoma"/>
              </a:rPr>
              <a:t> a</a:t>
            </a:r>
            <a:r>
              <a:rPr sz="1600" spc="-5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line</a:t>
            </a:r>
            <a:r>
              <a:rPr sz="1600" spc="-7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ahoma"/>
                <a:cs typeface="Tahoma"/>
              </a:rPr>
              <a:t>through</a:t>
            </a:r>
            <a:r>
              <a:rPr sz="1600" spc="-6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70" dirty="0">
                <a:solidFill>
                  <a:srgbClr val="404040"/>
                </a:solidFill>
                <a:latin typeface="Tahoma"/>
                <a:cs typeface="Tahoma"/>
              </a:rPr>
              <a:t>a</a:t>
            </a:r>
            <a:r>
              <a:rPr sz="1600" spc="-6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ahoma"/>
                <a:cs typeface="Tahoma"/>
              </a:rPr>
              <a:t>scatterplot,</a:t>
            </a:r>
            <a:r>
              <a:rPr sz="1600" spc="-5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sz="1600" spc="-5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40" dirty="0">
                <a:solidFill>
                  <a:srgbClr val="404040"/>
                </a:solidFill>
                <a:latin typeface="Tahoma"/>
                <a:cs typeface="Tahoma"/>
              </a:rPr>
              <a:t>measuring</a:t>
            </a:r>
            <a:r>
              <a:rPr sz="16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the</a:t>
            </a:r>
            <a:r>
              <a:rPr sz="1600" spc="-6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ahoma"/>
                <a:cs typeface="Tahoma"/>
              </a:rPr>
              <a:t>distance</a:t>
            </a:r>
            <a:r>
              <a:rPr sz="1600" spc="-5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between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your</a:t>
            </a:r>
            <a:r>
              <a:rPr sz="1600" spc="-8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line</a:t>
            </a:r>
            <a:r>
              <a:rPr sz="16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sz="1600" spc="-6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each</a:t>
            </a:r>
            <a:r>
              <a:rPr sz="16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point</a:t>
            </a:r>
            <a:r>
              <a:rPr sz="1600" spc="-7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i="1" spc="-110" dirty="0">
                <a:solidFill>
                  <a:srgbClr val="404040"/>
                </a:solidFill>
                <a:latin typeface="Trebuchet MS"/>
                <a:cs typeface="Trebuchet MS"/>
              </a:rPr>
              <a:t>(these</a:t>
            </a:r>
            <a:r>
              <a:rPr sz="1600" i="1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i="1" spc="-70" dirty="0">
                <a:solidFill>
                  <a:srgbClr val="404040"/>
                </a:solidFill>
                <a:latin typeface="Trebuchet MS"/>
                <a:cs typeface="Trebuchet MS"/>
              </a:rPr>
              <a:t>distances</a:t>
            </a:r>
            <a:r>
              <a:rPr sz="1600" i="1" spc="-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i="1" spc="-110" dirty="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sz="1600" i="1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i="1" spc="-105" dirty="0">
                <a:solidFill>
                  <a:srgbClr val="404040"/>
                </a:solidFill>
                <a:latin typeface="Trebuchet MS"/>
                <a:cs typeface="Trebuchet MS"/>
              </a:rPr>
              <a:t>called</a:t>
            </a:r>
            <a:r>
              <a:rPr sz="1600" i="1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i="1" spc="-125" dirty="0">
                <a:solidFill>
                  <a:srgbClr val="404040"/>
                </a:solidFill>
                <a:latin typeface="Trebuchet MS"/>
                <a:cs typeface="Trebuchet MS"/>
              </a:rPr>
              <a:t>errors,</a:t>
            </a:r>
            <a:r>
              <a:rPr sz="1600" i="1" spc="-100" dirty="0">
                <a:solidFill>
                  <a:srgbClr val="404040"/>
                </a:solidFill>
                <a:latin typeface="Trebuchet MS"/>
                <a:cs typeface="Trebuchet MS"/>
              </a:rPr>
              <a:t> or</a:t>
            </a:r>
            <a:r>
              <a:rPr sz="1600" i="1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i="1" spc="-10" dirty="0">
                <a:solidFill>
                  <a:srgbClr val="404040"/>
                </a:solidFill>
                <a:latin typeface="Trebuchet MS"/>
                <a:cs typeface="Trebuchet MS"/>
              </a:rPr>
              <a:t>residuals)</a:t>
            </a:r>
            <a:endParaRPr sz="1600" dirty="0">
              <a:latin typeface="Trebuchet MS"/>
              <a:cs typeface="Trebuchet MS"/>
            </a:endParaRPr>
          </a:p>
          <a:p>
            <a:pPr marL="812165" indent="-342265">
              <a:lnSpc>
                <a:spcPct val="100000"/>
              </a:lnSpc>
              <a:spcBef>
                <a:spcPts val="1385"/>
              </a:spcBef>
              <a:buClr>
                <a:srgbClr val="3E3E3E"/>
              </a:buClr>
              <a:buFont typeface="Arial"/>
              <a:buChar char="•"/>
              <a:tabLst>
                <a:tab pos="812165" algn="l"/>
              </a:tabLst>
            </a:pPr>
            <a:r>
              <a:rPr sz="1600" spc="60" dirty="0">
                <a:solidFill>
                  <a:srgbClr val="404040"/>
                </a:solidFill>
                <a:latin typeface="Tahoma"/>
                <a:cs typeface="Tahoma"/>
              </a:rPr>
              <a:t>Now</a:t>
            </a:r>
            <a:r>
              <a:rPr sz="1600" spc="-1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ahoma"/>
                <a:cs typeface="Tahoma"/>
              </a:rPr>
              <a:t>square</a:t>
            </a:r>
            <a:r>
              <a:rPr sz="1600" spc="-9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each</a:t>
            </a:r>
            <a:r>
              <a:rPr sz="1600" spc="-9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of</a:t>
            </a:r>
            <a:r>
              <a:rPr sz="1600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those</a:t>
            </a:r>
            <a:r>
              <a:rPr sz="1600" spc="-9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40" dirty="0">
                <a:solidFill>
                  <a:srgbClr val="404040"/>
                </a:solidFill>
                <a:latin typeface="Tahoma"/>
                <a:cs typeface="Tahoma"/>
              </a:rPr>
              <a:t>residuals,</a:t>
            </a:r>
            <a:r>
              <a:rPr sz="1600" spc="-8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add</a:t>
            </a:r>
            <a:r>
              <a:rPr sz="1600" spc="-7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them</a:t>
            </a:r>
            <a:r>
              <a:rPr sz="1600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ahoma"/>
                <a:cs typeface="Tahoma"/>
              </a:rPr>
              <a:t>all</a:t>
            </a:r>
            <a:r>
              <a:rPr sz="1600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55" dirty="0">
                <a:solidFill>
                  <a:srgbClr val="404040"/>
                </a:solidFill>
                <a:latin typeface="Tahoma"/>
                <a:cs typeface="Tahoma"/>
              </a:rPr>
              <a:t>up,</a:t>
            </a:r>
            <a:r>
              <a:rPr sz="16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sz="16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35" dirty="0">
                <a:solidFill>
                  <a:srgbClr val="404040"/>
                </a:solidFill>
                <a:latin typeface="Tahoma"/>
                <a:cs typeface="Tahoma"/>
              </a:rPr>
              <a:t>adjust</a:t>
            </a:r>
            <a:r>
              <a:rPr sz="1600" spc="-8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your</a:t>
            </a:r>
            <a:r>
              <a:rPr sz="1600" spc="-10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line</a:t>
            </a:r>
            <a:r>
              <a:rPr sz="1600" spc="-9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until</a:t>
            </a:r>
            <a:endParaRPr sz="1600" dirty="0">
              <a:latin typeface="Tahoma"/>
              <a:cs typeface="Tahoma"/>
            </a:endParaRPr>
          </a:p>
          <a:p>
            <a:pPr marL="812800">
              <a:lnSpc>
                <a:spcPct val="100000"/>
              </a:lnSpc>
            </a:pP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you’ve</a:t>
            </a:r>
            <a:r>
              <a:rPr sz="16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ahoma"/>
                <a:cs typeface="Tahoma"/>
              </a:rPr>
              <a:t>minimized</a:t>
            </a:r>
            <a:r>
              <a:rPr sz="1600" spc="-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that</a:t>
            </a:r>
            <a:r>
              <a:rPr sz="1600" spc="-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80" dirty="0">
                <a:solidFill>
                  <a:srgbClr val="404040"/>
                </a:solidFill>
                <a:latin typeface="Tahoma"/>
                <a:cs typeface="Tahoma"/>
              </a:rPr>
              <a:t>sum;</a:t>
            </a:r>
            <a:r>
              <a:rPr sz="1600" spc="-6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b="1" spc="-90" dirty="0">
                <a:solidFill>
                  <a:srgbClr val="404040"/>
                </a:solidFill>
                <a:latin typeface="Tahoma"/>
                <a:cs typeface="Tahoma"/>
              </a:rPr>
              <a:t>this</a:t>
            </a:r>
            <a:r>
              <a:rPr sz="1600" b="1" spc="-1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b="1" spc="-100" dirty="0">
                <a:solidFill>
                  <a:srgbClr val="404040"/>
                </a:solidFill>
                <a:latin typeface="Tahoma"/>
                <a:cs typeface="Tahoma"/>
              </a:rPr>
              <a:t>is</a:t>
            </a:r>
            <a:r>
              <a:rPr sz="1600" b="1" spc="-1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b="1" spc="-135" dirty="0">
                <a:solidFill>
                  <a:srgbClr val="404040"/>
                </a:solidFill>
                <a:latin typeface="Tahoma"/>
                <a:cs typeface="Tahoma"/>
              </a:rPr>
              <a:t>how</a:t>
            </a:r>
            <a:r>
              <a:rPr sz="1600" b="1" spc="-15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b="1" spc="-100" dirty="0">
                <a:solidFill>
                  <a:srgbClr val="404040"/>
                </a:solidFill>
                <a:latin typeface="Tahoma"/>
                <a:cs typeface="Tahoma"/>
              </a:rPr>
              <a:t>least</a:t>
            </a:r>
            <a:r>
              <a:rPr sz="1600" b="1" spc="-1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b="1" spc="-110" dirty="0">
                <a:solidFill>
                  <a:srgbClr val="404040"/>
                </a:solidFill>
                <a:latin typeface="Tahoma"/>
                <a:cs typeface="Tahoma"/>
              </a:rPr>
              <a:t>squares</a:t>
            </a:r>
            <a:r>
              <a:rPr sz="1600" b="1" spc="-15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Tahoma"/>
                <a:cs typeface="Tahoma"/>
              </a:rPr>
              <a:t>works!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6437" y="4130039"/>
            <a:ext cx="10581228" cy="9919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95"/>
              </a:spcBef>
            </a:pPr>
            <a:r>
              <a:rPr sz="2000" b="1" spc="-75" dirty="0">
                <a:solidFill>
                  <a:srgbClr val="404040"/>
                </a:solidFill>
                <a:latin typeface="Tahoma"/>
                <a:cs typeface="Tahoma"/>
              </a:rPr>
              <a:t>Why</a:t>
            </a:r>
            <a:r>
              <a:rPr sz="2000" b="1" spc="-16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b="1" spc="-150" dirty="0">
                <a:solidFill>
                  <a:srgbClr val="404040"/>
                </a:solidFill>
                <a:latin typeface="Tahoma"/>
                <a:cs typeface="Tahoma"/>
              </a:rPr>
              <a:t>“squared” </a:t>
            </a:r>
            <a:r>
              <a:rPr sz="2000" b="1" spc="-10" dirty="0">
                <a:solidFill>
                  <a:srgbClr val="404040"/>
                </a:solidFill>
                <a:latin typeface="Tahoma"/>
                <a:cs typeface="Tahoma"/>
              </a:rPr>
              <a:t>error?</a:t>
            </a:r>
            <a:endParaRPr sz="2000" dirty="0">
              <a:latin typeface="Tahoma"/>
              <a:cs typeface="Tahoma"/>
            </a:endParaRPr>
          </a:p>
          <a:p>
            <a:pPr marL="298450" marR="5080" indent="-285750">
              <a:lnSpc>
                <a:spcPct val="100000"/>
              </a:lnSpc>
              <a:spcBef>
                <a:spcPts val="1370"/>
              </a:spcBef>
              <a:buClr>
                <a:srgbClr val="000000"/>
              </a:buClr>
              <a:buFont typeface="Arial"/>
              <a:buChar char="•"/>
              <a:tabLst>
                <a:tab pos="298450" algn="l"/>
              </a:tabLst>
            </a:pPr>
            <a:r>
              <a:rPr sz="1600" spc="-35" dirty="0">
                <a:solidFill>
                  <a:srgbClr val="252525"/>
                </a:solidFill>
                <a:latin typeface="Tahoma"/>
                <a:cs typeface="Tahoma"/>
              </a:rPr>
              <a:t>Squaring</a:t>
            </a:r>
            <a:r>
              <a:rPr sz="16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sz="1600" spc="-6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252525"/>
                </a:solidFill>
                <a:latin typeface="Tahoma"/>
                <a:cs typeface="Tahoma"/>
              </a:rPr>
              <a:t>residuals</a:t>
            </a:r>
            <a:r>
              <a:rPr sz="1600" spc="-7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52525"/>
                </a:solidFill>
                <a:latin typeface="Tahoma"/>
                <a:cs typeface="Tahoma"/>
              </a:rPr>
              <a:t>converts</a:t>
            </a:r>
            <a:r>
              <a:rPr sz="1600" spc="-8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252525"/>
                </a:solidFill>
                <a:latin typeface="Tahoma"/>
                <a:cs typeface="Tahoma"/>
              </a:rPr>
              <a:t>them</a:t>
            </a:r>
            <a:r>
              <a:rPr sz="1600" spc="-5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52525"/>
                </a:solidFill>
                <a:latin typeface="Tahoma"/>
                <a:cs typeface="Tahoma"/>
              </a:rPr>
              <a:t>into</a:t>
            </a:r>
            <a:r>
              <a:rPr sz="1600" spc="-7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b="1" spc="-90" dirty="0">
                <a:solidFill>
                  <a:srgbClr val="252525"/>
                </a:solidFill>
                <a:latin typeface="Tahoma"/>
                <a:cs typeface="Tahoma"/>
              </a:rPr>
              <a:t>positive</a:t>
            </a:r>
            <a:r>
              <a:rPr sz="1600" b="1" spc="-15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b="1" spc="-114" dirty="0">
                <a:solidFill>
                  <a:srgbClr val="252525"/>
                </a:solidFill>
                <a:latin typeface="Tahoma"/>
                <a:cs typeface="Tahoma"/>
              </a:rPr>
              <a:t>values</a:t>
            </a:r>
            <a:r>
              <a:rPr sz="1600" spc="-114" dirty="0">
                <a:solidFill>
                  <a:srgbClr val="252525"/>
                </a:solidFill>
                <a:latin typeface="Tahoma"/>
                <a:cs typeface="Tahoma"/>
              </a:rPr>
              <a:t>,</a:t>
            </a:r>
            <a:r>
              <a:rPr sz="1600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252525"/>
                </a:solidFill>
                <a:latin typeface="Tahoma"/>
                <a:cs typeface="Tahoma"/>
              </a:rPr>
              <a:t>and</a:t>
            </a:r>
            <a:r>
              <a:rPr sz="1600" spc="-6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252525"/>
                </a:solidFill>
                <a:latin typeface="Tahoma"/>
                <a:cs typeface="Tahoma"/>
              </a:rPr>
              <a:t>prevents</a:t>
            </a:r>
            <a:r>
              <a:rPr sz="1600" spc="-5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252525"/>
                </a:solidFill>
                <a:latin typeface="Tahoma"/>
                <a:cs typeface="Tahoma"/>
              </a:rPr>
              <a:t>positive and</a:t>
            </a:r>
            <a:r>
              <a:rPr sz="1600" spc="-5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252525"/>
                </a:solidFill>
                <a:latin typeface="Tahoma"/>
                <a:cs typeface="Tahoma"/>
              </a:rPr>
              <a:t>negative</a:t>
            </a:r>
            <a:r>
              <a:rPr sz="1600" spc="-6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252525"/>
                </a:solidFill>
                <a:latin typeface="Tahoma"/>
                <a:cs typeface="Tahoma"/>
              </a:rPr>
              <a:t>distances</a:t>
            </a:r>
            <a:r>
              <a:rPr sz="16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52525"/>
                </a:solidFill>
                <a:latin typeface="Tahoma"/>
                <a:cs typeface="Tahoma"/>
              </a:rPr>
              <a:t>from</a:t>
            </a:r>
            <a:r>
              <a:rPr sz="1600" spc="-6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252525"/>
                </a:solidFill>
                <a:latin typeface="Tahoma"/>
                <a:cs typeface="Tahoma"/>
              </a:rPr>
              <a:t>cancelling</a:t>
            </a:r>
            <a:r>
              <a:rPr sz="1600" spc="-7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252525"/>
                </a:solidFill>
                <a:latin typeface="Tahoma"/>
                <a:cs typeface="Tahoma"/>
              </a:rPr>
              <a:t>each</a:t>
            </a:r>
            <a:r>
              <a:rPr sz="1600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52525"/>
                </a:solidFill>
                <a:latin typeface="Tahoma"/>
                <a:cs typeface="Tahoma"/>
              </a:rPr>
              <a:t>other</a:t>
            </a:r>
            <a:r>
              <a:rPr sz="1600" spc="-6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52525"/>
                </a:solidFill>
                <a:latin typeface="Tahoma"/>
                <a:cs typeface="Tahoma"/>
              </a:rPr>
              <a:t>out</a:t>
            </a:r>
            <a:r>
              <a:rPr sz="1600" spc="-6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600" i="1" spc="-125" dirty="0">
                <a:solidFill>
                  <a:srgbClr val="252525"/>
                </a:solidFill>
                <a:latin typeface="Trebuchet MS"/>
                <a:cs typeface="Trebuchet MS"/>
              </a:rPr>
              <a:t>(this</a:t>
            </a:r>
            <a:r>
              <a:rPr sz="1600" i="1" spc="-7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i="1" spc="-100" dirty="0">
                <a:solidFill>
                  <a:srgbClr val="252525"/>
                </a:solidFill>
                <a:latin typeface="Trebuchet MS"/>
                <a:cs typeface="Trebuchet MS"/>
              </a:rPr>
              <a:t>helps</a:t>
            </a:r>
            <a:r>
              <a:rPr sz="1600" i="1" spc="-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i="1" spc="-114" dirty="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sz="1600" i="1" spc="-7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i="1" spc="-10" dirty="0">
                <a:solidFill>
                  <a:srgbClr val="252525"/>
                </a:solidFill>
                <a:latin typeface="Trebuchet MS"/>
                <a:cs typeface="Trebuchet MS"/>
              </a:rPr>
              <a:t>model </a:t>
            </a:r>
            <a:r>
              <a:rPr sz="1600" i="1" spc="-110" dirty="0">
                <a:solidFill>
                  <a:srgbClr val="252525"/>
                </a:solidFill>
                <a:latin typeface="Trebuchet MS"/>
                <a:cs typeface="Trebuchet MS"/>
              </a:rPr>
              <a:t>optimize</a:t>
            </a:r>
            <a:r>
              <a:rPr sz="1600" i="1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i="1" spc="-100" dirty="0">
                <a:solidFill>
                  <a:srgbClr val="252525"/>
                </a:solidFill>
                <a:latin typeface="Trebuchet MS"/>
                <a:cs typeface="Trebuchet MS"/>
              </a:rPr>
              <a:t>more</a:t>
            </a:r>
            <a:r>
              <a:rPr sz="1600" i="1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i="1" spc="-130" dirty="0">
                <a:solidFill>
                  <a:srgbClr val="252525"/>
                </a:solidFill>
                <a:latin typeface="Trebuchet MS"/>
                <a:cs typeface="Trebuchet MS"/>
              </a:rPr>
              <a:t>efficiently,</a:t>
            </a:r>
            <a:r>
              <a:rPr sz="1600" i="1" spc="-7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i="1" spc="-20" dirty="0">
                <a:solidFill>
                  <a:srgbClr val="252525"/>
                </a:solidFill>
                <a:latin typeface="Trebuchet MS"/>
                <a:cs typeface="Trebuchet MS"/>
              </a:rPr>
              <a:t>too)</a:t>
            </a:r>
            <a:endParaRPr sz="1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54196" y="1917192"/>
            <a:ext cx="4371340" cy="2743200"/>
          </a:xfrm>
          <a:custGeom>
            <a:avLst/>
            <a:gdLst/>
            <a:ahLst/>
            <a:cxnLst/>
            <a:rect l="l" t="t" r="r" b="b"/>
            <a:pathLst>
              <a:path w="4371340" h="2743200">
                <a:moveTo>
                  <a:pt x="3278885" y="0"/>
                </a:moveTo>
                <a:lnTo>
                  <a:pt x="3278885" y="2743200"/>
                </a:lnTo>
              </a:path>
              <a:path w="4371340" h="2743200">
                <a:moveTo>
                  <a:pt x="0" y="5334"/>
                </a:moveTo>
                <a:lnTo>
                  <a:pt x="4370832" y="5334"/>
                </a:lnTo>
              </a:path>
              <a:path w="4371340" h="2743200">
                <a:moveTo>
                  <a:pt x="0" y="548640"/>
                </a:moveTo>
                <a:lnTo>
                  <a:pt x="4370832" y="548640"/>
                </a:lnTo>
              </a:path>
              <a:path w="4371340" h="2743200">
                <a:moveTo>
                  <a:pt x="0" y="1090422"/>
                </a:moveTo>
                <a:lnTo>
                  <a:pt x="4370832" y="1090422"/>
                </a:lnTo>
              </a:path>
              <a:path w="4371340" h="2743200">
                <a:moveTo>
                  <a:pt x="0" y="2186178"/>
                </a:moveTo>
                <a:lnTo>
                  <a:pt x="4370832" y="2186178"/>
                </a:lnTo>
              </a:path>
              <a:path w="4371340" h="2743200">
                <a:moveTo>
                  <a:pt x="558545" y="0"/>
                </a:moveTo>
                <a:lnTo>
                  <a:pt x="558545" y="2743200"/>
                </a:lnTo>
              </a:path>
              <a:path w="4371340" h="2743200">
                <a:moveTo>
                  <a:pt x="1104138" y="0"/>
                </a:moveTo>
                <a:lnTo>
                  <a:pt x="1104138" y="2743200"/>
                </a:lnTo>
              </a:path>
              <a:path w="4371340" h="2743200">
                <a:moveTo>
                  <a:pt x="1650491" y="0"/>
                </a:moveTo>
                <a:lnTo>
                  <a:pt x="1650491" y="2743200"/>
                </a:lnTo>
              </a:path>
              <a:path w="4371340" h="2743200">
                <a:moveTo>
                  <a:pt x="2189226" y="0"/>
                </a:moveTo>
                <a:lnTo>
                  <a:pt x="2189226" y="2743200"/>
                </a:lnTo>
              </a:path>
              <a:path w="4371340" h="2743200">
                <a:moveTo>
                  <a:pt x="2733294" y="0"/>
                </a:moveTo>
                <a:lnTo>
                  <a:pt x="2733294" y="2743200"/>
                </a:lnTo>
              </a:path>
              <a:path w="4371340" h="2743200">
                <a:moveTo>
                  <a:pt x="3825239" y="0"/>
                </a:moveTo>
                <a:lnTo>
                  <a:pt x="3825239" y="2743200"/>
                </a:lnTo>
              </a:path>
              <a:path w="4371340" h="2743200">
                <a:moveTo>
                  <a:pt x="4368546" y="0"/>
                </a:moveTo>
                <a:lnTo>
                  <a:pt x="4368546" y="2743200"/>
                </a:lnTo>
              </a:path>
              <a:path w="4371340" h="2743200">
                <a:moveTo>
                  <a:pt x="0" y="1640586"/>
                </a:moveTo>
                <a:lnTo>
                  <a:pt x="4370832" y="1640586"/>
                </a:lnTo>
              </a:path>
            </a:pathLst>
          </a:custGeom>
          <a:ln w="6350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759834" y="1669923"/>
            <a:ext cx="4749800" cy="3063240"/>
            <a:chOff x="3759834" y="1669923"/>
            <a:chExt cx="4749800" cy="3063240"/>
          </a:xfrm>
        </p:grpSpPr>
        <p:sp>
          <p:nvSpPr>
            <p:cNvPr id="20" name="object 20"/>
            <p:cNvSpPr/>
            <p:nvPr/>
          </p:nvSpPr>
          <p:spPr>
            <a:xfrm>
              <a:off x="3813429" y="1669922"/>
              <a:ext cx="4696460" cy="3016885"/>
            </a:xfrm>
            <a:custGeom>
              <a:avLst/>
              <a:gdLst/>
              <a:ahLst/>
              <a:cxnLst/>
              <a:rect l="l" t="t" r="r" b="b"/>
              <a:pathLst>
                <a:path w="4696459" h="3016885">
                  <a:moveTo>
                    <a:pt x="4695952" y="2978658"/>
                  </a:moveTo>
                  <a:lnTo>
                    <a:pt x="4676902" y="2969133"/>
                  </a:lnTo>
                  <a:lnTo>
                    <a:pt x="4619752" y="2940558"/>
                  </a:lnTo>
                  <a:lnTo>
                    <a:pt x="4619752" y="2969133"/>
                  </a:lnTo>
                  <a:lnTo>
                    <a:pt x="47625" y="2969133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2987675"/>
                  </a:lnTo>
                  <a:lnTo>
                    <a:pt x="37338" y="2987675"/>
                  </a:lnTo>
                  <a:lnTo>
                    <a:pt x="37338" y="2988183"/>
                  </a:lnTo>
                  <a:lnTo>
                    <a:pt x="4619752" y="2988183"/>
                  </a:lnTo>
                  <a:lnTo>
                    <a:pt x="4619752" y="3016758"/>
                  </a:lnTo>
                  <a:lnTo>
                    <a:pt x="4676902" y="2988183"/>
                  </a:lnTo>
                  <a:lnTo>
                    <a:pt x="4695952" y="2978658"/>
                  </a:lnTo>
                  <a:close/>
                </a:path>
              </a:pathLst>
            </a:custGeom>
            <a:solidFill>
              <a:srgbClr val="403E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66184" y="1917573"/>
              <a:ext cx="80010" cy="2181225"/>
            </a:xfrm>
            <a:custGeom>
              <a:avLst/>
              <a:gdLst/>
              <a:ahLst/>
              <a:cxnLst/>
              <a:rect l="l" t="t" r="r" b="b"/>
              <a:pathLst>
                <a:path w="80010" h="2181225">
                  <a:moveTo>
                    <a:pt x="0" y="2180844"/>
                  </a:moveTo>
                  <a:lnTo>
                    <a:pt x="79501" y="2180844"/>
                  </a:lnTo>
                </a:path>
                <a:path w="80010" h="2181225">
                  <a:moveTo>
                    <a:pt x="0" y="1635252"/>
                  </a:moveTo>
                  <a:lnTo>
                    <a:pt x="79501" y="1635252"/>
                  </a:lnTo>
                </a:path>
                <a:path w="80010" h="2181225">
                  <a:moveTo>
                    <a:pt x="0" y="1090422"/>
                  </a:moveTo>
                  <a:lnTo>
                    <a:pt x="79501" y="1090422"/>
                  </a:lnTo>
                </a:path>
                <a:path w="80010" h="2181225">
                  <a:moveTo>
                    <a:pt x="0" y="544829"/>
                  </a:moveTo>
                  <a:lnTo>
                    <a:pt x="79501" y="544829"/>
                  </a:lnTo>
                </a:path>
                <a:path w="80010" h="2181225">
                  <a:moveTo>
                    <a:pt x="0" y="0"/>
                  </a:moveTo>
                  <a:lnTo>
                    <a:pt x="79501" y="0"/>
                  </a:lnTo>
                </a:path>
              </a:pathLst>
            </a:custGeom>
            <a:ln w="127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09312" y="4647057"/>
              <a:ext cx="544830" cy="80010"/>
            </a:xfrm>
            <a:custGeom>
              <a:avLst/>
              <a:gdLst/>
              <a:ahLst/>
              <a:cxnLst/>
              <a:rect l="l" t="t" r="r" b="b"/>
              <a:pathLst>
                <a:path w="544829" h="80010">
                  <a:moveTo>
                    <a:pt x="0" y="0"/>
                  </a:moveTo>
                  <a:lnTo>
                    <a:pt x="0" y="79502"/>
                  </a:lnTo>
                </a:path>
                <a:path w="544829" h="80010">
                  <a:moveTo>
                    <a:pt x="544829" y="0"/>
                  </a:moveTo>
                  <a:lnTo>
                    <a:pt x="544829" y="79502"/>
                  </a:lnTo>
                </a:path>
              </a:pathLst>
            </a:custGeom>
            <a:ln w="127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590544" y="4021328"/>
            <a:ext cx="14287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latin typeface="Tahoma"/>
                <a:cs typeface="Tahoma"/>
              </a:rPr>
              <a:t>10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90544" y="3476751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20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99179" y="2931922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30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99179" y="2386838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40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99179" y="1842007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50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43908" y="4725923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10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888738" y="4725923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20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02428" y="5249545"/>
            <a:ext cx="11129703" cy="9489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52525"/>
                </a:solidFill>
                <a:latin typeface="Tahoma"/>
                <a:cs typeface="Tahoma"/>
              </a:rPr>
              <a:t>Plot</a:t>
            </a:r>
            <a:r>
              <a:rPr sz="1800" spc="-8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sz="1800" spc="-7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52525"/>
                </a:solidFill>
                <a:latin typeface="Tahoma"/>
                <a:cs typeface="Tahoma"/>
              </a:rPr>
              <a:t>new</a:t>
            </a:r>
            <a:r>
              <a:rPr sz="18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252525"/>
                </a:solidFill>
                <a:latin typeface="Tahoma"/>
                <a:cs typeface="Tahoma"/>
              </a:rPr>
              <a:t>line,</a:t>
            </a:r>
            <a:r>
              <a:rPr sz="1800" spc="-6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252525"/>
                </a:solidFill>
                <a:latin typeface="Tahoma"/>
                <a:cs typeface="Tahoma"/>
              </a:rPr>
              <a:t>and</a:t>
            </a:r>
            <a:r>
              <a:rPr sz="1800" spc="-7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52525"/>
                </a:solidFill>
                <a:latin typeface="Tahoma"/>
                <a:cs typeface="Tahoma"/>
              </a:rPr>
              <a:t>continue</a:t>
            </a:r>
            <a:r>
              <a:rPr sz="1800" spc="-9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sz="1800" spc="-8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ahoma"/>
                <a:cs typeface="Tahoma"/>
              </a:rPr>
              <a:t>process</a:t>
            </a:r>
            <a:r>
              <a:rPr sz="18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ahoma"/>
                <a:cs typeface="Tahoma"/>
              </a:rPr>
              <a:t>until</a:t>
            </a:r>
            <a:r>
              <a:rPr lang="en-IN" sz="1800" spc="-1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52525"/>
                </a:solidFill>
                <a:latin typeface="Tahoma"/>
                <a:cs typeface="Tahoma"/>
              </a:rPr>
              <a:t>you’ve</a:t>
            </a:r>
            <a:r>
              <a:rPr sz="1800" spc="-7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52525"/>
                </a:solidFill>
                <a:latin typeface="Tahoma"/>
                <a:cs typeface="Tahoma"/>
              </a:rPr>
              <a:t>found</a:t>
            </a:r>
            <a:r>
              <a:rPr sz="1800" spc="-8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sz="1800" spc="-7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52525"/>
                </a:solidFill>
                <a:latin typeface="Tahoma"/>
                <a:cs typeface="Tahoma"/>
              </a:rPr>
              <a:t>line</a:t>
            </a:r>
            <a:r>
              <a:rPr sz="1800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ahoma"/>
                <a:cs typeface="Tahoma"/>
              </a:rPr>
              <a:t>that</a:t>
            </a:r>
            <a:r>
              <a:rPr sz="1800" spc="-9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b="1" spc="-130" dirty="0">
                <a:solidFill>
                  <a:srgbClr val="252525"/>
                </a:solidFill>
                <a:latin typeface="Tahoma"/>
                <a:cs typeface="Tahoma"/>
              </a:rPr>
              <a:t>minimizes</a:t>
            </a:r>
            <a:r>
              <a:rPr sz="1800" b="1" spc="-17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b="1" spc="-110" dirty="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sz="1800" b="1" spc="-17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b="1" spc="-170" dirty="0">
                <a:solidFill>
                  <a:srgbClr val="252525"/>
                </a:solidFill>
                <a:latin typeface="Tahoma"/>
                <a:cs typeface="Tahoma"/>
              </a:rPr>
              <a:t>sum </a:t>
            </a:r>
            <a:r>
              <a:rPr sz="1800" b="1" spc="-90" dirty="0">
                <a:solidFill>
                  <a:srgbClr val="252525"/>
                </a:solidFill>
                <a:latin typeface="Tahoma"/>
                <a:cs typeface="Tahoma"/>
              </a:rPr>
              <a:t>of</a:t>
            </a:r>
            <a:r>
              <a:rPr sz="1800" b="1" spc="-17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b="1" spc="-120" dirty="0">
                <a:solidFill>
                  <a:srgbClr val="252525"/>
                </a:solidFill>
                <a:latin typeface="Tahoma"/>
                <a:cs typeface="Tahoma"/>
              </a:rPr>
              <a:t>squared</a:t>
            </a:r>
            <a:r>
              <a:rPr sz="1800" b="1" spc="-17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ahoma"/>
                <a:cs typeface="Tahoma"/>
              </a:rPr>
              <a:t>error</a:t>
            </a:r>
            <a:endParaRPr sz="1800" dirty="0">
              <a:latin typeface="Tahoma"/>
              <a:cs typeface="Tahoma"/>
            </a:endParaRPr>
          </a:p>
          <a:p>
            <a:pPr marL="516255" indent="-342900">
              <a:lnSpc>
                <a:spcPct val="100000"/>
              </a:lnSpc>
              <a:spcBef>
                <a:spcPts val="1340"/>
              </a:spcBef>
              <a:buClr>
                <a:srgbClr val="3E3E3E"/>
              </a:buClr>
              <a:buFont typeface="Arial"/>
              <a:buChar char="•"/>
              <a:tabLst>
                <a:tab pos="516255" algn="l"/>
              </a:tabLst>
            </a:pP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This</a:t>
            </a:r>
            <a:r>
              <a:rPr sz="1600" spc="-8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is</a:t>
            </a:r>
            <a:r>
              <a:rPr sz="1600" spc="-6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where</a:t>
            </a:r>
            <a:r>
              <a:rPr sz="1600" spc="-6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b="1" spc="-85" dirty="0">
                <a:solidFill>
                  <a:srgbClr val="404040"/>
                </a:solidFill>
                <a:latin typeface="Tahoma"/>
                <a:cs typeface="Tahoma"/>
              </a:rPr>
              <a:t>Machine</a:t>
            </a:r>
            <a:r>
              <a:rPr sz="1600" b="1" spc="-15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b="1" spc="-110" dirty="0">
                <a:solidFill>
                  <a:srgbClr val="404040"/>
                </a:solidFill>
                <a:latin typeface="Tahoma"/>
                <a:cs typeface="Tahoma"/>
              </a:rPr>
              <a:t>Learning</a:t>
            </a:r>
            <a:r>
              <a:rPr sz="1600" b="1" spc="-17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ahoma"/>
                <a:cs typeface="Tahoma"/>
              </a:rPr>
              <a:t>comes</a:t>
            </a:r>
            <a:r>
              <a:rPr sz="16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70" dirty="0">
                <a:solidFill>
                  <a:srgbClr val="404040"/>
                </a:solidFill>
                <a:latin typeface="Tahoma"/>
                <a:cs typeface="Tahoma"/>
              </a:rPr>
              <a:t>in; </a:t>
            </a:r>
            <a:r>
              <a:rPr sz="1600" spc="-25" dirty="0">
                <a:solidFill>
                  <a:srgbClr val="404040"/>
                </a:solidFill>
                <a:latin typeface="Tahoma"/>
                <a:cs typeface="Tahoma"/>
              </a:rPr>
              <a:t>human</a:t>
            </a:r>
            <a:r>
              <a:rPr sz="1600" spc="-6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ahoma"/>
                <a:cs typeface="Tahoma"/>
              </a:rPr>
              <a:t>trial-</a:t>
            </a:r>
            <a:r>
              <a:rPr sz="1600" spc="-30" dirty="0">
                <a:solidFill>
                  <a:srgbClr val="404040"/>
                </a:solidFill>
                <a:latin typeface="Tahoma"/>
                <a:cs typeface="Tahoma"/>
              </a:rPr>
              <a:t>and-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error</a:t>
            </a:r>
            <a:r>
              <a:rPr sz="16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is</a:t>
            </a:r>
            <a:r>
              <a:rPr sz="16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completely</a:t>
            </a:r>
            <a:endParaRPr sz="1600" dirty="0">
              <a:latin typeface="Tahoma"/>
              <a:cs typeface="Tahoma"/>
            </a:endParaRPr>
          </a:p>
          <a:p>
            <a:pPr marL="516255">
              <a:lnSpc>
                <a:spcPct val="100000"/>
              </a:lnSpc>
            </a:pPr>
            <a:r>
              <a:rPr sz="1600" spc="-35" dirty="0">
                <a:solidFill>
                  <a:srgbClr val="404040"/>
                </a:solidFill>
                <a:latin typeface="Tahoma"/>
                <a:cs typeface="Tahoma"/>
              </a:rPr>
              <a:t>impractical,</a:t>
            </a:r>
            <a:r>
              <a:rPr sz="1600" spc="-9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but</a:t>
            </a:r>
            <a:r>
              <a:rPr sz="1600" spc="-7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404040"/>
                </a:solidFill>
                <a:latin typeface="Tahoma"/>
                <a:cs typeface="Tahoma"/>
              </a:rPr>
              <a:t>machines</a:t>
            </a:r>
            <a:r>
              <a:rPr sz="1600" spc="-9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ahoma"/>
                <a:cs typeface="Tahoma"/>
              </a:rPr>
              <a:t>can</a:t>
            </a:r>
            <a:r>
              <a:rPr sz="1600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find</a:t>
            </a:r>
            <a:r>
              <a:rPr sz="1600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an</a:t>
            </a:r>
            <a:r>
              <a:rPr sz="1600" spc="-7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ahoma"/>
                <a:cs typeface="Tahoma"/>
              </a:rPr>
              <a:t>optimal</a:t>
            </a:r>
            <a:r>
              <a:rPr sz="1600" spc="-7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ahoma"/>
                <a:cs typeface="Tahoma"/>
              </a:rPr>
              <a:t>linear</a:t>
            </a:r>
            <a:r>
              <a:rPr sz="1600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equation</a:t>
            </a:r>
            <a:r>
              <a:rPr sz="1600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in</a:t>
            </a:r>
            <a:r>
              <a:rPr sz="16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seconds</a:t>
            </a:r>
            <a:endParaRPr sz="1600" dirty="0">
              <a:latin typeface="Tahoma"/>
              <a:cs typeface="Tahoma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8767953" y="1890267"/>
          <a:ext cx="2964178" cy="2660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1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9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57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X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Y</a:t>
                      </a:r>
                      <a:r>
                        <a:rPr sz="900" b="1" spc="-9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b="1" i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(actual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)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Y</a:t>
                      </a:r>
                      <a:r>
                        <a:rPr sz="900" b="1" spc="-9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b="1" i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(line)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b="1" i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Error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b="1" i="1" spc="-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Sq.</a:t>
                      </a:r>
                      <a:r>
                        <a:rPr sz="900" b="1" i="1" spc="-5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b="1" i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Error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10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10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16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50" dirty="0">
                          <a:latin typeface="Tahoma"/>
                          <a:cs typeface="Tahoma"/>
                        </a:rPr>
                        <a:t>6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b="1" spc="-25" dirty="0">
                          <a:latin typeface="Tahoma"/>
                          <a:cs typeface="Tahoma"/>
                        </a:rPr>
                        <a:t>36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20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25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20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900" spc="-50" dirty="0">
                          <a:latin typeface="Tahoma"/>
                          <a:cs typeface="Tahoma"/>
                        </a:rPr>
                        <a:t>5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b="1" spc="-25" dirty="0">
                          <a:latin typeface="Tahoma"/>
                          <a:cs typeface="Tahoma"/>
                        </a:rPr>
                        <a:t>25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30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20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24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50" dirty="0">
                          <a:latin typeface="Tahoma"/>
                          <a:cs typeface="Tahoma"/>
                        </a:rPr>
                        <a:t>4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b="1" spc="-25" dirty="0">
                          <a:latin typeface="Tahoma"/>
                          <a:cs typeface="Tahoma"/>
                        </a:rPr>
                        <a:t>16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35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30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26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900" spc="-50" dirty="0">
                          <a:latin typeface="Tahoma"/>
                          <a:cs typeface="Tahoma"/>
                        </a:rPr>
                        <a:t>4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b="1" spc="-25" dirty="0">
                          <a:latin typeface="Tahoma"/>
                          <a:cs typeface="Tahoma"/>
                        </a:rPr>
                        <a:t>16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40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40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28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-12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b="1" spc="-25" dirty="0">
                          <a:latin typeface="Tahoma"/>
                          <a:cs typeface="Tahoma"/>
                        </a:rPr>
                        <a:t>144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50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15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32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17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b="1" spc="-25" dirty="0">
                          <a:latin typeface="Tahoma"/>
                          <a:cs typeface="Tahoma"/>
                        </a:rPr>
                        <a:t>289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60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40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36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900" spc="-50" dirty="0">
                          <a:latin typeface="Tahoma"/>
                          <a:cs typeface="Tahoma"/>
                        </a:rPr>
                        <a:t>4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b="1" spc="-25" dirty="0">
                          <a:latin typeface="Tahoma"/>
                          <a:cs typeface="Tahoma"/>
                        </a:rPr>
                        <a:t>16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65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30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38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spc="-50" dirty="0">
                          <a:latin typeface="Tahoma"/>
                          <a:cs typeface="Tahoma"/>
                        </a:rPr>
                        <a:t>8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b="1" spc="-25" dirty="0">
                          <a:latin typeface="Tahoma"/>
                          <a:cs typeface="Tahoma"/>
                        </a:rPr>
                        <a:t>64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70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50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40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-10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b="1" spc="-25" dirty="0">
                          <a:latin typeface="Tahoma"/>
                          <a:cs typeface="Tahoma"/>
                        </a:rPr>
                        <a:t>100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80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40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25" dirty="0">
                          <a:latin typeface="Tahoma"/>
                          <a:cs typeface="Tahoma"/>
                        </a:rPr>
                        <a:t>44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50" dirty="0">
                          <a:latin typeface="Tahoma"/>
                          <a:cs typeface="Tahoma"/>
                        </a:rPr>
                        <a:t>4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b="1" spc="-25" dirty="0">
                          <a:latin typeface="Tahoma"/>
                          <a:cs typeface="Tahoma"/>
                        </a:rPr>
                        <a:t>16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3" name="object 33"/>
          <p:cNvSpPr/>
          <p:nvPr/>
        </p:nvSpPr>
        <p:spPr>
          <a:xfrm>
            <a:off x="5498972" y="4651628"/>
            <a:ext cx="544830" cy="80010"/>
          </a:xfrm>
          <a:custGeom>
            <a:avLst/>
            <a:gdLst/>
            <a:ahLst/>
            <a:cxnLst/>
            <a:rect l="l" t="t" r="r" b="b"/>
            <a:pathLst>
              <a:path w="544829" h="80010">
                <a:moveTo>
                  <a:pt x="0" y="0"/>
                </a:moveTo>
                <a:lnTo>
                  <a:pt x="0" y="79502"/>
                </a:lnTo>
              </a:path>
              <a:path w="544829" h="80010">
                <a:moveTo>
                  <a:pt x="544829" y="0"/>
                </a:moveTo>
                <a:lnTo>
                  <a:pt x="544829" y="79502"/>
                </a:lnTo>
              </a:path>
            </a:pathLst>
          </a:custGeom>
          <a:ln w="127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433567" y="4730496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30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978652" y="4730496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40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588632" y="4650866"/>
            <a:ext cx="544830" cy="80010"/>
          </a:xfrm>
          <a:custGeom>
            <a:avLst/>
            <a:gdLst/>
            <a:ahLst/>
            <a:cxnLst/>
            <a:rect l="l" t="t" r="r" b="b"/>
            <a:pathLst>
              <a:path w="544829" h="80010">
                <a:moveTo>
                  <a:pt x="0" y="0"/>
                </a:moveTo>
                <a:lnTo>
                  <a:pt x="0" y="79501"/>
                </a:lnTo>
              </a:path>
              <a:path w="544829" h="80010">
                <a:moveTo>
                  <a:pt x="544830" y="0"/>
                </a:moveTo>
                <a:lnTo>
                  <a:pt x="544830" y="79501"/>
                </a:lnTo>
              </a:path>
            </a:pathLst>
          </a:custGeom>
          <a:ln w="127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523481" y="4729479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50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068311" y="4729479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60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678293" y="4655439"/>
            <a:ext cx="544830" cy="80010"/>
          </a:xfrm>
          <a:custGeom>
            <a:avLst/>
            <a:gdLst/>
            <a:ahLst/>
            <a:cxnLst/>
            <a:rect l="l" t="t" r="r" b="b"/>
            <a:pathLst>
              <a:path w="544829" h="80010">
                <a:moveTo>
                  <a:pt x="0" y="0"/>
                </a:moveTo>
                <a:lnTo>
                  <a:pt x="0" y="79502"/>
                </a:lnTo>
              </a:path>
              <a:path w="544829" h="80010">
                <a:moveTo>
                  <a:pt x="544829" y="0"/>
                </a:moveTo>
                <a:lnTo>
                  <a:pt x="544829" y="79502"/>
                </a:lnTo>
              </a:path>
            </a:pathLst>
          </a:custGeom>
          <a:ln w="127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613142" y="4734052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70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157971" y="4734052"/>
            <a:ext cx="14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80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236459" y="1546606"/>
            <a:ext cx="10185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i="1" spc="-110" dirty="0">
                <a:solidFill>
                  <a:srgbClr val="252525"/>
                </a:solidFill>
                <a:latin typeface="Trebuchet MS"/>
                <a:cs typeface="Trebuchet MS"/>
              </a:rPr>
              <a:t>y</a:t>
            </a:r>
            <a:r>
              <a:rPr sz="1400" b="1" i="1" spc="-10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i="1" spc="-25" dirty="0">
                <a:solidFill>
                  <a:srgbClr val="252525"/>
                </a:solidFill>
                <a:latin typeface="Trebuchet MS"/>
                <a:cs typeface="Trebuchet MS"/>
              </a:rPr>
              <a:t>=</a:t>
            </a:r>
            <a:r>
              <a:rPr sz="1400" b="1" i="1" spc="-10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i="1" spc="-25" dirty="0">
                <a:solidFill>
                  <a:srgbClr val="252525"/>
                </a:solidFill>
                <a:latin typeface="Trebuchet MS"/>
                <a:cs typeface="Trebuchet MS"/>
              </a:rPr>
              <a:t>12</a:t>
            </a:r>
            <a:r>
              <a:rPr sz="1400" b="1" i="1" spc="-10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i="1" spc="-25" dirty="0">
                <a:solidFill>
                  <a:srgbClr val="252525"/>
                </a:solidFill>
                <a:latin typeface="Trebuchet MS"/>
                <a:cs typeface="Trebuchet MS"/>
              </a:rPr>
              <a:t>+</a:t>
            </a:r>
            <a:r>
              <a:rPr sz="1400" b="1" i="1" spc="-10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i="1" spc="-75" dirty="0">
                <a:solidFill>
                  <a:srgbClr val="252525"/>
                </a:solidFill>
                <a:latin typeface="Trebuchet MS"/>
                <a:cs typeface="Trebuchet MS"/>
              </a:rPr>
              <a:t>0.4x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274556" y="4814061"/>
            <a:ext cx="175704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65" dirty="0">
                <a:solidFill>
                  <a:srgbClr val="252525"/>
                </a:solidFill>
                <a:latin typeface="Tahoma"/>
                <a:cs typeface="Tahoma"/>
              </a:rPr>
              <a:t>SUM</a:t>
            </a:r>
            <a:r>
              <a:rPr sz="1100" spc="-6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100" spc="65" dirty="0">
                <a:solidFill>
                  <a:srgbClr val="252525"/>
                </a:solidFill>
                <a:latin typeface="Tahoma"/>
                <a:cs typeface="Tahoma"/>
              </a:rPr>
              <a:t>OF</a:t>
            </a:r>
            <a:r>
              <a:rPr sz="1100" spc="-6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252525"/>
                </a:solidFill>
                <a:latin typeface="Tahoma"/>
                <a:cs typeface="Tahoma"/>
              </a:rPr>
              <a:t>SQUARED</a:t>
            </a:r>
            <a:r>
              <a:rPr sz="1100" spc="-6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Tahoma"/>
                <a:cs typeface="Tahoma"/>
              </a:rPr>
              <a:t>ERROR: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202416" y="4731765"/>
            <a:ext cx="4667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0" dirty="0">
                <a:latin typeface="Tahoma"/>
                <a:cs typeface="Tahoma"/>
              </a:rPr>
              <a:t>722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1336048" y="4614671"/>
            <a:ext cx="238760" cy="128905"/>
          </a:xfrm>
          <a:prstGeom prst="rect">
            <a:avLst/>
          </a:prstGeom>
        </p:spPr>
        <p:txBody>
          <a:bodyPr vert="vert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1400" b="1" spc="-395" dirty="0">
                <a:solidFill>
                  <a:srgbClr val="252525"/>
                </a:solidFill>
                <a:latin typeface="Tahoma"/>
                <a:cs typeface="Tahoma"/>
              </a:rPr>
              <a:t>=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3841496" y="1835276"/>
            <a:ext cx="4538345" cy="2310765"/>
            <a:chOff x="3841496" y="1835276"/>
            <a:chExt cx="4538345" cy="2310765"/>
          </a:xfrm>
        </p:grpSpPr>
        <p:sp>
          <p:nvSpPr>
            <p:cNvPr id="75" name="object 75"/>
            <p:cNvSpPr/>
            <p:nvPr/>
          </p:nvSpPr>
          <p:spPr>
            <a:xfrm>
              <a:off x="3842766" y="1835276"/>
              <a:ext cx="4537075" cy="2272665"/>
            </a:xfrm>
            <a:custGeom>
              <a:avLst/>
              <a:gdLst/>
              <a:ahLst/>
              <a:cxnLst/>
              <a:rect l="l" t="t" r="r" b="b"/>
              <a:pathLst>
                <a:path w="4537075" h="2272665">
                  <a:moveTo>
                    <a:pt x="4478311" y="15085"/>
                  </a:moveTo>
                  <a:lnTo>
                    <a:pt x="0" y="2249424"/>
                  </a:lnTo>
                  <a:lnTo>
                    <a:pt x="11430" y="2272157"/>
                  </a:lnTo>
                  <a:lnTo>
                    <a:pt x="4489705" y="37837"/>
                  </a:lnTo>
                  <a:lnTo>
                    <a:pt x="4491609" y="22733"/>
                  </a:lnTo>
                  <a:lnTo>
                    <a:pt x="4478311" y="15085"/>
                  </a:lnTo>
                  <a:close/>
                </a:path>
                <a:path w="4537075" h="2272665">
                  <a:moveTo>
                    <a:pt x="4528576" y="11302"/>
                  </a:moveTo>
                  <a:lnTo>
                    <a:pt x="4485894" y="11302"/>
                  </a:lnTo>
                  <a:lnTo>
                    <a:pt x="4497324" y="34036"/>
                  </a:lnTo>
                  <a:lnTo>
                    <a:pt x="4489705" y="37837"/>
                  </a:lnTo>
                  <a:lnTo>
                    <a:pt x="4485894" y="68072"/>
                  </a:lnTo>
                  <a:lnTo>
                    <a:pt x="4528576" y="11302"/>
                  </a:lnTo>
                  <a:close/>
                </a:path>
                <a:path w="4537075" h="2272665">
                  <a:moveTo>
                    <a:pt x="4491640" y="22733"/>
                  </a:moveTo>
                  <a:lnTo>
                    <a:pt x="4489705" y="37837"/>
                  </a:lnTo>
                  <a:lnTo>
                    <a:pt x="4497324" y="34036"/>
                  </a:lnTo>
                  <a:lnTo>
                    <a:pt x="4491640" y="22733"/>
                  </a:lnTo>
                  <a:close/>
                </a:path>
                <a:path w="4537075" h="2272665">
                  <a:moveTo>
                    <a:pt x="4485894" y="11302"/>
                  </a:moveTo>
                  <a:lnTo>
                    <a:pt x="4478311" y="15085"/>
                  </a:lnTo>
                  <a:lnTo>
                    <a:pt x="4491609" y="22733"/>
                  </a:lnTo>
                  <a:lnTo>
                    <a:pt x="4485894" y="11302"/>
                  </a:lnTo>
                  <a:close/>
                </a:path>
                <a:path w="4537075" h="2272665">
                  <a:moveTo>
                    <a:pt x="4537075" y="0"/>
                  </a:moveTo>
                  <a:lnTo>
                    <a:pt x="4452078" y="0"/>
                  </a:lnTo>
                  <a:lnTo>
                    <a:pt x="4478311" y="15085"/>
                  </a:lnTo>
                  <a:lnTo>
                    <a:pt x="4485894" y="11302"/>
                  </a:lnTo>
                  <a:lnTo>
                    <a:pt x="4528576" y="11302"/>
                  </a:lnTo>
                  <a:lnTo>
                    <a:pt x="4537075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842766" y="1835276"/>
              <a:ext cx="4537075" cy="2272665"/>
            </a:xfrm>
            <a:custGeom>
              <a:avLst/>
              <a:gdLst/>
              <a:ahLst/>
              <a:cxnLst/>
              <a:rect l="l" t="t" r="r" b="b"/>
              <a:pathLst>
                <a:path w="4537075" h="2272665">
                  <a:moveTo>
                    <a:pt x="4478311" y="15085"/>
                  </a:moveTo>
                  <a:lnTo>
                    <a:pt x="0" y="2249424"/>
                  </a:lnTo>
                  <a:lnTo>
                    <a:pt x="11430" y="2272157"/>
                  </a:lnTo>
                  <a:lnTo>
                    <a:pt x="4489705" y="37837"/>
                  </a:lnTo>
                  <a:lnTo>
                    <a:pt x="4491609" y="22733"/>
                  </a:lnTo>
                  <a:lnTo>
                    <a:pt x="4478311" y="15085"/>
                  </a:lnTo>
                  <a:close/>
                </a:path>
                <a:path w="4537075" h="2272665">
                  <a:moveTo>
                    <a:pt x="4528576" y="11302"/>
                  </a:moveTo>
                  <a:lnTo>
                    <a:pt x="4485894" y="11302"/>
                  </a:lnTo>
                  <a:lnTo>
                    <a:pt x="4497324" y="34036"/>
                  </a:lnTo>
                  <a:lnTo>
                    <a:pt x="4489705" y="37837"/>
                  </a:lnTo>
                  <a:lnTo>
                    <a:pt x="4485894" y="68072"/>
                  </a:lnTo>
                  <a:lnTo>
                    <a:pt x="4528576" y="11302"/>
                  </a:lnTo>
                  <a:close/>
                </a:path>
                <a:path w="4537075" h="2272665">
                  <a:moveTo>
                    <a:pt x="4491640" y="22733"/>
                  </a:moveTo>
                  <a:lnTo>
                    <a:pt x="4489705" y="37837"/>
                  </a:lnTo>
                  <a:lnTo>
                    <a:pt x="4497324" y="34036"/>
                  </a:lnTo>
                  <a:lnTo>
                    <a:pt x="4491640" y="22733"/>
                  </a:lnTo>
                  <a:close/>
                </a:path>
                <a:path w="4537075" h="2272665">
                  <a:moveTo>
                    <a:pt x="4485894" y="11302"/>
                  </a:moveTo>
                  <a:lnTo>
                    <a:pt x="4478311" y="15085"/>
                  </a:lnTo>
                  <a:lnTo>
                    <a:pt x="4491609" y="22733"/>
                  </a:lnTo>
                  <a:lnTo>
                    <a:pt x="4485894" y="11302"/>
                  </a:lnTo>
                  <a:close/>
                </a:path>
                <a:path w="4537075" h="2272665">
                  <a:moveTo>
                    <a:pt x="4537075" y="0"/>
                  </a:moveTo>
                  <a:lnTo>
                    <a:pt x="4452078" y="0"/>
                  </a:lnTo>
                  <a:lnTo>
                    <a:pt x="4478311" y="15085"/>
                  </a:lnTo>
                  <a:lnTo>
                    <a:pt x="4485894" y="11302"/>
                  </a:lnTo>
                  <a:lnTo>
                    <a:pt x="4528576" y="11302"/>
                  </a:lnTo>
                  <a:lnTo>
                    <a:pt x="4537075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403217" y="1917572"/>
              <a:ext cx="3823335" cy="2178685"/>
            </a:xfrm>
            <a:custGeom>
              <a:avLst/>
              <a:gdLst/>
              <a:ahLst/>
              <a:cxnLst/>
              <a:rect l="l" t="t" r="r" b="b"/>
              <a:pathLst>
                <a:path w="3823334" h="2178685">
                  <a:moveTo>
                    <a:pt x="0" y="1917953"/>
                  </a:moveTo>
                  <a:lnTo>
                    <a:pt x="0" y="2178431"/>
                  </a:lnTo>
                </a:path>
                <a:path w="3823334" h="2178685">
                  <a:moveTo>
                    <a:pt x="557784" y="1366265"/>
                  </a:moveTo>
                  <a:lnTo>
                    <a:pt x="557784" y="1677669"/>
                  </a:lnTo>
                </a:path>
                <a:path w="3823334" h="2178685">
                  <a:moveTo>
                    <a:pt x="1370076" y="1101089"/>
                  </a:moveTo>
                  <a:lnTo>
                    <a:pt x="1370076" y="1355978"/>
                  </a:lnTo>
                </a:path>
                <a:path w="3823334" h="2178685">
                  <a:moveTo>
                    <a:pt x="1640586" y="544829"/>
                  </a:moveTo>
                  <a:lnTo>
                    <a:pt x="1640586" y="1248155"/>
                  </a:lnTo>
                </a:path>
                <a:path w="3823334" h="2178685">
                  <a:moveTo>
                    <a:pt x="2181606" y="1034034"/>
                  </a:moveTo>
                  <a:lnTo>
                    <a:pt x="2181606" y="1915668"/>
                  </a:lnTo>
                </a:path>
                <a:path w="3823334" h="2178685">
                  <a:moveTo>
                    <a:pt x="1101852" y="1464564"/>
                  </a:moveTo>
                  <a:lnTo>
                    <a:pt x="1101852" y="1625346"/>
                  </a:lnTo>
                </a:path>
                <a:path w="3823334" h="2178685">
                  <a:moveTo>
                    <a:pt x="2730246" y="572262"/>
                  </a:moveTo>
                  <a:lnTo>
                    <a:pt x="2730246" y="814451"/>
                  </a:lnTo>
                </a:path>
                <a:path w="3823334" h="2178685">
                  <a:moveTo>
                    <a:pt x="3017519" y="710184"/>
                  </a:moveTo>
                  <a:lnTo>
                    <a:pt x="3017519" y="1085850"/>
                  </a:lnTo>
                </a:path>
                <a:path w="3823334" h="2178685">
                  <a:moveTo>
                    <a:pt x="3278124" y="0"/>
                  </a:moveTo>
                  <a:lnTo>
                    <a:pt x="3278124" y="600455"/>
                  </a:lnTo>
                </a:path>
                <a:path w="3823334" h="2178685">
                  <a:moveTo>
                    <a:pt x="3822954" y="384810"/>
                  </a:moveTo>
                  <a:lnTo>
                    <a:pt x="3822954" y="540003"/>
                  </a:lnTo>
                </a:path>
              </a:pathLst>
            </a:custGeom>
            <a:ln w="19050">
              <a:solidFill>
                <a:srgbClr val="FFD966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6940" y="2417825"/>
              <a:ext cx="91439" cy="91439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36336" y="2959607"/>
              <a:ext cx="91439" cy="91439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91172" y="2419349"/>
              <a:ext cx="91439" cy="91439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59730" y="3503675"/>
              <a:ext cx="91440" cy="91439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64736" y="4054601"/>
              <a:ext cx="91439" cy="91440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46342" y="3783329"/>
              <a:ext cx="91439" cy="91439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36764" y="1876043"/>
              <a:ext cx="91439" cy="91439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79970" y="2968751"/>
              <a:ext cx="91439" cy="91439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9472" y="3232403"/>
              <a:ext cx="91439" cy="91440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8177022" y="2426207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91440" h="91439">
                  <a:moveTo>
                    <a:pt x="45720" y="0"/>
                  </a:move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19"/>
                  </a:lnTo>
                  <a:lnTo>
                    <a:pt x="3589" y="63525"/>
                  </a:lnTo>
                  <a:lnTo>
                    <a:pt x="13382" y="78057"/>
                  </a:lnTo>
                  <a:lnTo>
                    <a:pt x="27914" y="87850"/>
                  </a:lnTo>
                  <a:lnTo>
                    <a:pt x="45720" y="91439"/>
                  </a:lnTo>
                  <a:lnTo>
                    <a:pt x="63525" y="87850"/>
                  </a:lnTo>
                  <a:lnTo>
                    <a:pt x="78057" y="78057"/>
                  </a:lnTo>
                  <a:lnTo>
                    <a:pt x="87850" y="63525"/>
                  </a:lnTo>
                  <a:lnTo>
                    <a:pt x="91439" y="45719"/>
                  </a:lnTo>
                  <a:lnTo>
                    <a:pt x="87850" y="27914"/>
                  </a:lnTo>
                  <a:lnTo>
                    <a:pt x="78057" y="13382"/>
                  </a:lnTo>
                  <a:lnTo>
                    <a:pt x="63525" y="3589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1FE1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841496" y="2232913"/>
              <a:ext cx="4530090" cy="1832610"/>
            </a:xfrm>
            <a:custGeom>
              <a:avLst/>
              <a:gdLst/>
              <a:ahLst/>
              <a:cxnLst/>
              <a:rect l="l" t="t" r="r" b="b"/>
              <a:pathLst>
                <a:path w="4530090" h="1832610">
                  <a:moveTo>
                    <a:pt x="4469921" y="17291"/>
                  </a:moveTo>
                  <a:lnTo>
                    <a:pt x="0" y="1808734"/>
                  </a:lnTo>
                  <a:lnTo>
                    <a:pt x="9398" y="1832356"/>
                  </a:lnTo>
                  <a:lnTo>
                    <a:pt x="4479348" y="40775"/>
                  </a:lnTo>
                  <a:lnTo>
                    <a:pt x="4482464" y="25908"/>
                  </a:lnTo>
                  <a:lnTo>
                    <a:pt x="4469921" y="17291"/>
                  </a:lnTo>
                  <a:close/>
                </a:path>
                <a:path w="4530090" h="1832610">
                  <a:moveTo>
                    <a:pt x="4523390" y="14097"/>
                  </a:moveTo>
                  <a:lnTo>
                    <a:pt x="4477893" y="14097"/>
                  </a:lnTo>
                  <a:lnTo>
                    <a:pt x="4487290" y="37591"/>
                  </a:lnTo>
                  <a:lnTo>
                    <a:pt x="4479348" y="40775"/>
                  </a:lnTo>
                  <a:lnTo>
                    <a:pt x="4473067" y="70738"/>
                  </a:lnTo>
                  <a:lnTo>
                    <a:pt x="4523390" y="14097"/>
                  </a:lnTo>
                  <a:close/>
                </a:path>
                <a:path w="4530090" h="1832610">
                  <a:moveTo>
                    <a:pt x="4477893" y="14097"/>
                  </a:moveTo>
                  <a:lnTo>
                    <a:pt x="4469921" y="17291"/>
                  </a:lnTo>
                  <a:lnTo>
                    <a:pt x="4482464" y="25908"/>
                  </a:lnTo>
                  <a:lnTo>
                    <a:pt x="4479348" y="40775"/>
                  </a:lnTo>
                  <a:lnTo>
                    <a:pt x="4487290" y="37591"/>
                  </a:lnTo>
                  <a:lnTo>
                    <a:pt x="4477893" y="14097"/>
                  </a:lnTo>
                  <a:close/>
                </a:path>
                <a:path w="4530090" h="1832610">
                  <a:moveTo>
                    <a:pt x="4444746" y="0"/>
                  </a:moveTo>
                  <a:lnTo>
                    <a:pt x="4469921" y="17291"/>
                  </a:lnTo>
                  <a:lnTo>
                    <a:pt x="4477893" y="14097"/>
                  </a:lnTo>
                  <a:lnTo>
                    <a:pt x="4523390" y="14097"/>
                  </a:lnTo>
                  <a:lnTo>
                    <a:pt x="4529708" y="6985"/>
                  </a:lnTo>
                  <a:lnTo>
                    <a:pt x="4444746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8FE2ED8B-A6DC-8BB6-A0D5-60920E55B111}"/>
              </a:ext>
            </a:extLst>
          </p:cNvPr>
          <p:cNvSpPr txBox="1"/>
          <p:nvPr/>
        </p:nvSpPr>
        <p:spPr>
          <a:xfrm>
            <a:off x="3476267" y="354321"/>
            <a:ext cx="60944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spc="135" dirty="0">
                <a:solidFill>
                  <a:srgbClr val="3E3E3E"/>
                </a:solidFill>
                <a:latin typeface="+mj-lt"/>
                <a:ea typeface="+mj-ea"/>
                <a:cs typeface="+mj-cs"/>
              </a:rPr>
              <a:t>LEAST SQUARED ERROR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439197"/>
            <a:ext cx="9700967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73505">
              <a:lnSpc>
                <a:spcPct val="100000"/>
              </a:lnSpc>
              <a:spcBef>
                <a:spcPts val="95"/>
              </a:spcBef>
            </a:pPr>
            <a:r>
              <a:rPr spc="90" dirty="0">
                <a:solidFill>
                  <a:srgbClr val="3E3E3E"/>
                </a:solidFill>
              </a:rPr>
              <a:t>UNIVARIATE</a:t>
            </a:r>
            <a:r>
              <a:rPr spc="-365" dirty="0">
                <a:solidFill>
                  <a:srgbClr val="3E3E3E"/>
                </a:solidFill>
              </a:rPr>
              <a:t> </a:t>
            </a:r>
            <a:r>
              <a:rPr spc="70" dirty="0">
                <a:solidFill>
                  <a:srgbClr val="3E3E3E"/>
                </a:solidFill>
              </a:rPr>
              <a:t>LINEAR</a:t>
            </a:r>
            <a:r>
              <a:rPr spc="-360" dirty="0">
                <a:solidFill>
                  <a:srgbClr val="3E3E3E"/>
                </a:solidFill>
              </a:rPr>
              <a:t> </a:t>
            </a:r>
            <a:r>
              <a:rPr spc="45" dirty="0">
                <a:solidFill>
                  <a:srgbClr val="3E3E3E"/>
                </a:solidFill>
              </a:rPr>
              <a:t>REGRESSION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177668" y="1478660"/>
            <a:ext cx="9011948" cy="1317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b="1" spc="-105" dirty="0">
                <a:solidFill>
                  <a:srgbClr val="404040"/>
                </a:solidFill>
                <a:latin typeface="Tahoma"/>
                <a:cs typeface="Tahoma"/>
              </a:rPr>
              <a:t>Univariate</a:t>
            </a:r>
            <a:r>
              <a:rPr sz="2000" b="1" spc="-1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b="1" spc="-185" dirty="0">
                <a:solidFill>
                  <a:srgbClr val="404040"/>
                </a:solidFill>
                <a:latin typeface="Tahoma"/>
                <a:cs typeface="Tahoma"/>
              </a:rPr>
              <a:t>(“simple”)</a:t>
            </a:r>
            <a:r>
              <a:rPr sz="2000" b="1" spc="-16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b="1" spc="-110" dirty="0">
                <a:solidFill>
                  <a:srgbClr val="404040"/>
                </a:solidFill>
                <a:latin typeface="Tahoma"/>
                <a:cs typeface="Tahoma"/>
              </a:rPr>
              <a:t>linear</a:t>
            </a:r>
            <a:r>
              <a:rPr sz="2000" b="1" spc="-1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b="1" spc="-130" dirty="0">
                <a:solidFill>
                  <a:srgbClr val="404040"/>
                </a:solidFill>
                <a:latin typeface="Tahoma"/>
                <a:cs typeface="Tahoma"/>
              </a:rPr>
              <a:t>regression</a:t>
            </a:r>
            <a:r>
              <a:rPr sz="2000" b="1" spc="-1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is</a:t>
            </a:r>
            <a:r>
              <a:rPr sz="2000" spc="-5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ahoma"/>
                <a:cs typeface="Tahoma"/>
              </a:rPr>
              <a:t>used</a:t>
            </a:r>
            <a:r>
              <a:rPr sz="2000" spc="-7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for</a:t>
            </a:r>
            <a:r>
              <a:rPr sz="2000" spc="-6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ahoma"/>
                <a:cs typeface="Tahoma"/>
              </a:rPr>
              <a:t>predicting</a:t>
            </a:r>
            <a:r>
              <a:rPr sz="2000" spc="-5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90" dirty="0">
                <a:solidFill>
                  <a:srgbClr val="404040"/>
                </a:solidFill>
                <a:latin typeface="Tahoma"/>
                <a:cs typeface="Tahoma"/>
              </a:rPr>
              <a:t>a</a:t>
            </a:r>
            <a:r>
              <a:rPr sz="2000" spc="-6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ahoma"/>
                <a:cs typeface="Tahoma"/>
              </a:rPr>
              <a:t>numerical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output</a:t>
            </a:r>
            <a:r>
              <a:rPr sz="2000" spc="-8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404040"/>
                </a:solidFill>
                <a:latin typeface="Tahoma"/>
                <a:cs typeface="Tahoma"/>
              </a:rPr>
              <a:t>(DV)</a:t>
            </a:r>
            <a:r>
              <a:rPr sz="2000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ahoma"/>
                <a:cs typeface="Tahoma"/>
              </a:rPr>
              <a:t>based</a:t>
            </a:r>
            <a:r>
              <a:rPr sz="2000" spc="-10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on</a:t>
            </a:r>
            <a:r>
              <a:rPr sz="2000" spc="-90" dirty="0">
                <a:solidFill>
                  <a:srgbClr val="404040"/>
                </a:solidFill>
                <a:latin typeface="Tahoma"/>
                <a:cs typeface="Tahoma"/>
              </a:rPr>
              <a:t> a </a:t>
            </a:r>
            <a:r>
              <a:rPr sz="2000" i="1" spc="-130" dirty="0">
                <a:solidFill>
                  <a:srgbClr val="404040"/>
                </a:solidFill>
                <a:latin typeface="Trebuchet MS"/>
                <a:cs typeface="Trebuchet MS"/>
              </a:rPr>
              <a:t>single</a:t>
            </a:r>
            <a:r>
              <a:rPr sz="2000" i="1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ahoma"/>
                <a:cs typeface="Tahoma"/>
              </a:rPr>
              <a:t>independent</a:t>
            </a:r>
            <a:r>
              <a:rPr sz="2000" spc="-9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ahoma"/>
                <a:cs typeface="Tahoma"/>
              </a:rPr>
              <a:t>variable</a:t>
            </a:r>
            <a:endParaRPr sz="2000" dirty="0">
              <a:latin typeface="Tahoma"/>
              <a:cs typeface="Tahoma"/>
            </a:endParaRPr>
          </a:p>
          <a:p>
            <a:pPr marL="812800" marR="50165" indent="-342900">
              <a:lnSpc>
                <a:spcPct val="100000"/>
              </a:lnSpc>
              <a:spcBef>
                <a:spcPts val="1535"/>
              </a:spcBef>
              <a:buClr>
                <a:srgbClr val="3E3E3E"/>
              </a:buClr>
              <a:buFont typeface="Arial"/>
              <a:buChar char="•"/>
              <a:tabLst>
                <a:tab pos="812800" algn="l"/>
              </a:tabLst>
            </a:pP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Univariate</a:t>
            </a:r>
            <a:r>
              <a:rPr sz="1600" spc="-8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ahoma"/>
                <a:cs typeface="Tahoma"/>
              </a:rPr>
              <a:t>linear</a:t>
            </a:r>
            <a:r>
              <a:rPr sz="1600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ahoma"/>
                <a:cs typeface="Tahoma"/>
              </a:rPr>
              <a:t>regression</a:t>
            </a:r>
            <a:r>
              <a:rPr sz="16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ahoma"/>
                <a:cs typeface="Tahoma"/>
              </a:rPr>
              <a:t>is</a:t>
            </a:r>
            <a:r>
              <a:rPr sz="1600" spc="-8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ahoma"/>
                <a:cs typeface="Tahoma"/>
              </a:rPr>
              <a:t>simply</a:t>
            </a:r>
            <a:r>
              <a:rPr sz="1600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ahoma"/>
                <a:cs typeface="Tahoma"/>
              </a:rPr>
              <a:t>an</a:t>
            </a:r>
            <a:r>
              <a:rPr sz="1600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extension</a:t>
            </a:r>
            <a:r>
              <a:rPr sz="16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of</a:t>
            </a:r>
            <a:r>
              <a:rPr sz="1600" spc="-7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ahoma"/>
                <a:cs typeface="Tahoma"/>
              </a:rPr>
              <a:t>least</a:t>
            </a:r>
            <a:r>
              <a:rPr sz="16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45" dirty="0">
                <a:solidFill>
                  <a:srgbClr val="404040"/>
                </a:solidFill>
                <a:latin typeface="Tahoma"/>
                <a:cs typeface="Tahoma"/>
              </a:rPr>
              <a:t>squares;</a:t>
            </a:r>
            <a:r>
              <a:rPr sz="1600" spc="-8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you</a:t>
            </a:r>
            <a:r>
              <a:rPr sz="1600" spc="-8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use</a:t>
            </a:r>
            <a:r>
              <a:rPr sz="16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ahoma"/>
                <a:cs typeface="Tahoma"/>
              </a:rPr>
              <a:t>the </a:t>
            </a:r>
            <a:r>
              <a:rPr sz="1600" spc="-20" dirty="0">
                <a:solidFill>
                  <a:srgbClr val="404040"/>
                </a:solidFill>
                <a:latin typeface="Tahoma"/>
                <a:cs typeface="Tahoma"/>
              </a:rPr>
              <a:t>linear</a:t>
            </a:r>
            <a:r>
              <a:rPr sz="1600" spc="-9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equation</a:t>
            </a:r>
            <a:r>
              <a:rPr sz="1600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that</a:t>
            </a:r>
            <a:r>
              <a:rPr sz="1600" spc="-8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404040"/>
                </a:solidFill>
                <a:latin typeface="Tahoma"/>
                <a:cs typeface="Tahoma"/>
              </a:rPr>
              <a:t>minimizes</a:t>
            </a:r>
            <a:r>
              <a:rPr sz="1600" spc="-8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SSE</a:t>
            </a:r>
            <a:r>
              <a:rPr sz="1600" spc="-9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to</a:t>
            </a:r>
            <a:r>
              <a:rPr sz="1600" spc="-7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predict</a:t>
            </a:r>
            <a:r>
              <a:rPr sz="1600" spc="-7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an</a:t>
            </a:r>
            <a:r>
              <a:rPr sz="1600" spc="-7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output</a:t>
            </a:r>
            <a:r>
              <a:rPr sz="16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55" dirty="0">
                <a:solidFill>
                  <a:srgbClr val="404040"/>
                </a:solidFill>
                <a:latin typeface="Tahoma"/>
                <a:cs typeface="Tahoma"/>
              </a:rPr>
              <a:t>(</a:t>
            </a:r>
            <a:r>
              <a:rPr sz="1600" b="1" spc="-155" dirty="0">
                <a:solidFill>
                  <a:srgbClr val="404040"/>
                </a:solidFill>
                <a:latin typeface="Tahoma"/>
                <a:cs typeface="Tahoma"/>
              </a:rPr>
              <a:t>Y</a:t>
            </a:r>
            <a:r>
              <a:rPr sz="1600" spc="-155" dirty="0">
                <a:solidFill>
                  <a:srgbClr val="404040"/>
                </a:solidFill>
                <a:latin typeface="Tahoma"/>
                <a:cs typeface="Tahoma"/>
              </a:rPr>
              <a:t>)</a:t>
            </a:r>
            <a:r>
              <a:rPr sz="1600" spc="-6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for</a:t>
            </a:r>
            <a:r>
              <a:rPr sz="16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ahoma"/>
                <a:cs typeface="Tahoma"/>
              </a:rPr>
              <a:t>any</a:t>
            </a:r>
            <a:r>
              <a:rPr sz="1600" spc="-7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ahoma"/>
                <a:cs typeface="Tahoma"/>
              </a:rPr>
              <a:t>given</a:t>
            </a:r>
            <a:r>
              <a:rPr sz="1600" spc="-8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input</a:t>
            </a:r>
            <a:r>
              <a:rPr sz="1600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60" dirty="0">
                <a:solidFill>
                  <a:srgbClr val="404040"/>
                </a:solidFill>
                <a:latin typeface="Tahoma"/>
                <a:cs typeface="Tahoma"/>
              </a:rPr>
              <a:t>(</a:t>
            </a:r>
            <a:r>
              <a:rPr sz="1600" b="1" spc="-60" dirty="0">
                <a:solidFill>
                  <a:srgbClr val="404040"/>
                </a:solidFill>
                <a:latin typeface="Tahoma"/>
                <a:cs typeface="Tahoma"/>
              </a:rPr>
              <a:t>X</a:t>
            </a:r>
            <a:r>
              <a:rPr sz="1600" spc="-60" dirty="0">
                <a:solidFill>
                  <a:srgbClr val="404040"/>
                </a:solidFill>
                <a:latin typeface="Tahoma"/>
                <a:cs typeface="Tahoma"/>
              </a:rPr>
              <a:t>)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77668" y="5286813"/>
            <a:ext cx="81724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solidFill>
                  <a:srgbClr val="404040"/>
                </a:solidFill>
                <a:latin typeface="Tahoma"/>
                <a:cs typeface="Tahoma"/>
              </a:rPr>
              <a:t>Simple</a:t>
            </a:r>
            <a:r>
              <a:rPr sz="2000" spc="-1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Tahoma"/>
                <a:cs typeface="Tahoma"/>
              </a:rPr>
              <a:t>linear</a:t>
            </a:r>
            <a:r>
              <a:rPr sz="2000" spc="-1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Tahoma"/>
                <a:cs typeface="Tahoma"/>
              </a:rPr>
              <a:t>regression</a:t>
            </a:r>
            <a:r>
              <a:rPr sz="2000" spc="-10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is</a:t>
            </a:r>
            <a:r>
              <a:rPr sz="2000" spc="-9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ahoma"/>
                <a:cs typeface="Tahoma"/>
              </a:rPr>
              <a:t>rarely</a:t>
            </a:r>
            <a:r>
              <a:rPr sz="2000" spc="-114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ahoma"/>
                <a:cs typeface="Tahoma"/>
              </a:rPr>
              <a:t>used</a:t>
            </a:r>
            <a:r>
              <a:rPr sz="2000" spc="-10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on</a:t>
            </a:r>
            <a:r>
              <a:rPr sz="2000" spc="-10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its</a:t>
            </a:r>
            <a:r>
              <a:rPr sz="2000" spc="-10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Tahoma"/>
                <a:cs typeface="Tahoma"/>
              </a:rPr>
              <a:t>own;</a:t>
            </a:r>
            <a:r>
              <a:rPr sz="2000" spc="-10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ahoma"/>
                <a:cs typeface="Tahoma"/>
              </a:rPr>
              <a:t>think</a:t>
            </a:r>
            <a:r>
              <a:rPr sz="2000" spc="-9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of</a:t>
            </a:r>
            <a:r>
              <a:rPr sz="2000" spc="-1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it</a:t>
            </a:r>
            <a:r>
              <a:rPr sz="2000" spc="-10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404040"/>
                </a:solidFill>
                <a:latin typeface="Tahoma"/>
                <a:cs typeface="Tahoma"/>
              </a:rPr>
              <a:t>as</a:t>
            </a:r>
            <a:r>
              <a:rPr sz="2000" spc="-90" dirty="0">
                <a:solidFill>
                  <a:srgbClr val="404040"/>
                </a:solidFill>
                <a:latin typeface="Tahoma"/>
                <a:cs typeface="Tahoma"/>
              </a:rPr>
              <a:t> a</a:t>
            </a:r>
            <a:r>
              <a:rPr sz="2000" spc="-9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ahoma"/>
                <a:cs typeface="Tahoma"/>
              </a:rPr>
              <a:t>primer</a:t>
            </a:r>
            <a:r>
              <a:rPr sz="2000" spc="-9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ahoma"/>
                <a:cs typeface="Tahoma"/>
              </a:rPr>
              <a:t>for </a:t>
            </a:r>
            <a:r>
              <a:rPr sz="2000" spc="-30" dirty="0">
                <a:solidFill>
                  <a:srgbClr val="404040"/>
                </a:solidFill>
                <a:latin typeface="Tahoma"/>
                <a:cs typeface="Tahoma"/>
              </a:rPr>
              <a:t>understanding</a:t>
            </a:r>
            <a:r>
              <a:rPr sz="2000" spc="-9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ahoma"/>
                <a:cs typeface="Tahoma"/>
              </a:rPr>
              <a:t>more</a:t>
            </a:r>
            <a:r>
              <a:rPr sz="2000" spc="-10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ahoma"/>
                <a:cs typeface="Tahoma"/>
              </a:rPr>
              <a:t>complex</a:t>
            </a:r>
            <a:r>
              <a:rPr sz="2000" spc="-114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topics</a:t>
            </a:r>
            <a:r>
              <a:rPr sz="2000" spc="-114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ahoma"/>
                <a:cs typeface="Tahoma"/>
              </a:rPr>
              <a:t>like</a:t>
            </a:r>
            <a:r>
              <a:rPr sz="2000" spc="-1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non-</a:t>
            </a:r>
            <a:r>
              <a:rPr sz="2000" spc="-30" dirty="0">
                <a:solidFill>
                  <a:srgbClr val="404040"/>
                </a:solidFill>
                <a:latin typeface="Tahoma"/>
                <a:cs typeface="Tahoma"/>
              </a:rPr>
              <a:t>linear</a:t>
            </a:r>
            <a:r>
              <a:rPr sz="2000" spc="-10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sz="2000" spc="-10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ahoma"/>
                <a:cs typeface="Tahoma"/>
              </a:rPr>
              <a:t>multiple</a:t>
            </a:r>
            <a:r>
              <a:rPr sz="2000" spc="-1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ahoma"/>
                <a:cs typeface="Tahoma"/>
              </a:rPr>
              <a:t>regression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29761" y="3880670"/>
            <a:ext cx="21628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252525"/>
                </a:solidFill>
                <a:latin typeface="Tahoma"/>
                <a:cs typeface="Tahoma"/>
              </a:rPr>
              <a:t>y</a:t>
            </a:r>
            <a:r>
              <a:rPr sz="3000" spc="-23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3000" spc="-170" dirty="0">
                <a:solidFill>
                  <a:srgbClr val="252525"/>
                </a:solidFill>
                <a:latin typeface="Tahoma"/>
                <a:cs typeface="Tahoma"/>
              </a:rPr>
              <a:t>=</a:t>
            </a:r>
            <a:r>
              <a:rPr sz="3000" spc="-170" dirty="0">
                <a:solidFill>
                  <a:srgbClr val="252525"/>
                </a:solidFill>
                <a:latin typeface="Cambria Math"/>
                <a:cs typeface="Cambria Math"/>
              </a:rPr>
              <a:t>⍺</a:t>
            </a:r>
            <a:r>
              <a:rPr sz="3000" spc="95" dirty="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sz="3000" spc="-459" dirty="0">
                <a:solidFill>
                  <a:srgbClr val="252525"/>
                </a:solidFill>
                <a:latin typeface="Tahoma"/>
                <a:cs typeface="Tahoma"/>
              </a:rPr>
              <a:t>+</a:t>
            </a:r>
            <a:r>
              <a:rPr sz="3000" spc="-13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3000" spc="-80" dirty="0">
                <a:solidFill>
                  <a:srgbClr val="252525"/>
                </a:solidFill>
                <a:latin typeface="Tahoma"/>
                <a:cs typeface="Tahoma"/>
              </a:rPr>
              <a:t>βx</a:t>
            </a:r>
            <a:r>
              <a:rPr sz="3000" spc="-16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3000" spc="-459" dirty="0">
                <a:solidFill>
                  <a:srgbClr val="252525"/>
                </a:solidFill>
                <a:latin typeface="Tahoma"/>
                <a:cs typeface="Tahoma"/>
              </a:rPr>
              <a:t>+</a:t>
            </a:r>
            <a:r>
              <a:rPr sz="3000" spc="-13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3000" spc="-50" dirty="0">
                <a:solidFill>
                  <a:srgbClr val="252525"/>
                </a:solidFill>
                <a:latin typeface="Cambria Math"/>
                <a:cs typeface="Cambria Math"/>
              </a:rPr>
              <a:t>𝜀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00426" y="3651815"/>
            <a:ext cx="142049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50" dirty="0">
                <a:latin typeface="Trebuchet MS"/>
                <a:cs typeface="Trebuchet MS"/>
              </a:rPr>
              <a:t>Dependent</a:t>
            </a:r>
            <a:r>
              <a:rPr sz="1100" i="1" spc="-30" dirty="0">
                <a:latin typeface="Trebuchet MS"/>
                <a:cs typeface="Trebuchet MS"/>
              </a:rPr>
              <a:t> </a:t>
            </a:r>
            <a:r>
              <a:rPr sz="1100" i="1" spc="-75" dirty="0">
                <a:latin typeface="Trebuchet MS"/>
                <a:cs typeface="Trebuchet MS"/>
              </a:rPr>
              <a:t>variable</a:t>
            </a:r>
            <a:r>
              <a:rPr sz="1100" i="1" spc="5" dirty="0">
                <a:latin typeface="Trebuchet MS"/>
                <a:cs typeface="Trebuchet MS"/>
              </a:rPr>
              <a:t> </a:t>
            </a:r>
            <a:r>
              <a:rPr sz="1100" i="1" spc="-20" dirty="0">
                <a:latin typeface="Trebuchet MS"/>
                <a:cs typeface="Trebuchet MS"/>
              </a:rPr>
              <a:t>(DV)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4769" y="3735889"/>
            <a:ext cx="174244" cy="249046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20361" y="4382193"/>
            <a:ext cx="174243" cy="249047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5466969" y="3454965"/>
            <a:ext cx="128968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100" i="1" spc="-75" dirty="0">
                <a:latin typeface="Trebuchet MS"/>
                <a:cs typeface="Trebuchet MS"/>
              </a:rPr>
              <a:t>Coefficient/parameter (sensitivity</a:t>
            </a:r>
            <a:r>
              <a:rPr sz="1100" i="1" spc="-15" dirty="0">
                <a:latin typeface="Trebuchet MS"/>
                <a:cs typeface="Trebuchet MS"/>
              </a:rPr>
              <a:t> </a:t>
            </a:r>
            <a:r>
              <a:rPr sz="1100" i="1" spc="-75" dirty="0">
                <a:latin typeface="Trebuchet MS"/>
                <a:cs typeface="Trebuchet MS"/>
              </a:rPr>
              <a:t>of</a:t>
            </a:r>
            <a:r>
              <a:rPr sz="1100" i="1" spc="-4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Y</a:t>
            </a:r>
            <a:r>
              <a:rPr sz="1100" i="1" spc="-45" dirty="0">
                <a:latin typeface="Trebuchet MS"/>
                <a:cs typeface="Trebuchet MS"/>
              </a:rPr>
              <a:t> </a:t>
            </a:r>
            <a:r>
              <a:rPr sz="1100" i="1" spc="-65" dirty="0">
                <a:latin typeface="Trebuchet MS"/>
                <a:cs typeface="Trebuchet MS"/>
              </a:rPr>
              <a:t>to</a:t>
            </a:r>
            <a:r>
              <a:rPr sz="1100" i="1" spc="-40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X)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30" name="object 3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94807" y="3645338"/>
            <a:ext cx="174243" cy="248919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3710559" y="4520750"/>
            <a:ext cx="335597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32939" algn="l"/>
              </a:tabLst>
            </a:pPr>
            <a:r>
              <a:rPr sz="1100" i="1" spc="-30" dirty="0">
                <a:latin typeface="Trebuchet MS"/>
                <a:cs typeface="Trebuchet MS"/>
              </a:rPr>
              <a:t>Y-</a:t>
            </a:r>
            <a:r>
              <a:rPr sz="1100" i="1" spc="-10" dirty="0">
                <a:latin typeface="Trebuchet MS"/>
                <a:cs typeface="Trebuchet MS"/>
              </a:rPr>
              <a:t>intercept</a:t>
            </a:r>
            <a:r>
              <a:rPr sz="1100" i="1" dirty="0">
                <a:latin typeface="Trebuchet MS"/>
                <a:cs typeface="Trebuchet MS"/>
              </a:rPr>
              <a:t>	</a:t>
            </a:r>
            <a:r>
              <a:rPr sz="1100" i="1" spc="-65" dirty="0">
                <a:latin typeface="Trebuchet MS"/>
                <a:cs typeface="Trebuchet MS"/>
              </a:rPr>
              <a:t>Independent</a:t>
            </a:r>
            <a:r>
              <a:rPr sz="1100" i="1" spc="-10" dirty="0">
                <a:latin typeface="Trebuchet MS"/>
                <a:cs typeface="Trebuchet MS"/>
              </a:rPr>
              <a:t> </a:t>
            </a:r>
            <a:r>
              <a:rPr sz="1100" i="1" spc="-75" dirty="0">
                <a:latin typeface="Trebuchet MS"/>
                <a:cs typeface="Trebuchet MS"/>
              </a:rPr>
              <a:t>variable</a:t>
            </a:r>
            <a:r>
              <a:rPr sz="1100" i="1" spc="20" dirty="0">
                <a:latin typeface="Trebuchet MS"/>
                <a:cs typeface="Trebuchet MS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(IV)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32" name="object 3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93690" y="4359332"/>
            <a:ext cx="174244" cy="248284"/>
          </a:xfrm>
          <a:prstGeom prst="rect">
            <a:avLst/>
          </a:prstGeom>
        </p:spPr>
      </p:pic>
      <p:sp>
        <p:nvSpPr>
          <p:cNvPr id="33" name="object 33"/>
          <p:cNvSpPr/>
          <p:nvPr/>
        </p:nvSpPr>
        <p:spPr>
          <a:xfrm>
            <a:off x="6220206" y="4111937"/>
            <a:ext cx="313055" cy="76200"/>
          </a:xfrm>
          <a:custGeom>
            <a:avLst/>
            <a:gdLst/>
            <a:ahLst/>
            <a:cxnLst/>
            <a:rect l="l" t="t" r="r" b="b"/>
            <a:pathLst>
              <a:path w="313054" h="76200">
                <a:moveTo>
                  <a:pt x="236347" y="0"/>
                </a:moveTo>
                <a:lnTo>
                  <a:pt x="236347" y="76200"/>
                </a:lnTo>
                <a:lnTo>
                  <a:pt x="287147" y="50800"/>
                </a:lnTo>
                <a:lnTo>
                  <a:pt x="249047" y="50800"/>
                </a:lnTo>
                <a:lnTo>
                  <a:pt x="249047" y="25400"/>
                </a:lnTo>
                <a:lnTo>
                  <a:pt x="287147" y="25400"/>
                </a:lnTo>
                <a:lnTo>
                  <a:pt x="236347" y="0"/>
                </a:lnTo>
                <a:close/>
              </a:path>
              <a:path w="313054" h="76200">
                <a:moveTo>
                  <a:pt x="23634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36347" y="50800"/>
                </a:lnTo>
                <a:lnTo>
                  <a:pt x="236347" y="25400"/>
                </a:lnTo>
                <a:close/>
              </a:path>
              <a:path w="313054" h="76200">
                <a:moveTo>
                  <a:pt x="287147" y="25400"/>
                </a:moveTo>
                <a:lnTo>
                  <a:pt x="249047" y="25400"/>
                </a:lnTo>
                <a:lnTo>
                  <a:pt x="249047" y="50800"/>
                </a:lnTo>
                <a:lnTo>
                  <a:pt x="287147" y="50800"/>
                </a:lnTo>
                <a:lnTo>
                  <a:pt x="312547" y="38100"/>
                </a:lnTo>
                <a:lnTo>
                  <a:pt x="287147" y="25400"/>
                </a:lnTo>
                <a:close/>
              </a:path>
            </a:pathLst>
          </a:custGeom>
          <a:solidFill>
            <a:srgbClr val="1FE1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576948" y="4048563"/>
            <a:ext cx="80327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75" dirty="0">
                <a:latin typeface="Trebuchet MS"/>
                <a:cs typeface="Trebuchet MS"/>
              </a:rPr>
              <a:t>Error/residual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544181" y="3355651"/>
            <a:ext cx="193675" cy="1419860"/>
          </a:xfrm>
          <a:custGeom>
            <a:avLst/>
            <a:gdLst/>
            <a:ahLst/>
            <a:cxnLst/>
            <a:rect l="l" t="t" r="r" b="b"/>
            <a:pathLst>
              <a:path w="193675" h="1419860">
                <a:moveTo>
                  <a:pt x="0" y="0"/>
                </a:moveTo>
                <a:lnTo>
                  <a:pt x="37677" y="4415"/>
                </a:lnTo>
                <a:lnTo>
                  <a:pt x="68437" y="16462"/>
                </a:lnTo>
                <a:lnTo>
                  <a:pt x="89171" y="34343"/>
                </a:lnTo>
                <a:lnTo>
                  <a:pt x="96774" y="56261"/>
                </a:lnTo>
                <a:lnTo>
                  <a:pt x="96774" y="465200"/>
                </a:lnTo>
                <a:lnTo>
                  <a:pt x="104376" y="487118"/>
                </a:lnTo>
                <a:lnTo>
                  <a:pt x="125110" y="504999"/>
                </a:lnTo>
                <a:lnTo>
                  <a:pt x="155870" y="517046"/>
                </a:lnTo>
                <a:lnTo>
                  <a:pt x="193548" y="521462"/>
                </a:lnTo>
                <a:lnTo>
                  <a:pt x="155870" y="525877"/>
                </a:lnTo>
                <a:lnTo>
                  <a:pt x="125110" y="537924"/>
                </a:lnTo>
                <a:lnTo>
                  <a:pt x="104376" y="555805"/>
                </a:lnTo>
                <a:lnTo>
                  <a:pt x="96774" y="577722"/>
                </a:lnTo>
                <a:lnTo>
                  <a:pt x="96774" y="1363345"/>
                </a:lnTo>
                <a:lnTo>
                  <a:pt x="89171" y="1385262"/>
                </a:lnTo>
                <a:lnTo>
                  <a:pt x="68437" y="1403143"/>
                </a:lnTo>
                <a:lnTo>
                  <a:pt x="37677" y="1415190"/>
                </a:lnTo>
                <a:lnTo>
                  <a:pt x="0" y="1419606"/>
                </a:lnTo>
              </a:path>
            </a:pathLst>
          </a:custGeom>
          <a:ln w="6349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817484" y="3758750"/>
            <a:ext cx="205358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solidFill>
                  <a:srgbClr val="252525"/>
                </a:solidFill>
                <a:latin typeface="Tahoma"/>
                <a:cs typeface="Tahoma"/>
              </a:rPr>
              <a:t>This</a:t>
            </a:r>
            <a:r>
              <a:rPr sz="14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52525"/>
                </a:solidFill>
                <a:latin typeface="Tahoma"/>
                <a:cs typeface="Tahoma"/>
              </a:rPr>
              <a:t>is</a:t>
            </a:r>
            <a:r>
              <a:rPr sz="1400" spc="-9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252525"/>
                </a:solidFill>
                <a:latin typeface="Tahoma"/>
                <a:cs typeface="Tahoma"/>
              </a:rPr>
              <a:t>just</a:t>
            </a:r>
            <a:r>
              <a:rPr sz="1400" spc="-8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sz="1400" spc="-10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52525"/>
                </a:solidFill>
                <a:latin typeface="Tahoma"/>
                <a:cs typeface="Tahoma"/>
              </a:rPr>
              <a:t>equation</a:t>
            </a:r>
            <a:r>
              <a:rPr sz="1400" spc="-8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252525"/>
                </a:solidFill>
                <a:latin typeface="Tahoma"/>
                <a:cs typeface="Tahoma"/>
              </a:rPr>
              <a:t>of </a:t>
            </a:r>
            <a:r>
              <a:rPr sz="1400" spc="-70" dirty="0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sz="1400" spc="-6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252525"/>
                </a:solidFill>
                <a:latin typeface="Tahoma"/>
                <a:cs typeface="Tahoma"/>
              </a:rPr>
              <a:t>line,</a:t>
            </a:r>
            <a:r>
              <a:rPr sz="1400" spc="-7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52525"/>
                </a:solidFill>
                <a:latin typeface="Tahoma"/>
                <a:cs typeface="Tahoma"/>
              </a:rPr>
              <a:t>plus</a:t>
            </a:r>
            <a:r>
              <a:rPr sz="1400" spc="-9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252525"/>
                </a:solidFill>
                <a:latin typeface="Tahoma"/>
                <a:cs typeface="Tahoma"/>
              </a:rPr>
              <a:t>an</a:t>
            </a:r>
            <a:r>
              <a:rPr sz="14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52525"/>
                </a:solidFill>
                <a:latin typeface="Tahoma"/>
                <a:cs typeface="Tahoma"/>
              </a:rPr>
              <a:t>error</a:t>
            </a:r>
            <a:r>
              <a:rPr sz="14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252525"/>
                </a:solidFill>
                <a:latin typeface="Tahoma"/>
                <a:cs typeface="Tahoma"/>
              </a:rPr>
              <a:t>term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70A8-2C27-DD3D-FB04-4455D1786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883"/>
            <a:ext cx="10515600" cy="802606"/>
          </a:xfrm>
        </p:spPr>
        <p:txBody>
          <a:bodyPr/>
          <a:lstStyle/>
          <a:p>
            <a:r>
              <a:rPr lang="en-IN" dirty="0"/>
              <a:t>Variability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D39D2-414F-34A6-857D-2EEB01567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112363"/>
            <a:ext cx="11861165" cy="5326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SST (TSS) – Sum of square Total</a:t>
            </a:r>
          </a:p>
          <a:p>
            <a:pPr marL="0" indent="0">
              <a:buNone/>
            </a:pPr>
            <a:r>
              <a:rPr lang="en-IN" dirty="0"/>
              <a:t>It measures Total Variability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SSR (ESS)– Sum of square difference between </a:t>
            </a:r>
          </a:p>
          <a:p>
            <a:pPr marL="0" indent="0">
              <a:buNone/>
            </a:pPr>
            <a:r>
              <a:rPr lang="en-IN" dirty="0"/>
              <a:t>Predicted and mean of </a:t>
            </a:r>
          </a:p>
          <a:p>
            <a:pPr marL="0" indent="0">
              <a:buNone/>
            </a:pPr>
            <a:r>
              <a:rPr lang="en-IN" dirty="0"/>
              <a:t>Dependent variable.</a:t>
            </a:r>
          </a:p>
          <a:p>
            <a:pPr marL="0" indent="0">
              <a:buNone/>
            </a:pPr>
            <a:r>
              <a:rPr lang="en-IN" dirty="0"/>
              <a:t>It measures how well we are align with the data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SSE (RSS)– Error is the difference between the </a:t>
            </a:r>
          </a:p>
          <a:p>
            <a:pPr marL="0" indent="0">
              <a:buNone/>
            </a:pPr>
            <a:r>
              <a:rPr lang="en-IN" dirty="0"/>
              <a:t>observed value and predicted value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52DC55-570C-721A-5469-C799BCC88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488" y="994058"/>
            <a:ext cx="1882303" cy="11278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DE14C3-BFFB-55DD-01FC-4B7331FE6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488" y="3120668"/>
            <a:ext cx="1691787" cy="10745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0A7BF5-9479-95B2-9DE2-D61E9B48F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657" y="535564"/>
            <a:ext cx="5457933" cy="37237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BF3AAD7-D7CF-FE67-CE22-E0E43A32E8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9507" y="4836126"/>
            <a:ext cx="4719372" cy="194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326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7A4867-6A07-C1C8-3A6D-B44933105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9" y="208265"/>
            <a:ext cx="5616427" cy="33683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F27C54-E410-B69B-0778-F5E8E57A8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896" y="3171450"/>
            <a:ext cx="7006830" cy="357795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1D4BBDC-8AC0-DDD5-B2F0-7D2CFFE25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6134" y="108595"/>
            <a:ext cx="2838254" cy="973481"/>
          </a:xfrm>
        </p:spPr>
        <p:txBody>
          <a:bodyPr/>
          <a:lstStyle/>
          <a:p>
            <a:r>
              <a:rPr lang="en-IN" dirty="0"/>
              <a:t>R Squared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7A2B4B-7847-FD7C-85FD-9B28F72AFE6C}"/>
              </a:ext>
            </a:extLst>
          </p:cNvPr>
          <p:cNvSpPr txBox="1"/>
          <p:nvPr/>
        </p:nvSpPr>
        <p:spPr>
          <a:xfrm>
            <a:off x="297692" y="3653626"/>
            <a:ext cx="511291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R2 = SSR / SST </a:t>
            </a:r>
          </a:p>
          <a:p>
            <a:r>
              <a:rPr lang="en-IN" sz="2200" dirty="0"/>
              <a:t>1- SSE/SST</a:t>
            </a:r>
          </a:p>
          <a:p>
            <a:r>
              <a:rPr lang="en-IN" sz="2200" dirty="0"/>
              <a:t>It explains variability of data between 0 and 1</a:t>
            </a:r>
          </a:p>
          <a:p>
            <a:endParaRPr lang="en-IN" sz="2200" dirty="0"/>
          </a:p>
          <a:p>
            <a:r>
              <a:rPr lang="en-IN" sz="2200" dirty="0"/>
              <a:t>0 – Model explain none of the variability</a:t>
            </a:r>
          </a:p>
          <a:p>
            <a:r>
              <a:rPr lang="en-IN" sz="2200" dirty="0"/>
              <a:t>1- Model explains all variability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B907961-4B6D-AD4E-6C6B-A9F80392E339}"/>
                  </a:ext>
                </a:extLst>
              </p14:cNvPr>
              <p14:cNvContentPartPr/>
              <p14:nvPr/>
            </p14:nvContentPartPr>
            <p14:xfrm>
              <a:off x="3694638" y="2805819"/>
              <a:ext cx="4680" cy="8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B907961-4B6D-AD4E-6C6B-A9F80392E3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88518" y="2799699"/>
                <a:ext cx="16920" cy="2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53063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267C2-A542-3195-C26E-BC8560777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481"/>
            <a:ext cx="10515600" cy="615263"/>
          </a:xfrm>
        </p:spPr>
        <p:txBody>
          <a:bodyPr>
            <a:normAutofit fontScale="90000"/>
          </a:bodyPr>
          <a:lstStyle/>
          <a:p>
            <a:r>
              <a:rPr lang="en-IN" dirty="0"/>
              <a:t>Stat summary Tables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09CF0B-0E3F-3CB7-47AF-882041B4F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31" y="884570"/>
            <a:ext cx="5202715" cy="5542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BF3F8C-82D8-B0CC-7B9B-2D0CBC09B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97" y="662218"/>
            <a:ext cx="2461473" cy="12726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6D5BD6-9B05-E1EC-7C35-58EFD1D54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335" y="2093426"/>
            <a:ext cx="3798343" cy="9195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74F9E2-7A3F-5BCB-AB4F-8E685CC1E0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7847" y="3171583"/>
            <a:ext cx="4770395" cy="3806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C2E767-EADE-7038-4637-19C428F04E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9041" y="4577105"/>
            <a:ext cx="1836579" cy="54868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7B3393A-87A9-E66E-1332-4EA926CE2E94}"/>
              </a:ext>
            </a:extLst>
          </p:cNvPr>
          <p:cNvSpPr txBox="1"/>
          <p:nvPr/>
        </p:nvSpPr>
        <p:spPr>
          <a:xfrm>
            <a:off x="6181577" y="3846613"/>
            <a:ext cx="54909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So lower the standard error, better the estimate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D1E209-828C-CF21-F72A-2B02A15A4EDD}"/>
              </a:ext>
            </a:extLst>
          </p:cNvPr>
          <p:cNvSpPr txBox="1"/>
          <p:nvPr/>
        </p:nvSpPr>
        <p:spPr>
          <a:xfrm>
            <a:off x="6697056" y="4576674"/>
            <a:ext cx="57941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T-statistics and P value tells us that there is a hypothesis. Null hypothesis is Coeff = 0.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32D87F-E534-3B49-0B49-899314355EE3}"/>
              </a:ext>
            </a:extLst>
          </p:cNvPr>
          <p:cNvSpPr txBox="1"/>
          <p:nvPr/>
        </p:nvSpPr>
        <p:spPr>
          <a:xfrm>
            <a:off x="4674313" y="5619487"/>
            <a:ext cx="68640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The significance of a variable is explained by P-value. If P-value is below 0.05 means that variable is significant.   </a:t>
            </a:r>
          </a:p>
        </p:txBody>
      </p:sp>
    </p:spTree>
    <p:extLst>
      <p:ext uri="{BB962C8B-B14F-4D97-AF65-F5344CB8AC3E}">
        <p14:creationId xmlns:p14="http://schemas.microsoft.com/office/powerpoint/2010/main" val="1088414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FEAF88-1BDA-E1E9-8948-0D7A2B05B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9" y="115478"/>
            <a:ext cx="12157011" cy="662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1886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5020C-28F3-F7B7-4D74-A8DB40C08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7811"/>
          </a:xfrm>
        </p:spPr>
        <p:txBody>
          <a:bodyPr/>
          <a:lstStyle/>
          <a:p>
            <a:r>
              <a:rPr lang="en-IN" dirty="0"/>
              <a:t>R Squared Explained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B54CB7-C571-B43A-A66C-13D02112654E}"/>
              </a:ext>
            </a:extLst>
          </p:cNvPr>
          <p:cNvSpPr txBox="1"/>
          <p:nvPr/>
        </p:nvSpPr>
        <p:spPr>
          <a:xfrm>
            <a:off x="376285" y="1265141"/>
            <a:ext cx="115203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R-squared</a:t>
            </a:r>
            <a:r>
              <a:rPr lang="en-GB" dirty="0"/>
              <a:t>, also known as the </a:t>
            </a:r>
            <a:r>
              <a:rPr lang="en-GB" b="1" dirty="0"/>
              <a:t>coefficient of determination</a:t>
            </a:r>
            <a:r>
              <a:rPr lang="en-GB" dirty="0"/>
              <a:t>, is a statistical measure used to </a:t>
            </a:r>
            <a:r>
              <a:rPr lang="en-GB" b="1" dirty="0"/>
              <a:t>evaluate the performance of a regression model</a:t>
            </a:r>
            <a:r>
              <a:rPr lang="en-GB" dirty="0"/>
              <a:t>. It tells us how well the independent variable(s) explain the variation in the dependent variable.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44AA0F-CFEB-4ED9-B7B1-F06C4D84C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63" y="2011208"/>
            <a:ext cx="7845354" cy="2397662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1D2E8909-8596-1A02-DA50-A816C022F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45" y="4517830"/>
            <a:ext cx="587127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 R² ⇒ model fits data well.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 R² ⇒ model doesn’t capture much of the variation.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528B295-B34E-F13A-6284-301EC331D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45" y="5408468"/>
            <a:ext cx="1121125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high R²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 not mean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model is good.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may be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overfitting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Doesn’t indicate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causality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correctness of predictors.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Adjusted R²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preferred when multiple predictors are involved, as it penalizes unnecessary variables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697104A-685C-86FB-FE5C-1EF7ABB3948C}"/>
              </a:ext>
            </a:extLst>
          </p:cNvPr>
          <p:cNvGrpSpPr/>
          <p:nvPr/>
        </p:nvGrpSpPr>
        <p:grpSpPr>
          <a:xfrm>
            <a:off x="3880766" y="4553349"/>
            <a:ext cx="493560" cy="248040"/>
            <a:chOff x="3880766" y="4553349"/>
            <a:chExt cx="493560" cy="24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93D4EC4-6B39-6EA4-3C37-CAE7BD5FF859}"/>
                    </a:ext>
                  </a:extLst>
                </p14:cNvPr>
                <p14:cNvContentPartPr/>
                <p14:nvPr/>
              </p14:nvContentPartPr>
              <p14:xfrm>
                <a:off x="3880766" y="4553349"/>
                <a:ext cx="121680" cy="247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93D4EC4-6B39-6EA4-3C37-CAE7BD5FF85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74646" y="4547229"/>
                  <a:ext cx="1339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924CBC3-3F1F-4628-7F72-F217DE985C33}"/>
                    </a:ext>
                  </a:extLst>
                </p14:cNvPr>
                <p14:cNvContentPartPr/>
                <p14:nvPr/>
              </p14:nvContentPartPr>
              <p14:xfrm>
                <a:off x="4055366" y="4659549"/>
                <a:ext cx="318960" cy="141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924CBC3-3F1F-4628-7F72-F217DE985C3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049246" y="4653429"/>
                  <a:ext cx="331200" cy="1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7AF7936-E550-5AFD-9C95-395A670D403A}"/>
              </a:ext>
            </a:extLst>
          </p:cNvPr>
          <p:cNvGrpSpPr/>
          <p:nvPr/>
        </p:nvGrpSpPr>
        <p:grpSpPr>
          <a:xfrm>
            <a:off x="4628486" y="4430589"/>
            <a:ext cx="794880" cy="361440"/>
            <a:chOff x="4628486" y="4430589"/>
            <a:chExt cx="79488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A78806F-1559-02A6-C93B-06DCDF991569}"/>
                    </a:ext>
                  </a:extLst>
                </p14:cNvPr>
                <p14:cNvContentPartPr/>
                <p14:nvPr/>
              </p14:nvContentPartPr>
              <p14:xfrm>
                <a:off x="4628486" y="4664589"/>
                <a:ext cx="226080" cy="121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A78806F-1559-02A6-C93B-06DCDF99156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622366" y="4658469"/>
                  <a:ext cx="2383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D93AF8E-C3E0-CB42-275C-85C17A24C4D0}"/>
                    </a:ext>
                  </a:extLst>
                </p14:cNvPr>
                <p14:cNvContentPartPr/>
                <p14:nvPr/>
              </p14:nvContentPartPr>
              <p14:xfrm>
                <a:off x="4941326" y="4682949"/>
                <a:ext cx="142920" cy="93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D93AF8E-C3E0-CB42-275C-85C17A24C4D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935206" y="4676829"/>
                  <a:ext cx="1551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E47C4D4-8BA6-8F30-A1A8-8FC15FDB3FF7}"/>
                    </a:ext>
                  </a:extLst>
                </p14:cNvPr>
                <p14:cNvContentPartPr/>
                <p14:nvPr/>
              </p14:nvContentPartPr>
              <p14:xfrm>
                <a:off x="5109806" y="4430589"/>
                <a:ext cx="313560" cy="361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E47C4D4-8BA6-8F30-A1A8-8FC15FDB3FF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103686" y="4424469"/>
                  <a:ext cx="325800" cy="37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5CB3A2C-865B-6763-6FA6-8C651D288DA6}"/>
              </a:ext>
            </a:extLst>
          </p:cNvPr>
          <p:cNvGrpSpPr/>
          <p:nvPr/>
        </p:nvGrpSpPr>
        <p:grpSpPr>
          <a:xfrm>
            <a:off x="5553326" y="4352829"/>
            <a:ext cx="6346080" cy="1365480"/>
            <a:chOff x="5553326" y="4352829"/>
            <a:chExt cx="6346080" cy="136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AE69B51-2C86-5E04-77D0-8722C28D2B41}"/>
                    </a:ext>
                  </a:extLst>
                </p14:cNvPr>
                <p14:cNvContentPartPr/>
                <p14:nvPr/>
              </p14:nvContentPartPr>
              <p14:xfrm>
                <a:off x="10988606" y="4539669"/>
                <a:ext cx="433440" cy="148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AE69B51-2C86-5E04-77D0-8722C28D2B4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982486" y="4533549"/>
                  <a:ext cx="4456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9263C0A-A17D-A327-6177-3F745EF52030}"/>
                    </a:ext>
                  </a:extLst>
                </p14:cNvPr>
                <p14:cNvContentPartPr/>
                <p14:nvPr/>
              </p14:nvContentPartPr>
              <p14:xfrm>
                <a:off x="11647046" y="4352829"/>
                <a:ext cx="252360" cy="3128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9263C0A-A17D-A327-6177-3F745EF5203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640926" y="4346709"/>
                  <a:ext cx="26460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A4FE9F7-23D1-F655-A0E2-3F0CB34F20C3}"/>
                    </a:ext>
                  </a:extLst>
                </p14:cNvPr>
                <p14:cNvContentPartPr/>
                <p14:nvPr/>
              </p14:nvContentPartPr>
              <p14:xfrm>
                <a:off x="8306606" y="4453269"/>
                <a:ext cx="564120" cy="270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A4FE9F7-23D1-F655-A0E2-3F0CB34F20C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300486" y="4447149"/>
                  <a:ext cx="5763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E94B65A-40F0-D0E7-5FCB-B5AA9A0949C9}"/>
                    </a:ext>
                  </a:extLst>
                </p14:cNvPr>
                <p14:cNvContentPartPr/>
                <p14:nvPr/>
              </p14:nvContentPartPr>
              <p14:xfrm>
                <a:off x="8949566" y="4462989"/>
                <a:ext cx="10080" cy="173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E94B65A-40F0-D0E7-5FCB-B5AA9A0949C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943446" y="4456869"/>
                  <a:ext cx="223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C8944C8-841C-EED5-C951-D1AF6D140162}"/>
                    </a:ext>
                  </a:extLst>
                </p14:cNvPr>
                <p14:cNvContentPartPr/>
                <p14:nvPr/>
              </p14:nvContentPartPr>
              <p14:xfrm>
                <a:off x="8944526" y="4585029"/>
                <a:ext cx="103680" cy="48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C8944C8-841C-EED5-C951-D1AF6D14016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938406" y="4578909"/>
                  <a:ext cx="1159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8247656-5016-52EC-B6AF-8626BF244ABC}"/>
                    </a:ext>
                  </a:extLst>
                </p14:cNvPr>
                <p14:cNvContentPartPr/>
                <p14:nvPr/>
              </p14:nvContentPartPr>
              <p14:xfrm>
                <a:off x="9345206" y="4579629"/>
                <a:ext cx="170640" cy="105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8247656-5016-52EC-B6AF-8626BF244AB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339086" y="4573509"/>
                  <a:ext cx="1828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EA9D00A-0EE4-0B2F-85A7-A130C3070D1D}"/>
                    </a:ext>
                  </a:extLst>
                </p14:cNvPr>
                <p14:cNvContentPartPr/>
                <p14:nvPr/>
              </p14:nvContentPartPr>
              <p14:xfrm>
                <a:off x="9584966" y="4549749"/>
                <a:ext cx="371160" cy="166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EA9D00A-0EE4-0B2F-85A7-A130C3070D1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578846" y="4543629"/>
                  <a:ext cx="3834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9A6AEBB-A70D-4BEC-3980-F842715B94D0}"/>
                    </a:ext>
                  </a:extLst>
                </p14:cNvPr>
                <p14:cNvContentPartPr/>
                <p14:nvPr/>
              </p14:nvContentPartPr>
              <p14:xfrm>
                <a:off x="9933446" y="4506189"/>
                <a:ext cx="24120" cy="41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9A6AEBB-A70D-4BEC-3980-F842715B94D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927326" y="4500069"/>
                  <a:ext cx="363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4C49F1A-C3A7-1730-2FD4-C4EA27D3EE94}"/>
                    </a:ext>
                  </a:extLst>
                </p14:cNvPr>
                <p14:cNvContentPartPr/>
                <p14:nvPr/>
              </p14:nvContentPartPr>
              <p14:xfrm>
                <a:off x="10026326" y="4352829"/>
                <a:ext cx="645120" cy="344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4C49F1A-C3A7-1730-2FD4-C4EA27D3EE9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020206" y="4346709"/>
                  <a:ext cx="65736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828218A-E8EB-95BC-55BD-5E36B927E09B}"/>
                    </a:ext>
                  </a:extLst>
                </p14:cNvPr>
                <p14:cNvContentPartPr/>
                <p14:nvPr/>
              </p14:nvContentPartPr>
              <p14:xfrm>
                <a:off x="5553326" y="4570269"/>
                <a:ext cx="207000" cy="323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828218A-E8EB-95BC-55BD-5E36B927E09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547206" y="4564149"/>
                  <a:ext cx="21924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ECE5F06-2280-2A55-A1B0-DB569A035D28}"/>
                    </a:ext>
                  </a:extLst>
                </p14:cNvPr>
                <p14:cNvContentPartPr/>
                <p14:nvPr/>
              </p14:nvContentPartPr>
              <p14:xfrm>
                <a:off x="5884886" y="4650189"/>
                <a:ext cx="106200" cy="148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ECE5F06-2280-2A55-A1B0-DB569A035D2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878766" y="4644069"/>
                  <a:ext cx="1184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98D3643-B3F5-169A-8473-3476D6478B57}"/>
                    </a:ext>
                  </a:extLst>
                </p14:cNvPr>
                <p14:cNvContentPartPr/>
                <p14:nvPr/>
              </p14:nvContentPartPr>
              <p14:xfrm>
                <a:off x="6035366" y="4614909"/>
                <a:ext cx="323640" cy="155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98D3643-B3F5-169A-8473-3476D6478B5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029246" y="4608789"/>
                  <a:ext cx="3358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5C0890B-60F1-4E2B-F91E-E80409E41A88}"/>
                    </a:ext>
                  </a:extLst>
                </p14:cNvPr>
                <p14:cNvContentPartPr/>
                <p14:nvPr/>
              </p14:nvContentPartPr>
              <p14:xfrm>
                <a:off x="6379886" y="4537869"/>
                <a:ext cx="3240" cy="25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5C0890B-60F1-4E2B-F91E-E80409E41A8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373766" y="4531749"/>
                  <a:ext cx="154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BC25651-2F3C-1122-84AF-09BF41C2A79A}"/>
                    </a:ext>
                  </a:extLst>
                </p14:cNvPr>
                <p14:cNvContentPartPr/>
                <p14:nvPr/>
              </p14:nvContentPartPr>
              <p14:xfrm>
                <a:off x="6451166" y="4655589"/>
                <a:ext cx="321840" cy="95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BC25651-2F3C-1122-84AF-09BF41C2A79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445046" y="4649469"/>
                  <a:ext cx="3340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ABA8FF9-7F80-2B8A-354C-DB442BF459A9}"/>
                    </a:ext>
                  </a:extLst>
                </p14:cNvPr>
                <p14:cNvContentPartPr/>
                <p14:nvPr/>
              </p14:nvContentPartPr>
              <p14:xfrm>
                <a:off x="6816926" y="4635429"/>
                <a:ext cx="173520" cy="120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ABA8FF9-7F80-2B8A-354C-DB442BF459A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810806" y="4629309"/>
                  <a:ext cx="1857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DB8C9A5-B524-AC58-959A-EA64DA5E2A44}"/>
                    </a:ext>
                  </a:extLst>
                </p14:cNvPr>
                <p14:cNvContentPartPr/>
                <p14:nvPr/>
              </p14:nvContentPartPr>
              <p14:xfrm>
                <a:off x="7209686" y="4523829"/>
                <a:ext cx="203400" cy="372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DB8C9A5-B524-AC58-959A-EA64DA5E2A4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203566" y="4517709"/>
                  <a:ext cx="21564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EFCB727-7DFE-34D7-1252-F4470CCC5BD0}"/>
                    </a:ext>
                  </a:extLst>
                </p14:cNvPr>
                <p14:cNvContentPartPr/>
                <p14:nvPr/>
              </p14:nvContentPartPr>
              <p14:xfrm>
                <a:off x="7506326" y="4498269"/>
                <a:ext cx="299520" cy="262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EFCB727-7DFE-34D7-1252-F4470CCC5BD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500206" y="4492149"/>
                  <a:ext cx="3117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EC6EBD8-3263-3689-B485-4FB5189E2776}"/>
                    </a:ext>
                  </a:extLst>
                </p14:cNvPr>
                <p14:cNvContentPartPr/>
                <p14:nvPr/>
              </p14:nvContentPartPr>
              <p14:xfrm>
                <a:off x="7844006" y="4482429"/>
                <a:ext cx="23040" cy="446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EC6EBD8-3263-3689-B485-4FB5189E277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837886" y="4476309"/>
                  <a:ext cx="3528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7516D90-E172-F58B-F345-16876896868C}"/>
                    </a:ext>
                  </a:extLst>
                </p14:cNvPr>
                <p14:cNvContentPartPr/>
                <p14:nvPr/>
              </p14:nvContentPartPr>
              <p14:xfrm>
                <a:off x="7861646" y="4692669"/>
                <a:ext cx="61920" cy="87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7516D90-E172-F58B-F345-16876896868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855526" y="4686549"/>
                  <a:ext cx="741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1EC1F3E-CA21-C14A-285E-FB56F5390C09}"/>
                    </a:ext>
                  </a:extLst>
                </p14:cNvPr>
                <p14:cNvContentPartPr/>
                <p14:nvPr/>
              </p14:nvContentPartPr>
              <p14:xfrm>
                <a:off x="8000606" y="4632189"/>
                <a:ext cx="36720" cy="66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1EC1F3E-CA21-C14A-285E-FB56F5390C0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994486" y="4626069"/>
                  <a:ext cx="489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B8A8306-3CDA-0489-8295-FE0096C2619D}"/>
                    </a:ext>
                  </a:extLst>
                </p14:cNvPr>
                <p14:cNvContentPartPr/>
                <p14:nvPr/>
              </p14:nvContentPartPr>
              <p14:xfrm>
                <a:off x="8132366" y="4622829"/>
                <a:ext cx="160560" cy="75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B8A8306-3CDA-0489-8295-FE0096C2619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126246" y="4616709"/>
                  <a:ext cx="1728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CC48888-C5CA-A5E0-6A4B-218E14BA84D6}"/>
                    </a:ext>
                  </a:extLst>
                </p14:cNvPr>
                <p14:cNvContentPartPr/>
                <p14:nvPr/>
              </p14:nvContentPartPr>
              <p14:xfrm>
                <a:off x="6567446" y="4999749"/>
                <a:ext cx="96840" cy="142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CC48888-C5CA-A5E0-6A4B-218E14BA84D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561326" y="4993629"/>
                  <a:ext cx="1090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67A0ECA-2FBD-E144-93EF-8EC890106961}"/>
                    </a:ext>
                  </a:extLst>
                </p14:cNvPr>
                <p14:cNvContentPartPr/>
                <p14:nvPr/>
              </p14:nvContentPartPr>
              <p14:xfrm>
                <a:off x="6713966" y="5049429"/>
                <a:ext cx="164880" cy="110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67A0ECA-2FBD-E144-93EF-8EC89010696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707846" y="5043309"/>
                  <a:ext cx="177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38CAF7D-D4FE-E9AB-74A0-D239E693E705}"/>
                    </a:ext>
                  </a:extLst>
                </p14:cNvPr>
                <p14:cNvContentPartPr/>
                <p14:nvPr/>
              </p14:nvContentPartPr>
              <p14:xfrm>
                <a:off x="6927446" y="4879149"/>
                <a:ext cx="67320" cy="586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38CAF7D-D4FE-E9AB-74A0-D239E693E70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921326" y="4873029"/>
                  <a:ext cx="7956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9B53E1C-DA17-CD77-E634-8866BBFEA1D5}"/>
                    </a:ext>
                  </a:extLst>
                </p14:cNvPr>
                <p14:cNvContentPartPr/>
                <p14:nvPr/>
              </p14:nvContentPartPr>
              <p14:xfrm>
                <a:off x="6976766" y="5097309"/>
                <a:ext cx="62280" cy="92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9B53E1C-DA17-CD77-E634-8866BBFEA1D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970646" y="5091189"/>
                  <a:ext cx="745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20DF9BF-3679-7DD9-BBD7-28206C1BA527}"/>
                    </a:ext>
                  </a:extLst>
                </p14:cNvPr>
                <p14:cNvContentPartPr/>
                <p14:nvPr/>
              </p14:nvContentPartPr>
              <p14:xfrm>
                <a:off x="7127966" y="4869789"/>
                <a:ext cx="286200" cy="259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20DF9BF-3679-7DD9-BBD7-28206C1BA52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121846" y="4863669"/>
                  <a:ext cx="29844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A462BC8-DEB1-723F-0ED1-22BD381FCC30}"/>
                    </a:ext>
                  </a:extLst>
                </p14:cNvPr>
                <p14:cNvContentPartPr/>
                <p14:nvPr/>
              </p14:nvContentPartPr>
              <p14:xfrm>
                <a:off x="7410566" y="4939269"/>
                <a:ext cx="5760" cy="8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A462BC8-DEB1-723F-0ED1-22BD381FCC3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404446" y="4933149"/>
                  <a:ext cx="180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C1B3709-F62B-EA2A-3FD5-1BC8775F2C1B}"/>
                    </a:ext>
                  </a:extLst>
                </p14:cNvPr>
                <p14:cNvContentPartPr/>
                <p14:nvPr/>
              </p14:nvContentPartPr>
              <p14:xfrm>
                <a:off x="7189886" y="5016309"/>
                <a:ext cx="170280" cy="93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C1B3709-F62B-EA2A-3FD5-1BC8775F2C1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183766" y="5010189"/>
                  <a:ext cx="1825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DFE0974-2A37-758D-85E9-3DB4A7B8E8E2}"/>
                    </a:ext>
                  </a:extLst>
                </p14:cNvPr>
                <p14:cNvContentPartPr/>
                <p14:nvPr/>
              </p14:nvContentPartPr>
              <p14:xfrm>
                <a:off x="7477526" y="4933509"/>
                <a:ext cx="518040" cy="203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DFE0974-2A37-758D-85E9-3DB4A7B8E8E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471406" y="4927389"/>
                  <a:ext cx="5302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94409D0-51D0-26F8-086A-9CC886CBE421}"/>
                    </a:ext>
                  </a:extLst>
                </p14:cNvPr>
                <p14:cNvContentPartPr/>
                <p14:nvPr/>
              </p14:nvContentPartPr>
              <p14:xfrm>
                <a:off x="8234606" y="4993989"/>
                <a:ext cx="173880" cy="1123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94409D0-51D0-26F8-086A-9CC886CBE42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228486" y="4987869"/>
                  <a:ext cx="1861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1E45A27-62F9-CBE3-71A5-4D037E5C9F76}"/>
                    </a:ext>
                  </a:extLst>
                </p14:cNvPr>
                <p14:cNvContentPartPr/>
                <p14:nvPr/>
              </p14:nvContentPartPr>
              <p14:xfrm>
                <a:off x="8503886" y="4921629"/>
                <a:ext cx="54000" cy="182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1E45A27-62F9-CBE3-71A5-4D037E5C9F7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497766" y="4915509"/>
                  <a:ext cx="662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5BAE473-9735-F796-6BBB-24220B17DB32}"/>
                    </a:ext>
                  </a:extLst>
                </p14:cNvPr>
                <p14:cNvContentPartPr/>
                <p14:nvPr/>
              </p14:nvContentPartPr>
              <p14:xfrm>
                <a:off x="8609366" y="4783749"/>
                <a:ext cx="284760" cy="2912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5BAE473-9735-F796-6BBB-24220B17DB3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603246" y="4777629"/>
                  <a:ext cx="29700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46BE62A-4F12-0C7E-3879-A6371A38F0B7}"/>
                    </a:ext>
                  </a:extLst>
                </p14:cNvPr>
                <p14:cNvContentPartPr/>
                <p14:nvPr/>
              </p14:nvContentPartPr>
              <p14:xfrm>
                <a:off x="9011486" y="4960869"/>
                <a:ext cx="84960" cy="129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46BE62A-4F12-0C7E-3879-A6371A38F0B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005366" y="4954749"/>
                  <a:ext cx="972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8AB9B6C-F92F-25E7-834E-19FC73248364}"/>
                    </a:ext>
                  </a:extLst>
                </p14:cNvPr>
                <p14:cNvContentPartPr/>
                <p14:nvPr/>
              </p14:nvContentPartPr>
              <p14:xfrm>
                <a:off x="9159446" y="4941789"/>
                <a:ext cx="318600" cy="142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8AB9B6C-F92F-25E7-834E-19FC7324836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153326" y="4935669"/>
                  <a:ext cx="3308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D07F53F-7C22-D3CF-221F-FE0A7A8DDB27}"/>
                    </a:ext>
                  </a:extLst>
                </p14:cNvPr>
                <p14:cNvContentPartPr/>
                <p14:nvPr/>
              </p14:nvContentPartPr>
              <p14:xfrm>
                <a:off x="9468326" y="4875549"/>
                <a:ext cx="15840" cy="12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D07F53F-7C22-D3CF-221F-FE0A7A8DDB2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462206" y="4869429"/>
                  <a:ext cx="280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F623AB4-2F1C-C4EF-C036-9B18D20B20E0}"/>
                    </a:ext>
                  </a:extLst>
                </p14:cNvPr>
                <p14:cNvContentPartPr/>
                <p14:nvPr/>
              </p14:nvContentPartPr>
              <p14:xfrm>
                <a:off x="9593606" y="4974909"/>
                <a:ext cx="303480" cy="91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F623AB4-2F1C-C4EF-C036-9B18D20B20E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587486" y="4968789"/>
                  <a:ext cx="3157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BA15F51-C71D-347B-E41F-7074FFBB744E}"/>
                    </a:ext>
                  </a:extLst>
                </p14:cNvPr>
                <p14:cNvContentPartPr/>
                <p14:nvPr/>
              </p14:nvContentPartPr>
              <p14:xfrm>
                <a:off x="9937406" y="4930269"/>
                <a:ext cx="211680" cy="127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BA15F51-C71D-347B-E41F-7074FFBB744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931286" y="4924149"/>
                  <a:ext cx="2239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DB19E77-1F3F-F58E-E473-27C0E0908943}"/>
                    </a:ext>
                  </a:extLst>
                </p14:cNvPr>
                <p14:cNvContentPartPr/>
                <p14:nvPr/>
              </p14:nvContentPartPr>
              <p14:xfrm>
                <a:off x="10303526" y="4875549"/>
                <a:ext cx="190080" cy="369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DB19E77-1F3F-F58E-E473-27C0E090894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297406" y="4869429"/>
                  <a:ext cx="20232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5A950F7-7BF5-BDB6-2468-0C477621F851}"/>
                    </a:ext>
                  </a:extLst>
                </p14:cNvPr>
                <p14:cNvContentPartPr/>
                <p14:nvPr/>
              </p14:nvContentPartPr>
              <p14:xfrm>
                <a:off x="10680806" y="4840629"/>
                <a:ext cx="361080" cy="211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5A950F7-7BF5-BDB6-2468-0C477621F85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674686" y="4834509"/>
                  <a:ext cx="3733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DC2C437-EE35-04C5-5BB7-EC0A6F4B2708}"/>
                    </a:ext>
                  </a:extLst>
                </p14:cNvPr>
                <p14:cNvContentPartPr/>
                <p14:nvPr/>
              </p14:nvContentPartPr>
              <p14:xfrm>
                <a:off x="7830326" y="5389629"/>
                <a:ext cx="321840" cy="1252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DC2C437-EE35-04C5-5BB7-EC0A6F4B270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824206" y="5383509"/>
                  <a:ext cx="3340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4E2727E-601C-0533-80B6-276E320E8249}"/>
                    </a:ext>
                  </a:extLst>
                </p14:cNvPr>
                <p14:cNvContentPartPr/>
                <p14:nvPr/>
              </p14:nvContentPartPr>
              <p14:xfrm>
                <a:off x="8178086" y="5246709"/>
                <a:ext cx="813600" cy="4716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4E2727E-601C-0533-80B6-276E320E824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171966" y="5240589"/>
                  <a:ext cx="82584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0DE28D3-B6D9-C45B-6270-10594DA515D7}"/>
                    </a:ext>
                  </a:extLst>
                </p14:cNvPr>
                <p14:cNvContentPartPr/>
                <p14:nvPr/>
              </p14:nvContentPartPr>
              <p14:xfrm>
                <a:off x="9021206" y="5197749"/>
                <a:ext cx="241920" cy="2466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0DE28D3-B6D9-C45B-6270-10594DA515D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015086" y="5191629"/>
                  <a:ext cx="2541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86D8242-ED09-3BB4-A754-AF7D08CE65DA}"/>
                    </a:ext>
                  </a:extLst>
                </p14:cNvPr>
                <p14:cNvContentPartPr/>
                <p14:nvPr/>
              </p14:nvContentPartPr>
              <p14:xfrm>
                <a:off x="9211646" y="5313309"/>
                <a:ext cx="132480" cy="1364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86D8242-ED09-3BB4-A754-AF7D08CE65D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205526" y="5307189"/>
                  <a:ext cx="1447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4849664-42B5-608D-49A3-103AF4C8F007}"/>
                    </a:ext>
                  </a:extLst>
                </p14:cNvPr>
                <p14:cNvContentPartPr/>
                <p14:nvPr/>
              </p14:nvContentPartPr>
              <p14:xfrm>
                <a:off x="9355286" y="5328069"/>
                <a:ext cx="202680" cy="92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4849664-42B5-608D-49A3-103AF4C8F00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349166" y="5321949"/>
                  <a:ext cx="2149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19A613D-6753-7207-5EB4-A357DE051211}"/>
                    </a:ext>
                  </a:extLst>
                </p14:cNvPr>
                <p14:cNvContentPartPr/>
                <p14:nvPr/>
              </p14:nvContentPartPr>
              <p14:xfrm>
                <a:off x="9557966" y="5208189"/>
                <a:ext cx="49680" cy="178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19A613D-6753-7207-5EB4-A357DE05121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551846" y="5202069"/>
                  <a:ext cx="619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6A8F679-9FC4-82C0-7CEA-8A6DCF4D809F}"/>
                    </a:ext>
                  </a:extLst>
                </p14:cNvPr>
                <p14:cNvContentPartPr/>
                <p14:nvPr/>
              </p14:nvContentPartPr>
              <p14:xfrm>
                <a:off x="9603686" y="5295309"/>
                <a:ext cx="97920" cy="298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6A8F679-9FC4-82C0-7CEA-8A6DCF4D809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597566" y="5289189"/>
                  <a:ext cx="1101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968AAB6-6B1C-01AE-4FE7-C67F5769EBBE}"/>
                    </a:ext>
                  </a:extLst>
                </p14:cNvPr>
                <p14:cNvContentPartPr/>
                <p14:nvPr/>
              </p14:nvContentPartPr>
              <p14:xfrm>
                <a:off x="9977366" y="5279109"/>
                <a:ext cx="619200" cy="1472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968AAB6-6B1C-01AE-4FE7-C67F5769EBB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971246" y="5272989"/>
                  <a:ext cx="6314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4148D25-FBFA-916B-3758-84080932E061}"/>
                    </a:ext>
                  </a:extLst>
                </p14:cNvPr>
                <p14:cNvContentPartPr/>
                <p14:nvPr/>
              </p14:nvContentPartPr>
              <p14:xfrm>
                <a:off x="10611326" y="5231949"/>
                <a:ext cx="4680" cy="392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4148D25-FBFA-916B-3758-84080932E06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605206" y="5225829"/>
                  <a:ext cx="169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18E00C0-23D8-573B-ED86-0368E08D8559}"/>
                    </a:ext>
                  </a:extLst>
                </p14:cNvPr>
                <p14:cNvContentPartPr/>
                <p14:nvPr/>
              </p14:nvContentPartPr>
              <p14:xfrm>
                <a:off x="10679366" y="5146629"/>
                <a:ext cx="621720" cy="277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18E00C0-23D8-573B-ED86-0368E08D855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673246" y="5140509"/>
                  <a:ext cx="633960" cy="290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000945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52AFCD7-F770-D9F7-AB51-18D2CDCF8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47411"/>
            <a:ext cx="10515600" cy="737811"/>
          </a:xfrm>
        </p:spPr>
        <p:txBody>
          <a:bodyPr/>
          <a:lstStyle/>
          <a:p>
            <a:r>
              <a:rPr lang="en-IN" dirty="0"/>
              <a:t>Linear regression explain with Algebra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661F58-5429-1EA0-BC9E-E9AEBA484A6E}"/>
              </a:ext>
            </a:extLst>
          </p:cNvPr>
          <p:cNvGrpSpPr/>
          <p:nvPr/>
        </p:nvGrpSpPr>
        <p:grpSpPr>
          <a:xfrm>
            <a:off x="425126" y="976749"/>
            <a:ext cx="404280" cy="317160"/>
            <a:chOff x="425126" y="976749"/>
            <a:chExt cx="404280" cy="31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C60F0ED-A10F-9003-BA9B-DBDA905D018D}"/>
                    </a:ext>
                  </a:extLst>
                </p14:cNvPr>
                <p14:cNvContentPartPr/>
                <p14:nvPr/>
              </p14:nvContentPartPr>
              <p14:xfrm>
                <a:off x="425126" y="997269"/>
                <a:ext cx="115560" cy="239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C60F0ED-A10F-9003-BA9B-DBDA905D018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19006" y="991149"/>
                  <a:ext cx="1278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F71D35E-C0AC-A3DC-10A8-9DB64F08DAF8}"/>
                    </a:ext>
                  </a:extLst>
                </p14:cNvPr>
                <p14:cNvContentPartPr/>
                <p14:nvPr/>
              </p14:nvContentPartPr>
              <p14:xfrm>
                <a:off x="575606" y="1155309"/>
                <a:ext cx="100440" cy="138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F71D35E-C0AC-A3DC-10A8-9DB64F08DAF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9486" y="1149189"/>
                  <a:ext cx="1126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7ACA3AD-81B0-29C8-1C5E-FCC1E2A4784F}"/>
                    </a:ext>
                  </a:extLst>
                </p14:cNvPr>
                <p14:cNvContentPartPr/>
                <p14:nvPr/>
              </p14:nvContentPartPr>
              <p14:xfrm>
                <a:off x="760646" y="976749"/>
                <a:ext cx="22680" cy="256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7ACA3AD-81B0-29C8-1C5E-FCC1E2A4784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54526" y="970629"/>
                  <a:ext cx="349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97C9A34-E64C-13EB-C1DF-3913158FE231}"/>
                    </a:ext>
                  </a:extLst>
                </p14:cNvPr>
                <p14:cNvContentPartPr/>
                <p14:nvPr/>
              </p14:nvContentPartPr>
              <p14:xfrm>
                <a:off x="773966" y="1176549"/>
                <a:ext cx="55440" cy="28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97C9A34-E64C-13EB-C1DF-3913158FE23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67846" y="1170429"/>
                  <a:ext cx="67680" cy="4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B8C5972-CF91-1E9A-A8CE-4E7155715AC1}"/>
                  </a:ext>
                </a:extLst>
              </p14:cNvPr>
              <p14:cNvContentPartPr/>
              <p14:nvPr/>
            </p14:nvContentPartPr>
            <p14:xfrm>
              <a:off x="1146926" y="1106709"/>
              <a:ext cx="254160" cy="189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B8C5972-CF91-1E9A-A8CE-4E7155715AC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40806" y="1100589"/>
                <a:ext cx="266400" cy="20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0D616C3F-88ED-C8D6-662E-403076BBB8B9}"/>
              </a:ext>
            </a:extLst>
          </p:cNvPr>
          <p:cNvGrpSpPr/>
          <p:nvPr/>
        </p:nvGrpSpPr>
        <p:grpSpPr>
          <a:xfrm>
            <a:off x="1632926" y="1072509"/>
            <a:ext cx="1135800" cy="189360"/>
            <a:chOff x="1632926" y="1072509"/>
            <a:chExt cx="1135800" cy="18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B577996-97C1-40AF-3C85-9BF40E10B46A}"/>
                    </a:ext>
                  </a:extLst>
                </p14:cNvPr>
                <p14:cNvContentPartPr/>
                <p14:nvPr/>
              </p14:nvContentPartPr>
              <p14:xfrm>
                <a:off x="1632926" y="1093029"/>
                <a:ext cx="174600" cy="120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B577996-97C1-40AF-3C85-9BF40E10B46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26806" y="1086909"/>
                  <a:ext cx="1868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4EB1F2C-8DD7-4E79-6061-CFABF190784B}"/>
                    </a:ext>
                  </a:extLst>
                </p14:cNvPr>
                <p14:cNvContentPartPr/>
                <p14:nvPr/>
              </p14:nvContentPartPr>
              <p14:xfrm>
                <a:off x="1844246" y="1072509"/>
                <a:ext cx="214200" cy="189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4EB1F2C-8DD7-4E79-6061-CFABF190784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38126" y="1066389"/>
                  <a:ext cx="2264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995FAF3-0EE4-788A-4D56-6ED862701117}"/>
                    </a:ext>
                  </a:extLst>
                </p14:cNvPr>
                <p14:cNvContentPartPr/>
                <p14:nvPr/>
              </p14:nvContentPartPr>
              <p14:xfrm>
                <a:off x="2140166" y="1117869"/>
                <a:ext cx="441000" cy="114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995FAF3-0EE4-788A-4D56-6ED86270111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34046" y="1111749"/>
                  <a:ext cx="4532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156972C-1F43-BFCA-0918-2442376B077B}"/>
                    </a:ext>
                  </a:extLst>
                </p14:cNvPr>
                <p14:cNvContentPartPr/>
                <p14:nvPr/>
              </p14:nvContentPartPr>
              <p14:xfrm>
                <a:off x="2682326" y="1108869"/>
                <a:ext cx="86400" cy="114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156972C-1F43-BFCA-0918-2442376B077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76206" y="1102749"/>
                  <a:ext cx="98640" cy="12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47B5420-12BB-0CA9-67C0-9354B25A4C4A}"/>
              </a:ext>
            </a:extLst>
          </p:cNvPr>
          <p:cNvGrpSpPr/>
          <p:nvPr/>
        </p:nvGrpSpPr>
        <p:grpSpPr>
          <a:xfrm>
            <a:off x="3346886" y="860109"/>
            <a:ext cx="964080" cy="496440"/>
            <a:chOff x="3346886" y="860109"/>
            <a:chExt cx="964080" cy="49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4E3A36E-102E-F5F6-FDC6-D05F51992E66}"/>
                    </a:ext>
                  </a:extLst>
                </p14:cNvPr>
                <p14:cNvContentPartPr/>
                <p14:nvPr/>
              </p14:nvContentPartPr>
              <p14:xfrm>
                <a:off x="3346886" y="1051989"/>
                <a:ext cx="91440" cy="148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4E3A36E-102E-F5F6-FDC6-D05F51992E6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40766" y="1045869"/>
                  <a:ext cx="1036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EC81851-F753-CE91-C31F-6E2A96D44BED}"/>
                    </a:ext>
                  </a:extLst>
                </p14:cNvPr>
                <p14:cNvContentPartPr/>
                <p14:nvPr/>
              </p14:nvContentPartPr>
              <p14:xfrm>
                <a:off x="3365606" y="1029669"/>
                <a:ext cx="215280" cy="326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EC81851-F753-CE91-C31F-6E2A96D44BE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359486" y="1023549"/>
                  <a:ext cx="2275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8C7AC18-BE4F-B08A-A0A8-D9289DFE10AB}"/>
                    </a:ext>
                  </a:extLst>
                </p14:cNvPr>
                <p14:cNvContentPartPr/>
                <p14:nvPr/>
              </p14:nvContentPartPr>
              <p14:xfrm>
                <a:off x="3716246" y="1132269"/>
                <a:ext cx="59760" cy="9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8C7AC18-BE4F-B08A-A0A8-D9289DFE10A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10126" y="1126149"/>
                  <a:ext cx="720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B507850-2079-0C60-AF8B-096613A5AB39}"/>
                    </a:ext>
                  </a:extLst>
                </p14:cNvPr>
                <p14:cNvContentPartPr/>
                <p14:nvPr/>
              </p14:nvContentPartPr>
              <p14:xfrm>
                <a:off x="3707966" y="1211829"/>
                <a:ext cx="92880" cy="32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B507850-2079-0C60-AF8B-096613A5AB3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701846" y="1205709"/>
                  <a:ext cx="1051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D5A9E2E-AE38-4D5C-D7F5-E56BFAAFF6C2}"/>
                    </a:ext>
                  </a:extLst>
                </p14:cNvPr>
                <p14:cNvContentPartPr/>
                <p14:nvPr/>
              </p14:nvContentPartPr>
              <p14:xfrm>
                <a:off x="3945926" y="1035789"/>
                <a:ext cx="149400" cy="243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D5A9E2E-AE38-4D5C-D7F5-E56BFAAFF6C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39806" y="1029669"/>
                  <a:ext cx="1616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A780661-20BA-FF39-65E5-E9486FD9185F}"/>
                    </a:ext>
                  </a:extLst>
                </p14:cNvPr>
                <p14:cNvContentPartPr/>
                <p14:nvPr/>
              </p14:nvContentPartPr>
              <p14:xfrm>
                <a:off x="3920366" y="1047309"/>
                <a:ext cx="173880" cy="267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A780661-20BA-FF39-65E5-E9486FD9185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14246" y="1041189"/>
                  <a:ext cx="1861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77A02ED-1FAD-C1DB-B652-E55816A7496D}"/>
                    </a:ext>
                  </a:extLst>
                </p14:cNvPr>
                <p14:cNvContentPartPr/>
                <p14:nvPr/>
              </p14:nvContentPartPr>
              <p14:xfrm>
                <a:off x="4202966" y="958749"/>
                <a:ext cx="108000" cy="3463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77A02ED-1FAD-C1DB-B652-E55816A7496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96846" y="952629"/>
                  <a:ext cx="12024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339AF3F-4FB8-455F-28B9-F990D4C99628}"/>
                    </a:ext>
                  </a:extLst>
                </p14:cNvPr>
                <p14:cNvContentPartPr/>
                <p14:nvPr/>
              </p14:nvContentPartPr>
              <p14:xfrm>
                <a:off x="3395486" y="860109"/>
                <a:ext cx="141840" cy="158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339AF3F-4FB8-455F-28B9-F990D4C9962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89366" y="853989"/>
                  <a:ext cx="154080" cy="17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6AAD31C-7908-20C7-679C-ECBB24BB5BF0}"/>
                  </a:ext>
                </a:extLst>
              </p14:cNvPr>
              <p14:cNvContentPartPr/>
              <p14:nvPr/>
            </p14:nvContentPartPr>
            <p14:xfrm>
              <a:off x="4623806" y="872349"/>
              <a:ext cx="754920" cy="3348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6AAD31C-7908-20C7-679C-ECBB24BB5BF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617686" y="866229"/>
                <a:ext cx="767160" cy="34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4157266C-14FF-0AB0-8025-825BB8408428}"/>
              </a:ext>
            </a:extLst>
          </p:cNvPr>
          <p:cNvGrpSpPr/>
          <p:nvPr/>
        </p:nvGrpSpPr>
        <p:grpSpPr>
          <a:xfrm>
            <a:off x="5886686" y="851829"/>
            <a:ext cx="1479960" cy="408240"/>
            <a:chOff x="5886686" y="851829"/>
            <a:chExt cx="1479960" cy="40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57E2987-9F7E-B693-B9E4-3AA3D5CEE86E}"/>
                    </a:ext>
                  </a:extLst>
                </p14:cNvPr>
                <p14:cNvContentPartPr/>
                <p14:nvPr/>
              </p14:nvContentPartPr>
              <p14:xfrm>
                <a:off x="5886686" y="964149"/>
                <a:ext cx="165600" cy="180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57E2987-9F7E-B693-B9E4-3AA3D5CEE86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80566" y="958029"/>
                  <a:ext cx="1778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7AA174C-704C-D9CB-44BD-7D18F79326C4}"/>
                    </a:ext>
                  </a:extLst>
                </p14:cNvPr>
                <p14:cNvContentPartPr/>
                <p14:nvPr/>
              </p14:nvContentPartPr>
              <p14:xfrm>
                <a:off x="5899286" y="937509"/>
                <a:ext cx="164880" cy="248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7AA174C-704C-D9CB-44BD-7D18F79326C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893166" y="931389"/>
                  <a:ext cx="1771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BCAA985-45B7-3F96-0BAD-C9224B0EE55D}"/>
                    </a:ext>
                  </a:extLst>
                </p14:cNvPr>
                <p14:cNvContentPartPr/>
                <p14:nvPr/>
              </p14:nvContentPartPr>
              <p14:xfrm>
                <a:off x="6212126" y="1014909"/>
                <a:ext cx="180720" cy="91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BCAA985-45B7-3F96-0BAD-C9224B0EE55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206006" y="1008789"/>
                  <a:ext cx="1929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D0CE85F-E30A-FB2C-2A8C-BF76615D98A5}"/>
                    </a:ext>
                  </a:extLst>
                </p14:cNvPr>
                <p14:cNvContentPartPr/>
                <p14:nvPr/>
              </p14:nvContentPartPr>
              <p14:xfrm>
                <a:off x="6584366" y="966669"/>
                <a:ext cx="199080" cy="115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D0CE85F-E30A-FB2C-2A8C-BF76615D98A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578246" y="960549"/>
                  <a:ext cx="2113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18AFBB1-7E72-384D-C299-7A3D8A7079D2}"/>
                    </a:ext>
                  </a:extLst>
                </p14:cNvPr>
                <p14:cNvContentPartPr/>
                <p14:nvPr/>
              </p14:nvContentPartPr>
              <p14:xfrm>
                <a:off x="6910886" y="982869"/>
                <a:ext cx="80280" cy="92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18AFBB1-7E72-384D-C299-7A3D8A7079D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904766" y="976749"/>
                  <a:ext cx="925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79C543E-1D9C-EF09-EA71-DD267C99376E}"/>
                    </a:ext>
                  </a:extLst>
                </p14:cNvPr>
                <p14:cNvContentPartPr/>
                <p14:nvPr/>
              </p14:nvContentPartPr>
              <p14:xfrm>
                <a:off x="6934286" y="963429"/>
                <a:ext cx="127800" cy="141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79C543E-1D9C-EF09-EA71-DD267C99376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928166" y="957309"/>
                  <a:ext cx="1400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1E04D16-B3D1-DA91-B5B1-A34DA8EDC522}"/>
                    </a:ext>
                  </a:extLst>
                </p14:cNvPr>
                <p14:cNvContentPartPr/>
                <p14:nvPr/>
              </p14:nvContentPartPr>
              <p14:xfrm>
                <a:off x="7212926" y="851829"/>
                <a:ext cx="9000" cy="408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1E04D16-B3D1-DA91-B5B1-A34DA8EDC52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206806" y="845709"/>
                  <a:ext cx="2124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EBC8558-F057-2435-99C1-309D1A9CD262}"/>
                    </a:ext>
                  </a:extLst>
                </p14:cNvPr>
                <p14:cNvContentPartPr/>
                <p14:nvPr/>
              </p14:nvContentPartPr>
              <p14:xfrm>
                <a:off x="7232726" y="932109"/>
                <a:ext cx="133920" cy="158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EBC8558-F057-2435-99C1-309D1A9CD26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226606" y="925989"/>
                  <a:ext cx="1461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1239958-A5C5-4664-F6FE-9C4C69CC4D87}"/>
              </a:ext>
            </a:extLst>
          </p:cNvPr>
          <p:cNvGrpSpPr/>
          <p:nvPr/>
        </p:nvGrpSpPr>
        <p:grpSpPr>
          <a:xfrm>
            <a:off x="7686686" y="774429"/>
            <a:ext cx="861480" cy="550440"/>
            <a:chOff x="7686686" y="774429"/>
            <a:chExt cx="861480" cy="55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6B5F0BF-7637-BBE4-9088-1F45FE0E3D9A}"/>
                    </a:ext>
                  </a:extLst>
                </p14:cNvPr>
                <p14:cNvContentPartPr/>
                <p14:nvPr/>
              </p14:nvContentPartPr>
              <p14:xfrm>
                <a:off x="7728086" y="999429"/>
                <a:ext cx="11880" cy="77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6B5F0BF-7637-BBE4-9088-1F45FE0E3D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721966" y="993309"/>
                  <a:ext cx="241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3B65A77-02E4-87B7-D02C-D1DCF05CA3B7}"/>
                    </a:ext>
                  </a:extLst>
                </p14:cNvPr>
                <p14:cNvContentPartPr/>
                <p14:nvPr/>
              </p14:nvContentPartPr>
              <p14:xfrm>
                <a:off x="7686686" y="855069"/>
                <a:ext cx="5040" cy="36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3B65A77-02E4-87B7-D02C-D1DCF05CA3B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680566" y="848949"/>
                  <a:ext cx="172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8E004BA-0F74-3EEF-DA03-4062BA779132}"/>
                    </a:ext>
                  </a:extLst>
                </p14:cNvPr>
                <p14:cNvContentPartPr/>
                <p14:nvPr/>
              </p14:nvContentPartPr>
              <p14:xfrm>
                <a:off x="7804046" y="1003749"/>
                <a:ext cx="125280" cy="113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8E004BA-0F74-3EEF-DA03-4062BA77913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797926" y="997629"/>
                  <a:ext cx="1375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46B9DEB-8D0C-DC5D-9EC0-DE1D087BAC2B}"/>
                    </a:ext>
                  </a:extLst>
                </p14:cNvPr>
                <p14:cNvContentPartPr/>
                <p14:nvPr/>
              </p14:nvContentPartPr>
              <p14:xfrm>
                <a:off x="8017886" y="774429"/>
                <a:ext cx="25200" cy="550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46B9DEB-8D0C-DC5D-9EC0-DE1D087BAC2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011766" y="768309"/>
                  <a:ext cx="37440" cy="56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2E6B84E-5DF3-4F0D-F4F5-572EEDE2348D}"/>
                    </a:ext>
                  </a:extLst>
                </p14:cNvPr>
                <p14:cNvContentPartPr/>
                <p14:nvPr/>
              </p14:nvContentPartPr>
              <p14:xfrm>
                <a:off x="8043446" y="966669"/>
                <a:ext cx="102240" cy="975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2E6B84E-5DF3-4F0D-F4F5-572EEDE2348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037326" y="960549"/>
                  <a:ext cx="1144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C8D52A5-F165-F871-EED8-A1EDE5F444AB}"/>
                    </a:ext>
                  </a:extLst>
                </p14:cNvPr>
                <p14:cNvContentPartPr/>
                <p14:nvPr/>
              </p14:nvContentPartPr>
              <p14:xfrm>
                <a:off x="8229566" y="841749"/>
                <a:ext cx="256680" cy="236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C8D52A5-F165-F871-EED8-A1EDE5F444A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223446" y="835629"/>
                  <a:ext cx="2689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DE25929-B279-7672-A209-A92549A7AEFB}"/>
                    </a:ext>
                  </a:extLst>
                </p14:cNvPr>
                <p14:cNvContentPartPr/>
                <p14:nvPr/>
              </p14:nvContentPartPr>
              <p14:xfrm>
                <a:off x="8495606" y="968469"/>
                <a:ext cx="52560" cy="29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DE25929-B279-7672-A209-A92549A7AEF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489486" y="962349"/>
                  <a:ext cx="6480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98E623B-73E5-1106-E92C-C571C1CCDCC6}"/>
              </a:ext>
            </a:extLst>
          </p:cNvPr>
          <p:cNvGrpSpPr/>
          <p:nvPr/>
        </p:nvGrpSpPr>
        <p:grpSpPr>
          <a:xfrm>
            <a:off x="8854526" y="819069"/>
            <a:ext cx="1168920" cy="264240"/>
            <a:chOff x="8854526" y="819069"/>
            <a:chExt cx="1168920" cy="26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5065CEA-52BC-55B8-CAC0-C660E06ED487}"/>
                    </a:ext>
                  </a:extLst>
                </p14:cNvPr>
                <p14:cNvContentPartPr/>
                <p14:nvPr/>
              </p14:nvContentPartPr>
              <p14:xfrm>
                <a:off x="8854526" y="969549"/>
                <a:ext cx="293760" cy="105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5065CEA-52BC-55B8-CAC0-C660E06ED48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848406" y="963429"/>
                  <a:ext cx="3060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C9F7933-AC86-AF84-BCF5-82F30B04AC3D}"/>
                    </a:ext>
                  </a:extLst>
                </p14:cNvPr>
                <p14:cNvContentPartPr/>
                <p14:nvPr/>
              </p14:nvContentPartPr>
              <p14:xfrm>
                <a:off x="9191846" y="952989"/>
                <a:ext cx="142920" cy="101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C9F7933-AC86-AF84-BCF5-82F30B04AC3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185726" y="946869"/>
                  <a:ext cx="1551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70F1E96-CBF0-C9FE-ED93-827BFA04D5C7}"/>
                    </a:ext>
                  </a:extLst>
                </p14:cNvPr>
                <p14:cNvContentPartPr/>
                <p14:nvPr/>
              </p14:nvContentPartPr>
              <p14:xfrm>
                <a:off x="9462566" y="823029"/>
                <a:ext cx="278640" cy="227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70F1E96-CBF0-C9FE-ED93-827BFA04D5C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456446" y="816909"/>
                  <a:ext cx="2908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6583D14-8FB0-E6D9-D05E-7587B6284994}"/>
                    </a:ext>
                  </a:extLst>
                </p14:cNvPr>
                <p14:cNvContentPartPr/>
                <p14:nvPr/>
              </p14:nvContentPartPr>
              <p14:xfrm>
                <a:off x="9771446" y="819069"/>
                <a:ext cx="11160" cy="45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6583D14-8FB0-E6D9-D05E-7587B628499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765326" y="812949"/>
                  <a:ext cx="234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288CC48-DCDF-5BBB-C856-4F500EA59B53}"/>
                    </a:ext>
                  </a:extLst>
                </p14:cNvPr>
                <p14:cNvContentPartPr/>
                <p14:nvPr/>
              </p14:nvContentPartPr>
              <p14:xfrm>
                <a:off x="9861086" y="991869"/>
                <a:ext cx="96120" cy="63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288CC48-DCDF-5BBB-C856-4F500EA59B5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854966" y="985749"/>
                  <a:ext cx="1083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D7F2AE2-AACB-E228-7649-72FBE1F04C55}"/>
                    </a:ext>
                  </a:extLst>
                </p14:cNvPr>
                <p14:cNvContentPartPr/>
                <p14:nvPr/>
              </p14:nvContentPartPr>
              <p14:xfrm>
                <a:off x="9887726" y="961269"/>
                <a:ext cx="135720" cy="122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D7F2AE2-AACB-E228-7649-72FBE1F04C5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881606" y="955149"/>
                  <a:ext cx="147960" cy="13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C5FFCCBC-789B-9694-EB15-DDFE56BEBB8D}"/>
                  </a:ext>
                </a:extLst>
              </p14:cNvPr>
              <p14:cNvContentPartPr/>
              <p14:nvPr/>
            </p14:nvContentPartPr>
            <p14:xfrm>
              <a:off x="5970926" y="1320189"/>
              <a:ext cx="106560" cy="2620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C5FFCCBC-789B-9694-EB15-DDFE56BEBB8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964806" y="1314069"/>
                <a:ext cx="11880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5424EC1-EE29-149D-D012-9208B8D415D4}"/>
                  </a:ext>
                </a:extLst>
              </p14:cNvPr>
              <p14:cNvContentPartPr/>
              <p14:nvPr/>
            </p14:nvContentPartPr>
            <p14:xfrm>
              <a:off x="6336686" y="1455549"/>
              <a:ext cx="167040" cy="576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5424EC1-EE29-149D-D012-9208B8D415D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330566" y="1449429"/>
                <a:ext cx="179280" cy="6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48286644-68CD-F087-FD90-69815829CF77}"/>
              </a:ext>
            </a:extLst>
          </p:cNvPr>
          <p:cNvGrpSpPr/>
          <p:nvPr/>
        </p:nvGrpSpPr>
        <p:grpSpPr>
          <a:xfrm>
            <a:off x="6821246" y="1304709"/>
            <a:ext cx="531720" cy="354240"/>
            <a:chOff x="6821246" y="1304709"/>
            <a:chExt cx="531720" cy="35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BD843CA-4F69-DE72-7E3C-C90F4EBE590A}"/>
                    </a:ext>
                  </a:extLst>
                </p14:cNvPr>
                <p14:cNvContentPartPr/>
                <p14:nvPr/>
              </p14:nvContentPartPr>
              <p14:xfrm>
                <a:off x="6821246" y="1329909"/>
                <a:ext cx="10080" cy="329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BD843CA-4F69-DE72-7E3C-C90F4EBE590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815126" y="1323789"/>
                  <a:ext cx="2232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D62553B-4D5E-26F9-BBC9-740F614C7709}"/>
                    </a:ext>
                  </a:extLst>
                </p14:cNvPr>
                <p14:cNvContentPartPr/>
                <p14:nvPr/>
              </p14:nvContentPartPr>
              <p14:xfrm>
                <a:off x="6835286" y="1428189"/>
                <a:ext cx="123480" cy="874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D62553B-4D5E-26F9-BBC9-740F614C770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829166" y="1422069"/>
                  <a:ext cx="1357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B1E4A5C-BDAA-AD15-C820-58D5E3D3E1E6}"/>
                    </a:ext>
                  </a:extLst>
                </p14:cNvPr>
                <p14:cNvContentPartPr/>
                <p14:nvPr/>
              </p14:nvContentPartPr>
              <p14:xfrm>
                <a:off x="7073606" y="1432149"/>
                <a:ext cx="102960" cy="69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B1E4A5C-BDAA-AD15-C820-58D5E3D3E1E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067486" y="1426029"/>
                  <a:ext cx="1152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9DF3819-1C39-9D16-7D9F-67729E290223}"/>
                    </a:ext>
                  </a:extLst>
                </p14:cNvPr>
                <p14:cNvContentPartPr/>
                <p14:nvPr/>
              </p14:nvContentPartPr>
              <p14:xfrm>
                <a:off x="7076846" y="1402629"/>
                <a:ext cx="123480" cy="1170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9DF3819-1C39-9D16-7D9F-67729E29022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070726" y="1396509"/>
                  <a:ext cx="1357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AAFDBB5-D4D2-9878-51CD-B46717DCCB1F}"/>
                    </a:ext>
                  </a:extLst>
                </p14:cNvPr>
                <p14:cNvContentPartPr/>
                <p14:nvPr/>
              </p14:nvContentPartPr>
              <p14:xfrm>
                <a:off x="7338926" y="1304709"/>
                <a:ext cx="14040" cy="191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AAFDBB5-D4D2-9878-51CD-B46717DCCB1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332806" y="1298589"/>
                  <a:ext cx="26280" cy="20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69D1FB83-3CC5-3CB9-E228-99D337598706}"/>
              </a:ext>
            </a:extLst>
          </p:cNvPr>
          <p:cNvGrpSpPr/>
          <p:nvPr/>
        </p:nvGrpSpPr>
        <p:grpSpPr>
          <a:xfrm>
            <a:off x="5941766" y="1656789"/>
            <a:ext cx="186480" cy="421200"/>
            <a:chOff x="5941766" y="1656789"/>
            <a:chExt cx="186480" cy="42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7EDA437-7CBC-322B-3B08-9909B88D0CD3}"/>
                    </a:ext>
                  </a:extLst>
                </p14:cNvPr>
                <p14:cNvContentPartPr/>
                <p14:nvPr/>
              </p14:nvContentPartPr>
              <p14:xfrm>
                <a:off x="5941766" y="1806549"/>
                <a:ext cx="90360" cy="162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7EDA437-7CBC-322B-3B08-9909B88D0CD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935646" y="1800429"/>
                  <a:ext cx="1026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D20371D-3DCE-D0BF-7FA9-40196F1640CE}"/>
                    </a:ext>
                  </a:extLst>
                </p14:cNvPr>
                <p14:cNvContentPartPr/>
                <p14:nvPr/>
              </p14:nvContentPartPr>
              <p14:xfrm>
                <a:off x="5966966" y="1846869"/>
                <a:ext cx="143280" cy="231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D20371D-3DCE-D0BF-7FA9-40196F1640C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60846" y="1840749"/>
                  <a:ext cx="1555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97219F3-5A79-71CB-1DD8-D5F76010A860}"/>
                    </a:ext>
                  </a:extLst>
                </p14:cNvPr>
                <p14:cNvContentPartPr/>
                <p14:nvPr/>
              </p14:nvContentPartPr>
              <p14:xfrm>
                <a:off x="5993246" y="1656789"/>
                <a:ext cx="135000" cy="117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97219F3-5A79-71CB-1DD8-D5F76010A86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987126" y="1650669"/>
                  <a:ext cx="147240" cy="12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92FCDB94-E7DF-9B89-222B-6485B79AD966}"/>
                  </a:ext>
                </a:extLst>
              </p14:cNvPr>
              <p14:cNvContentPartPr/>
              <p14:nvPr/>
            </p14:nvContentPartPr>
            <p14:xfrm>
              <a:off x="6410486" y="1861269"/>
              <a:ext cx="214200" cy="7200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92FCDB94-E7DF-9B89-222B-6485B79AD96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404366" y="1855149"/>
                <a:ext cx="226440" cy="8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EA384838-2E62-926C-1801-692021B361FD}"/>
              </a:ext>
            </a:extLst>
          </p:cNvPr>
          <p:cNvGrpSpPr/>
          <p:nvPr/>
        </p:nvGrpSpPr>
        <p:grpSpPr>
          <a:xfrm>
            <a:off x="6950126" y="1772349"/>
            <a:ext cx="440640" cy="210600"/>
            <a:chOff x="6950126" y="1772349"/>
            <a:chExt cx="440640" cy="21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A46E7E1-488B-976E-33E3-4AC595C3A971}"/>
                    </a:ext>
                  </a:extLst>
                </p14:cNvPr>
                <p14:cNvContentPartPr/>
                <p14:nvPr/>
              </p14:nvContentPartPr>
              <p14:xfrm>
                <a:off x="6950126" y="1843629"/>
                <a:ext cx="135720" cy="1123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A46E7E1-488B-976E-33E3-4AC595C3A97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944006" y="1837509"/>
                  <a:ext cx="1479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9489FD0-C781-AFC6-A08A-1AB099CBBE58}"/>
                    </a:ext>
                  </a:extLst>
                </p14:cNvPr>
                <p14:cNvContentPartPr/>
                <p14:nvPr/>
              </p14:nvContentPartPr>
              <p14:xfrm>
                <a:off x="7173326" y="1869909"/>
                <a:ext cx="64800" cy="37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9489FD0-C781-AFC6-A08A-1AB099CBBE5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167206" y="1863789"/>
                  <a:ext cx="770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C24FFF9-38E6-563B-B5C8-03A9980A851C}"/>
                    </a:ext>
                  </a:extLst>
                </p14:cNvPr>
                <p14:cNvContentPartPr/>
                <p14:nvPr/>
              </p14:nvContentPartPr>
              <p14:xfrm>
                <a:off x="7156766" y="1832469"/>
                <a:ext cx="140040" cy="113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C24FFF9-38E6-563B-B5C8-03A9980A851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150646" y="1826349"/>
                  <a:ext cx="1522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4D46949-0532-EA6B-9F7E-3265A8DF7C31}"/>
                    </a:ext>
                  </a:extLst>
                </p14:cNvPr>
                <p14:cNvContentPartPr/>
                <p14:nvPr/>
              </p14:nvContentPartPr>
              <p14:xfrm>
                <a:off x="7379966" y="1772349"/>
                <a:ext cx="10800" cy="2106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4D46949-0532-EA6B-9F7E-3265A8DF7C3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373846" y="1766229"/>
                  <a:ext cx="23040" cy="22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4BDD9D69-1320-4F92-E9BD-FB970BBCE14F}"/>
              </a:ext>
            </a:extLst>
          </p:cNvPr>
          <p:cNvGrpSpPr/>
          <p:nvPr/>
        </p:nvGrpSpPr>
        <p:grpSpPr>
          <a:xfrm>
            <a:off x="7715126" y="1259349"/>
            <a:ext cx="1464480" cy="838800"/>
            <a:chOff x="7715126" y="1259349"/>
            <a:chExt cx="1464480" cy="83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DA427A7-90A6-2984-B780-918C11A31F33}"/>
                    </a:ext>
                  </a:extLst>
                </p14:cNvPr>
                <p14:cNvContentPartPr/>
                <p14:nvPr/>
              </p14:nvContentPartPr>
              <p14:xfrm>
                <a:off x="7715126" y="1343949"/>
                <a:ext cx="190080" cy="150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DA427A7-90A6-2984-B780-918C11A31F3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709006" y="1337829"/>
                  <a:ext cx="2023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E2EFBE5-C7FE-2A92-EEA8-C4F5F5434C8A}"/>
                    </a:ext>
                  </a:extLst>
                </p14:cNvPr>
                <p14:cNvContentPartPr/>
                <p14:nvPr/>
              </p14:nvContentPartPr>
              <p14:xfrm>
                <a:off x="8009606" y="1293909"/>
                <a:ext cx="50760" cy="36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E2EFBE5-C7FE-2A92-EEA8-C4F5F5434C8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003486" y="1287789"/>
                  <a:ext cx="6300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283B603-706E-3E7C-5CDB-FE53DD589726}"/>
                    </a:ext>
                  </a:extLst>
                </p14:cNvPr>
                <p14:cNvContentPartPr/>
                <p14:nvPr/>
              </p14:nvContentPartPr>
              <p14:xfrm>
                <a:off x="8018966" y="1430349"/>
                <a:ext cx="68040" cy="64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283B603-706E-3E7C-5CDB-FE53DD58972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012846" y="1424229"/>
                  <a:ext cx="802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BAECF04-5B6D-0749-15FC-733857A1E821}"/>
                    </a:ext>
                  </a:extLst>
                </p14:cNvPr>
                <p14:cNvContentPartPr/>
                <p14:nvPr/>
              </p14:nvContentPartPr>
              <p14:xfrm>
                <a:off x="8147126" y="1264389"/>
                <a:ext cx="88200" cy="372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BAECF04-5B6D-0749-15FC-733857A1E82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141006" y="1258269"/>
                  <a:ext cx="10044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77F9C20-C4BA-DCE9-530F-C2991AE85F51}"/>
                    </a:ext>
                  </a:extLst>
                </p14:cNvPr>
                <p14:cNvContentPartPr/>
                <p14:nvPr/>
              </p14:nvContentPartPr>
              <p14:xfrm>
                <a:off x="8136326" y="1424229"/>
                <a:ext cx="54000" cy="554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77F9C20-C4BA-DCE9-530F-C2991AE85F5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30206" y="1418109"/>
                  <a:ext cx="662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33810D1-2927-E39D-AF1A-E37BED690A0E}"/>
                    </a:ext>
                  </a:extLst>
                </p14:cNvPr>
                <p14:cNvContentPartPr/>
                <p14:nvPr/>
              </p14:nvContentPartPr>
              <p14:xfrm>
                <a:off x="7920326" y="1407669"/>
                <a:ext cx="83880" cy="1058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33810D1-2927-E39D-AF1A-E37BED690A0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914206" y="1401549"/>
                  <a:ext cx="961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A929E3B-A2F8-4BFF-E624-5857DDFEEEC1}"/>
                    </a:ext>
                  </a:extLst>
                </p14:cNvPr>
                <p14:cNvContentPartPr/>
                <p14:nvPr/>
              </p14:nvContentPartPr>
              <p14:xfrm>
                <a:off x="8285006" y="1404069"/>
                <a:ext cx="18360" cy="65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A929E3B-A2F8-4BFF-E624-5857DDFEEEC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278886" y="1397949"/>
                  <a:ext cx="306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0FBD2FD-4C1B-6B5E-EDFE-9CE87CCF445D}"/>
                    </a:ext>
                  </a:extLst>
                </p14:cNvPr>
                <p14:cNvContentPartPr/>
                <p14:nvPr/>
              </p14:nvContentPartPr>
              <p14:xfrm>
                <a:off x="8265926" y="1301109"/>
                <a:ext cx="11520" cy="45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0FBD2FD-4C1B-6B5E-EDFE-9CE87CCF445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259806" y="1294989"/>
                  <a:ext cx="237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60F2F35-77AA-8849-5DBE-2D3A2CD7AD82}"/>
                    </a:ext>
                  </a:extLst>
                </p14:cNvPr>
                <p14:cNvContentPartPr/>
                <p14:nvPr/>
              </p14:nvContentPartPr>
              <p14:xfrm>
                <a:off x="8387246" y="1381389"/>
                <a:ext cx="149400" cy="849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60F2F35-77AA-8849-5DBE-2D3A2CD7AD8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381126" y="1375269"/>
                  <a:ext cx="1616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A7A830B-B863-BAE3-4E6D-1CA343F0AC1D}"/>
                    </a:ext>
                  </a:extLst>
                </p14:cNvPr>
                <p14:cNvContentPartPr/>
                <p14:nvPr/>
              </p14:nvContentPartPr>
              <p14:xfrm>
                <a:off x="8569046" y="1280229"/>
                <a:ext cx="6120" cy="35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A7A830B-B863-BAE3-4E6D-1CA343F0AC1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62926" y="1274109"/>
                  <a:ext cx="183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218387D-EA27-05CA-C559-6229287F0C0B}"/>
                    </a:ext>
                  </a:extLst>
                </p14:cNvPr>
                <p14:cNvContentPartPr/>
                <p14:nvPr/>
              </p14:nvContentPartPr>
              <p14:xfrm>
                <a:off x="8621966" y="1373469"/>
                <a:ext cx="59040" cy="81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218387D-EA27-05CA-C559-6229287F0C0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615846" y="1367349"/>
                  <a:ext cx="712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026FBB0-9A3E-1DEF-7F4E-A999E8389A03}"/>
                    </a:ext>
                  </a:extLst>
                </p14:cNvPr>
                <p14:cNvContentPartPr/>
                <p14:nvPr/>
              </p14:nvContentPartPr>
              <p14:xfrm>
                <a:off x="8756966" y="1259349"/>
                <a:ext cx="283680" cy="189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026FBB0-9A3E-1DEF-7F4E-A999E8389A0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750846" y="1253229"/>
                  <a:ext cx="2959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868EA8E-D145-06B6-D431-93EA893D6437}"/>
                    </a:ext>
                  </a:extLst>
                </p14:cNvPr>
                <p14:cNvContentPartPr/>
                <p14:nvPr/>
              </p14:nvContentPartPr>
              <p14:xfrm>
                <a:off x="9106526" y="1326669"/>
                <a:ext cx="42480" cy="13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868EA8E-D145-06B6-D431-93EA893D643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100406" y="1320549"/>
                  <a:ext cx="547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5F5AF2D-7ABD-216C-B7D4-6B652E3C7B32}"/>
                    </a:ext>
                  </a:extLst>
                </p14:cNvPr>
                <p14:cNvContentPartPr/>
                <p14:nvPr/>
              </p14:nvContentPartPr>
              <p14:xfrm>
                <a:off x="7787486" y="1711869"/>
                <a:ext cx="29160" cy="386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5F5AF2D-7ABD-216C-B7D4-6B652E3C7B3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781366" y="1705749"/>
                  <a:ext cx="4140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6CE7E2A-D24E-80B4-053C-A97D8E139FF0}"/>
                    </a:ext>
                  </a:extLst>
                </p14:cNvPr>
                <p14:cNvContentPartPr/>
                <p14:nvPr/>
              </p14:nvContentPartPr>
              <p14:xfrm>
                <a:off x="7822766" y="1825989"/>
                <a:ext cx="92880" cy="78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6CE7E2A-D24E-80B4-053C-A97D8E139FF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816646" y="1819869"/>
                  <a:ext cx="1051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488813E-C767-1DD3-1CA5-26CCC19058B8}"/>
                    </a:ext>
                  </a:extLst>
                </p14:cNvPr>
                <p14:cNvContentPartPr/>
                <p14:nvPr/>
              </p14:nvContentPartPr>
              <p14:xfrm>
                <a:off x="7974686" y="1795029"/>
                <a:ext cx="200520" cy="1065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488813E-C767-1DD3-1CA5-26CCC19058B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968566" y="1788909"/>
                  <a:ext cx="2127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D81AAC5-E500-A257-842B-0D569DEAF398}"/>
                    </a:ext>
                  </a:extLst>
                </p14:cNvPr>
                <p14:cNvContentPartPr/>
                <p14:nvPr/>
              </p14:nvContentPartPr>
              <p14:xfrm>
                <a:off x="8204726" y="1823469"/>
                <a:ext cx="46440" cy="53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D81AAC5-E500-A257-842B-0D569DEAF39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198606" y="1817349"/>
                  <a:ext cx="586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A0BD9C7-43D6-9EF6-996A-F92341774FBB}"/>
                    </a:ext>
                  </a:extLst>
                </p14:cNvPr>
                <p14:cNvContentPartPr/>
                <p14:nvPr/>
              </p14:nvContentPartPr>
              <p14:xfrm>
                <a:off x="8319926" y="1659309"/>
                <a:ext cx="267480" cy="212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A0BD9C7-43D6-9EF6-996A-F92341774FB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313806" y="1653189"/>
                  <a:ext cx="2797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92FD371-220A-2982-99D7-9075D21EC306}"/>
                    </a:ext>
                  </a:extLst>
                </p14:cNvPr>
                <p14:cNvContentPartPr/>
                <p14:nvPr/>
              </p14:nvContentPartPr>
              <p14:xfrm>
                <a:off x="8607206" y="1700709"/>
                <a:ext cx="9360" cy="324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92FD371-220A-2982-99D7-9075D21EC30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601086" y="1694589"/>
                  <a:ext cx="216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A540354-552F-42E9-D9A0-14ADF75C954D}"/>
                    </a:ext>
                  </a:extLst>
                </p14:cNvPr>
                <p14:cNvContentPartPr/>
                <p14:nvPr/>
              </p14:nvContentPartPr>
              <p14:xfrm>
                <a:off x="8652566" y="1806549"/>
                <a:ext cx="59040" cy="46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A540354-552F-42E9-D9A0-14ADF75C954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646446" y="1800429"/>
                  <a:ext cx="712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81243A4-CD35-E12B-BB81-D8DDE6BBEDF3}"/>
                    </a:ext>
                  </a:extLst>
                </p14:cNvPr>
                <p14:cNvContentPartPr/>
                <p14:nvPr/>
              </p14:nvContentPartPr>
              <p14:xfrm>
                <a:off x="8784326" y="1646349"/>
                <a:ext cx="395280" cy="184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81243A4-CD35-E12B-BB81-D8DDE6BBEDF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778206" y="1640229"/>
                  <a:ext cx="407520" cy="1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9C2734A-DE1D-EE0A-D210-AD59467DB9AD}"/>
              </a:ext>
            </a:extLst>
          </p:cNvPr>
          <p:cNvGrpSpPr/>
          <p:nvPr/>
        </p:nvGrpSpPr>
        <p:grpSpPr>
          <a:xfrm>
            <a:off x="9579206" y="1610709"/>
            <a:ext cx="985680" cy="219960"/>
            <a:chOff x="9579206" y="1610709"/>
            <a:chExt cx="985680" cy="21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DD0EACC-07B8-A312-98C5-6ED356876AC1}"/>
                    </a:ext>
                  </a:extLst>
                </p14:cNvPr>
                <p14:cNvContentPartPr/>
                <p14:nvPr/>
              </p14:nvContentPartPr>
              <p14:xfrm>
                <a:off x="9579206" y="1696749"/>
                <a:ext cx="156600" cy="106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DD0EACC-07B8-A312-98C5-6ED356876AC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573086" y="1690629"/>
                  <a:ext cx="1688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07C240B-9CCC-2510-D8DE-F4D1C63BC666}"/>
                    </a:ext>
                  </a:extLst>
                </p14:cNvPr>
                <p14:cNvContentPartPr/>
                <p14:nvPr/>
              </p14:nvContentPartPr>
              <p14:xfrm>
                <a:off x="9763166" y="1729509"/>
                <a:ext cx="71640" cy="1011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07C240B-9CCC-2510-D8DE-F4D1C63BC66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757046" y="1723389"/>
                  <a:ext cx="838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D5C8F78-2ED7-DAF0-2A75-29A51C409752}"/>
                    </a:ext>
                  </a:extLst>
                </p14:cNvPr>
                <p14:cNvContentPartPr/>
                <p14:nvPr/>
              </p14:nvContentPartPr>
              <p14:xfrm>
                <a:off x="9917966" y="1717269"/>
                <a:ext cx="124560" cy="910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D5C8F78-2ED7-DAF0-2A75-29A51C40975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911846" y="1711149"/>
                  <a:ext cx="1368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03F0A56-EE75-B4C9-DFBC-AE6978AE2820}"/>
                    </a:ext>
                  </a:extLst>
                </p14:cNvPr>
                <p14:cNvContentPartPr/>
                <p14:nvPr/>
              </p14:nvContentPartPr>
              <p14:xfrm>
                <a:off x="10135406" y="1610709"/>
                <a:ext cx="429480" cy="180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03F0A56-EE75-B4C9-DFBC-AE6978AE282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129286" y="1604589"/>
                  <a:ext cx="441720" cy="19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4CE4E041-FE13-9A00-FDE3-0394501C4DD7}"/>
              </a:ext>
            </a:extLst>
          </p:cNvPr>
          <p:cNvGrpSpPr/>
          <p:nvPr/>
        </p:nvGrpSpPr>
        <p:grpSpPr>
          <a:xfrm>
            <a:off x="988166" y="1425669"/>
            <a:ext cx="259560" cy="641520"/>
            <a:chOff x="988166" y="1425669"/>
            <a:chExt cx="259560" cy="64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9F7D539-A06F-08A8-C3E8-7F4A13D55926}"/>
                    </a:ext>
                  </a:extLst>
                </p14:cNvPr>
                <p14:cNvContentPartPr/>
                <p14:nvPr/>
              </p14:nvContentPartPr>
              <p14:xfrm>
                <a:off x="1087886" y="1793949"/>
                <a:ext cx="360" cy="3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9F7D539-A06F-08A8-C3E8-7F4A13D5592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81766" y="178782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CC4890D-9842-74C3-A6FF-7204946F4125}"/>
                    </a:ext>
                  </a:extLst>
                </p14:cNvPr>
                <p14:cNvContentPartPr/>
                <p14:nvPr/>
              </p14:nvContentPartPr>
              <p14:xfrm>
                <a:off x="988166" y="1425669"/>
                <a:ext cx="165960" cy="4586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CC4890D-9842-74C3-A6FF-7204946F412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82046" y="1419549"/>
                  <a:ext cx="17820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0DC3114-1070-3831-69BB-908E5F49E635}"/>
                    </a:ext>
                  </a:extLst>
                </p14:cNvPr>
                <p14:cNvContentPartPr/>
                <p14:nvPr/>
              </p14:nvContentPartPr>
              <p14:xfrm>
                <a:off x="1212086" y="1762269"/>
                <a:ext cx="35640" cy="493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0DC3114-1070-3831-69BB-908E5F49E63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205966" y="1756149"/>
                  <a:ext cx="478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124BAF1-2424-3A8C-AB5B-C027C0A60AC9}"/>
                    </a:ext>
                  </a:extLst>
                </p14:cNvPr>
                <p14:cNvContentPartPr/>
                <p14:nvPr/>
              </p14:nvContentPartPr>
              <p14:xfrm>
                <a:off x="1194446" y="1564629"/>
                <a:ext cx="42120" cy="502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124BAF1-2424-3A8C-AB5B-C027C0A60AC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88326" y="1558509"/>
                  <a:ext cx="5436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B911A79-3B07-115A-CB14-4FDD31BAAA65}"/>
                    </a:ext>
                  </a:extLst>
                </p14:cNvPr>
                <p14:cNvContentPartPr/>
                <p14:nvPr/>
              </p14:nvContentPartPr>
              <p14:xfrm>
                <a:off x="1139366" y="1809069"/>
                <a:ext cx="72720" cy="1004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B911A79-3B07-115A-CB14-4FDD31BAAA6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33246" y="1802949"/>
                  <a:ext cx="84960" cy="11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BADC2D76-F067-9D3F-0BC7-6652612FBFE9}"/>
              </a:ext>
            </a:extLst>
          </p:cNvPr>
          <p:cNvGrpSpPr/>
          <p:nvPr/>
        </p:nvGrpSpPr>
        <p:grpSpPr>
          <a:xfrm>
            <a:off x="1513046" y="1678749"/>
            <a:ext cx="259560" cy="104400"/>
            <a:chOff x="1513046" y="1678749"/>
            <a:chExt cx="259560" cy="10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CBD8A2C-9284-8CB5-82EA-F3BD7CBDD7C4}"/>
                    </a:ext>
                  </a:extLst>
                </p14:cNvPr>
                <p14:cNvContentPartPr/>
                <p14:nvPr/>
              </p14:nvContentPartPr>
              <p14:xfrm>
                <a:off x="1513046" y="1678749"/>
                <a:ext cx="104400" cy="990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CBD8A2C-9284-8CB5-82EA-F3BD7CBDD7C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506926" y="1672629"/>
                  <a:ext cx="1166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A3FD506-530C-AF81-F5DC-19D35D64B3BB}"/>
                    </a:ext>
                  </a:extLst>
                </p14:cNvPr>
                <p14:cNvContentPartPr/>
                <p14:nvPr/>
              </p14:nvContentPartPr>
              <p14:xfrm>
                <a:off x="1729406" y="1708629"/>
                <a:ext cx="43200" cy="745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A3FD506-530C-AF81-F5DC-19D35D64B3B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723286" y="1702509"/>
                  <a:ext cx="5544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005F8B6-FCC4-2FB7-ACAC-A02B06E96944}"/>
              </a:ext>
            </a:extLst>
          </p:cNvPr>
          <p:cNvGrpSpPr/>
          <p:nvPr/>
        </p:nvGrpSpPr>
        <p:grpSpPr>
          <a:xfrm>
            <a:off x="2112086" y="1428909"/>
            <a:ext cx="1203120" cy="352080"/>
            <a:chOff x="2112086" y="1428909"/>
            <a:chExt cx="1203120" cy="35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C65C74D-71DC-3AE9-0E80-D16998524BD7}"/>
                    </a:ext>
                  </a:extLst>
                </p14:cNvPr>
                <p14:cNvContentPartPr/>
                <p14:nvPr/>
              </p14:nvContentPartPr>
              <p14:xfrm>
                <a:off x="2112086" y="1680909"/>
                <a:ext cx="312840" cy="1000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C65C74D-71DC-3AE9-0E80-D16998524BD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105966" y="1674789"/>
                  <a:ext cx="3250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5437D95-AF0C-9A57-D599-97B2B1BD5767}"/>
                    </a:ext>
                  </a:extLst>
                </p14:cNvPr>
                <p14:cNvContentPartPr/>
                <p14:nvPr/>
              </p14:nvContentPartPr>
              <p14:xfrm>
                <a:off x="2246006" y="1486509"/>
                <a:ext cx="18360" cy="237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5437D95-AF0C-9A57-D599-97B2B1BD576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239886" y="1480389"/>
                  <a:ext cx="306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9B6C793-D9A6-D6C4-4821-803D36433D55}"/>
                    </a:ext>
                  </a:extLst>
                </p14:cNvPr>
                <p14:cNvContentPartPr/>
                <p14:nvPr/>
              </p14:nvContentPartPr>
              <p14:xfrm>
                <a:off x="2501246" y="1428909"/>
                <a:ext cx="421560" cy="308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9B6C793-D9A6-D6C4-4821-803D36433D5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495126" y="1422789"/>
                  <a:ext cx="43380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B62EFC7-23CF-8DB1-D1C8-9C4D7CB261F4}"/>
                    </a:ext>
                  </a:extLst>
                </p14:cNvPr>
                <p14:cNvContentPartPr/>
                <p14:nvPr/>
              </p14:nvContentPartPr>
              <p14:xfrm>
                <a:off x="2980766" y="1484709"/>
                <a:ext cx="334440" cy="243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B62EFC7-23CF-8DB1-D1C8-9C4D7CB261F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974646" y="1478589"/>
                  <a:ext cx="346680" cy="25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786C628D-D945-B1BB-510C-BAD4F1045792}"/>
                  </a:ext>
                </a:extLst>
              </p14:cNvPr>
              <p14:cNvContentPartPr/>
              <p14:nvPr/>
            </p14:nvContentPartPr>
            <p14:xfrm>
              <a:off x="3571526" y="1576869"/>
              <a:ext cx="191160" cy="14976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786C628D-D945-B1BB-510C-BAD4F1045792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3565406" y="1570749"/>
                <a:ext cx="203400" cy="16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AFE55DB-161A-C4BD-9DD7-480A4CAB1651}"/>
              </a:ext>
            </a:extLst>
          </p:cNvPr>
          <p:cNvGrpSpPr/>
          <p:nvPr/>
        </p:nvGrpSpPr>
        <p:grpSpPr>
          <a:xfrm>
            <a:off x="4020446" y="1411269"/>
            <a:ext cx="721800" cy="292320"/>
            <a:chOff x="4020446" y="1411269"/>
            <a:chExt cx="721800" cy="29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97044DD-2C8D-DA61-1DB2-BED7CE30ABBC}"/>
                    </a:ext>
                  </a:extLst>
                </p14:cNvPr>
                <p14:cNvContentPartPr/>
                <p14:nvPr/>
              </p14:nvContentPartPr>
              <p14:xfrm>
                <a:off x="4020446" y="1411269"/>
                <a:ext cx="227880" cy="292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97044DD-2C8D-DA61-1DB2-BED7CE30ABB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014326" y="1405149"/>
                  <a:ext cx="2401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6987ADF-65E3-D11D-B6BA-8C3BE18E229C}"/>
                    </a:ext>
                  </a:extLst>
                </p14:cNvPr>
                <p14:cNvContentPartPr/>
                <p14:nvPr/>
              </p14:nvContentPartPr>
              <p14:xfrm>
                <a:off x="4238246" y="1467069"/>
                <a:ext cx="10440" cy="345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6987ADF-65E3-D11D-B6BA-8C3BE18E229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232126" y="1460949"/>
                  <a:ext cx="226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39029C3-D188-EA0F-8B4B-A04E773FAAAA}"/>
                    </a:ext>
                  </a:extLst>
                </p14:cNvPr>
                <p14:cNvContentPartPr/>
                <p14:nvPr/>
              </p14:nvContentPartPr>
              <p14:xfrm>
                <a:off x="4319606" y="1578669"/>
                <a:ext cx="422640" cy="1011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39029C3-D188-EA0F-8B4B-A04E773FAAA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313486" y="1572549"/>
                  <a:ext cx="434880" cy="11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2AC4DD38-CE55-8CE3-C2E6-BA3B1529CDFF}"/>
              </a:ext>
            </a:extLst>
          </p:cNvPr>
          <p:cNvGrpSpPr/>
          <p:nvPr/>
        </p:nvGrpSpPr>
        <p:grpSpPr>
          <a:xfrm>
            <a:off x="2154206" y="1916709"/>
            <a:ext cx="492480" cy="551520"/>
            <a:chOff x="2154206" y="1916709"/>
            <a:chExt cx="492480" cy="55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267D75E-22E4-827E-DABB-6FB3180B1414}"/>
                    </a:ext>
                  </a:extLst>
                </p14:cNvPr>
                <p14:cNvContentPartPr/>
                <p14:nvPr/>
              </p14:nvContentPartPr>
              <p14:xfrm>
                <a:off x="2154206" y="2092749"/>
                <a:ext cx="98640" cy="1342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267D75E-22E4-827E-DABB-6FB3180B141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148086" y="2086629"/>
                  <a:ext cx="1108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889287A-C97B-ADB2-6B5A-3AA70A300E14}"/>
                    </a:ext>
                  </a:extLst>
                </p14:cNvPr>
                <p14:cNvContentPartPr/>
                <p14:nvPr/>
              </p14:nvContentPartPr>
              <p14:xfrm>
                <a:off x="2188046" y="2131629"/>
                <a:ext cx="146880" cy="3366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889287A-C97B-ADB2-6B5A-3AA70A300E1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181926" y="2125509"/>
                  <a:ext cx="1591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D362B7A-91A4-D1A6-FDAD-0CF54A33F2FA}"/>
                    </a:ext>
                  </a:extLst>
                </p14:cNvPr>
                <p14:cNvContentPartPr/>
                <p14:nvPr/>
              </p14:nvContentPartPr>
              <p14:xfrm>
                <a:off x="2192366" y="1916709"/>
                <a:ext cx="170280" cy="871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D362B7A-91A4-D1A6-FDAD-0CF54A33F2F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186246" y="1910589"/>
                  <a:ext cx="1825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CF66BD0-6E5F-7BE9-D286-44B23A032D50}"/>
                    </a:ext>
                  </a:extLst>
                </p14:cNvPr>
                <p14:cNvContentPartPr/>
                <p14:nvPr/>
              </p14:nvContentPartPr>
              <p14:xfrm>
                <a:off x="2532926" y="2166549"/>
                <a:ext cx="74880" cy="266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CF66BD0-6E5F-7BE9-D286-44B23A032D5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526806" y="2160429"/>
                  <a:ext cx="871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5124736-5AB3-6929-28C3-492089DD9A0E}"/>
                    </a:ext>
                  </a:extLst>
                </p14:cNvPr>
                <p14:cNvContentPartPr/>
                <p14:nvPr/>
              </p14:nvContentPartPr>
              <p14:xfrm>
                <a:off x="2610326" y="2232789"/>
                <a:ext cx="36360" cy="64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5124736-5AB3-6929-28C3-492089DD9A0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604206" y="2226669"/>
                  <a:ext cx="4860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0368C25C-2AE3-DCC9-E369-D96C2D328632}"/>
              </a:ext>
            </a:extLst>
          </p:cNvPr>
          <p:cNvGrpSpPr/>
          <p:nvPr/>
        </p:nvGrpSpPr>
        <p:grpSpPr>
          <a:xfrm>
            <a:off x="683966" y="2457069"/>
            <a:ext cx="1658880" cy="1377720"/>
            <a:chOff x="683966" y="2457069"/>
            <a:chExt cx="1658880" cy="137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FE9478A-FE52-A71C-70C6-BBFCE4D159EE}"/>
                    </a:ext>
                  </a:extLst>
                </p14:cNvPr>
                <p14:cNvContentPartPr/>
                <p14:nvPr/>
              </p14:nvContentPartPr>
              <p14:xfrm>
                <a:off x="683966" y="2745789"/>
                <a:ext cx="93960" cy="1119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FE9478A-FE52-A71C-70C6-BBFCE4D159E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77846" y="2739669"/>
                  <a:ext cx="1062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A1EE79E-5747-95F5-017F-F431ED2DDA9E}"/>
                    </a:ext>
                  </a:extLst>
                </p14:cNvPr>
                <p14:cNvContentPartPr/>
                <p14:nvPr/>
              </p14:nvContentPartPr>
              <p14:xfrm>
                <a:off x="718526" y="2729229"/>
                <a:ext cx="178920" cy="3402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A1EE79E-5747-95F5-017F-F431ED2DDA9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12406" y="2723109"/>
                  <a:ext cx="19116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FD55B87-0C37-D7F3-A65C-196BAD8BF06B}"/>
                    </a:ext>
                  </a:extLst>
                </p14:cNvPr>
                <p14:cNvContentPartPr/>
                <p14:nvPr/>
              </p14:nvContentPartPr>
              <p14:xfrm>
                <a:off x="1028486" y="2868909"/>
                <a:ext cx="98640" cy="252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FD55B87-0C37-D7F3-A65C-196BAD8BF06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22366" y="2862789"/>
                  <a:ext cx="1108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94BAC24-0000-690B-604E-85BF52D7E723}"/>
                    </a:ext>
                  </a:extLst>
                </p14:cNvPr>
                <p14:cNvContentPartPr/>
                <p14:nvPr/>
              </p14:nvContentPartPr>
              <p14:xfrm>
                <a:off x="1043606" y="2972589"/>
                <a:ext cx="91800" cy="309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94BAC24-0000-690B-604E-85BF52D7E72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37486" y="2966469"/>
                  <a:ext cx="1040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9C4218E-98E8-3E43-C47D-702C1E5E9800}"/>
                    </a:ext>
                  </a:extLst>
                </p14:cNvPr>
                <p14:cNvContentPartPr/>
                <p14:nvPr/>
              </p14:nvContentPartPr>
              <p14:xfrm>
                <a:off x="1303526" y="2543469"/>
                <a:ext cx="211320" cy="10958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9C4218E-98E8-3E43-C47D-702C1E5E980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297406" y="2537349"/>
                  <a:ext cx="223560" cy="11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CBDF6C2-1B75-4DEB-5FAB-590766118888}"/>
                    </a:ext>
                  </a:extLst>
                </p14:cNvPr>
                <p14:cNvContentPartPr/>
                <p14:nvPr/>
              </p14:nvContentPartPr>
              <p14:xfrm>
                <a:off x="1572086" y="2582709"/>
                <a:ext cx="153720" cy="2674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CBDF6C2-1B75-4DEB-5FAB-59076611888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565966" y="2576589"/>
                  <a:ext cx="1659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793B8DB-5FCA-95DE-218A-8CBC4E42BE12}"/>
                    </a:ext>
                  </a:extLst>
                </p14:cNvPr>
                <p14:cNvContentPartPr/>
                <p14:nvPr/>
              </p14:nvContentPartPr>
              <p14:xfrm>
                <a:off x="1852886" y="2744709"/>
                <a:ext cx="7560" cy="1216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793B8DB-5FCA-95DE-218A-8CBC4E42BE1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846766" y="2738589"/>
                  <a:ext cx="198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00AE56A-F13B-4338-783F-DB135EF697D4}"/>
                    </a:ext>
                  </a:extLst>
                </p14:cNvPr>
                <p14:cNvContentPartPr/>
                <p14:nvPr/>
              </p14:nvContentPartPr>
              <p14:xfrm>
                <a:off x="1610966" y="3060069"/>
                <a:ext cx="132480" cy="1422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00AE56A-F13B-4338-783F-DB135EF697D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604846" y="3053949"/>
                  <a:ext cx="1447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05B1E75-0610-00E4-E9AE-99C692C1811F}"/>
                    </a:ext>
                  </a:extLst>
                </p14:cNvPr>
                <p14:cNvContentPartPr/>
                <p14:nvPr/>
              </p14:nvContentPartPr>
              <p14:xfrm>
                <a:off x="1828766" y="3152589"/>
                <a:ext cx="105120" cy="1951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05B1E75-0610-00E4-E9AE-99C692C1811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822646" y="3146469"/>
                  <a:ext cx="1173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50BA09C-5D16-8E20-5968-7022D3322BD3}"/>
                    </a:ext>
                  </a:extLst>
                </p14:cNvPr>
                <p14:cNvContentPartPr/>
                <p14:nvPr/>
              </p14:nvContentPartPr>
              <p14:xfrm>
                <a:off x="1736246" y="3493509"/>
                <a:ext cx="12240" cy="18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50BA09C-5D16-8E20-5968-7022D3322BD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730126" y="3487389"/>
                  <a:ext cx="2448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AFF87AD-9B5F-0A1A-AE1F-8456BA3BC6B6}"/>
                    </a:ext>
                  </a:extLst>
                </p14:cNvPr>
                <p14:cNvContentPartPr/>
                <p14:nvPr/>
              </p14:nvContentPartPr>
              <p14:xfrm>
                <a:off x="1748126" y="3559389"/>
                <a:ext cx="2880" cy="234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AFF87AD-9B5F-0A1A-AE1F-8456BA3BC6B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742006" y="3553269"/>
                  <a:ext cx="151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74F1E39-7D83-C73C-3B40-9ABDB2DCF5D6}"/>
                    </a:ext>
                  </a:extLst>
                </p14:cNvPr>
                <p14:cNvContentPartPr/>
                <p14:nvPr/>
              </p14:nvContentPartPr>
              <p14:xfrm>
                <a:off x="1619246" y="3561549"/>
                <a:ext cx="167760" cy="2509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74F1E39-7D83-C73C-3B40-9ABDB2DCF5D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613126" y="3555429"/>
                  <a:ext cx="1800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08878C6-B8FF-B663-DD23-7ABB0E62FFE3}"/>
                    </a:ext>
                  </a:extLst>
                </p14:cNvPr>
                <p14:cNvContentPartPr/>
                <p14:nvPr/>
              </p14:nvContentPartPr>
              <p14:xfrm>
                <a:off x="1899686" y="3721389"/>
                <a:ext cx="115200" cy="752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08878C6-B8FF-B663-DD23-7ABB0E62FFE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893566" y="3715269"/>
                  <a:ext cx="1274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57D279B-DFC5-F71E-EAA0-943F01CFF362}"/>
                    </a:ext>
                  </a:extLst>
                </p14:cNvPr>
                <p14:cNvContentPartPr/>
                <p14:nvPr/>
              </p14:nvContentPartPr>
              <p14:xfrm>
                <a:off x="2033606" y="2457069"/>
                <a:ext cx="309240" cy="13777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57D279B-DFC5-F71E-EAA0-943F01CFF36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027486" y="2450949"/>
                  <a:ext cx="321480" cy="138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08F4CFDB-1088-7970-1FDB-AEF2CFE0E298}"/>
              </a:ext>
            </a:extLst>
          </p:cNvPr>
          <p:cNvGrpSpPr/>
          <p:nvPr/>
        </p:nvGrpSpPr>
        <p:grpSpPr>
          <a:xfrm>
            <a:off x="4532006" y="2499189"/>
            <a:ext cx="304920" cy="286560"/>
            <a:chOff x="4532006" y="2499189"/>
            <a:chExt cx="304920" cy="28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F4C211F-75BF-03A5-DA95-6319F872D7AB}"/>
                    </a:ext>
                  </a:extLst>
                </p14:cNvPr>
                <p14:cNvContentPartPr/>
                <p14:nvPr/>
              </p14:nvContentPartPr>
              <p14:xfrm>
                <a:off x="4532006" y="2499189"/>
                <a:ext cx="151560" cy="1778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F4C211F-75BF-03A5-DA95-6319F872D7A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525886" y="2493069"/>
                  <a:ext cx="1638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7399A5B-F8E7-F73C-8AE7-93090B2AA183}"/>
                    </a:ext>
                  </a:extLst>
                </p14:cNvPr>
                <p14:cNvContentPartPr/>
                <p14:nvPr/>
              </p14:nvContentPartPr>
              <p14:xfrm>
                <a:off x="4757006" y="2635629"/>
                <a:ext cx="8640" cy="1350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7399A5B-F8E7-F73C-8AE7-93090B2AA18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750886" y="2629509"/>
                  <a:ext cx="208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AC5AFFE-D9CB-5297-B743-4A03007272FD}"/>
                    </a:ext>
                  </a:extLst>
                </p14:cNvPr>
                <p14:cNvContentPartPr/>
                <p14:nvPr/>
              </p14:nvContentPartPr>
              <p14:xfrm>
                <a:off x="4826846" y="2634909"/>
                <a:ext cx="10080" cy="1508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AC5AFFE-D9CB-5297-B743-4A03007272F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820726" y="2628789"/>
                  <a:ext cx="2232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FE8BD3F6-0026-9F2C-5115-BE31C1A6D451}"/>
              </a:ext>
            </a:extLst>
          </p:cNvPr>
          <p:cNvGrpSpPr/>
          <p:nvPr/>
        </p:nvGrpSpPr>
        <p:grpSpPr>
          <a:xfrm>
            <a:off x="5149046" y="2461389"/>
            <a:ext cx="528120" cy="269640"/>
            <a:chOff x="5149046" y="2461389"/>
            <a:chExt cx="528120" cy="26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78760CA-D0D1-29F6-0A6D-626E7883AEE1}"/>
                    </a:ext>
                  </a:extLst>
                </p14:cNvPr>
                <p14:cNvContentPartPr/>
                <p14:nvPr/>
              </p14:nvContentPartPr>
              <p14:xfrm>
                <a:off x="5149046" y="2461389"/>
                <a:ext cx="219240" cy="2314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78760CA-D0D1-29F6-0A6D-626E7883AEE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142926" y="2455269"/>
                  <a:ext cx="2314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6681308-4F2C-E937-22E9-0D4CE41937C0}"/>
                    </a:ext>
                  </a:extLst>
                </p14:cNvPr>
                <p14:cNvContentPartPr/>
                <p14:nvPr/>
              </p14:nvContentPartPr>
              <p14:xfrm>
                <a:off x="5454326" y="2598549"/>
                <a:ext cx="6840" cy="1324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6681308-4F2C-E937-22E9-0D4CE41937C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448206" y="2592429"/>
                  <a:ext cx="190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F7B1971-6426-D9F4-BD13-88C10BBC853A}"/>
                    </a:ext>
                  </a:extLst>
                </p14:cNvPr>
                <p14:cNvContentPartPr/>
                <p14:nvPr/>
              </p14:nvContentPartPr>
              <p14:xfrm>
                <a:off x="5529566" y="2591349"/>
                <a:ext cx="147600" cy="1166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F7B1971-6426-D9F4-BD13-88C10BBC853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523446" y="2585229"/>
                  <a:ext cx="15984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C41F4B0B-6889-8349-6144-0AB54DC888F8}"/>
              </a:ext>
            </a:extLst>
          </p:cNvPr>
          <p:cNvGrpSpPr/>
          <p:nvPr/>
        </p:nvGrpSpPr>
        <p:grpSpPr>
          <a:xfrm>
            <a:off x="6104126" y="2574069"/>
            <a:ext cx="289440" cy="42480"/>
            <a:chOff x="6104126" y="2574069"/>
            <a:chExt cx="289440" cy="4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2838103-7E08-2282-E5DF-665FD83B3E13}"/>
                    </a:ext>
                  </a:extLst>
                </p14:cNvPr>
                <p14:cNvContentPartPr/>
                <p14:nvPr/>
              </p14:nvContentPartPr>
              <p14:xfrm>
                <a:off x="6104126" y="2594589"/>
                <a:ext cx="28440" cy="219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2838103-7E08-2282-E5DF-665FD83B3E1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098006" y="2588469"/>
                  <a:ext cx="40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592C459-4FCD-9F14-D21A-0821C389D9B9}"/>
                    </a:ext>
                  </a:extLst>
                </p14:cNvPr>
                <p14:cNvContentPartPr/>
                <p14:nvPr/>
              </p14:nvContentPartPr>
              <p14:xfrm>
                <a:off x="6181886" y="2585949"/>
                <a:ext cx="33120" cy="43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592C459-4FCD-9F14-D21A-0821C389D9B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175766" y="2579829"/>
                  <a:ext cx="4536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09087CD-80C6-FCC9-435E-5227D5A4867E}"/>
                    </a:ext>
                  </a:extLst>
                </p14:cNvPr>
                <p14:cNvContentPartPr/>
                <p14:nvPr/>
              </p14:nvContentPartPr>
              <p14:xfrm>
                <a:off x="6297446" y="2574069"/>
                <a:ext cx="6120" cy="75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09087CD-80C6-FCC9-435E-5227D5A4867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291326" y="2567949"/>
                  <a:ext cx="183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F817BDE-BEB1-E6E2-6D5C-A779FBD7C2E9}"/>
                    </a:ext>
                  </a:extLst>
                </p14:cNvPr>
                <p14:cNvContentPartPr/>
                <p14:nvPr/>
              </p14:nvContentPartPr>
              <p14:xfrm>
                <a:off x="6392486" y="2582709"/>
                <a:ext cx="1080" cy="259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F817BDE-BEB1-E6E2-6D5C-A779FBD7C2E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386366" y="2576589"/>
                  <a:ext cx="1332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1DDD6394-05ED-76F9-6941-14BF0359AD1B}"/>
              </a:ext>
            </a:extLst>
          </p:cNvPr>
          <p:cNvGrpSpPr/>
          <p:nvPr/>
        </p:nvGrpSpPr>
        <p:grpSpPr>
          <a:xfrm>
            <a:off x="6584726" y="2329629"/>
            <a:ext cx="676080" cy="1620360"/>
            <a:chOff x="6584726" y="2329629"/>
            <a:chExt cx="676080" cy="162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D562069-3853-80D3-CFA2-4A10ABB90334}"/>
                    </a:ext>
                  </a:extLst>
                </p14:cNvPr>
                <p14:cNvContentPartPr/>
                <p14:nvPr/>
              </p14:nvContentPartPr>
              <p14:xfrm>
                <a:off x="6584726" y="2483709"/>
                <a:ext cx="177480" cy="2221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D562069-3853-80D3-CFA2-4A10ABB9033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578606" y="2477589"/>
                  <a:ext cx="1897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FC8A4723-80CB-5C70-B585-BB7000D1EC43}"/>
                    </a:ext>
                  </a:extLst>
                </p14:cNvPr>
                <p14:cNvContentPartPr/>
                <p14:nvPr/>
              </p14:nvContentPartPr>
              <p14:xfrm>
                <a:off x="6847886" y="2608269"/>
                <a:ext cx="16920" cy="1123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FC8A4723-80CB-5C70-B585-BB7000D1EC4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841766" y="2602149"/>
                  <a:ext cx="291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25ED564-16E3-684D-DEE3-459843E2BF3A}"/>
                    </a:ext>
                  </a:extLst>
                </p14:cNvPr>
                <p14:cNvContentPartPr/>
                <p14:nvPr/>
              </p14:nvContentPartPr>
              <p14:xfrm>
                <a:off x="6930326" y="2587389"/>
                <a:ext cx="98640" cy="1112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25ED564-16E3-684D-DEE3-459843E2BF3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924206" y="2581269"/>
                  <a:ext cx="1108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EAFE98F-7108-177D-6C36-F16EB9253C20}"/>
                    </a:ext>
                  </a:extLst>
                </p14:cNvPr>
                <p14:cNvContentPartPr/>
                <p14:nvPr/>
              </p14:nvContentPartPr>
              <p14:xfrm>
                <a:off x="7000166" y="2625909"/>
                <a:ext cx="83160" cy="1083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EAFE98F-7108-177D-6C36-F16EB9253C2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994046" y="2619789"/>
                  <a:ext cx="954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73B2CBF-7A7E-0930-3E5B-BCB0EF82EA87}"/>
                    </a:ext>
                  </a:extLst>
                </p14:cNvPr>
                <p14:cNvContentPartPr/>
                <p14:nvPr/>
              </p14:nvContentPartPr>
              <p14:xfrm>
                <a:off x="6951206" y="2329629"/>
                <a:ext cx="309600" cy="16203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73B2CBF-7A7E-0930-3E5B-BCB0EF82EA8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945086" y="2323149"/>
                  <a:ext cx="321840" cy="163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E9C08E31-EAF6-4FED-1D12-F990F1B4300C}"/>
                  </a:ext>
                </a:extLst>
              </p14:cNvPr>
              <p14:cNvContentPartPr/>
              <p14:nvPr/>
            </p14:nvContentPartPr>
            <p14:xfrm>
              <a:off x="4256246" y="2968989"/>
              <a:ext cx="21600" cy="21204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E9C08E31-EAF6-4FED-1D12-F990F1B4300C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4250126" y="2962869"/>
                <a:ext cx="33840" cy="22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1" name="Group 200">
            <a:extLst>
              <a:ext uri="{FF2B5EF4-FFF2-40B4-BE49-F238E27FC236}">
                <a16:creationId xmlns:a16="http://schemas.microsoft.com/office/drawing/2014/main" id="{E72513FD-3C52-1498-2D04-7B9E02FE6D5A}"/>
              </a:ext>
            </a:extLst>
          </p:cNvPr>
          <p:cNvGrpSpPr/>
          <p:nvPr/>
        </p:nvGrpSpPr>
        <p:grpSpPr>
          <a:xfrm>
            <a:off x="4570166" y="2941269"/>
            <a:ext cx="380160" cy="249120"/>
            <a:chOff x="4570166" y="2941269"/>
            <a:chExt cx="380160" cy="24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A7B3416-6AB3-D445-5DA1-4B879E71FF5E}"/>
                    </a:ext>
                  </a:extLst>
                </p14:cNvPr>
                <p14:cNvContentPartPr/>
                <p14:nvPr/>
              </p14:nvContentPartPr>
              <p14:xfrm>
                <a:off x="4570166" y="2941269"/>
                <a:ext cx="165600" cy="1983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A7B3416-6AB3-D445-5DA1-4B879E71FF5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564046" y="2935149"/>
                  <a:ext cx="1778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27A4D9C-59F0-5987-EE79-98C5377AC81E}"/>
                    </a:ext>
                  </a:extLst>
                </p14:cNvPr>
                <p14:cNvContentPartPr/>
                <p14:nvPr/>
              </p14:nvContentPartPr>
              <p14:xfrm>
                <a:off x="4786886" y="3066909"/>
                <a:ext cx="84960" cy="1234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27A4D9C-59F0-5987-EE79-98C5377AC81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780766" y="3060789"/>
                  <a:ext cx="972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3605C2CB-CC06-115F-10E5-08E786548B6B}"/>
                    </a:ext>
                  </a:extLst>
                </p14:cNvPr>
                <p14:cNvContentPartPr/>
                <p14:nvPr/>
              </p14:nvContentPartPr>
              <p14:xfrm>
                <a:off x="4945286" y="3075549"/>
                <a:ext cx="5040" cy="954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3605C2CB-CC06-115F-10E5-08E786548B6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939166" y="3069429"/>
                  <a:ext cx="1728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AC4EC924-1B1B-8013-96B2-CF59010CD7DA}"/>
              </a:ext>
            </a:extLst>
          </p:cNvPr>
          <p:cNvGrpSpPr/>
          <p:nvPr/>
        </p:nvGrpSpPr>
        <p:grpSpPr>
          <a:xfrm>
            <a:off x="5258846" y="2905629"/>
            <a:ext cx="375840" cy="231480"/>
            <a:chOff x="5258846" y="2905629"/>
            <a:chExt cx="375840" cy="23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F0C2F39-A1D2-7A6E-2755-23C3974551AA}"/>
                    </a:ext>
                  </a:extLst>
                </p14:cNvPr>
                <p14:cNvContentPartPr/>
                <p14:nvPr/>
              </p14:nvContentPartPr>
              <p14:xfrm>
                <a:off x="5258846" y="2905629"/>
                <a:ext cx="115200" cy="1551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F0C2F39-A1D2-7A6E-2755-23C3974551A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252726" y="2899509"/>
                  <a:ext cx="1274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4B831F8-D7BF-81E4-A01F-602D632FBADD}"/>
                    </a:ext>
                  </a:extLst>
                </p14:cNvPr>
                <p14:cNvContentPartPr/>
                <p14:nvPr/>
              </p14:nvContentPartPr>
              <p14:xfrm>
                <a:off x="5437766" y="3031269"/>
                <a:ext cx="69120" cy="1058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4B831F8-D7BF-81E4-A01F-602D632FBAD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431646" y="3025149"/>
                  <a:ext cx="813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80B885A-F879-6BBF-E6AD-3F433E3CC624}"/>
                    </a:ext>
                  </a:extLst>
                </p14:cNvPr>
                <p14:cNvContentPartPr/>
                <p14:nvPr/>
              </p14:nvContentPartPr>
              <p14:xfrm>
                <a:off x="5550806" y="3017589"/>
                <a:ext cx="83880" cy="1044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80B885A-F879-6BBF-E6AD-3F433E3CC62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544686" y="3011469"/>
                  <a:ext cx="96120" cy="11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CA16170A-2012-2CCB-69C7-4BEAC00D4224}"/>
              </a:ext>
            </a:extLst>
          </p:cNvPr>
          <p:cNvGrpSpPr/>
          <p:nvPr/>
        </p:nvGrpSpPr>
        <p:grpSpPr>
          <a:xfrm>
            <a:off x="5946806" y="2857389"/>
            <a:ext cx="1103040" cy="261000"/>
            <a:chOff x="5946806" y="2857389"/>
            <a:chExt cx="1103040" cy="26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BE6D8FC-4A22-5BD5-0B98-9157A9511A80}"/>
                    </a:ext>
                  </a:extLst>
                </p14:cNvPr>
                <p14:cNvContentPartPr/>
                <p14:nvPr/>
              </p14:nvContentPartPr>
              <p14:xfrm>
                <a:off x="5946806" y="3015789"/>
                <a:ext cx="25200" cy="72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BE6D8FC-4A22-5BD5-0B98-9157A9511A8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940686" y="3009669"/>
                  <a:ext cx="374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06E48953-F165-0F2D-592C-968515C88CEC}"/>
                    </a:ext>
                  </a:extLst>
                </p14:cNvPr>
                <p14:cNvContentPartPr/>
                <p14:nvPr/>
              </p14:nvContentPartPr>
              <p14:xfrm>
                <a:off x="6105566" y="3022989"/>
                <a:ext cx="65520" cy="28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06E48953-F165-0F2D-592C-968515C88CE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099446" y="3016869"/>
                  <a:ext cx="7776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C98F2A3-6A18-E235-70FB-96C1813C4394}"/>
                    </a:ext>
                  </a:extLst>
                </p14:cNvPr>
                <p14:cNvContentPartPr/>
                <p14:nvPr/>
              </p14:nvContentPartPr>
              <p14:xfrm>
                <a:off x="6307886" y="3003189"/>
                <a:ext cx="21600" cy="68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C98F2A3-6A18-E235-70FB-96C1813C439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301766" y="2997069"/>
                  <a:ext cx="338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0B77288D-B7D3-BE5A-FA13-5331AA48C482}"/>
                    </a:ext>
                  </a:extLst>
                </p14:cNvPr>
                <p14:cNvContentPartPr/>
                <p14:nvPr/>
              </p14:nvContentPartPr>
              <p14:xfrm>
                <a:off x="6450086" y="3000669"/>
                <a:ext cx="24840" cy="32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0B77288D-B7D3-BE5A-FA13-5331AA48C48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443966" y="2994549"/>
                  <a:ext cx="3708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DB5DFD6-09AA-F51E-E5D2-D0049EC49557}"/>
                    </a:ext>
                  </a:extLst>
                </p14:cNvPr>
                <p14:cNvContentPartPr/>
                <p14:nvPr/>
              </p14:nvContentPartPr>
              <p14:xfrm>
                <a:off x="6629366" y="2857389"/>
                <a:ext cx="129240" cy="2080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DB5DFD6-09AA-F51E-E5D2-D0049EC4955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623246" y="2851269"/>
                  <a:ext cx="1414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B5BAF3C-7CA8-F02A-7200-918C901375FB}"/>
                    </a:ext>
                  </a:extLst>
                </p14:cNvPr>
                <p14:cNvContentPartPr/>
                <p14:nvPr/>
              </p14:nvContentPartPr>
              <p14:xfrm>
                <a:off x="6830606" y="3009309"/>
                <a:ext cx="66960" cy="1090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B5BAF3C-7CA8-F02A-7200-918C901375F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824486" y="3003189"/>
                  <a:ext cx="792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9FDF29A-DFA2-EF81-CE75-BDAE755922A3}"/>
                    </a:ext>
                  </a:extLst>
                </p14:cNvPr>
                <p14:cNvContentPartPr/>
                <p14:nvPr/>
              </p14:nvContentPartPr>
              <p14:xfrm>
                <a:off x="6927086" y="2992389"/>
                <a:ext cx="82080" cy="1054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9FDF29A-DFA2-EF81-CE75-BDAE755922A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920966" y="2986269"/>
                  <a:ext cx="943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3D526AC-FD0B-8665-B9BC-BB6C96529075}"/>
                    </a:ext>
                  </a:extLst>
                </p14:cNvPr>
                <p14:cNvContentPartPr/>
                <p14:nvPr/>
              </p14:nvContentPartPr>
              <p14:xfrm>
                <a:off x="6995846" y="3043869"/>
                <a:ext cx="54000" cy="612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3D526AC-FD0B-8665-B9BC-BB6C9652907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989726" y="3037749"/>
                  <a:ext cx="6624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B8B71B27-604D-186B-8B32-DFB1F31CB50A}"/>
              </a:ext>
            </a:extLst>
          </p:cNvPr>
          <p:cNvGrpSpPr/>
          <p:nvPr/>
        </p:nvGrpSpPr>
        <p:grpSpPr>
          <a:xfrm>
            <a:off x="4590686" y="3708789"/>
            <a:ext cx="400680" cy="295920"/>
            <a:chOff x="4590686" y="3708789"/>
            <a:chExt cx="400680" cy="29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39A4A46-F1FE-47B1-54E6-CE3D6FA198D0}"/>
                    </a:ext>
                  </a:extLst>
                </p14:cNvPr>
                <p14:cNvContentPartPr/>
                <p14:nvPr/>
              </p14:nvContentPartPr>
              <p14:xfrm>
                <a:off x="4590686" y="3708789"/>
                <a:ext cx="112680" cy="1537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39A4A46-F1FE-47B1-54E6-CE3D6FA198D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584566" y="3702669"/>
                  <a:ext cx="1249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6A93F46-9A93-42B4-AA7A-9659614D7AD9}"/>
                    </a:ext>
                  </a:extLst>
                </p14:cNvPr>
                <p14:cNvContentPartPr/>
                <p14:nvPr/>
              </p14:nvContentPartPr>
              <p14:xfrm>
                <a:off x="4768886" y="3839109"/>
                <a:ext cx="50760" cy="986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6A93F46-9A93-42B4-AA7A-9659614D7AD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762766" y="3832989"/>
                  <a:ext cx="630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4674EDE8-9E7E-850D-D2CC-CD0A8F135421}"/>
                    </a:ext>
                  </a:extLst>
                </p14:cNvPr>
                <p14:cNvContentPartPr/>
                <p14:nvPr/>
              </p14:nvContentPartPr>
              <p14:xfrm>
                <a:off x="4808126" y="3876909"/>
                <a:ext cx="110880" cy="820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4674EDE8-9E7E-850D-D2CC-CD0A8F13542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802006" y="3870789"/>
                  <a:ext cx="1231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F9D3E21-605A-2A29-7EBD-97595215987B}"/>
                    </a:ext>
                  </a:extLst>
                </p14:cNvPr>
                <p14:cNvContentPartPr/>
                <p14:nvPr/>
              </p14:nvContentPartPr>
              <p14:xfrm>
                <a:off x="4752686" y="3826149"/>
                <a:ext cx="170640" cy="1742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F9D3E21-605A-2A29-7EBD-97595215987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746566" y="3820029"/>
                  <a:ext cx="1828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377A4E7D-5668-D687-D27A-195E3FDE4D54}"/>
                    </a:ext>
                  </a:extLst>
                </p14:cNvPr>
                <p14:cNvContentPartPr/>
                <p14:nvPr/>
              </p14:nvContentPartPr>
              <p14:xfrm>
                <a:off x="4975526" y="3866109"/>
                <a:ext cx="15840" cy="1386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377A4E7D-5668-D687-D27A-195E3FDE4D5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969406" y="3859989"/>
                  <a:ext cx="2808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88FFCA3F-4374-2B0A-4929-3B74557C7EC7}"/>
              </a:ext>
            </a:extLst>
          </p:cNvPr>
          <p:cNvGrpSpPr/>
          <p:nvPr/>
        </p:nvGrpSpPr>
        <p:grpSpPr>
          <a:xfrm>
            <a:off x="5264606" y="3653709"/>
            <a:ext cx="483120" cy="313560"/>
            <a:chOff x="5264606" y="3653709"/>
            <a:chExt cx="483120" cy="31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0E6E9B24-8EC3-D752-2374-A1B79DE83E68}"/>
                    </a:ext>
                  </a:extLst>
                </p14:cNvPr>
                <p14:cNvContentPartPr/>
                <p14:nvPr/>
              </p14:nvContentPartPr>
              <p14:xfrm>
                <a:off x="5264606" y="3653709"/>
                <a:ext cx="181800" cy="2257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0E6E9B24-8EC3-D752-2374-A1B79DE83E6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258486" y="3647589"/>
                  <a:ext cx="1940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C509804-4D4F-DB48-D086-30ED85834D65}"/>
                    </a:ext>
                  </a:extLst>
                </p14:cNvPr>
                <p14:cNvContentPartPr/>
                <p14:nvPr/>
              </p14:nvContentPartPr>
              <p14:xfrm>
                <a:off x="5469086" y="3841269"/>
                <a:ext cx="132120" cy="1047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C509804-4D4F-DB48-D086-30ED85834D6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462966" y="3835149"/>
                  <a:ext cx="1443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5F6B544E-75A1-43FD-DE9F-4B37A826B7F2}"/>
                    </a:ext>
                  </a:extLst>
                </p14:cNvPr>
                <p14:cNvContentPartPr/>
                <p14:nvPr/>
              </p14:nvContentPartPr>
              <p14:xfrm>
                <a:off x="5639726" y="3827949"/>
                <a:ext cx="108000" cy="1393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5F6B544E-75A1-43FD-DE9F-4B37A826B7F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633606" y="3821829"/>
                  <a:ext cx="12024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91958472-D9B6-0CBB-F590-208E0BCE28BD}"/>
              </a:ext>
            </a:extLst>
          </p:cNvPr>
          <p:cNvGrpSpPr/>
          <p:nvPr/>
        </p:nvGrpSpPr>
        <p:grpSpPr>
          <a:xfrm>
            <a:off x="5957606" y="3736869"/>
            <a:ext cx="370800" cy="50400"/>
            <a:chOff x="5957606" y="3736869"/>
            <a:chExt cx="370800" cy="5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9B5F06FF-1F6B-9905-25AB-56FD582B345A}"/>
                    </a:ext>
                  </a:extLst>
                </p14:cNvPr>
                <p14:cNvContentPartPr/>
                <p14:nvPr/>
              </p14:nvContentPartPr>
              <p14:xfrm>
                <a:off x="5957606" y="3769269"/>
                <a:ext cx="33480" cy="180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9B5F06FF-1F6B-9905-25AB-56FD582B345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951486" y="3763149"/>
                  <a:ext cx="457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F5AE5C7-8DA7-EE15-625F-E168DA94A60B}"/>
                    </a:ext>
                  </a:extLst>
                </p14:cNvPr>
                <p14:cNvContentPartPr/>
                <p14:nvPr/>
              </p14:nvContentPartPr>
              <p14:xfrm>
                <a:off x="6107366" y="3754149"/>
                <a:ext cx="59760" cy="100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F5AE5C7-8DA7-EE15-625F-E168DA94A60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101246" y="3748029"/>
                  <a:ext cx="72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18BF7299-0399-E95C-FB4D-40C1BD49C893}"/>
                    </a:ext>
                  </a:extLst>
                </p14:cNvPr>
                <p14:cNvContentPartPr/>
                <p14:nvPr/>
              </p14:nvContentPartPr>
              <p14:xfrm>
                <a:off x="6283406" y="3736869"/>
                <a:ext cx="45000" cy="136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18BF7299-0399-E95C-FB4D-40C1BD49C89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277286" y="3730749"/>
                  <a:ext cx="5724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F3127393-7B12-8773-474B-F9D7591AD8AD}"/>
              </a:ext>
            </a:extLst>
          </p:cNvPr>
          <p:cNvGrpSpPr/>
          <p:nvPr/>
        </p:nvGrpSpPr>
        <p:grpSpPr>
          <a:xfrm>
            <a:off x="6551246" y="3651189"/>
            <a:ext cx="519840" cy="244080"/>
            <a:chOff x="6551246" y="3651189"/>
            <a:chExt cx="51984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68398BB4-C54C-EF67-724B-BB11F915A13F}"/>
                    </a:ext>
                  </a:extLst>
                </p14:cNvPr>
                <p14:cNvContentPartPr/>
                <p14:nvPr/>
              </p14:nvContentPartPr>
              <p14:xfrm>
                <a:off x="6551246" y="3735069"/>
                <a:ext cx="41760" cy="100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68398BB4-C54C-EF67-724B-BB11F915A13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545126" y="3728949"/>
                  <a:ext cx="54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4B44ED37-C97B-7AF2-7C6E-D1AC18F69621}"/>
                    </a:ext>
                  </a:extLst>
                </p14:cNvPr>
                <p14:cNvContentPartPr/>
                <p14:nvPr/>
              </p14:nvContentPartPr>
              <p14:xfrm>
                <a:off x="6634406" y="3651189"/>
                <a:ext cx="143280" cy="1620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4B44ED37-C97B-7AF2-7C6E-D1AC18F6962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628286" y="3645069"/>
                  <a:ext cx="1555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FEF3C15-0862-FC1E-419A-503C6B3953FC}"/>
                    </a:ext>
                  </a:extLst>
                </p14:cNvPr>
                <p14:cNvContentPartPr/>
                <p14:nvPr/>
              </p14:nvContentPartPr>
              <p14:xfrm>
                <a:off x="6810446" y="3777909"/>
                <a:ext cx="69120" cy="1094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FEF3C15-0862-FC1E-419A-503C6B3953F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804326" y="3771789"/>
                  <a:ext cx="813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1D11432-713D-3879-CE87-FAF353B1184C}"/>
                    </a:ext>
                  </a:extLst>
                </p14:cNvPr>
                <p14:cNvContentPartPr/>
                <p14:nvPr/>
              </p14:nvContentPartPr>
              <p14:xfrm>
                <a:off x="6930326" y="3762069"/>
                <a:ext cx="140760" cy="1332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1D11432-713D-3879-CE87-FAF353B1184C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924206" y="3755949"/>
                  <a:ext cx="15300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2B586303-6828-0436-7ED1-0696861F3A4A}"/>
              </a:ext>
            </a:extLst>
          </p:cNvPr>
          <p:cNvGrpSpPr/>
          <p:nvPr/>
        </p:nvGrpSpPr>
        <p:grpSpPr>
          <a:xfrm>
            <a:off x="2920646" y="1998789"/>
            <a:ext cx="1449720" cy="2032560"/>
            <a:chOff x="2920646" y="1998789"/>
            <a:chExt cx="1449720" cy="20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E755333-3896-DD4E-7350-E2B25FD6B9A9}"/>
                    </a:ext>
                  </a:extLst>
                </p14:cNvPr>
                <p14:cNvContentPartPr/>
                <p14:nvPr/>
              </p14:nvContentPartPr>
              <p14:xfrm>
                <a:off x="2968166" y="2099229"/>
                <a:ext cx="155880" cy="2829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E755333-3896-DD4E-7350-E2B25FD6B9A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962046" y="2093109"/>
                  <a:ext cx="1681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ECCD05C-15C7-873E-E04B-5BF6CC80B7C3}"/>
                    </a:ext>
                  </a:extLst>
                </p14:cNvPr>
                <p14:cNvContentPartPr/>
                <p14:nvPr/>
              </p14:nvContentPartPr>
              <p14:xfrm>
                <a:off x="2920646" y="2127669"/>
                <a:ext cx="206640" cy="2898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ECCD05C-15C7-873E-E04B-5BF6CC80B7C3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914526" y="2121549"/>
                  <a:ext cx="2188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C92DC96-7097-0FC9-9BA9-677BD0A2BC0B}"/>
                    </a:ext>
                  </a:extLst>
                </p14:cNvPr>
                <p14:cNvContentPartPr/>
                <p14:nvPr/>
              </p14:nvContentPartPr>
              <p14:xfrm>
                <a:off x="3292166" y="1998789"/>
                <a:ext cx="132840" cy="3556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C92DC96-7097-0FC9-9BA9-677BD0A2BC0B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286046" y="1992669"/>
                  <a:ext cx="14508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161E2A9-9C8D-9CB2-04F9-B574DECA5764}"/>
                    </a:ext>
                  </a:extLst>
                </p14:cNvPr>
                <p14:cNvContentPartPr/>
                <p14:nvPr/>
              </p14:nvContentPartPr>
              <p14:xfrm>
                <a:off x="3626966" y="2161149"/>
                <a:ext cx="183240" cy="32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161E2A9-9C8D-9CB2-04F9-B574DECA576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620846" y="2155029"/>
                  <a:ext cx="1954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6DC6B63-9E29-F046-98A9-49AE3A0B224C}"/>
                    </a:ext>
                  </a:extLst>
                </p14:cNvPr>
                <p14:cNvContentPartPr/>
                <p14:nvPr/>
              </p14:nvContentPartPr>
              <p14:xfrm>
                <a:off x="3734966" y="2098509"/>
                <a:ext cx="12240" cy="172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6DC6B63-9E29-F046-98A9-49AE3A0B224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728846" y="2092389"/>
                  <a:ext cx="244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65D92D5-5355-30F4-7A81-62D70AC7406A}"/>
                    </a:ext>
                  </a:extLst>
                </p14:cNvPr>
                <p14:cNvContentPartPr/>
                <p14:nvPr/>
              </p14:nvContentPartPr>
              <p14:xfrm>
                <a:off x="4092806" y="2005989"/>
                <a:ext cx="142560" cy="2617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65D92D5-5355-30F4-7A81-62D70AC7406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086686" y="1999869"/>
                  <a:ext cx="1548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351F68A-5102-0C95-5304-9FDA9A10FD62}"/>
                    </a:ext>
                  </a:extLst>
                </p14:cNvPr>
                <p14:cNvContentPartPr/>
                <p14:nvPr/>
              </p14:nvContentPartPr>
              <p14:xfrm>
                <a:off x="4130966" y="2126589"/>
                <a:ext cx="101880" cy="417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351F68A-5102-0C95-5304-9FDA9A10FD62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124846" y="2120469"/>
                  <a:ext cx="1141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ADCD458-433D-304A-7B77-AD0DC1AF5374}"/>
                    </a:ext>
                  </a:extLst>
                </p14:cNvPr>
                <p14:cNvContentPartPr/>
                <p14:nvPr/>
              </p14:nvContentPartPr>
              <p14:xfrm>
                <a:off x="3253286" y="2554269"/>
                <a:ext cx="197280" cy="2757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ADCD458-433D-304A-7B77-AD0DC1AF537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247166" y="2548149"/>
                  <a:ext cx="2095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37141E3-38EB-903F-E8D1-CC172949568C}"/>
                    </a:ext>
                  </a:extLst>
                </p14:cNvPr>
                <p14:cNvContentPartPr/>
                <p14:nvPr/>
              </p14:nvContentPartPr>
              <p14:xfrm>
                <a:off x="3286406" y="2550309"/>
                <a:ext cx="132840" cy="3333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37141E3-38EB-903F-E8D1-CC172949568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280286" y="2544189"/>
                  <a:ext cx="14508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F30D166-6041-5162-5E8C-F37C0038A68A}"/>
                    </a:ext>
                  </a:extLst>
                </p14:cNvPr>
                <p14:cNvContentPartPr/>
                <p14:nvPr/>
              </p14:nvContentPartPr>
              <p14:xfrm>
                <a:off x="3584846" y="2675949"/>
                <a:ext cx="41040" cy="158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F30D166-6041-5162-5E8C-F37C0038A68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578726" y="2669829"/>
                  <a:ext cx="532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37BF7C6-A8B4-2752-92E9-F69E8F6BD756}"/>
                    </a:ext>
                  </a:extLst>
                </p14:cNvPr>
                <p14:cNvContentPartPr/>
                <p14:nvPr/>
              </p14:nvContentPartPr>
              <p14:xfrm>
                <a:off x="3616166" y="2790789"/>
                <a:ext cx="43200" cy="158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37BF7C6-A8B4-2752-92E9-F69E8F6BD75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610046" y="2784669"/>
                  <a:ext cx="554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101EB11-0241-A614-42D9-7FE15076A91D}"/>
                    </a:ext>
                  </a:extLst>
                </p14:cNvPr>
                <p14:cNvContentPartPr/>
                <p14:nvPr/>
              </p14:nvContentPartPr>
              <p14:xfrm>
                <a:off x="3631286" y="2426469"/>
                <a:ext cx="219960" cy="658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101EB11-0241-A614-42D9-7FE15076A91D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625166" y="2420349"/>
                  <a:ext cx="2322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D351585-9870-E21F-6101-7B7B7BA1B574}"/>
                    </a:ext>
                  </a:extLst>
                </p14:cNvPr>
                <p14:cNvContentPartPr/>
                <p14:nvPr/>
              </p14:nvContentPartPr>
              <p14:xfrm>
                <a:off x="3567206" y="2714829"/>
                <a:ext cx="76680" cy="183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D351585-9870-E21F-6101-7B7B7BA1B57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561086" y="2708709"/>
                  <a:ext cx="889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442F3F3-BD1C-B0AF-5583-B439F51ECF0D}"/>
                    </a:ext>
                  </a:extLst>
                </p14:cNvPr>
                <p14:cNvContentPartPr/>
                <p14:nvPr/>
              </p14:nvContentPartPr>
              <p14:xfrm>
                <a:off x="3642806" y="2858829"/>
                <a:ext cx="80640" cy="205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442F3F3-BD1C-B0AF-5583-B439F51ECF0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636686" y="2852709"/>
                  <a:ext cx="928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CEBB977-61DC-3DA4-6343-5BCF8FC4F313}"/>
                    </a:ext>
                  </a:extLst>
                </p14:cNvPr>
                <p14:cNvContentPartPr/>
                <p14:nvPr/>
              </p14:nvContentPartPr>
              <p14:xfrm>
                <a:off x="3765926" y="2404869"/>
                <a:ext cx="272880" cy="16264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CEBB977-61DC-3DA4-6343-5BCF8FC4F313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759806" y="2398749"/>
                  <a:ext cx="285120" cy="163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9A05F78-ACE4-6A31-D5D4-5E0DC9DE8F87}"/>
                    </a:ext>
                  </a:extLst>
                </p14:cNvPr>
                <p14:cNvContentPartPr/>
                <p14:nvPr/>
              </p14:nvContentPartPr>
              <p14:xfrm>
                <a:off x="4167326" y="2455989"/>
                <a:ext cx="11520" cy="2318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9A05F78-ACE4-6A31-D5D4-5E0DC9DE8F87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161206" y="2449869"/>
                  <a:ext cx="237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69085DD-BE15-306C-8DF6-B4E4F06796B1}"/>
                    </a:ext>
                  </a:extLst>
                </p14:cNvPr>
                <p14:cNvContentPartPr/>
                <p14:nvPr/>
              </p14:nvContentPartPr>
              <p14:xfrm>
                <a:off x="4296206" y="3320349"/>
                <a:ext cx="6120" cy="118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69085DD-BE15-306C-8DF6-B4E4F06796B1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290086" y="3314229"/>
                  <a:ext cx="183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174FE2B5-30E1-5C5D-E6DD-A59C694533DF}"/>
                    </a:ext>
                  </a:extLst>
                </p14:cNvPr>
                <p14:cNvContentPartPr/>
                <p14:nvPr/>
              </p14:nvContentPartPr>
              <p14:xfrm>
                <a:off x="4287926" y="3483069"/>
                <a:ext cx="11160" cy="475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174FE2B5-30E1-5C5D-E6DD-A59C694533DF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281806" y="3476949"/>
                  <a:ext cx="234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CC29BE4-052D-36A4-EC99-1CF928BA5166}"/>
                    </a:ext>
                  </a:extLst>
                </p14:cNvPr>
                <p14:cNvContentPartPr/>
                <p14:nvPr/>
              </p14:nvContentPartPr>
              <p14:xfrm>
                <a:off x="4274966" y="3595389"/>
                <a:ext cx="6120" cy="79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CC29BE4-052D-36A4-EC99-1CF928BA5166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268846" y="3589269"/>
                  <a:ext cx="183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8A04F91-7A14-83A1-F8B4-61912772113D}"/>
                    </a:ext>
                  </a:extLst>
                </p14:cNvPr>
                <p14:cNvContentPartPr/>
                <p14:nvPr/>
              </p14:nvContentPartPr>
              <p14:xfrm>
                <a:off x="4303046" y="3751989"/>
                <a:ext cx="67320" cy="1922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8A04F91-7A14-83A1-F8B4-61912772113D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4296926" y="3745869"/>
                  <a:ext cx="795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215359EE-1471-BAF3-F6D3-D81DBCF2D855}"/>
                    </a:ext>
                  </a:extLst>
                </p14:cNvPr>
                <p14:cNvContentPartPr/>
                <p14:nvPr/>
              </p14:nvContentPartPr>
              <p14:xfrm>
                <a:off x="3553166" y="2704029"/>
                <a:ext cx="162360" cy="554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215359EE-1471-BAF3-F6D3-D81DBCF2D855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3547046" y="2697909"/>
                  <a:ext cx="1746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0FD30B3B-7916-2E51-C29D-34BC96D2D3E3}"/>
                    </a:ext>
                  </a:extLst>
                </p14:cNvPr>
                <p14:cNvContentPartPr/>
                <p14:nvPr/>
              </p14:nvContentPartPr>
              <p14:xfrm>
                <a:off x="3602846" y="2873229"/>
                <a:ext cx="190440" cy="2844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0FD30B3B-7916-2E51-C29D-34BC96D2D3E3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3596726" y="2867109"/>
                  <a:ext cx="202680" cy="4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1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08C9CEFA-3977-B9D1-27C5-D07B84DF0028}"/>
                  </a:ext>
                </a:extLst>
              </p14:cNvPr>
              <p14:cNvContentPartPr/>
              <p14:nvPr/>
            </p14:nvContentPartPr>
            <p14:xfrm>
              <a:off x="7792526" y="2461389"/>
              <a:ext cx="136800" cy="43524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08C9CEFA-3977-B9D1-27C5-D07B84DF0028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7786406" y="2455269"/>
                <a:ext cx="149040" cy="44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7" name="Group 246">
            <a:extLst>
              <a:ext uri="{FF2B5EF4-FFF2-40B4-BE49-F238E27FC236}">
                <a16:creationId xmlns:a16="http://schemas.microsoft.com/office/drawing/2014/main" id="{D6D11E7F-2375-1762-0EE3-D07693C42C6A}"/>
              </a:ext>
            </a:extLst>
          </p:cNvPr>
          <p:cNvGrpSpPr/>
          <p:nvPr/>
        </p:nvGrpSpPr>
        <p:grpSpPr>
          <a:xfrm>
            <a:off x="8138846" y="2265909"/>
            <a:ext cx="502560" cy="1648080"/>
            <a:chOff x="8138846" y="2265909"/>
            <a:chExt cx="502560" cy="164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016A0015-8357-4F46-75BB-6E62957298B2}"/>
                    </a:ext>
                  </a:extLst>
                </p14:cNvPr>
                <p14:cNvContentPartPr/>
                <p14:nvPr/>
              </p14:nvContentPartPr>
              <p14:xfrm>
                <a:off x="8138846" y="2661549"/>
                <a:ext cx="69840" cy="536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016A0015-8357-4F46-75BB-6E62957298B2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132726" y="2655429"/>
                  <a:ext cx="820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6C88FCF-06A6-227C-938B-F0AFE850E932}"/>
                    </a:ext>
                  </a:extLst>
                </p14:cNvPr>
                <p14:cNvContentPartPr/>
                <p14:nvPr/>
              </p14:nvContentPartPr>
              <p14:xfrm>
                <a:off x="8154686" y="2779989"/>
                <a:ext cx="53280" cy="61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6C88FCF-06A6-227C-938B-F0AFE850E932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148566" y="2773869"/>
                  <a:ext cx="6552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72D33338-4149-321A-C0A3-6CCBB8AE1F0E}"/>
                    </a:ext>
                  </a:extLst>
                </p14:cNvPr>
                <p14:cNvContentPartPr/>
                <p14:nvPr/>
              </p14:nvContentPartPr>
              <p14:xfrm>
                <a:off x="8318846" y="2265909"/>
                <a:ext cx="322560" cy="16480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72D33338-4149-321A-C0A3-6CCBB8AE1F0E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8312726" y="2259789"/>
                  <a:ext cx="334800" cy="166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D2CC9EBF-477C-578B-82F1-EB99D7532ACF}"/>
              </a:ext>
            </a:extLst>
          </p:cNvPr>
          <p:cNvGrpSpPr/>
          <p:nvPr/>
        </p:nvGrpSpPr>
        <p:grpSpPr>
          <a:xfrm>
            <a:off x="8750846" y="2257269"/>
            <a:ext cx="678960" cy="1720440"/>
            <a:chOff x="8750846" y="2257269"/>
            <a:chExt cx="678960" cy="172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09DB2E5F-B9C4-F83E-92D4-EF8ABFD1EB9D}"/>
                    </a:ext>
                  </a:extLst>
                </p14:cNvPr>
                <p14:cNvContentPartPr/>
                <p14:nvPr/>
              </p14:nvContentPartPr>
              <p14:xfrm>
                <a:off x="8759126" y="2300109"/>
                <a:ext cx="159120" cy="2959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09DB2E5F-B9C4-F83E-92D4-EF8ABFD1EB9D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8753006" y="2293989"/>
                  <a:ext cx="1713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8C8207BF-BAB0-E923-9D93-A8C03706D46F}"/>
                    </a:ext>
                  </a:extLst>
                </p14:cNvPr>
                <p14:cNvContentPartPr/>
                <p14:nvPr/>
              </p14:nvContentPartPr>
              <p14:xfrm>
                <a:off x="8905646" y="2643549"/>
                <a:ext cx="75960" cy="997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8C8207BF-BAB0-E923-9D93-A8C03706D46F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8899526" y="2637429"/>
                  <a:ext cx="882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9C58549-81A9-8827-0BEA-333DA05B3086}"/>
                    </a:ext>
                  </a:extLst>
                </p14:cNvPr>
                <p14:cNvContentPartPr/>
                <p14:nvPr/>
              </p14:nvContentPartPr>
              <p14:xfrm>
                <a:off x="8777846" y="2896989"/>
                <a:ext cx="134280" cy="2779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9C58549-81A9-8827-0BEA-333DA05B3086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8771726" y="2890869"/>
                  <a:ext cx="1465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DAFB2CC9-85F6-02C8-5CD9-1BD189C9B908}"/>
                    </a:ext>
                  </a:extLst>
                </p14:cNvPr>
                <p14:cNvContentPartPr/>
                <p14:nvPr/>
              </p14:nvContentPartPr>
              <p14:xfrm>
                <a:off x="8945966" y="3169869"/>
                <a:ext cx="28080" cy="11808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DAFB2CC9-85F6-02C8-5CD9-1BD189C9B908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8939846" y="3163749"/>
                  <a:ext cx="403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0E9BA7B-FBD6-8C85-3650-4BB264267221}"/>
                    </a:ext>
                  </a:extLst>
                </p14:cNvPr>
                <p14:cNvContentPartPr/>
                <p14:nvPr/>
              </p14:nvContentPartPr>
              <p14:xfrm>
                <a:off x="8750846" y="3466149"/>
                <a:ext cx="10080" cy="183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0E9BA7B-FBD6-8C85-3650-4BB264267221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744726" y="3460029"/>
                  <a:ext cx="223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6F47C4E1-8840-E2A7-12DE-FF9E68679F41}"/>
                    </a:ext>
                  </a:extLst>
                </p14:cNvPr>
                <p14:cNvContentPartPr/>
                <p14:nvPr/>
              </p14:nvContentPartPr>
              <p14:xfrm>
                <a:off x="8776766" y="3550029"/>
                <a:ext cx="21960" cy="1346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6F47C4E1-8840-E2A7-12DE-FF9E68679F41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770646" y="3543909"/>
                  <a:ext cx="342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CBE43D18-B260-C3B7-E0D3-B41BFA4547CF}"/>
                    </a:ext>
                  </a:extLst>
                </p14:cNvPr>
                <p14:cNvContentPartPr/>
                <p14:nvPr/>
              </p14:nvContentPartPr>
              <p14:xfrm>
                <a:off x="8768846" y="3616989"/>
                <a:ext cx="146880" cy="3358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CBE43D18-B260-C3B7-E0D3-B41BFA4547CF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762726" y="3610869"/>
                  <a:ext cx="15912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C5AD47FF-A748-9330-16FC-D354371E689E}"/>
                    </a:ext>
                  </a:extLst>
                </p14:cNvPr>
                <p14:cNvContentPartPr/>
                <p14:nvPr/>
              </p14:nvContentPartPr>
              <p14:xfrm>
                <a:off x="8973326" y="3823269"/>
                <a:ext cx="160920" cy="1058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C5AD47FF-A748-9330-16FC-D354371E689E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967206" y="3817149"/>
                  <a:ext cx="1731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A8A4C83F-397B-10DB-2015-C1B83AAC9920}"/>
                    </a:ext>
                  </a:extLst>
                </p14:cNvPr>
                <p14:cNvContentPartPr/>
                <p14:nvPr/>
              </p14:nvContentPartPr>
              <p14:xfrm>
                <a:off x="9210566" y="2257269"/>
                <a:ext cx="219240" cy="17204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A8A4C83F-397B-10DB-2015-C1B83AAC9920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9204446" y="2251149"/>
                  <a:ext cx="231480" cy="173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06309ECD-8C52-6C95-0B11-5F273607334D}"/>
              </a:ext>
            </a:extLst>
          </p:cNvPr>
          <p:cNvGrpSpPr/>
          <p:nvPr/>
        </p:nvGrpSpPr>
        <p:grpSpPr>
          <a:xfrm>
            <a:off x="10065206" y="2153949"/>
            <a:ext cx="1227600" cy="1845000"/>
            <a:chOff x="10065206" y="2153949"/>
            <a:chExt cx="1227600" cy="184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CDCEB26E-D537-2DBE-AF53-B1AAD86DEB24}"/>
                    </a:ext>
                  </a:extLst>
                </p14:cNvPr>
                <p14:cNvContentPartPr/>
                <p14:nvPr/>
              </p14:nvContentPartPr>
              <p14:xfrm>
                <a:off x="10065206" y="2264109"/>
                <a:ext cx="204480" cy="26712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CDCEB26E-D537-2DBE-AF53-B1AAD86DEB24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059086" y="2257989"/>
                  <a:ext cx="2167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E94DEF7D-8788-9E01-60F1-804B394909FC}"/>
                    </a:ext>
                  </a:extLst>
                </p14:cNvPr>
                <p14:cNvContentPartPr/>
                <p14:nvPr/>
              </p14:nvContentPartPr>
              <p14:xfrm>
                <a:off x="10091486" y="2434389"/>
                <a:ext cx="102240" cy="61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E94DEF7D-8788-9E01-60F1-804B394909FC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085366" y="2428269"/>
                  <a:ext cx="11448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6AFF625C-553C-713F-6398-05297A28D3F8}"/>
                    </a:ext>
                  </a:extLst>
                </p14:cNvPr>
                <p14:cNvContentPartPr/>
                <p14:nvPr/>
              </p14:nvContentPartPr>
              <p14:xfrm>
                <a:off x="10371566" y="2386509"/>
                <a:ext cx="27000" cy="172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6AFF625C-553C-713F-6398-05297A28D3F8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365446" y="2380389"/>
                  <a:ext cx="392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350C6DE1-CA1F-3454-1826-521EFA6D2E35}"/>
                    </a:ext>
                  </a:extLst>
                </p14:cNvPr>
                <p14:cNvContentPartPr/>
                <p14:nvPr/>
              </p14:nvContentPartPr>
              <p14:xfrm>
                <a:off x="10361486" y="2472909"/>
                <a:ext cx="64800" cy="792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350C6DE1-CA1F-3454-1826-521EFA6D2E35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0355366" y="2466789"/>
                  <a:ext cx="770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9AA667B2-5933-6409-E2A9-D3147B2846DE}"/>
                    </a:ext>
                  </a:extLst>
                </p14:cNvPr>
                <p14:cNvContentPartPr/>
                <p14:nvPr/>
              </p14:nvContentPartPr>
              <p14:xfrm>
                <a:off x="10343486" y="2171229"/>
                <a:ext cx="318600" cy="17139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9AA667B2-5933-6409-E2A9-D3147B2846DE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0337366" y="2165109"/>
                  <a:ext cx="330840" cy="172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E1EE4470-A072-ED79-9EB5-3EB272E65D7F}"/>
                    </a:ext>
                  </a:extLst>
                </p14:cNvPr>
                <p14:cNvContentPartPr/>
                <p14:nvPr/>
              </p14:nvContentPartPr>
              <p14:xfrm>
                <a:off x="10776926" y="2204349"/>
                <a:ext cx="118440" cy="1368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E1EE4470-A072-ED79-9EB5-3EB272E65D7F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0770806" y="2198229"/>
                  <a:ext cx="1306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4B362D25-E50F-7AC9-5ED9-59176B6B2422}"/>
                    </a:ext>
                  </a:extLst>
                </p14:cNvPr>
                <p14:cNvContentPartPr/>
                <p14:nvPr/>
              </p14:nvContentPartPr>
              <p14:xfrm>
                <a:off x="10732286" y="2207229"/>
                <a:ext cx="181800" cy="2541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4B362D25-E50F-7AC9-5ED9-59176B6B2422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0726166" y="2201109"/>
                  <a:ext cx="1940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5C4A7F7B-2850-0FEA-8CAA-241F3374C21B}"/>
                    </a:ext>
                  </a:extLst>
                </p14:cNvPr>
                <p14:cNvContentPartPr/>
                <p14:nvPr/>
              </p14:nvContentPartPr>
              <p14:xfrm>
                <a:off x="10783406" y="2344749"/>
                <a:ext cx="88560" cy="154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5C4A7F7B-2850-0FEA-8CAA-241F3374C21B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0777286" y="2338629"/>
                  <a:ext cx="1008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AC95A10F-E2E7-1005-DC08-35FCCE68AAA9}"/>
                    </a:ext>
                  </a:extLst>
                </p14:cNvPr>
                <p14:cNvContentPartPr/>
                <p14:nvPr/>
              </p14:nvContentPartPr>
              <p14:xfrm>
                <a:off x="10924526" y="2382549"/>
                <a:ext cx="37440" cy="11880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AC95A10F-E2E7-1005-DC08-35FCCE68AAA9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0918406" y="2376429"/>
                  <a:ext cx="496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9DF3B8CA-D9B3-C222-E74D-696A1B4FB86E}"/>
                    </a:ext>
                  </a:extLst>
                </p14:cNvPr>
                <p14:cNvContentPartPr/>
                <p14:nvPr/>
              </p14:nvContentPartPr>
              <p14:xfrm>
                <a:off x="10657766" y="2670909"/>
                <a:ext cx="131400" cy="22572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9DF3B8CA-D9B3-C222-E74D-696A1B4FB86E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0651646" y="2664789"/>
                  <a:ext cx="1436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7907B836-62F3-0586-FADD-60DE2078B9CF}"/>
                    </a:ext>
                  </a:extLst>
                </p14:cNvPr>
                <p14:cNvContentPartPr/>
                <p14:nvPr/>
              </p14:nvContentPartPr>
              <p14:xfrm>
                <a:off x="10689806" y="2781429"/>
                <a:ext cx="57960" cy="2772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7907B836-62F3-0586-FADD-60DE2078B9CF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0683686" y="2775309"/>
                  <a:ext cx="702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4BE6C54-2E14-A564-BE00-AB27D06FA308}"/>
                    </a:ext>
                  </a:extLst>
                </p14:cNvPr>
                <p14:cNvContentPartPr/>
                <p14:nvPr/>
              </p14:nvContentPartPr>
              <p14:xfrm>
                <a:off x="10806446" y="2875029"/>
                <a:ext cx="109440" cy="1238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4BE6C54-2E14-A564-BE00-AB27D06FA308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0800326" y="2868909"/>
                  <a:ext cx="1216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B85D30B3-69EE-2C9C-8724-DD0A5736C65F}"/>
                    </a:ext>
                  </a:extLst>
                </p14:cNvPr>
                <p14:cNvContentPartPr/>
                <p14:nvPr/>
              </p14:nvContentPartPr>
              <p14:xfrm>
                <a:off x="10735526" y="3165549"/>
                <a:ext cx="2520" cy="2592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B85D30B3-69EE-2C9C-8724-DD0A5736C65F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0729406" y="3159429"/>
                  <a:ext cx="147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C260A51B-6851-69E6-DB4C-D7B92BF3B849}"/>
                    </a:ext>
                  </a:extLst>
                </p14:cNvPr>
                <p14:cNvContentPartPr/>
                <p14:nvPr/>
              </p14:nvContentPartPr>
              <p14:xfrm>
                <a:off x="10696286" y="3361029"/>
                <a:ext cx="14040" cy="8100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C260A51B-6851-69E6-DB4C-D7B92BF3B849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0690166" y="3354909"/>
                  <a:ext cx="262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CD471F01-9EB2-DD62-9B54-BE8B2513EB60}"/>
                    </a:ext>
                  </a:extLst>
                </p14:cNvPr>
                <p14:cNvContentPartPr/>
                <p14:nvPr/>
              </p14:nvContentPartPr>
              <p14:xfrm>
                <a:off x="10694126" y="3550029"/>
                <a:ext cx="8640" cy="608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CD471F01-9EB2-DD62-9B54-BE8B2513EB60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0688006" y="3543909"/>
                  <a:ext cx="208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450016F7-525E-F168-B6EF-D67A57211EC9}"/>
                    </a:ext>
                  </a:extLst>
                </p14:cNvPr>
                <p14:cNvContentPartPr/>
                <p14:nvPr/>
              </p14:nvContentPartPr>
              <p14:xfrm>
                <a:off x="10597286" y="3689349"/>
                <a:ext cx="174240" cy="2080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450016F7-525E-F168-B6EF-D67A57211EC9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0591166" y="3683229"/>
                  <a:ext cx="1864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2B3361C2-FD7E-5FAC-8742-FAC9E3439719}"/>
                    </a:ext>
                  </a:extLst>
                </p14:cNvPr>
                <p14:cNvContentPartPr/>
                <p14:nvPr/>
              </p14:nvContentPartPr>
              <p14:xfrm>
                <a:off x="10660286" y="3779349"/>
                <a:ext cx="78840" cy="313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2B3361C2-FD7E-5FAC-8742-FAC9E3439719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0654166" y="3773229"/>
                  <a:ext cx="910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ADD534BF-DECE-E992-63B8-5B45BB185C86}"/>
                    </a:ext>
                  </a:extLst>
                </p14:cNvPr>
                <p14:cNvContentPartPr/>
                <p14:nvPr/>
              </p14:nvContentPartPr>
              <p14:xfrm>
                <a:off x="10849286" y="3785829"/>
                <a:ext cx="133560" cy="4932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ADD534BF-DECE-E992-63B8-5B45BB185C86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0843166" y="3779709"/>
                  <a:ext cx="1458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A5906F22-7490-3ECA-EFA1-ADCB8A3A79B1}"/>
                    </a:ext>
                  </a:extLst>
                </p14:cNvPr>
                <p14:cNvContentPartPr/>
                <p14:nvPr/>
              </p14:nvContentPartPr>
              <p14:xfrm>
                <a:off x="10909406" y="2153949"/>
                <a:ext cx="383400" cy="184500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A5906F22-7490-3ECA-EFA1-ADCB8A3A79B1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0903286" y="2147829"/>
                  <a:ext cx="395640" cy="18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3A5EC715-7DC4-305F-B33E-C283CC90471E}"/>
              </a:ext>
            </a:extLst>
          </p:cNvPr>
          <p:cNvGrpSpPr/>
          <p:nvPr/>
        </p:nvGrpSpPr>
        <p:grpSpPr>
          <a:xfrm>
            <a:off x="405326" y="4272549"/>
            <a:ext cx="421920" cy="333360"/>
            <a:chOff x="405326" y="4272549"/>
            <a:chExt cx="421920" cy="33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3910A5C8-D9EA-E86E-5533-1DBAE3907B0D}"/>
                    </a:ext>
                  </a:extLst>
                </p14:cNvPr>
                <p14:cNvContentPartPr/>
                <p14:nvPr/>
              </p14:nvContentPartPr>
              <p14:xfrm>
                <a:off x="441686" y="4363269"/>
                <a:ext cx="36000" cy="24264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3910A5C8-D9EA-E86E-5533-1DBAE3907B0D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435566" y="4357149"/>
                  <a:ext cx="482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6F2F219D-E147-845E-2E6F-69733AD13C9F}"/>
                    </a:ext>
                  </a:extLst>
                </p14:cNvPr>
                <p14:cNvContentPartPr/>
                <p14:nvPr/>
              </p14:nvContentPartPr>
              <p14:xfrm>
                <a:off x="405326" y="4272549"/>
                <a:ext cx="136800" cy="1083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6F2F219D-E147-845E-2E6F-69733AD13C9F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399206" y="4266429"/>
                  <a:ext cx="1490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9B0E38D9-6100-7C9A-B9CE-FF5D462DDA14}"/>
                    </a:ext>
                  </a:extLst>
                </p14:cNvPr>
                <p14:cNvContentPartPr/>
                <p14:nvPr/>
              </p14:nvContentPartPr>
              <p14:xfrm>
                <a:off x="473366" y="4526349"/>
                <a:ext cx="78120" cy="165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9B0E38D9-6100-7C9A-B9CE-FF5D462DDA14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467246" y="4520229"/>
                  <a:ext cx="90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EF879795-5DCF-29EF-25BF-2109D7C0C293}"/>
                    </a:ext>
                  </a:extLst>
                </p14:cNvPr>
                <p14:cNvContentPartPr/>
                <p14:nvPr/>
              </p14:nvContentPartPr>
              <p14:xfrm>
                <a:off x="651206" y="4484949"/>
                <a:ext cx="176040" cy="954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EF879795-5DCF-29EF-25BF-2109D7C0C293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645086" y="4478829"/>
                  <a:ext cx="18828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01C1FF48-15FD-6C81-CF64-B738E363962F}"/>
              </a:ext>
            </a:extLst>
          </p:cNvPr>
          <p:cNvGrpSpPr/>
          <p:nvPr/>
        </p:nvGrpSpPr>
        <p:grpSpPr>
          <a:xfrm>
            <a:off x="922286" y="4934949"/>
            <a:ext cx="195840" cy="435240"/>
            <a:chOff x="922286" y="4934949"/>
            <a:chExt cx="195840" cy="43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910A0987-08C6-BCD0-DC23-93CA1B886C77}"/>
                    </a:ext>
                  </a:extLst>
                </p14:cNvPr>
                <p14:cNvContentPartPr/>
                <p14:nvPr/>
              </p14:nvContentPartPr>
              <p14:xfrm>
                <a:off x="922286" y="4934949"/>
                <a:ext cx="104040" cy="15660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910A0987-08C6-BCD0-DC23-93CA1B886C77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916166" y="4928829"/>
                  <a:ext cx="1162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4ABC482B-23A4-515E-9F72-BE326C6BEF2E}"/>
                    </a:ext>
                  </a:extLst>
                </p14:cNvPr>
                <p14:cNvContentPartPr/>
                <p14:nvPr/>
              </p14:nvContentPartPr>
              <p14:xfrm>
                <a:off x="967286" y="4947909"/>
                <a:ext cx="150840" cy="42228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4ABC482B-23A4-515E-9F72-BE326C6BEF2E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961166" y="4941789"/>
                  <a:ext cx="163080" cy="43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F6A0F866-9064-C1BB-D673-D8C5A9EB1DEC}"/>
              </a:ext>
            </a:extLst>
          </p:cNvPr>
          <p:cNvGrpSpPr/>
          <p:nvPr/>
        </p:nvGrpSpPr>
        <p:grpSpPr>
          <a:xfrm>
            <a:off x="1285526" y="4156629"/>
            <a:ext cx="2866680" cy="1843920"/>
            <a:chOff x="1285526" y="4156629"/>
            <a:chExt cx="2866680" cy="184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78BE6560-F2D6-E90E-2648-8B9412F3C4DB}"/>
                    </a:ext>
                  </a:extLst>
                </p14:cNvPr>
                <p14:cNvContentPartPr/>
                <p14:nvPr/>
              </p14:nvContentPartPr>
              <p14:xfrm>
                <a:off x="3819566" y="4394589"/>
                <a:ext cx="112680" cy="1544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78BE6560-F2D6-E90E-2648-8B9412F3C4DB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3813446" y="4388469"/>
                  <a:ext cx="1249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CDC3D3CC-E57F-637A-726F-949B7D9955A6}"/>
                    </a:ext>
                  </a:extLst>
                </p14:cNvPr>
                <p14:cNvContentPartPr/>
                <p14:nvPr/>
              </p14:nvContentPartPr>
              <p14:xfrm>
                <a:off x="3985886" y="4204869"/>
                <a:ext cx="29160" cy="33552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CDC3D3CC-E57F-637A-726F-949B7D9955A6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3979766" y="4198749"/>
                  <a:ext cx="4140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47079F05-3E6E-50E5-4829-F1E119EFC4DC}"/>
                    </a:ext>
                  </a:extLst>
                </p14:cNvPr>
                <p14:cNvContentPartPr/>
                <p14:nvPr/>
              </p14:nvContentPartPr>
              <p14:xfrm>
                <a:off x="3983366" y="4364349"/>
                <a:ext cx="60480" cy="3708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47079F05-3E6E-50E5-4829-F1E119EFC4DC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3977246" y="4358229"/>
                  <a:ext cx="727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26E260A8-F88B-501B-C38C-19AE8BB02CF8}"/>
                    </a:ext>
                  </a:extLst>
                </p14:cNvPr>
                <p14:cNvContentPartPr/>
                <p14:nvPr/>
              </p14:nvContentPartPr>
              <p14:xfrm>
                <a:off x="3769886" y="4295589"/>
                <a:ext cx="23400" cy="4500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26E260A8-F88B-501B-C38C-19AE8BB02CF8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3763766" y="4289469"/>
                  <a:ext cx="356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E46553E-664D-007B-EE67-274486195433}"/>
                    </a:ext>
                  </a:extLst>
                </p14:cNvPr>
                <p14:cNvContentPartPr/>
                <p14:nvPr/>
              </p14:nvContentPartPr>
              <p14:xfrm>
                <a:off x="1349606" y="4320429"/>
                <a:ext cx="221400" cy="2300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E46553E-664D-007B-EE67-274486195433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343486" y="4314309"/>
                  <a:ext cx="2336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9FD9CBED-BD44-9D44-CBF8-628C121FB311}"/>
                    </a:ext>
                  </a:extLst>
                </p14:cNvPr>
                <p14:cNvContentPartPr/>
                <p14:nvPr/>
              </p14:nvContentPartPr>
              <p14:xfrm>
                <a:off x="1587206" y="4432389"/>
                <a:ext cx="310680" cy="11736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9FD9CBED-BD44-9D44-CBF8-628C121FB311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581086" y="4426269"/>
                  <a:ext cx="3229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D7621793-D9E5-58B8-199A-36024BC5CFAF}"/>
                    </a:ext>
                  </a:extLst>
                </p14:cNvPr>
                <p14:cNvContentPartPr/>
                <p14:nvPr/>
              </p14:nvContentPartPr>
              <p14:xfrm>
                <a:off x="1874126" y="4312509"/>
                <a:ext cx="12960" cy="3564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D7621793-D9E5-58B8-199A-36024BC5CFAF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868006" y="4306389"/>
                  <a:ext cx="252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E7800B5A-498D-4B14-D144-7F250AC74F88}"/>
                    </a:ext>
                  </a:extLst>
                </p14:cNvPr>
                <p14:cNvContentPartPr/>
                <p14:nvPr/>
              </p14:nvContentPartPr>
              <p14:xfrm>
                <a:off x="1987886" y="4463349"/>
                <a:ext cx="156960" cy="1162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E7800B5A-498D-4B14-D144-7F250AC74F88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981766" y="4457229"/>
                  <a:ext cx="1692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9EEEC50E-14E4-4F7A-EE94-138C704B6244}"/>
                    </a:ext>
                  </a:extLst>
                </p14:cNvPr>
                <p14:cNvContentPartPr/>
                <p14:nvPr/>
              </p14:nvContentPartPr>
              <p14:xfrm>
                <a:off x="2221166" y="4358949"/>
                <a:ext cx="451440" cy="2235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9EEEC50E-14E4-4F7A-EE94-138C704B6244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2215046" y="4352829"/>
                  <a:ext cx="4636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CBE3E09B-8DBD-9EEA-AD34-B09D58F12A64}"/>
                    </a:ext>
                  </a:extLst>
                </p14:cNvPr>
                <p14:cNvContentPartPr/>
                <p14:nvPr/>
              </p14:nvContentPartPr>
              <p14:xfrm>
                <a:off x="2647406" y="4291629"/>
                <a:ext cx="36000" cy="345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CBE3E09B-8DBD-9EEA-AD34-B09D58F12A64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2641286" y="4285509"/>
                  <a:ext cx="482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BB2AD2D0-533C-56FC-0CA6-F78155CDBF23}"/>
                    </a:ext>
                  </a:extLst>
                </p14:cNvPr>
                <p14:cNvContentPartPr/>
                <p14:nvPr/>
              </p14:nvContentPartPr>
              <p14:xfrm>
                <a:off x="2765846" y="4156629"/>
                <a:ext cx="538200" cy="43668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BB2AD2D0-533C-56FC-0CA6-F78155CDBF23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2759726" y="4150509"/>
                  <a:ext cx="55044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B9C4D9E5-C8BA-0305-AD44-EC336C37A977}"/>
                    </a:ext>
                  </a:extLst>
                </p14:cNvPr>
                <p14:cNvContentPartPr/>
                <p14:nvPr/>
              </p14:nvContentPartPr>
              <p14:xfrm>
                <a:off x="3061046" y="4307109"/>
                <a:ext cx="88920" cy="288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B9C4D9E5-C8BA-0305-AD44-EC336C37A977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3054926" y="4300989"/>
                  <a:ext cx="1011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197492C6-146E-86BB-3D87-28D2A10CBFB4}"/>
                    </a:ext>
                  </a:extLst>
                </p14:cNvPr>
                <p14:cNvContentPartPr/>
                <p14:nvPr/>
              </p14:nvContentPartPr>
              <p14:xfrm>
                <a:off x="1285526" y="4988229"/>
                <a:ext cx="34560" cy="2016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197492C6-146E-86BB-3D87-28D2A10CBFB4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279406" y="4982109"/>
                  <a:ext cx="468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27080945-6382-8CE1-1F71-CBE2EE5A47FE}"/>
                    </a:ext>
                  </a:extLst>
                </p14:cNvPr>
                <p14:cNvContentPartPr/>
                <p14:nvPr/>
              </p14:nvContentPartPr>
              <p14:xfrm>
                <a:off x="1325486" y="5038269"/>
                <a:ext cx="27360" cy="165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27080945-6382-8CE1-1F71-CBE2EE5A47FE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319366" y="5032149"/>
                  <a:ext cx="396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AE39F925-F9FD-28C0-1D16-F6CD890F55DE}"/>
                    </a:ext>
                  </a:extLst>
                </p14:cNvPr>
                <p14:cNvContentPartPr/>
                <p14:nvPr/>
              </p14:nvContentPartPr>
              <p14:xfrm>
                <a:off x="1519526" y="4720029"/>
                <a:ext cx="266040" cy="112608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AE39F925-F9FD-28C0-1D16-F6CD890F55DE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513406" y="4713909"/>
                  <a:ext cx="278280" cy="11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311781F8-5064-95BC-9B31-D9EDA12D3FAE}"/>
                    </a:ext>
                  </a:extLst>
                </p14:cNvPr>
                <p14:cNvContentPartPr/>
                <p14:nvPr/>
              </p14:nvContentPartPr>
              <p14:xfrm>
                <a:off x="1822646" y="4766829"/>
                <a:ext cx="89640" cy="9108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311781F8-5064-95BC-9B31-D9EDA12D3FAE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816526" y="4760709"/>
                  <a:ext cx="1018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889FCC05-62EB-65D2-8789-AAF0CACC9885}"/>
                    </a:ext>
                  </a:extLst>
                </p14:cNvPr>
                <p14:cNvContentPartPr/>
                <p14:nvPr/>
              </p14:nvContentPartPr>
              <p14:xfrm>
                <a:off x="1825526" y="4775469"/>
                <a:ext cx="151560" cy="20700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889FCC05-62EB-65D2-8789-AAF0CACC9885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819406" y="4769349"/>
                  <a:ext cx="1638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16AC6B1A-8FE9-93D6-45BD-D781BE6C928E}"/>
                    </a:ext>
                  </a:extLst>
                </p14:cNvPr>
                <p14:cNvContentPartPr/>
                <p14:nvPr/>
              </p14:nvContentPartPr>
              <p14:xfrm>
                <a:off x="2046566" y="4902549"/>
                <a:ext cx="15480" cy="12672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16AC6B1A-8FE9-93D6-45BD-D781BE6C928E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2040446" y="4896429"/>
                  <a:ext cx="277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5CD42519-4419-F5A6-0F8D-97D05CA5F07F}"/>
                    </a:ext>
                  </a:extLst>
                </p14:cNvPr>
                <p14:cNvContentPartPr/>
                <p14:nvPr/>
              </p14:nvContentPartPr>
              <p14:xfrm>
                <a:off x="1913726" y="5153469"/>
                <a:ext cx="99360" cy="15300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5CD42519-4419-F5A6-0F8D-97D05CA5F07F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907606" y="5147349"/>
                  <a:ext cx="1116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534DED3C-0E37-8E00-F563-FBA0623C9BBD}"/>
                    </a:ext>
                  </a:extLst>
                </p14:cNvPr>
                <p14:cNvContentPartPr/>
                <p14:nvPr/>
              </p14:nvContentPartPr>
              <p14:xfrm>
                <a:off x="2083646" y="5257869"/>
                <a:ext cx="99720" cy="18540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534DED3C-0E37-8E00-F563-FBA0623C9BBD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2077526" y="5251749"/>
                  <a:ext cx="1119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189CBC6C-C26C-9E5D-F073-DD4C0BC69D87}"/>
                    </a:ext>
                  </a:extLst>
                </p14:cNvPr>
                <p14:cNvContentPartPr/>
                <p14:nvPr/>
              </p14:nvContentPartPr>
              <p14:xfrm>
                <a:off x="1950446" y="5570709"/>
                <a:ext cx="10080" cy="36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189CBC6C-C26C-9E5D-F073-DD4C0BC69D87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944326" y="5564589"/>
                  <a:ext cx="2232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C3AE7902-3A7F-C28E-4D16-BFCBFC03979D}"/>
                    </a:ext>
                  </a:extLst>
                </p14:cNvPr>
                <p14:cNvContentPartPr/>
                <p14:nvPr/>
              </p14:nvContentPartPr>
              <p14:xfrm>
                <a:off x="1962326" y="5669709"/>
                <a:ext cx="5400" cy="3708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C3AE7902-3A7F-C28E-4D16-BFCBFC03979D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956206" y="5663589"/>
                  <a:ext cx="176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C40C803A-B2CE-B1D2-B068-634675520903}"/>
                    </a:ext>
                  </a:extLst>
                </p14:cNvPr>
                <p14:cNvContentPartPr/>
                <p14:nvPr/>
              </p14:nvContentPartPr>
              <p14:xfrm>
                <a:off x="1909766" y="5785629"/>
                <a:ext cx="119520" cy="21492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C40C803A-B2CE-B1D2-B068-634675520903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903646" y="5779509"/>
                  <a:ext cx="1317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98037E85-67D9-E8AE-05E8-EE91257C3055}"/>
                    </a:ext>
                  </a:extLst>
                </p14:cNvPr>
                <p14:cNvContentPartPr/>
                <p14:nvPr/>
              </p14:nvContentPartPr>
              <p14:xfrm>
                <a:off x="2129006" y="5834589"/>
                <a:ext cx="135720" cy="8568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98037E85-67D9-E8AE-05E8-EE91257C3055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2122886" y="5828469"/>
                  <a:ext cx="1479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EB1F3D8A-5F7D-D085-4A3F-7E7289900F32}"/>
                    </a:ext>
                  </a:extLst>
                </p14:cNvPr>
                <p14:cNvContentPartPr/>
                <p14:nvPr/>
              </p14:nvContentPartPr>
              <p14:xfrm>
                <a:off x="2238086" y="4645869"/>
                <a:ext cx="322560" cy="12571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EB1F3D8A-5F7D-D085-4A3F-7E7289900F32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2231966" y="4639749"/>
                  <a:ext cx="334800" cy="12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1B3A7C05-E120-668B-D9D7-CBE191F9973A}"/>
                    </a:ext>
                  </a:extLst>
                </p14:cNvPr>
                <p14:cNvContentPartPr/>
                <p14:nvPr/>
              </p14:nvContentPartPr>
              <p14:xfrm>
                <a:off x="2803286" y="5062749"/>
                <a:ext cx="75600" cy="2988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1B3A7C05-E120-668B-D9D7-CBE191F9973A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2797166" y="5056629"/>
                  <a:ext cx="878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17BF9A8C-EA9D-3557-BBC6-32F5F004E7D7}"/>
                    </a:ext>
                  </a:extLst>
                </p14:cNvPr>
                <p14:cNvContentPartPr/>
                <p14:nvPr/>
              </p14:nvContentPartPr>
              <p14:xfrm>
                <a:off x="2837486" y="5171469"/>
                <a:ext cx="360" cy="3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17BF9A8C-EA9D-3557-BBC6-32F5F004E7D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831366" y="516534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F4A8A18C-307C-602C-9BB9-B983F965E0AA}"/>
                    </a:ext>
                  </a:extLst>
                </p14:cNvPr>
                <p14:cNvContentPartPr/>
                <p14:nvPr/>
              </p14:nvContentPartPr>
              <p14:xfrm>
                <a:off x="3176606" y="4781949"/>
                <a:ext cx="241560" cy="3020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F4A8A18C-307C-602C-9BB9-B983F965E0AA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170486" y="4775829"/>
                  <a:ext cx="2538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BFBF3529-B139-108F-826E-0E739845EF32}"/>
                    </a:ext>
                  </a:extLst>
                </p14:cNvPr>
                <p14:cNvContentPartPr/>
                <p14:nvPr/>
              </p14:nvContentPartPr>
              <p14:xfrm>
                <a:off x="3133046" y="4749549"/>
                <a:ext cx="229320" cy="30024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BFBF3529-B139-108F-826E-0E739845EF32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3126926" y="4743429"/>
                  <a:ext cx="2415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5DAA2F78-DC8D-77B6-CDBC-F10E49B01FC5}"/>
                    </a:ext>
                  </a:extLst>
                </p14:cNvPr>
                <p14:cNvContentPartPr/>
                <p14:nvPr/>
              </p14:nvContentPartPr>
              <p14:xfrm>
                <a:off x="3538046" y="4910109"/>
                <a:ext cx="85320" cy="4500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5DAA2F78-DC8D-77B6-CDBC-F10E49B01FC5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3531926" y="4903989"/>
                  <a:ext cx="975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0C144E65-3B63-C897-18C8-4AB5DE56136D}"/>
                    </a:ext>
                  </a:extLst>
                </p14:cNvPr>
                <p14:cNvContentPartPr/>
                <p14:nvPr/>
              </p14:nvContentPartPr>
              <p14:xfrm>
                <a:off x="3596006" y="4984269"/>
                <a:ext cx="98280" cy="4644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0C144E65-3B63-C897-18C8-4AB5DE56136D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3589886" y="4978149"/>
                  <a:ext cx="1105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3F3DC8E5-9DFF-F643-EF86-CEEC0DC64027}"/>
                    </a:ext>
                  </a:extLst>
                </p14:cNvPr>
                <p14:cNvContentPartPr/>
                <p14:nvPr/>
              </p14:nvContentPartPr>
              <p14:xfrm>
                <a:off x="3823886" y="4634709"/>
                <a:ext cx="273960" cy="131364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3F3DC8E5-9DFF-F643-EF86-CEEC0DC64027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3817766" y="4628589"/>
                  <a:ext cx="286200" cy="13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34042B4E-8FE7-17FE-8D89-BCA92FFF329F}"/>
                    </a:ext>
                  </a:extLst>
                </p14:cNvPr>
                <p14:cNvContentPartPr/>
                <p14:nvPr/>
              </p14:nvContentPartPr>
              <p14:xfrm>
                <a:off x="4135646" y="4694469"/>
                <a:ext cx="16560" cy="22536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34042B4E-8FE7-17FE-8D89-BCA92FFF329F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4129526" y="4688349"/>
                  <a:ext cx="28800" cy="23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2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5354E064-AC99-BE07-0A1F-1E80A1299CE0}"/>
                  </a:ext>
                </a:extLst>
              </p14:cNvPr>
              <p14:cNvContentPartPr/>
              <p14:nvPr/>
            </p14:nvContentPartPr>
            <p14:xfrm>
              <a:off x="4130246" y="5182629"/>
              <a:ext cx="29160" cy="230400"/>
            </p14:xfrm>
          </p:contentPart>
        </mc:Choice>
        <mc:Fallback xmlns=""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5354E064-AC99-BE07-0A1F-1E80A1299CE0}"/>
                  </a:ext>
                </a:extLst>
              </p:cNvPr>
              <p:cNvPicPr/>
              <p:nvPr/>
            </p:nvPicPr>
            <p:blipFill>
              <a:blip r:embed="rId503"/>
              <a:stretch>
                <a:fillRect/>
              </a:stretch>
            </p:blipFill>
            <p:spPr>
              <a:xfrm>
                <a:off x="4124126" y="5176509"/>
                <a:ext cx="41400" cy="24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54" name="Group 353">
            <a:extLst>
              <a:ext uri="{FF2B5EF4-FFF2-40B4-BE49-F238E27FC236}">
                <a16:creationId xmlns:a16="http://schemas.microsoft.com/office/drawing/2014/main" id="{9B2ECA31-044B-911F-285A-38AF51D72121}"/>
              </a:ext>
            </a:extLst>
          </p:cNvPr>
          <p:cNvGrpSpPr/>
          <p:nvPr/>
        </p:nvGrpSpPr>
        <p:grpSpPr>
          <a:xfrm>
            <a:off x="4145366" y="5635509"/>
            <a:ext cx="57240" cy="413640"/>
            <a:chOff x="4145366" y="5635509"/>
            <a:chExt cx="57240" cy="41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A870AF2A-373C-A640-74E1-D0E273149453}"/>
                    </a:ext>
                  </a:extLst>
                </p14:cNvPr>
                <p14:cNvContentPartPr/>
                <p14:nvPr/>
              </p14:nvContentPartPr>
              <p14:xfrm>
                <a:off x="4172726" y="5635509"/>
                <a:ext cx="11520" cy="25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A870AF2A-373C-A640-74E1-D0E27314945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166606" y="5629389"/>
                  <a:ext cx="2376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B0163213-3FAA-130D-9506-4340E503E831}"/>
                    </a:ext>
                  </a:extLst>
                </p14:cNvPr>
                <p14:cNvContentPartPr/>
                <p14:nvPr/>
              </p14:nvContentPartPr>
              <p14:xfrm>
                <a:off x="4145366" y="5721189"/>
                <a:ext cx="2880" cy="2448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B0163213-3FAA-130D-9506-4340E503E831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4139246" y="5715069"/>
                  <a:ext cx="15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AD924EDE-00F0-1832-BAE4-2BFADBDA4006}"/>
                    </a:ext>
                  </a:extLst>
                </p14:cNvPr>
                <p14:cNvContentPartPr/>
                <p14:nvPr/>
              </p14:nvContentPartPr>
              <p14:xfrm>
                <a:off x="4168406" y="5789949"/>
                <a:ext cx="2880" cy="4968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AD924EDE-00F0-1832-BAE4-2BFADBDA4006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4162286" y="5783829"/>
                  <a:ext cx="151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32074210-40CD-4A4A-F971-86B947B6864C}"/>
                    </a:ext>
                  </a:extLst>
                </p14:cNvPr>
                <p14:cNvContentPartPr/>
                <p14:nvPr/>
              </p14:nvContentPartPr>
              <p14:xfrm>
                <a:off x="4193966" y="5923869"/>
                <a:ext cx="8640" cy="12528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32074210-40CD-4A4A-F971-86B947B6864C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4187846" y="5917749"/>
                  <a:ext cx="2088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F357C309-5EBD-709A-B9FA-1EC7E5AA21ED}"/>
              </a:ext>
            </a:extLst>
          </p:cNvPr>
          <p:cNvGrpSpPr/>
          <p:nvPr/>
        </p:nvGrpSpPr>
        <p:grpSpPr>
          <a:xfrm>
            <a:off x="4435526" y="4223229"/>
            <a:ext cx="939960" cy="1816920"/>
            <a:chOff x="4435526" y="4223229"/>
            <a:chExt cx="939960" cy="181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08807DD0-DCF8-EFC1-9CB4-3B827068AA66}"/>
                    </a:ext>
                  </a:extLst>
                </p14:cNvPr>
                <p14:cNvContentPartPr/>
                <p14:nvPr/>
              </p14:nvContentPartPr>
              <p14:xfrm>
                <a:off x="4487366" y="4223229"/>
                <a:ext cx="18360" cy="29556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08807DD0-DCF8-EFC1-9CB4-3B827068AA66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4481246" y="4217109"/>
                  <a:ext cx="306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1A079092-F94D-2E89-ADBC-2428236062C2}"/>
                    </a:ext>
                  </a:extLst>
                </p14:cNvPr>
                <p14:cNvContentPartPr/>
                <p14:nvPr/>
              </p14:nvContentPartPr>
              <p14:xfrm>
                <a:off x="4585646" y="4406109"/>
                <a:ext cx="297000" cy="13104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1A079092-F94D-2E89-ADBC-2428236062C2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4579526" y="4399989"/>
                  <a:ext cx="3092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9D5F89BA-719D-1D51-B576-A4BEEC08351F}"/>
                    </a:ext>
                  </a:extLst>
                </p14:cNvPr>
                <p14:cNvContentPartPr/>
                <p14:nvPr/>
              </p14:nvContentPartPr>
              <p14:xfrm>
                <a:off x="5007926" y="4242309"/>
                <a:ext cx="217800" cy="2397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9D5F89BA-719D-1D51-B576-A4BEEC08351F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5001806" y="4236189"/>
                  <a:ext cx="2300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15005F89-5B3D-EBA6-D59D-41B3904F30EF}"/>
                    </a:ext>
                  </a:extLst>
                </p14:cNvPr>
                <p14:cNvContentPartPr/>
                <p14:nvPr/>
              </p14:nvContentPartPr>
              <p14:xfrm>
                <a:off x="5209526" y="4357509"/>
                <a:ext cx="165960" cy="21672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15005F89-5B3D-EBA6-D59D-41B3904F30EF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5203406" y="4351389"/>
                  <a:ext cx="1782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16EEA437-DBC2-AFE0-8F4A-24D048F858A9}"/>
                    </a:ext>
                  </a:extLst>
                </p14:cNvPr>
                <p14:cNvContentPartPr/>
                <p14:nvPr/>
              </p14:nvContentPartPr>
              <p14:xfrm>
                <a:off x="4435526" y="4705629"/>
                <a:ext cx="215640" cy="21924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16EEA437-DBC2-AFE0-8F4A-24D048F858A9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4429406" y="4699509"/>
                  <a:ext cx="2278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7CA473DF-41FA-92A8-33D6-C4AA1632A8B1}"/>
                    </a:ext>
                  </a:extLst>
                </p14:cNvPr>
                <p14:cNvContentPartPr/>
                <p14:nvPr/>
              </p14:nvContentPartPr>
              <p14:xfrm>
                <a:off x="4712006" y="4870869"/>
                <a:ext cx="14400" cy="1303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7CA473DF-41FA-92A8-33D6-C4AA1632A8B1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4705886" y="4864749"/>
                  <a:ext cx="266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AA01A54D-331F-23B5-0EC9-BA758CE5D9EC}"/>
                    </a:ext>
                  </a:extLst>
                </p14:cNvPr>
                <p14:cNvContentPartPr/>
                <p14:nvPr/>
              </p14:nvContentPartPr>
              <p14:xfrm>
                <a:off x="4458206" y="5125029"/>
                <a:ext cx="244080" cy="20736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AA01A54D-331F-23B5-0EC9-BA758CE5D9EC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4452086" y="5118909"/>
                  <a:ext cx="2563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20DFC81A-DECB-398C-193E-C93C99950642}"/>
                    </a:ext>
                  </a:extLst>
                </p14:cNvPr>
                <p14:cNvContentPartPr/>
                <p14:nvPr/>
              </p14:nvContentPartPr>
              <p14:xfrm>
                <a:off x="4694726" y="5272989"/>
                <a:ext cx="161280" cy="13140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20DFC81A-DECB-398C-193E-C93C99950642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4688606" y="5266869"/>
                  <a:ext cx="1735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44B9EC13-74F9-446A-48BF-2BF17D36C728}"/>
                    </a:ext>
                  </a:extLst>
                </p14:cNvPr>
                <p14:cNvContentPartPr/>
                <p14:nvPr/>
              </p14:nvContentPartPr>
              <p14:xfrm>
                <a:off x="4562606" y="5774829"/>
                <a:ext cx="145800" cy="15084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44B9EC13-74F9-446A-48BF-2BF17D36C728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4556486" y="5768709"/>
                  <a:ext cx="1580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A0A89B0F-9F0C-831D-BE19-D49EC73F719E}"/>
                    </a:ext>
                  </a:extLst>
                </p14:cNvPr>
                <p14:cNvContentPartPr/>
                <p14:nvPr/>
              </p14:nvContentPartPr>
              <p14:xfrm>
                <a:off x="4836206" y="5861949"/>
                <a:ext cx="180000" cy="8388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A0A89B0F-9F0C-831D-BE19-D49EC73F719E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4830086" y="5855829"/>
                  <a:ext cx="1922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2EF46BBA-C8B0-E903-BBF6-431EBD4CDF6F}"/>
                    </a:ext>
                  </a:extLst>
                </p14:cNvPr>
                <p14:cNvContentPartPr/>
                <p14:nvPr/>
              </p14:nvContentPartPr>
              <p14:xfrm>
                <a:off x="4900646" y="4604829"/>
                <a:ext cx="253440" cy="143532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2EF46BBA-C8B0-E903-BBF6-431EBD4CDF6F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4894526" y="4598709"/>
                  <a:ext cx="265680" cy="144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3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2D9771BD-4D7C-E7FA-92D0-B3ED73AFD0EF}"/>
                  </a:ext>
                </a:extLst>
              </p14:cNvPr>
              <p14:cNvContentPartPr/>
              <p14:nvPr/>
            </p14:nvContentPartPr>
            <p14:xfrm>
              <a:off x="5517326" y="4579989"/>
              <a:ext cx="114120" cy="430200"/>
            </p14:xfrm>
          </p:contentPart>
        </mc:Choice>
        <mc:Fallback xmlns=""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2D9771BD-4D7C-E7FA-92D0-B3ED73AFD0EF}"/>
                  </a:ext>
                </a:extLst>
              </p:cNvPr>
              <p:cNvPicPr/>
              <p:nvPr/>
            </p:nvPicPr>
            <p:blipFill>
              <a:blip r:embed="rId534"/>
              <a:stretch>
                <a:fillRect/>
              </a:stretch>
            </p:blipFill>
            <p:spPr>
              <a:xfrm>
                <a:off x="5511206" y="4573869"/>
                <a:ext cx="126360" cy="44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6" name="Group 365">
            <a:extLst>
              <a:ext uri="{FF2B5EF4-FFF2-40B4-BE49-F238E27FC236}">
                <a16:creationId xmlns:a16="http://schemas.microsoft.com/office/drawing/2014/main" id="{D4306E0F-F018-3394-6ABE-536FA7B7919B}"/>
              </a:ext>
            </a:extLst>
          </p:cNvPr>
          <p:cNvGrpSpPr/>
          <p:nvPr/>
        </p:nvGrpSpPr>
        <p:grpSpPr>
          <a:xfrm>
            <a:off x="5875886" y="4282989"/>
            <a:ext cx="1194480" cy="1524240"/>
            <a:chOff x="5875886" y="4282989"/>
            <a:chExt cx="1194480" cy="152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C89B8DBF-519D-65AF-BA0F-FD4D94F4D8F9}"/>
                    </a:ext>
                  </a:extLst>
                </p14:cNvPr>
                <p14:cNvContentPartPr/>
                <p14:nvPr/>
              </p14:nvContentPartPr>
              <p14:xfrm>
                <a:off x="5921966" y="4282989"/>
                <a:ext cx="307800" cy="28512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C89B8DBF-519D-65AF-BA0F-FD4D94F4D8F9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5915846" y="4276869"/>
                  <a:ext cx="32004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EBD8F44D-A224-57AB-A7F5-A50CB63AD388}"/>
                    </a:ext>
                  </a:extLst>
                </p14:cNvPr>
                <p14:cNvContentPartPr/>
                <p14:nvPr/>
              </p14:nvContentPartPr>
              <p14:xfrm>
                <a:off x="6191606" y="4339509"/>
                <a:ext cx="14040" cy="3528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EBD8F44D-A224-57AB-A7F5-A50CB63AD388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6185486" y="4333389"/>
                  <a:ext cx="262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BF1F26EC-E506-FC14-4D8C-314CB8D8B5B3}"/>
                    </a:ext>
                  </a:extLst>
                </p14:cNvPr>
                <p14:cNvContentPartPr/>
                <p14:nvPr/>
              </p14:nvContentPartPr>
              <p14:xfrm>
                <a:off x="6338486" y="4311789"/>
                <a:ext cx="384840" cy="23472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BF1F26EC-E506-FC14-4D8C-314CB8D8B5B3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6332366" y="4305669"/>
                  <a:ext cx="3970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0A564A8F-36C6-A79B-B3E5-32B6D71A1116}"/>
                    </a:ext>
                  </a:extLst>
                </p14:cNvPr>
                <p14:cNvContentPartPr/>
                <p14:nvPr/>
              </p14:nvContentPartPr>
              <p14:xfrm>
                <a:off x="5875886" y="4736229"/>
                <a:ext cx="127800" cy="4464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0A564A8F-36C6-A79B-B3E5-32B6D71A1116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5869766" y="4730109"/>
                  <a:ext cx="1400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A0D8A11F-5BBC-490C-0D6D-86C560825F8C}"/>
                    </a:ext>
                  </a:extLst>
                </p14:cNvPr>
                <p14:cNvContentPartPr/>
                <p14:nvPr/>
              </p14:nvContentPartPr>
              <p14:xfrm>
                <a:off x="5936006" y="4805349"/>
                <a:ext cx="49320" cy="828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A0D8A11F-5BBC-490C-0D6D-86C560825F8C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5929886" y="4799229"/>
                  <a:ext cx="615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C7AD1E35-ABD9-FEFA-F849-2D4E072FC50D}"/>
                    </a:ext>
                  </a:extLst>
                </p14:cNvPr>
                <p14:cNvContentPartPr/>
                <p14:nvPr/>
              </p14:nvContentPartPr>
              <p14:xfrm>
                <a:off x="6465926" y="4532109"/>
                <a:ext cx="144720" cy="38232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C7AD1E35-ABD9-FEFA-F849-2D4E072FC50D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6459806" y="4525989"/>
                  <a:ext cx="15696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23D5CE5E-7379-25DB-FFCD-4FE7EBF1712D}"/>
                    </a:ext>
                  </a:extLst>
                </p14:cNvPr>
                <p14:cNvContentPartPr/>
                <p14:nvPr/>
              </p14:nvContentPartPr>
              <p14:xfrm>
                <a:off x="6595526" y="4843869"/>
                <a:ext cx="110160" cy="13320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23D5CE5E-7379-25DB-FFCD-4FE7EBF1712D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6589406" y="4837749"/>
                  <a:ext cx="1224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4DC03432-4F07-D2F9-59E2-3CC422633F76}"/>
                    </a:ext>
                  </a:extLst>
                </p14:cNvPr>
                <p14:cNvContentPartPr/>
                <p14:nvPr/>
              </p14:nvContentPartPr>
              <p14:xfrm>
                <a:off x="6185126" y="4572789"/>
                <a:ext cx="196200" cy="118476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4DC03432-4F07-D2F9-59E2-3CC422633F76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6179006" y="4566669"/>
                  <a:ext cx="208440" cy="11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9F85EC07-D404-95E4-1AE3-7BFCFF86D1C9}"/>
                    </a:ext>
                  </a:extLst>
                </p14:cNvPr>
                <p14:cNvContentPartPr/>
                <p14:nvPr/>
              </p14:nvContentPartPr>
              <p14:xfrm>
                <a:off x="6568166" y="5181909"/>
                <a:ext cx="153360" cy="32184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9F85EC07-D404-95E4-1AE3-7BFCFF86D1C9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6562046" y="5175789"/>
                  <a:ext cx="16560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AC6AEB89-69F5-44E5-CFDB-3C6BA8A71506}"/>
                    </a:ext>
                  </a:extLst>
                </p14:cNvPr>
                <p14:cNvContentPartPr/>
                <p14:nvPr/>
              </p14:nvContentPartPr>
              <p14:xfrm>
                <a:off x="6775166" y="5481789"/>
                <a:ext cx="34920" cy="13860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AC6AEB89-69F5-44E5-CFDB-3C6BA8A71506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6769046" y="5475669"/>
                  <a:ext cx="471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A902E167-1660-5C09-04F2-27EC82290CD1}"/>
                    </a:ext>
                  </a:extLst>
                </p14:cNvPr>
                <p14:cNvContentPartPr/>
                <p14:nvPr/>
              </p14:nvContentPartPr>
              <p14:xfrm>
                <a:off x="6818726" y="4564869"/>
                <a:ext cx="251640" cy="124236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A902E167-1660-5C09-04F2-27EC82290CD1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6812606" y="4558749"/>
                  <a:ext cx="263880" cy="125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79BA69BD-0DCF-E435-B002-FB6EE9AD1964}"/>
              </a:ext>
            </a:extLst>
          </p:cNvPr>
          <p:cNvGrpSpPr/>
          <p:nvPr/>
        </p:nvGrpSpPr>
        <p:grpSpPr>
          <a:xfrm>
            <a:off x="8193926" y="5084709"/>
            <a:ext cx="380160" cy="186480"/>
            <a:chOff x="8193926" y="5084709"/>
            <a:chExt cx="380160" cy="1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A1BAEAD3-A209-733E-EE5A-FD07F2BF31BD}"/>
                    </a:ext>
                  </a:extLst>
                </p14:cNvPr>
                <p14:cNvContentPartPr/>
                <p14:nvPr/>
              </p14:nvContentPartPr>
              <p14:xfrm>
                <a:off x="8193926" y="5154909"/>
                <a:ext cx="61560" cy="11628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A1BAEAD3-A209-733E-EE5A-FD07F2BF31BD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8187806" y="5148789"/>
                  <a:ext cx="738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06F32053-CADB-19C7-EBD0-7DAC1CE65E92}"/>
                    </a:ext>
                  </a:extLst>
                </p14:cNvPr>
                <p14:cNvContentPartPr/>
                <p14:nvPr/>
              </p14:nvContentPartPr>
              <p14:xfrm>
                <a:off x="8226326" y="5084709"/>
                <a:ext cx="21600" cy="3132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06F32053-CADB-19C7-EBD0-7DAC1CE65E92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8220206" y="5078589"/>
                  <a:ext cx="338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396BB313-93CF-66F1-E541-4F215C7590F6}"/>
                    </a:ext>
                  </a:extLst>
                </p14:cNvPr>
                <p14:cNvContentPartPr/>
                <p14:nvPr/>
              </p14:nvContentPartPr>
              <p14:xfrm>
                <a:off x="8330726" y="5193789"/>
                <a:ext cx="76320" cy="1188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396BB313-93CF-66F1-E541-4F215C7590F6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8324606" y="5187669"/>
                  <a:ext cx="885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954BE451-DF47-20B2-08A8-9CA09D971F05}"/>
                    </a:ext>
                  </a:extLst>
                </p14:cNvPr>
                <p14:cNvContentPartPr/>
                <p14:nvPr/>
              </p14:nvContentPartPr>
              <p14:xfrm>
                <a:off x="8383286" y="5253189"/>
                <a:ext cx="57240" cy="1800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954BE451-DF47-20B2-08A8-9CA09D971F05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8377166" y="5247069"/>
                  <a:ext cx="694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1AD6978F-5535-CA02-0A92-DFF935584B2B}"/>
                    </a:ext>
                  </a:extLst>
                </p14:cNvPr>
                <p14:cNvContentPartPr/>
                <p14:nvPr/>
              </p14:nvContentPartPr>
              <p14:xfrm>
                <a:off x="8570846" y="5196669"/>
                <a:ext cx="3240" cy="6876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1AD6978F-5535-CA02-0A92-DFF935584B2B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8564726" y="5190549"/>
                  <a:ext cx="1548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9" name="Group 388">
            <a:extLst>
              <a:ext uri="{FF2B5EF4-FFF2-40B4-BE49-F238E27FC236}">
                <a16:creationId xmlns:a16="http://schemas.microsoft.com/office/drawing/2014/main" id="{1FE827DE-C468-65FA-B3F6-A3796E03BD32}"/>
              </a:ext>
            </a:extLst>
          </p:cNvPr>
          <p:cNvGrpSpPr/>
          <p:nvPr/>
        </p:nvGrpSpPr>
        <p:grpSpPr>
          <a:xfrm>
            <a:off x="7789286" y="4267869"/>
            <a:ext cx="799920" cy="694080"/>
            <a:chOff x="7789286" y="4267869"/>
            <a:chExt cx="799920" cy="69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953B88BF-EBA9-298F-E748-D3CBDDE88016}"/>
                    </a:ext>
                  </a:extLst>
                </p14:cNvPr>
                <p14:cNvContentPartPr/>
                <p14:nvPr/>
              </p14:nvContentPartPr>
              <p14:xfrm>
                <a:off x="7789286" y="4556589"/>
                <a:ext cx="171720" cy="37440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953B88BF-EBA9-298F-E748-D3CBDDE88016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7783166" y="4550469"/>
                  <a:ext cx="18396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136D0FDD-9671-80BC-B029-D25F74A0D961}"/>
                    </a:ext>
                  </a:extLst>
                </p14:cNvPr>
                <p14:cNvContentPartPr/>
                <p14:nvPr/>
              </p14:nvContentPartPr>
              <p14:xfrm>
                <a:off x="8040926" y="4731909"/>
                <a:ext cx="93600" cy="2340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136D0FDD-9671-80BC-B029-D25F74A0D961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8034806" y="4725789"/>
                  <a:ext cx="1058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E724E043-E047-84A5-6D06-5C2CDBAC8D12}"/>
                    </a:ext>
                  </a:extLst>
                </p14:cNvPr>
                <p14:cNvContentPartPr/>
                <p14:nvPr/>
              </p14:nvContentPartPr>
              <p14:xfrm>
                <a:off x="8076566" y="4824429"/>
                <a:ext cx="92160" cy="792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E724E043-E047-84A5-6D06-5C2CDBAC8D12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8070446" y="4818309"/>
                  <a:ext cx="1044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E7E05820-13E7-632C-CD45-21CF9120473F}"/>
                    </a:ext>
                  </a:extLst>
                </p14:cNvPr>
                <p14:cNvContentPartPr/>
                <p14:nvPr/>
              </p14:nvContentPartPr>
              <p14:xfrm>
                <a:off x="8570846" y="4597269"/>
                <a:ext cx="14400" cy="1296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E7E05820-13E7-632C-CD45-21CF9120473F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8564726" y="4591149"/>
                  <a:ext cx="266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75B3BA23-F935-393C-E3CC-1C08A7B93DB3}"/>
                    </a:ext>
                  </a:extLst>
                </p14:cNvPr>
                <p14:cNvContentPartPr/>
                <p14:nvPr/>
              </p14:nvContentPartPr>
              <p14:xfrm>
                <a:off x="8331806" y="4553709"/>
                <a:ext cx="75600" cy="2196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75B3BA23-F935-393C-E3CC-1C08A7B93DB3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8325686" y="4547589"/>
                  <a:ext cx="878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2D87C8EC-950F-CF86-41F5-48FC94952362}"/>
                    </a:ext>
                  </a:extLst>
                </p14:cNvPr>
                <p14:cNvContentPartPr/>
                <p14:nvPr/>
              </p14:nvContentPartPr>
              <p14:xfrm>
                <a:off x="8335046" y="4555869"/>
                <a:ext cx="254160" cy="828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2D87C8EC-950F-CF86-41F5-48FC94952362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8328926" y="4549749"/>
                  <a:ext cx="2664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2A51F1C8-6789-15CD-1DB8-2999B5F3284E}"/>
                    </a:ext>
                  </a:extLst>
                </p14:cNvPr>
                <p14:cNvContentPartPr/>
                <p14:nvPr/>
              </p14:nvContentPartPr>
              <p14:xfrm>
                <a:off x="8291846" y="4593309"/>
                <a:ext cx="226440" cy="36864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2A51F1C8-6789-15CD-1DB8-2999B5F3284E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8285726" y="4587189"/>
                  <a:ext cx="2386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D9CA333E-770C-DFD6-0D38-CCEA3C945520}"/>
                    </a:ext>
                  </a:extLst>
                </p14:cNvPr>
                <p14:cNvContentPartPr/>
                <p14:nvPr/>
              </p14:nvContentPartPr>
              <p14:xfrm>
                <a:off x="8461046" y="4267869"/>
                <a:ext cx="120240" cy="18180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D9CA333E-770C-DFD6-0D38-CCEA3C945520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8454926" y="4261749"/>
                  <a:ext cx="13248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05A30A1E-E9D6-29F5-122B-EC146D6F7022}"/>
              </a:ext>
            </a:extLst>
          </p:cNvPr>
          <p:cNvGrpSpPr/>
          <p:nvPr/>
        </p:nvGrpSpPr>
        <p:grpSpPr>
          <a:xfrm>
            <a:off x="8783246" y="4389189"/>
            <a:ext cx="564120" cy="696240"/>
            <a:chOff x="8783246" y="4389189"/>
            <a:chExt cx="564120" cy="69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4F144719-D9FA-E178-3F9C-C95D9B9535D2}"/>
                    </a:ext>
                  </a:extLst>
                </p14:cNvPr>
                <p14:cNvContentPartPr/>
                <p14:nvPr/>
              </p14:nvContentPartPr>
              <p14:xfrm>
                <a:off x="8783246" y="4615269"/>
                <a:ext cx="138240" cy="34920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4F144719-D9FA-E178-3F9C-C95D9B9535D2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8777126" y="4609149"/>
                  <a:ext cx="1504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0655E24A-3091-ACDD-818D-60E3741BCBE0}"/>
                    </a:ext>
                  </a:extLst>
                </p14:cNvPr>
                <p14:cNvContentPartPr/>
                <p14:nvPr/>
              </p14:nvContentPartPr>
              <p14:xfrm>
                <a:off x="8823926" y="4773669"/>
                <a:ext cx="126360" cy="4860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0655E24A-3091-ACDD-818D-60E3741BCBE0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8817806" y="4767549"/>
                  <a:ext cx="1386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40E513DA-4E99-9D90-56AC-1AC329E2475D}"/>
                    </a:ext>
                  </a:extLst>
                </p14:cNvPr>
                <p14:cNvContentPartPr/>
                <p14:nvPr/>
              </p14:nvContentPartPr>
              <p14:xfrm>
                <a:off x="9057566" y="4910469"/>
                <a:ext cx="65880" cy="17496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40E513DA-4E99-9D90-56AC-1AC329E2475D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9051446" y="4904349"/>
                  <a:ext cx="781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2940E10A-1A44-CCE6-5DBC-7FC5CDBBD4B9}"/>
                    </a:ext>
                  </a:extLst>
                </p14:cNvPr>
                <p14:cNvContentPartPr/>
                <p14:nvPr/>
              </p14:nvContentPartPr>
              <p14:xfrm>
                <a:off x="9086726" y="4769349"/>
                <a:ext cx="34920" cy="5040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2940E10A-1A44-CCE6-5DBC-7FC5CDBBD4B9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9080606" y="4763229"/>
                  <a:ext cx="471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F07E8128-43D3-5AFB-C2B0-91639927EB8D}"/>
                    </a:ext>
                  </a:extLst>
                </p14:cNvPr>
                <p14:cNvContentPartPr/>
                <p14:nvPr/>
              </p14:nvContentPartPr>
              <p14:xfrm>
                <a:off x="9136046" y="4389189"/>
                <a:ext cx="51480" cy="13536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F07E8128-43D3-5AFB-C2B0-91639927EB8D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9129926" y="4383069"/>
                  <a:ext cx="637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E5095C63-403C-1DFC-A5D4-6ED1F6CADF3E}"/>
                    </a:ext>
                  </a:extLst>
                </p14:cNvPr>
                <p14:cNvContentPartPr/>
                <p14:nvPr/>
              </p14:nvContentPartPr>
              <p14:xfrm>
                <a:off x="9259166" y="4731549"/>
                <a:ext cx="72360" cy="2268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E5095C63-403C-1DFC-A5D4-6ED1F6CADF3E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9253046" y="4725429"/>
                  <a:ext cx="846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5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28120EC2-9DF5-1D24-6A2C-453DA68DB3AB}"/>
                    </a:ext>
                  </a:extLst>
                </p14:cNvPr>
                <p14:cNvContentPartPr/>
                <p14:nvPr/>
              </p14:nvContentPartPr>
              <p14:xfrm>
                <a:off x="9266006" y="4835229"/>
                <a:ext cx="81360" cy="1584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28120EC2-9DF5-1D24-6A2C-453DA68DB3AB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9259886" y="4829109"/>
                  <a:ext cx="9360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3" name="Group 392">
            <a:extLst>
              <a:ext uri="{FF2B5EF4-FFF2-40B4-BE49-F238E27FC236}">
                <a16:creationId xmlns:a16="http://schemas.microsoft.com/office/drawing/2014/main" id="{8532F3CC-2EC1-959C-F302-D4F48F527B71}"/>
              </a:ext>
            </a:extLst>
          </p:cNvPr>
          <p:cNvGrpSpPr/>
          <p:nvPr/>
        </p:nvGrpSpPr>
        <p:grpSpPr>
          <a:xfrm>
            <a:off x="9718166" y="4608429"/>
            <a:ext cx="216720" cy="325800"/>
            <a:chOff x="9718166" y="4608429"/>
            <a:chExt cx="216720" cy="32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DD90EBFA-5640-78A1-CA93-1AB045DD77FD}"/>
                    </a:ext>
                  </a:extLst>
                </p14:cNvPr>
                <p14:cNvContentPartPr/>
                <p14:nvPr/>
              </p14:nvContentPartPr>
              <p14:xfrm>
                <a:off x="9750566" y="4615269"/>
                <a:ext cx="84240" cy="11736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DD90EBFA-5640-78A1-CA93-1AB045DD77FD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9744446" y="4609149"/>
                  <a:ext cx="964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3D233021-4108-0FCF-A3F6-D6C414E723DF}"/>
                    </a:ext>
                  </a:extLst>
                </p14:cNvPr>
                <p14:cNvContentPartPr/>
                <p14:nvPr/>
              </p14:nvContentPartPr>
              <p14:xfrm>
                <a:off x="9718166" y="4608429"/>
                <a:ext cx="216720" cy="32580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3D233021-4108-0FCF-A3F6-D6C414E723DF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9712046" y="4602309"/>
                  <a:ext cx="228960" cy="33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1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D324C27B-42CB-1565-E593-591A0BCBEE43}"/>
                  </a:ext>
                </a:extLst>
              </p14:cNvPr>
              <p14:cNvContentPartPr/>
              <p14:nvPr/>
            </p14:nvContentPartPr>
            <p14:xfrm>
              <a:off x="10107326" y="4753869"/>
              <a:ext cx="209880" cy="27360"/>
            </p14:xfrm>
          </p:contentPart>
        </mc:Choice>
        <mc:Fallback xmlns=""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D324C27B-42CB-1565-E593-591A0BCBEE43}"/>
                  </a:ext>
                </a:extLst>
              </p:cNvPr>
              <p:cNvPicPr/>
              <p:nvPr/>
            </p:nvPicPr>
            <p:blipFill>
              <a:blip r:embed="rId602"/>
              <a:stretch>
                <a:fillRect/>
              </a:stretch>
            </p:blipFill>
            <p:spPr>
              <a:xfrm>
                <a:off x="10101206" y="4747749"/>
                <a:ext cx="22212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7" name="Group 396">
            <a:extLst>
              <a:ext uri="{FF2B5EF4-FFF2-40B4-BE49-F238E27FC236}">
                <a16:creationId xmlns:a16="http://schemas.microsoft.com/office/drawing/2014/main" id="{A5C0A26C-795F-9861-FC35-ACB24E334DFE}"/>
              </a:ext>
            </a:extLst>
          </p:cNvPr>
          <p:cNvGrpSpPr/>
          <p:nvPr/>
        </p:nvGrpSpPr>
        <p:grpSpPr>
          <a:xfrm>
            <a:off x="6747806" y="6046269"/>
            <a:ext cx="207360" cy="354600"/>
            <a:chOff x="6747806" y="6046269"/>
            <a:chExt cx="207360" cy="35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A4F02B63-B551-6B6B-F04B-19116E667904}"/>
                    </a:ext>
                  </a:extLst>
                </p14:cNvPr>
                <p14:cNvContentPartPr/>
                <p14:nvPr/>
              </p14:nvContentPartPr>
              <p14:xfrm>
                <a:off x="6747806" y="6068949"/>
                <a:ext cx="112680" cy="14004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A4F02B63-B551-6B6B-F04B-19116E667904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6741686" y="6062829"/>
                  <a:ext cx="1249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5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9DB6E8B2-B0BA-C2B5-1DB4-EC2DB84EFD75}"/>
                    </a:ext>
                  </a:extLst>
                </p14:cNvPr>
                <p14:cNvContentPartPr/>
                <p14:nvPr/>
              </p14:nvContentPartPr>
              <p14:xfrm>
                <a:off x="6766886" y="6046269"/>
                <a:ext cx="188280" cy="35460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9DB6E8B2-B0BA-C2B5-1DB4-EC2DB84EFD75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6760766" y="6040149"/>
                  <a:ext cx="200520" cy="36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DF71444A-3A01-615D-EE2F-75C00BEC5D11}"/>
              </a:ext>
            </a:extLst>
          </p:cNvPr>
          <p:cNvGrpSpPr/>
          <p:nvPr/>
        </p:nvGrpSpPr>
        <p:grpSpPr>
          <a:xfrm>
            <a:off x="7208246" y="5767989"/>
            <a:ext cx="1143720" cy="561960"/>
            <a:chOff x="7208246" y="5767989"/>
            <a:chExt cx="1143720" cy="56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CF2E7C28-2282-D735-AFDA-AE1C81112746}"/>
                    </a:ext>
                  </a:extLst>
                </p14:cNvPr>
                <p14:cNvContentPartPr/>
                <p14:nvPr/>
              </p14:nvContentPartPr>
              <p14:xfrm>
                <a:off x="7208246" y="6078309"/>
                <a:ext cx="133560" cy="4428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CF2E7C28-2282-D735-AFDA-AE1C81112746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7202126" y="6072189"/>
                  <a:ext cx="1458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9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83BFF653-5757-3D63-C919-5F6C46E64E9B}"/>
                    </a:ext>
                  </a:extLst>
                </p14:cNvPr>
                <p14:cNvContentPartPr/>
                <p14:nvPr/>
              </p14:nvContentPartPr>
              <p14:xfrm>
                <a:off x="7260446" y="6161469"/>
                <a:ext cx="129240" cy="2700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83BFF653-5757-3D63-C919-5F6C46E64E9B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7254326" y="6155349"/>
                  <a:ext cx="1414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786F48E2-3EB4-8801-5934-2F7F02A6507C}"/>
                    </a:ext>
                  </a:extLst>
                </p14:cNvPr>
                <p14:cNvContentPartPr/>
                <p14:nvPr/>
              </p14:nvContentPartPr>
              <p14:xfrm>
                <a:off x="7543766" y="6030789"/>
                <a:ext cx="226800" cy="15084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786F48E2-3EB4-8801-5934-2F7F02A6507C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7537646" y="6024669"/>
                  <a:ext cx="2390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3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68FE3DAE-6D4F-D87B-E051-3555858859EB}"/>
                    </a:ext>
                  </a:extLst>
                </p14:cNvPr>
                <p14:cNvContentPartPr/>
                <p14:nvPr/>
              </p14:nvContentPartPr>
              <p14:xfrm>
                <a:off x="7580846" y="6010629"/>
                <a:ext cx="210240" cy="22680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68FE3DAE-6D4F-D87B-E051-3555858859EB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7574726" y="6004509"/>
                  <a:ext cx="2224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5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2244E612-52F0-F31E-F07D-67BBC47D86B8}"/>
                    </a:ext>
                  </a:extLst>
                </p14:cNvPr>
                <p14:cNvContentPartPr/>
                <p14:nvPr/>
              </p14:nvContentPartPr>
              <p14:xfrm>
                <a:off x="7942646" y="5803269"/>
                <a:ext cx="11160" cy="17244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2244E612-52F0-F31E-F07D-67BBC47D86B8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7936526" y="5797149"/>
                  <a:ext cx="234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7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7BFD4079-5596-666E-7C98-72FC87C60448}"/>
                    </a:ext>
                  </a:extLst>
                </p14:cNvPr>
                <p14:cNvContentPartPr/>
                <p14:nvPr/>
              </p14:nvContentPartPr>
              <p14:xfrm>
                <a:off x="7871006" y="5767989"/>
                <a:ext cx="227520" cy="4572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7BFD4079-5596-666E-7C98-72FC87C60448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7864886" y="5761869"/>
                  <a:ext cx="2397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9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56F1BB5B-F42A-7943-95E3-6C094AA9892F}"/>
                    </a:ext>
                  </a:extLst>
                </p14:cNvPr>
                <p14:cNvContentPartPr/>
                <p14:nvPr/>
              </p14:nvContentPartPr>
              <p14:xfrm>
                <a:off x="8161526" y="5930349"/>
                <a:ext cx="190440" cy="39960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56F1BB5B-F42A-7943-95E3-6C094AA9892F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8155406" y="5924229"/>
                  <a:ext cx="202680" cy="41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0" name="Group 409">
            <a:extLst>
              <a:ext uri="{FF2B5EF4-FFF2-40B4-BE49-F238E27FC236}">
                <a16:creationId xmlns:a16="http://schemas.microsoft.com/office/drawing/2014/main" id="{2CAD9DE1-957C-AACB-1857-9BCDE0A0E400}"/>
              </a:ext>
            </a:extLst>
          </p:cNvPr>
          <p:cNvGrpSpPr/>
          <p:nvPr/>
        </p:nvGrpSpPr>
        <p:grpSpPr>
          <a:xfrm>
            <a:off x="2423846" y="5980029"/>
            <a:ext cx="531720" cy="211680"/>
            <a:chOff x="2423846" y="5980029"/>
            <a:chExt cx="531720" cy="21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1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EF9487A7-ABD3-3FD2-131D-171DDCAFCDBC}"/>
                    </a:ext>
                  </a:extLst>
                </p14:cNvPr>
                <p14:cNvContentPartPr/>
                <p14:nvPr/>
              </p14:nvContentPartPr>
              <p14:xfrm>
                <a:off x="2423846" y="5985429"/>
                <a:ext cx="183240" cy="17460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EF9487A7-ABD3-3FD2-131D-171DDCAFCDBC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2417726" y="5979309"/>
                  <a:ext cx="1954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3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8DF4BAFE-EFD0-7A8F-506A-1A02A4718A0E}"/>
                    </a:ext>
                  </a:extLst>
                </p14:cNvPr>
                <p14:cNvContentPartPr/>
                <p14:nvPr/>
              </p14:nvContentPartPr>
              <p14:xfrm>
                <a:off x="2699606" y="6045549"/>
                <a:ext cx="93600" cy="4824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8DF4BAFE-EFD0-7A8F-506A-1A02A4718A0E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2693486" y="6039429"/>
                  <a:ext cx="1058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5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90FC59C9-42CB-27AB-94C4-0631243698B4}"/>
                    </a:ext>
                  </a:extLst>
                </p14:cNvPr>
                <p14:cNvContentPartPr/>
                <p14:nvPr/>
              </p14:nvContentPartPr>
              <p14:xfrm>
                <a:off x="2714366" y="6010629"/>
                <a:ext cx="83880" cy="8424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90FC59C9-42CB-27AB-94C4-0631243698B4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2708246" y="6004509"/>
                  <a:ext cx="961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7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754BB944-D65A-E6F9-E1C5-24D16E6F4210}"/>
                    </a:ext>
                  </a:extLst>
                </p14:cNvPr>
                <p14:cNvContentPartPr/>
                <p14:nvPr/>
              </p14:nvContentPartPr>
              <p14:xfrm>
                <a:off x="2938646" y="5980029"/>
                <a:ext cx="16920" cy="21168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754BB944-D65A-E6F9-E1C5-24D16E6F4210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2932526" y="5973909"/>
                  <a:ext cx="2916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982D7F5D-8858-646D-AD09-9BFC3679FE04}"/>
              </a:ext>
            </a:extLst>
          </p:cNvPr>
          <p:cNvGrpSpPr/>
          <p:nvPr/>
        </p:nvGrpSpPr>
        <p:grpSpPr>
          <a:xfrm>
            <a:off x="4942406" y="6134469"/>
            <a:ext cx="84960" cy="59760"/>
            <a:chOff x="4942406" y="6134469"/>
            <a:chExt cx="84960" cy="5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9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4625D5C5-CD5E-4D9F-7DD4-77F46199A555}"/>
                    </a:ext>
                  </a:extLst>
                </p14:cNvPr>
                <p14:cNvContentPartPr/>
                <p14:nvPr/>
              </p14:nvContentPartPr>
              <p14:xfrm>
                <a:off x="4968686" y="6134469"/>
                <a:ext cx="9360" cy="468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4625D5C5-CD5E-4D9F-7DD4-77F46199A555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4962566" y="6128349"/>
                  <a:ext cx="2160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1253A14A-0523-1D58-798B-38CCAFB77DA7}"/>
                    </a:ext>
                  </a:extLst>
                </p14:cNvPr>
                <p14:cNvContentPartPr/>
                <p14:nvPr/>
              </p14:nvContentPartPr>
              <p14:xfrm>
                <a:off x="4946006" y="6193869"/>
                <a:ext cx="360" cy="36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1253A14A-0523-1D58-798B-38CCAFB77DA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939886" y="618774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1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F574F68D-6B92-6CCD-F7F9-96421EF24CA6}"/>
                    </a:ext>
                  </a:extLst>
                </p14:cNvPr>
                <p14:cNvContentPartPr/>
                <p14:nvPr/>
              </p14:nvContentPartPr>
              <p14:xfrm>
                <a:off x="4942406" y="6174069"/>
                <a:ext cx="11160" cy="1512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F574F68D-6B92-6CCD-F7F9-96421EF24CA6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4936286" y="6167949"/>
                  <a:ext cx="234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3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AC5C22C6-B036-9413-6584-6D01AE4CBCDD}"/>
                    </a:ext>
                  </a:extLst>
                </p14:cNvPr>
                <p14:cNvContentPartPr/>
                <p14:nvPr/>
              </p14:nvContentPartPr>
              <p14:xfrm>
                <a:off x="5027006" y="6166509"/>
                <a:ext cx="360" cy="36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AC5C22C6-B036-9413-6584-6D01AE4CBCD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020886" y="616038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2" name="Group 421">
            <a:extLst>
              <a:ext uri="{FF2B5EF4-FFF2-40B4-BE49-F238E27FC236}">
                <a16:creationId xmlns:a16="http://schemas.microsoft.com/office/drawing/2014/main" id="{25714642-61FF-5B68-BE59-FEC984E2F2AA}"/>
              </a:ext>
            </a:extLst>
          </p:cNvPr>
          <p:cNvGrpSpPr/>
          <p:nvPr/>
        </p:nvGrpSpPr>
        <p:grpSpPr>
          <a:xfrm>
            <a:off x="5118806" y="6066429"/>
            <a:ext cx="478080" cy="214560"/>
            <a:chOff x="5118806" y="6066429"/>
            <a:chExt cx="478080" cy="21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9632E4FD-3564-B67D-DA02-F511A91F67FC}"/>
                    </a:ext>
                  </a:extLst>
                </p14:cNvPr>
                <p14:cNvContentPartPr/>
                <p14:nvPr/>
              </p14:nvContentPartPr>
              <p14:xfrm>
                <a:off x="5118806" y="6123669"/>
                <a:ext cx="118440" cy="14616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9632E4FD-3564-B67D-DA02-F511A91F67FC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5112686" y="6117549"/>
                  <a:ext cx="1306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1756494C-B732-D9FA-2D98-9F428ADB0B1D}"/>
                    </a:ext>
                  </a:extLst>
                </p14:cNvPr>
                <p14:cNvContentPartPr/>
                <p14:nvPr/>
              </p14:nvContentPartPr>
              <p14:xfrm>
                <a:off x="5245166" y="6158229"/>
                <a:ext cx="141120" cy="5760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1756494C-B732-D9FA-2D98-9F428ADB0B1D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5239046" y="6152109"/>
                  <a:ext cx="1533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6EC40844-5D78-47F1-86FC-6F574AEF236B}"/>
                    </a:ext>
                  </a:extLst>
                </p14:cNvPr>
                <p14:cNvContentPartPr/>
                <p14:nvPr/>
              </p14:nvContentPartPr>
              <p14:xfrm>
                <a:off x="5298086" y="6135549"/>
                <a:ext cx="78120" cy="14544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6EC40844-5D78-47F1-86FC-6F574AEF236B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5291966" y="6129429"/>
                  <a:ext cx="903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C6DACD02-6D4E-BA2A-04E5-8DAD85F6A785}"/>
                    </a:ext>
                  </a:extLst>
                </p14:cNvPr>
                <p14:cNvContentPartPr/>
                <p14:nvPr/>
              </p14:nvContentPartPr>
              <p14:xfrm>
                <a:off x="5446766" y="6066429"/>
                <a:ext cx="150120" cy="19188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C6DACD02-6D4E-BA2A-04E5-8DAD85F6A785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5440646" y="6060309"/>
                  <a:ext cx="162360" cy="20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7" name="Group 426">
            <a:extLst>
              <a:ext uri="{FF2B5EF4-FFF2-40B4-BE49-F238E27FC236}">
                <a16:creationId xmlns:a16="http://schemas.microsoft.com/office/drawing/2014/main" id="{B27F0726-564A-97F6-EE70-B7FBE57FD385}"/>
              </a:ext>
            </a:extLst>
          </p:cNvPr>
          <p:cNvGrpSpPr/>
          <p:nvPr/>
        </p:nvGrpSpPr>
        <p:grpSpPr>
          <a:xfrm>
            <a:off x="7179086" y="5533989"/>
            <a:ext cx="403560" cy="219240"/>
            <a:chOff x="7179086" y="5533989"/>
            <a:chExt cx="403560" cy="21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BE708CB5-2C41-4AED-6465-B007B662DF4A}"/>
                    </a:ext>
                  </a:extLst>
                </p14:cNvPr>
                <p14:cNvContentPartPr/>
                <p14:nvPr/>
              </p14:nvContentPartPr>
              <p14:xfrm>
                <a:off x="7179086" y="5593029"/>
                <a:ext cx="139320" cy="14760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BE708CB5-2C41-4AED-6465-B007B662DF4A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7172966" y="5586909"/>
                  <a:ext cx="1515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52EC1DCA-F0DC-8F86-A48A-FCB6C1DA343E}"/>
                    </a:ext>
                  </a:extLst>
                </p14:cNvPr>
                <p14:cNvContentPartPr/>
                <p14:nvPr/>
              </p14:nvContentPartPr>
              <p14:xfrm>
                <a:off x="7346846" y="5585109"/>
                <a:ext cx="97200" cy="8028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52EC1DCA-F0DC-8F86-A48A-FCB6C1DA343E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7340726" y="5578989"/>
                  <a:ext cx="1094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24624CA8-4664-EE00-0352-B2E99A1E96A2}"/>
                    </a:ext>
                  </a:extLst>
                </p14:cNvPr>
                <p14:cNvContentPartPr/>
                <p14:nvPr/>
              </p14:nvContentPartPr>
              <p14:xfrm>
                <a:off x="7352606" y="5571429"/>
                <a:ext cx="83160" cy="18180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24624CA8-4664-EE00-0352-B2E99A1E96A2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7346486" y="5565309"/>
                  <a:ext cx="954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E08DB27A-5672-1221-EEE5-0163A17BAC00}"/>
                    </a:ext>
                  </a:extLst>
                </p14:cNvPr>
                <p14:cNvContentPartPr/>
                <p14:nvPr/>
              </p14:nvContentPartPr>
              <p14:xfrm>
                <a:off x="7561406" y="5533989"/>
                <a:ext cx="21240" cy="16848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E08DB27A-5672-1221-EEE5-0163A17BAC00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7555286" y="5527869"/>
                  <a:ext cx="33480" cy="180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528340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397A35-2305-EB75-E7A8-C583399CE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36" y="283797"/>
            <a:ext cx="11328421" cy="562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575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327350-5469-A6AD-BA9B-A26835C71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01" y="0"/>
            <a:ext cx="12034198" cy="663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91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800" y="4186719"/>
            <a:ext cx="66833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393950" algn="l"/>
                <a:tab pos="5391785" algn="l"/>
              </a:tabLst>
            </a:pPr>
            <a:r>
              <a:rPr sz="3000" dirty="0">
                <a:solidFill>
                  <a:srgbClr val="252525"/>
                </a:solidFill>
                <a:latin typeface="Tahoma"/>
                <a:cs typeface="Tahoma"/>
              </a:rPr>
              <a:t>y</a:t>
            </a:r>
            <a:r>
              <a:rPr sz="3000" spc="-23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3000" spc="-170" dirty="0">
                <a:solidFill>
                  <a:srgbClr val="252525"/>
                </a:solidFill>
                <a:latin typeface="Tahoma"/>
                <a:cs typeface="Tahoma"/>
              </a:rPr>
              <a:t>=</a:t>
            </a:r>
            <a:r>
              <a:rPr sz="3000" spc="-170" dirty="0">
                <a:solidFill>
                  <a:srgbClr val="252525"/>
                </a:solidFill>
                <a:latin typeface="Cambria Math"/>
                <a:cs typeface="Cambria Math"/>
              </a:rPr>
              <a:t>⍺</a:t>
            </a:r>
            <a:r>
              <a:rPr sz="3000" spc="75" dirty="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sz="3000" spc="-459" dirty="0">
                <a:solidFill>
                  <a:srgbClr val="252525"/>
                </a:solidFill>
                <a:latin typeface="Tahoma"/>
                <a:cs typeface="Tahoma"/>
              </a:rPr>
              <a:t>+</a:t>
            </a:r>
            <a:r>
              <a:rPr sz="3000" spc="-13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252525"/>
                </a:solidFill>
                <a:latin typeface="Tahoma"/>
                <a:cs typeface="Tahoma"/>
              </a:rPr>
              <a:t>β</a:t>
            </a:r>
            <a:r>
              <a:rPr sz="3000" baseline="-20833" dirty="0">
                <a:solidFill>
                  <a:srgbClr val="252525"/>
                </a:solidFill>
                <a:latin typeface="Tahoma"/>
                <a:cs typeface="Tahoma"/>
              </a:rPr>
              <a:t>1</a:t>
            </a:r>
            <a:r>
              <a:rPr sz="3000" dirty="0">
                <a:solidFill>
                  <a:srgbClr val="252525"/>
                </a:solidFill>
                <a:latin typeface="Tahoma"/>
                <a:cs typeface="Tahoma"/>
              </a:rPr>
              <a:t>x</a:t>
            </a:r>
            <a:r>
              <a:rPr sz="3000" baseline="-20833" dirty="0">
                <a:solidFill>
                  <a:srgbClr val="252525"/>
                </a:solidFill>
                <a:latin typeface="Tahoma"/>
                <a:cs typeface="Tahoma"/>
              </a:rPr>
              <a:t>1</a:t>
            </a:r>
            <a:r>
              <a:rPr sz="3000" spc="150" baseline="-20833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3000" spc="-509" dirty="0">
                <a:solidFill>
                  <a:srgbClr val="252525"/>
                </a:solidFill>
                <a:latin typeface="Tahoma"/>
                <a:cs typeface="Tahoma"/>
              </a:rPr>
              <a:t>+</a:t>
            </a:r>
            <a:r>
              <a:rPr sz="3000" dirty="0">
                <a:solidFill>
                  <a:srgbClr val="252525"/>
                </a:solidFill>
                <a:latin typeface="Tahoma"/>
                <a:cs typeface="Tahoma"/>
              </a:rPr>
              <a:t>	β</a:t>
            </a:r>
            <a:r>
              <a:rPr sz="3000" baseline="-20833" dirty="0">
                <a:solidFill>
                  <a:srgbClr val="252525"/>
                </a:solidFill>
                <a:latin typeface="Tahoma"/>
                <a:cs typeface="Tahoma"/>
              </a:rPr>
              <a:t>2</a:t>
            </a:r>
            <a:r>
              <a:rPr sz="3000" dirty="0">
                <a:solidFill>
                  <a:srgbClr val="252525"/>
                </a:solidFill>
                <a:latin typeface="Tahoma"/>
                <a:cs typeface="Tahoma"/>
              </a:rPr>
              <a:t>x</a:t>
            </a:r>
            <a:r>
              <a:rPr sz="3000" baseline="-20833" dirty="0">
                <a:solidFill>
                  <a:srgbClr val="252525"/>
                </a:solidFill>
                <a:latin typeface="Tahoma"/>
                <a:cs typeface="Tahoma"/>
              </a:rPr>
              <a:t>2</a:t>
            </a:r>
            <a:r>
              <a:rPr sz="3000" spc="67" baseline="-20833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3000" spc="-459" dirty="0">
                <a:solidFill>
                  <a:srgbClr val="252525"/>
                </a:solidFill>
                <a:latin typeface="Tahoma"/>
                <a:cs typeface="Tahoma"/>
              </a:rPr>
              <a:t>+</a:t>
            </a:r>
            <a:r>
              <a:rPr sz="3000" spc="-13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252525"/>
                </a:solidFill>
                <a:latin typeface="Tahoma"/>
                <a:cs typeface="Tahoma"/>
              </a:rPr>
              <a:t>β</a:t>
            </a:r>
            <a:r>
              <a:rPr sz="3000" baseline="-20833" dirty="0">
                <a:solidFill>
                  <a:srgbClr val="252525"/>
                </a:solidFill>
                <a:latin typeface="Tahoma"/>
                <a:cs typeface="Tahoma"/>
              </a:rPr>
              <a:t>3</a:t>
            </a:r>
            <a:r>
              <a:rPr sz="3000" dirty="0">
                <a:solidFill>
                  <a:srgbClr val="252525"/>
                </a:solidFill>
                <a:latin typeface="Tahoma"/>
                <a:cs typeface="Tahoma"/>
              </a:rPr>
              <a:t>x</a:t>
            </a:r>
            <a:r>
              <a:rPr sz="3000" baseline="-20833" dirty="0">
                <a:solidFill>
                  <a:srgbClr val="252525"/>
                </a:solidFill>
                <a:latin typeface="Tahoma"/>
                <a:cs typeface="Tahoma"/>
              </a:rPr>
              <a:t>3</a:t>
            </a:r>
            <a:r>
              <a:rPr sz="3000" spc="187" baseline="-20833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3000" spc="-459" dirty="0">
                <a:solidFill>
                  <a:srgbClr val="252525"/>
                </a:solidFill>
                <a:latin typeface="Tahoma"/>
                <a:cs typeface="Tahoma"/>
              </a:rPr>
              <a:t>+</a:t>
            </a:r>
            <a:r>
              <a:rPr sz="3000" spc="-12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3000" spc="-295" dirty="0">
                <a:solidFill>
                  <a:srgbClr val="252525"/>
                </a:solidFill>
                <a:latin typeface="Tahoma"/>
                <a:cs typeface="Tahoma"/>
              </a:rPr>
              <a:t>…</a:t>
            </a:r>
            <a:r>
              <a:rPr sz="3000" spc="-12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3000" spc="-509" dirty="0">
                <a:solidFill>
                  <a:srgbClr val="252525"/>
                </a:solidFill>
                <a:latin typeface="Tahoma"/>
                <a:cs typeface="Tahoma"/>
              </a:rPr>
              <a:t>+</a:t>
            </a:r>
            <a:r>
              <a:rPr sz="3000" dirty="0">
                <a:solidFill>
                  <a:srgbClr val="252525"/>
                </a:solidFill>
                <a:latin typeface="Tahoma"/>
                <a:cs typeface="Tahoma"/>
              </a:rPr>
              <a:t>	β</a:t>
            </a:r>
            <a:r>
              <a:rPr sz="3000" baseline="-20833" dirty="0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sz="3000" dirty="0">
                <a:solidFill>
                  <a:srgbClr val="252525"/>
                </a:solidFill>
                <a:latin typeface="Tahoma"/>
                <a:cs typeface="Tahoma"/>
              </a:rPr>
              <a:t>x</a:t>
            </a:r>
            <a:r>
              <a:rPr sz="3000" baseline="-20833" dirty="0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sz="3000" spc="-150" baseline="-20833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3000" spc="-459" dirty="0">
                <a:solidFill>
                  <a:srgbClr val="252525"/>
                </a:solidFill>
                <a:latin typeface="Tahoma"/>
                <a:cs typeface="Tahoma"/>
              </a:rPr>
              <a:t>+</a:t>
            </a:r>
            <a:r>
              <a:rPr sz="3000" spc="-13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3000" spc="-50" dirty="0">
                <a:solidFill>
                  <a:srgbClr val="252525"/>
                </a:solidFill>
                <a:latin typeface="Cambria Math"/>
                <a:cs typeface="Cambria Math"/>
              </a:rPr>
              <a:t>𝜀</a:t>
            </a:r>
            <a:endParaRPr sz="3000" dirty="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72234" y="133342"/>
            <a:ext cx="105156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14805">
              <a:lnSpc>
                <a:spcPct val="100000"/>
              </a:lnSpc>
              <a:spcBef>
                <a:spcPts val="95"/>
              </a:spcBef>
            </a:pPr>
            <a:r>
              <a:rPr spc="105" dirty="0">
                <a:solidFill>
                  <a:srgbClr val="3E3E3E"/>
                </a:solidFill>
              </a:rPr>
              <a:t>MULTIPLE</a:t>
            </a:r>
            <a:r>
              <a:rPr spc="-350" dirty="0">
                <a:solidFill>
                  <a:srgbClr val="3E3E3E"/>
                </a:solidFill>
              </a:rPr>
              <a:t> </a:t>
            </a:r>
            <a:r>
              <a:rPr spc="70" dirty="0">
                <a:solidFill>
                  <a:srgbClr val="3E3E3E"/>
                </a:solidFill>
              </a:rPr>
              <a:t>LINEAR</a:t>
            </a:r>
            <a:r>
              <a:rPr spc="-355" dirty="0">
                <a:solidFill>
                  <a:srgbClr val="3E3E3E"/>
                </a:solidFill>
              </a:rPr>
              <a:t> </a:t>
            </a:r>
            <a:r>
              <a:rPr spc="50" dirty="0">
                <a:solidFill>
                  <a:srgbClr val="3E3E3E"/>
                </a:solidFill>
              </a:rPr>
              <a:t>REGRESSION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647190" y="1518032"/>
            <a:ext cx="10706609" cy="1874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4991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Can</a:t>
            </a:r>
            <a:r>
              <a:rPr sz="2000" spc="-9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we</a:t>
            </a:r>
            <a:r>
              <a:rPr sz="2000" spc="-9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use</a:t>
            </a:r>
            <a:r>
              <a:rPr sz="2000" spc="-9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b="1" i="1" spc="-125" dirty="0">
                <a:solidFill>
                  <a:srgbClr val="404040"/>
                </a:solidFill>
                <a:latin typeface="Trebuchet MS"/>
                <a:cs typeface="Trebuchet MS"/>
              </a:rPr>
              <a:t>more</a:t>
            </a:r>
            <a:r>
              <a:rPr sz="2000" b="1" i="1" spc="-1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i="1" spc="-105" dirty="0">
                <a:solidFill>
                  <a:srgbClr val="404040"/>
                </a:solidFill>
                <a:latin typeface="Trebuchet MS"/>
                <a:cs typeface="Trebuchet MS"/>
              </a:rPr>
              <a:t>than</a:t>
            </a:r>
            <a:r>
              <a:rPr sz="2000" b="1" i="1" spc="-1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i="1" spc="-95" dirty="0">
                <a:solidFill>
                  <a:srgbClr val="404040"/>
                </a:solidFill>
                <a:latin typeface="Trebuchet MS"/>
                <a:cs typeface="Trebuchet MS"/>
              </a:rPr>
              <a:t>one</a:t>
            </a:r>
            <a:r>
              <a:rPr sz="2000" b="1" i="1" spc="-1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i="1" spc="-45" dirty="0">
                <a:solidFill>
                  <a:srgbClr val="404040"/>
                </a:solidFill>
                <a:latin typeface="Trebuchet MS"/>
                <a:cs typeface="Trebuchet MS"/>
              </a:rPr>
              <a:t>IV</a:t>
            </a:r>
            <a:r>
              <a:rPr sz="2000" b="1" i="1" spc="-1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to</a:t>
            </a:r>
            <a:r>
              <a:rPr sz="2000" spc="-9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predict</a:t>
            </a:r>
            <a:r>
              <a:rPr sz="2000" spc="-9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the</a:t>
            </a:r>
            <a:r>
              <a:rPr sz="2000" spc="-9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30" dirty="0">
                <a:solidFill>
                  <a:srgbClr val="404040"/>
                </a:solidFill>
                <a:latin typeface="Tahoma"/>
                <a:cs typeface="Tahoma"/>
              </a:rPr>
              <a:t>DV?</a:t>
            </a:r>
            <a:endParaRPr sz="2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2000" dirty="0">
              <a:latin typeface="Tahoma"/>
              <a:cs typeface="Tahoma"/>
            </a:endParaRPr>
          </a:p>
          <a:p>
            <a:pPr marL="12700" marR="566420">
              <a:lnSpc>
                <a:spcPct val="100000"/>
              </a:lnSpc>
              <a:spcBef>
                <a:spcPts val="5"/>
              </a:spcBef>
            </a:pPr>
            <a:r>
              <a:rPr sz="2000" b="1" spc="-80" dirty="0">
                <a:solidFill>
                  <a:srgbClr val="404040"/>
                </a:solidFill>
                <a:latin typeface="Tahoma"/>
                <a:cs typeface="Tahoma"/>
              </a:rPr>
              <a:t>Multiple</a:t>
            </a:r>
            <a:r>
              <a:rPr sz="2000" b="1" spc="-19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b="1" spc="-105" dirty="0">
                <a:solidFill>
                  <a:srgbClr val="404040"/>
                </a:solidFill>
                <a:latin typeface="Tahoma"/>
                <a:cs typeface="Tahoma"/>
              </a:rPr>
              <a:t>linear</a:t>
            </a:r>
            <a:r>
              <a:rPr sz="2000" b="1" spc="-18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b="1" spc="-130" dirty="0">
                <a:solidFill>
                  <a:srgbClr val="404040"/>
                </a:solidFill>
                <a:latin typeface="Tahoma"/>
                <a:cs typeface="Tahoma"/>
              </a:rPr>
              <a:t>regression</a:t>
            </a:r>
            <a:r>
              <a:rPr sz="2000" b="1" spc="-18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is</a:t>
            </a:r>
            <a:r>
              <a:rPr sz="20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ahoma"/>
                <a:cs typeface="Tahoma"/>
              </a:rPr>
              <a:t>used</a:t>
            </a:r>
            <a:r>
              <a:rPr sz="2000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for</a:t>
            </a:r>
            <a:r>
              <a:rPr sz="20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ahoma"/>
                <a:cs typeface="Tahoma"/>
              </a:rPr>
              <a:t>predicting</a:t>
            </a:r>
            <a:r>
              <a:rPr sz="2000" spc="-7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85" dirty="0">
                <a:solidFill>
                  <a:srgbClr val="404040"/>
                </a:solidFill>
                <a:latin typeface="Tahoma"/>
                <a:cs typeface="Tahoma"/>
              </a:rPr>
              <a:t>a</a:t>
            </a:r>
            <a:r>
              <a:rPr sz="2000" spc="-9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Tahoma"/>
                <a:cs typeface="Tahoma"/>
              </a:rPr>
              <a:t>numerical</a:t>
            </a:r>
            <a:r>
              <a:rPr sz="20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ahoma"/>
                <a:cs typeface="Tahoma"/>
              </a:rPr>
              <a:t>output </a:t>
            </a:r>
            <a:r>
              <a:rPr sz="2000" spc="-60" dirty="0">
                <a:solidFill>
                  <a:srgbClr val="404040"/>
                </a:solidFill>
                <a:latin typeface="Tahoma"/>
                <a:cs typeface="Tahoma"/>
              </a:rPr>
              <a:t>(DV)</a:t>
            </a:r>
            <a:r>
              <a:rPr sz="20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Tahoma"/>
                <a:cs typeface="Tahoma"/>
              </a:rPr>
              <a:t>based</a:t>
            </a:r>
            <a:r>
              <a:rPr sz="2000" spc="-9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040"/>
                </a:solidFill>
                <a:latin typeface="Tahoma"/>
                <a:cs typeface="Tahoma"/>
              </a:rPr>
              <a:t>on</a:t>
            </a:r>
            <a:r>
              <a:rPr sz="2000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i="1" spc="-165" dirty="0">
                <a:solidFill>
                  <a:srgbClr val="404040"/>
                </a:solidFill>
                <a:latin typeface="Trebuchet MS"/>
                <a:cs typeface="Trebuchet MS"/>
              </a:rPr>
              <a:t>multiple</a:t>
            </a:r>
            <a:r>
              <a:rPr sz="2000" i="1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ahoma"/>
                <a:cs typeface="Tahoma"/>
              </a:rPr>
              <a:t>independent</a:t>
            </a:r>
            <a:r>
              <a:rPr sz="2000" spc="-9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ahoma"/>
                <a:cs typeface="Tahoma"/>
              </a:rPr>
              <a:t>variables</a:t>
            </a:r>
            <a:endParaRPr sz="2000" dirty="0">
              <a:latin typeface="Tahoma"/>
              <a:cs typeface="Tahoma"/>
            </a:endParaRPr>
          </a:p>
          <a:p>
            <a:pPr marL="812800" marR="5080" indent="-342900">
              <a:lnSpc>
                <a:spcPct val="100000"/>
              </a:lnSpc>
              <a:spcBef>
                <a:spcPts val="1775"/>
              </a:spcBef>
              <a:buClr>
                <a:srgbClr val="3E3E3E"/>
              </a:buClr>
              <a:buFont typeface="Arial"/>
              <a:buChar char="•"/>
              <a:tabLst>
                <a:tab pos="812800" algn="l"/>
              </a:tabLst>
            </a:pPr>
            <a:r>
              <a:rPr sz="1600" spc="-105" dirty="0">
                <a:solidFill>
                  <a:srgbClr val="404040"/>
                </a:solidFill>
                <a:latin typeface="Tahoma"/>
                <a:cs typeface="Tahoma"/>
              </a:rPr>
              <a:t>In</a:t>
            </a:r>
            <a:r>
              <a:rPr sz="1600" spc="-7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its</a:t>
            </a:r>
            <a:r>
              <a:rPr sz="1600" spc="-7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ahoma"/>
                <a:cs typeface="Tahoma"/>
              </a:rPr>
              <a:t>simplest</a:t>
            </a:r>
            <a:r>
              <a:rPr sz="16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35" dirty="0">
                <a:solidFill>
                  <a:srgbClr val="404040"/>
                </a:solidFill>
                <a:latin typeface="Tahoma"/>
                <a:cs typeface="Tahoma"/>
              </a:rPr>
              <a:t>form,</a:t>
            </a:r>
            <a:r>
              <a:rPr sz="1600" spc="-7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ahoma"/>
                <a:cs typeface="Tahoma"/>
              </a:rPr>
              <a:t>multiple</a:t>
            </a:r>
            <a:r>
              <a:rPr sz="1600" spc="-6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ahoma"/>
                <a:cs typeface="Tahoma"/>
              </a:rPr>
              <a:t>linear</a:t>
            </a:r>
            <a:r>
              <a:rPr sz="1600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ahoma"/>
                <a:cs typeface="Tahoma"/>
              </a:rPr>
              <a:t>regression</a:t>
            </a:r>
            <a:r>
              <a:rPr sz="1600" spc="-6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ahoma"/>
                <a:cs typeface="Tahoma"/>
              </a:rPr>
              <a:t>is</a:t>
            </a:r>
            <a:r>
              <a:rPr sz="1600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ahoma"/>
                <a:cs typeface="Tahoma"/>
              </a:rPr>
              <a:t>simply</a:t>
            </a:r>
            <a:r>
              <a:rPr sz="1600" spc="-7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ahoma"/>
                <a:cs typeface="Tahoma"/>
              </a:rPr>
              <a:t>univariate</a:t>
            </a:r>
            <a:r>
              <a:rPr sz="1600" spc="-6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ahoma"/>
                <a:cs typeface="Tahoma"/>
              </a:rPr>
              <a:t>linear</a:t>
            </a:r>
            <a:r>
              <a:rPr sz="1600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regression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with</a:t>
            </a:r>
            <a:r>
              <a:rPr sz="1600" spc="-5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ahoma"/>
                <a:cs typeface="Tahoma"/>
              </a:rPr>
              <a:t>additional</a:t>
            </a:r>
            <a:r>
              <a:rPr sz="1600" spc="-7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4040"/>
                </a:solidFill>
                <a:latin typeface="Tahoma"/>
                <a:cs typeface="Tahoma"/>
              </a:rPr>
              <a:t>x</a:t>
            </a:r>
            <a:r>
              <a:rPr sz="1600" spc="-5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ahoma"/>
                <a:cs typeface="Tahoma"/>
              </a:rPr>
              <a:t>variables: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68095" y="3958881"/>
            <a:ext cx="20827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spc="-25" dirty="0">
                <a:latin typeface="Trebuchet MS"/>
                <a:cs typeface="Trebuchet MS"/>
              </a:rPr>
              <a:t>DV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005205" y="4053623"/>
            <a:ext cx="7167880" cy="941705"/>
            <a:chOff x="3912489" y="4445508"/>
            <a:chExt cx="7167880" cy="941705"/>
          </a:xfrm>
        </p:grpSpPr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2489" y="4445508"/>
              <a:ext cx="174244" cy="24904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55795" y="5091811"/>
              <a:ext cx="173481" cy="248157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0767441" y="4821555"/>
              <a:ext cx="313055" cy="76200"/>
            </a:xfrm>
            <a:custGeom>
              <a:avLst/>
              <a:gdLst/>
              <a:ahLst/>
              <a:cxnLst/>
              <a:rect l="l" t="t" r="r" b="b"/>
              <a:pathLst>
                <a:path w="313054" h="76200">
                  <a:moveTo>
                    <a:pt x="236347" y="0"/>
                  </a:moveTo>
                  <a:lnTo>
                    <a:pt x="236347" y="76200"/>
                  </a:lnTo>
                  <a:lnTo>
                    <a:pt x="287147" y="50800"/>
                  </a:lnTo>
                  <a:lnTo>
                    <a:pt x="249047" y="50800"/>
                  </a:lnTo>
                  <a:lnTo>
                    <a:pt x="249047" y="25400"/>
                  </a:lnTo>
                  <a:lnTo>
                    <a:pt x="287147" y="25400"/>
                  </a:lnTo>
                  <a:lnTo>
                    <a:pt x="236347" y="0"/>
                  </a:lnTo>
                  <a:close/>
                </a:path>
                <a:path w="313054" h="76200">
                  <a:moveTo>
                    <a:pt x="236347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236347" y="50800"/>
                  </a:lnTo>
                  <a:lnTo>
                    <a:pt x="236347" y="25400"/>
                  </a:lnTo>
                  <a:close/>
                </a:path>
                <a:path w="313054" h="76200">
                  <a:moveTo>
                    <a:pt x="287147" y="25400"/>
                  </a:moveTo>
                  <a:lnTo>
                    <a:pt x="249047" y="25400"/>
                  </a:lnTo>
                  <a:lnTo>
                    <a:pt x="249047" y="50800"/>
                  </a:lnTo>
                  <a:lnTo>
                    <a:pt x="287147" y="50800"/>
                  </a:lnTo>
                  <a:lnTo>
                    <a:pt x="312547" y="38100"/>
                  </a:lnTo>
                  <a:lnTo>
                    <a:pt x="287147" y="25400"/>
                  </a:lnTo>
                  <a:close/>
                </a:path>
              </a:pathLst>
            </a:custGeom>
            <a:solidFill>
              <a:srgbClr val="1FE1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030343" y="5121021"/>
              <a:ext cx="5177155" cy="253365"/>
            </a:xfrm>
            <a:custGeom>
              <a:avLst/>
              <a:gdLst/>
              <a:ahLst/>
              <a:cxnLst/>
              <a:rect l="l" t="t" r="r" b="b"/>
              <a:pathLst>
                <a:path w="5177155" h="253364">
                  <a:moveTo>
                    <a:pt x="5177028" y="0"/>
                  </a:moveTo>
                  <a:lnTo>
                    <a:pt x="5171253" y="49232"/>
                  </a:lnTo>
                  <a:lnTo>
                    <a:pt x="5155501" y="89439"/>
                  </a:lnTo>
                  <a:lnTo>
                    <a:pt x="5132129" y="116550"/>
                  </a:lnTo>
                  <a:lnTo>
                    <a:pt x="5103495" y="126491"/>
                  </a:lnTo>
                  <a:lnTo>
                    <a:pt x="2696972" y="126491"/>
                  </a:lnTo>
                  <a:lnTo>
                    <a:pt x="2668337" y="136433"/>
                  </a:lnTo>
                  <a:lnTo>
                    <a:pt x="2644965" y="163544"/>
                  </a:lnTo>
                  <a:lnTo>
                    <a:pt x="2629213" y="203751"/>
                  </a:lnTo>
                  <a:lnTo>
                    <a:pt x="2623439" y="252983"/>
                  </a:lnTo>
                  <a:lnTo>
                    <a:pt x="2617664" y="203751"/>
                  </a:lnTo>
                  <a:lnTo>
                    <a:pt x="2601912" y="163544"/>
                  </a:lnTo>
                  <a:lnTo>
                    <a:pt x="2578540" y="136433"/>
                  </a:lnTo>
                  <a:lnTo>
                    <a:pt x="2549906" y="126491"/>
                  </a:lnTo>
                  <a:lnTo>
                    <a:pt x="73533" y="126491"/>
                  </a:lnTo>
                  <a:lnTo>
                    <a:pt x="44898" y="116550"/>
                  </a:lnTo>
                  <a:lnTo>
                    <a:pt x="21526" y="89439"/>
                  </a:lnTo>
                  <a:lnTo>
                    <a:pt x="5774" y="49232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1FE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8238489" y="4291874"/>
            <a:ext cx="4635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100" i="1" spc="-10" dirty="0">
                <a:latin typeface="Trebuchet MS"/>
                <a:cs typeface="Trebuchet MS"/>
              </a:rPr>
              <a:t>Error/ </a:t>
            </a:r>
            <a:r>
              <a:rPr sz="1100" i="1" spc="-80" dirty="0">
                <a:latin typeface="Trebuchet MS"/>
                <a:cs typeface="Trebuchet MS"/>
              </a:rPr>
              <a:t>residual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38200" y="4787572"/>
            <a:ext cx="6301105" cy="73533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100" i="1" spc="-30" dirty="0">
                <a:latin typeface="Trebuchet MS"/>
                <a:cs typeface="Trebuchet MS"/>
              </a:rPr>
              <a:t>Y-</a:t>
            </a:r>
            <a:r>
              <a:rPr sz="1100" i="1" spc="-10" dirty="0">
                <a:latin typeface="Trebuchet MS"/>
                <a:cs typeface="Trebuchet MS"/>
              </a:rPr>
              <a:t>intercept</a:t>
            </a:r>
            <a:endParaRPr sz="1100">
              <a:latin typeface="Trebuchet MS"/>
              <a:cs typeface="Trebuchet MS"/>
            </a:endParaRPr>
          </a:p>
          <a:p>
            <a:pPr marL="1440180" algn="ctr">
              <a:lnSpc>
                <a:spcPct val="100000"/>
              </a:lnSpc>
              <a:spcBef>
                <a:spcPts val="509"/>
              </a:spcBef>
            </a:pPr>
            <a:r>
              <a:rPr sz="1400" i="1" spc="-60" dirty="0">
                <a:solidFill>
                  <a:srgbClr val="252525"/>
                </a:solidFill>
                <a:latin typeface="Trebuchet MS"/>
                <a:cs typeface="Trebuchet MS"/>
              </a:rPr>
              <a:t>Instead</a:t>
            </a:r>
            <a:r>
              <a:rPr sz="1400" i="1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i="1" spc="-95" dirty="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sz="1400" i="1" spc="-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i="1" spc="-110" dirty="0">
                <a:solidFill>
                  <a:srgbClr val="252525"/>
                </a:solidFill>
                <a:latin typeface="Trebuchet MS"/>
                <a:cs typeface="Trebuchet MS"/>
              </a:rPr>
              <a:t>just</a:t>
            </a:r>
            <a:r>
              <a:rPr sz="1400" i="1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i="1" spc="65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r>
              <a:rPr sz="1400" i="1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i="1" spc="-90" dirty="0">
                <a:solidFill>
                  <a:srgbClr val="252525"/>
                </a:solidFill>
                <a:latin typeface="Trebuchet MS"/>
                <a:cs typeface="Trebuchet MS"/>
              </a:rPr>
              <a:t>IV,</a:t>
            </a:r>
            <a:r>
              <a:rPr sz="1400" i="1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i="1" spc="-90" dirty="0">
                <a:solidFill>
                  <a:srgbClr val="252525"/>
                </a:solidFill>
                <a:latin typeface="Trebuchet MS"/>
                <a:cs typeface="Trebuchet MS"/>
              </a:rPr>
              <a:t>we</a:t>
            </a:r>
            <a:r>
              <a:rPr sz="1400" i="1" spc="-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i="1" spc="-65" dirty="0">
                <a:solidFill>
                  <a:srgbClr val="252525"/>
                </a:solidFill>
                <a:latin typeface="Trebuchet MS"/>
                <a:cs typeface="Trebuchet MS"/>
              </a:rPr>
              <a:t>have</a:t>
            </a:r>
            <a:r>
              <a:rPr sz="1400" i="1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i="1" spc="-50" dirty="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sz="1400" i="1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i="1" spc="-80" dirty="0">
                <a:solidFill>
                  <a:srgbClr val="252525"/>
                </a:solidFill>
                <a:latin typeface="Trebuchet MS"/>
                <a:cs typeface="Trebuchet MS"/>
              </a:rPr>
              <a:t>whole</a:t>
            </a:r>
            <a:r>
              <a:rPr sz="1400" b="1" i="1" spc="-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i="1" spc="-100" dirty="0">
                <a:solidFill>
                  <a:srgbClr val="252525"/>
                </a:solidFill>
                <a:latin typeface="Trebuchet MS"/>
                <a:cs typeface="Trebuchet MS"/>
              </a:rPr>
              <a:t>set</a:t>
            </a:r>
            <a:r>
              <a:rPr sz="1400" b="1" i="1" spc="-8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i="1" spc="-105" dirty="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sz="1400" b="1" i="1" spc="-90" dirty="0">
                <a:solidFill>
                  <a:srgbClr val="252525"/>
                </a:solidFill>
                <a:latin typeface="Trebuchet MS"/>
                <a:cs typeface="Trebuchet MS"/>
              </a:rPr>
              <a:t> independent</a:t>
            </a:r>
            <a:r>
              <a:rPr sz="1400" b="1" i="1" spc="-7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i="1" spc="-65" dirty="0">
                <a:solidFill>
                  <a:srgbClr val="252525"/>
                </a:solidFill>
                <a:latin typeface="Trebuchet MS"/>
                <a:cs typeface="Trebuchet MS"/>
              </a:rPr>
              <a:t>variables</a:t>
            </a:r>
            <a:endParaRPr sz="1400">
              <a:latin typeface="Trebuchet MS"/>
              <a:cs typeface="Trebuchet MS"/>
            </a:endParaRPr>
          </a:p>
          <a:p>
            <a:pPr marL="1438910" algn="ctr">
              <a:lnSpc>
                <a:spcPct val="100000"/>
              </a:lnSpc>
            </a:pPr>
            <a:r>
              <a:rPr sz="1400" i="1" spc="-85" dirty="0">
                <a:solidFill>
                  <a:srgbClr val="252525"/>
                </a:solidFill>
                <a:latin typeface="Trebuchet MS"/>
                <a:cs typeface="Trebuchet MS"/>
              </a:rPr>
              <a:t>(and</a:t>
            </a:r>
            <a:r>
              <a:rPr sz="1400" i="1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i="1" spc="-60" dirty="0">
                <a:solidFill>
                  <a:srgbClr val="252525"/>
                </a:solidFill>
                <a:latin typeface="Trebuchet MS"/>
                <a:cs typeface="Trebuchet MS"/>
              </a:rPr>
              <a:t>associated</a:t>
            </a:r>
            <a:r>
              <a:rPr sz="1400" i="1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i="1" spc="-95" dirty="0">
                <a:solidFill>
                  <a:srgbClr val="252525"/>
                </a:solidFill>
                <a:latin typeface="Trebuchet MS"/>
                <a:cs typeface="Trebuchet MS"/>
              </a:rPr>
              <a:t>coefficients/weights)</a:t>
            </a:r>
            <a:r>
              <a:rPr sz="1400" i="1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i="1" spc="-80" dirty="0">
                <a:solidFill>
                  <a:srgbClr val="252525"/>
                </a:solidFill>
                <a:latin typeface="Trebuchet MS"/>
                <a:cs typeface="Trebuchet MS"/>
              </a:rPr>
              <a:t>to</a:t>
            </a:r>
            <a:r>
              <a:rPr sz="1400" i="1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i="1" spc="-105" dirty="0">
                <a:solidFill>
                  <a:srgbClr val="252525"/>
                </a:solidFill>
                <a:latin typeface="Trebuchet MS"/>
                <a:cs typeface="Trebuchet MS"/>
              </a:rPr>
              <a:t>help</a:t>
            </a:r>
            <a:r>
              <a:rPr sz="1400" i="1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i="1" spc="-95" dirty="0">
                <a:solidFill>
                  <a:srgbClr val="252525"/>
                </a:solidFill>
                <a:latin typeface="Trebuchet MS"/>
                <a:cs typeface="Trebuchet MS"/>
              </a:rPr>
              <a:t>explain</a:t>
            </a:r>
            <a:r>
              <a:rPr sz="1400" i="1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i="1" spc="-80" dirty="0">
                <a:solidFill>
                  <a:srgbClr val="252525"/>
                </a:solidFill>
                <a:latin typeface="Trebuchet MS"/>
                <a:cs typeface="Trebuchet MS"/>
              </a:rPr>
              <a:t>our</a:t>
            </a:r>
            <a:r>
              <a:rPr sz="1400" i="1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i="1" spc="40" dirty="0">
                <a:solidFill>
                  <a:srgbClr val="252525"/>
                </a:solidFill>
                <a:latin typeface="Trebuchet MS"/>
                <a:cs typeface="Trebuchet MS"/>
              </a:rPr>
              <a:t>DV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D31C89-AE39-185A-063A-4F75072F84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159959"/>
              </p:ext>
            </p:extLst>
          </p:nvPr>
        </p:nvGraphicFramePr>
        <p:xfrm>
          <a:off x="268514" y="195943"/>
          <a:ext cx="4118429" cy="63534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3942">
                  <a:extLst>
                    <a:ext uri="{9D8B030D-6E8A-4147-A177-3AD203B41FA5}">
                      <a16:colId xmlns:a16="http://schemas.microsoft.com/office/drawing/2014/main" val="2643862106"/>
                    </a:ext>
                  </a:extLst>
                </a:gridCol>
                <a:gridCol w="1410114">
                  <a:extLst>
                    <a:ext uri="{9D8B030D-6E8A-4147-A177-3AD203B41FA5}">
                      <a16:colId xmlns:a16="http://schemas.microsoft.com/office/drawing/2014/main" val="2512200358"/>
                    </a:ext>
                  </a:extLst>
                </a:gridCol>
                <a:gridCol w="1074373">
                  <a:extLst>
                    <a:ext uri="{9D8B030D-6E8A-4147-A177-3AD203B41FA5}">
                      <a16:colId xmlns:a16="http://schemas.microsoft.com/office/drawing/2014/main" val="1682025867"/>
                    </a:ext>
                  </a:extLst>
                </a:gridCol>
              </a:tblGrid>
              <a:tr h="6283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Miles Per Litre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Horse Power 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Weight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606099"/>
                  </a:ext>
                </a:extLst>
              </a:tr>
              <a:tr h="31806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21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110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2.62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030631"/>
                  </a:ext>
                </a:extLst>
              </a:tr>
              <a:tr h="31806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21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110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2.875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909854"/>
                  </a:ext>
                </a:extLst>
              </a:tr>
              <a:tr h="31806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22.8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93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2.32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957707"/>
                  </a:ext>
                </a:extLst>
              </a:tr>
              <a:tr h="31806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21.4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110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3.215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206562"/>
                  </a:ext>
                </a:extLst>
              </a:tr>
              <a:tr h="31806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18.7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175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3.44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461114"/>
                  </a:ext>
                </a:extLst>
              </a:tr>
              <a:tr h="31806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18.1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105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3.46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673677"/>
                  </a:ext>
                </a:extLst>
              </a:tr>
              <a:tr h="31806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14.3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245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3.57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0532666"/>
                  </a:ext>
                </a:extLst>
              </a:tr>
              <a:tr h="31806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24.4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62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3.19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238641"/>
                  </a:ext>
                </a:extLst>
              </a:tr>
              <a:tr h="31806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22.8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95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3.15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362720"/>
                  </a:ext>
                </a:extLst>
              </a:tr>
              <a:tr h="31806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19.2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123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3.44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736005"/>
                  </a:ext>
                </a:extLst>
              </a:tr>
              <a:tr h="31806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17.8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123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3.44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903773"/>
                  </a:ext>
                </a:extLst>
              </a:tr>
              <a:tr h="31806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16.4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180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4.07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236331"/>
                  </a:ext>
                </a:extLst>
              </a:tr>
              <a:tr h="31806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17.3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180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3.73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636737"/>
                  </a:ext>
                </a:extLst>
              </a:tr>
              <a:tr h="31806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15.2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180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3.78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4498407"/>
                  </a:ext>
                </a:extLst>
              </a:tr>
              <a:tr h="31806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10.4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205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5.25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079027"/>
                  </a:ext>
                </a:extLst>
              </a:tr>
              <a:tr h="31806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10.4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215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5.424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668093"/>
                  </a:ext>
                </a:extLst>
              </a:tr>
              <a:tr h="31806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14.7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230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5.345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421322"/>
                  </a:ext>
                </a:extLst>
              </a:tr>
              <a:tr h="31806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32.4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66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2.2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727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98843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08B18C-D297-87F8-9BE7-10BDBD7C0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2" y="135710"/>
            <a:ext cx="5040084" cy="658658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5A73D33-D117-A30A-0A01-4EA6CB4BDE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24289"/>
              </p:ext>
            </p:extLst>
          </p:nvPr>
        </p:nvGraphicFramePr>
        <p:xfrm>
          <a:off x="522514" y="1340825"/>
          <a:ext cx="4800600" cy="2468880"/>
        </p:xfrm>
        <a:graphic>
          <a:graphicData uri="http://schemas.openxmlformats.org/drawingml/2006/table">
            <a:tbl>
              <a:tblPr/>
              <a:tblGrid>
                <a:gridCol w="718458">
                  <a:extLst>
                    <a:ext uri="{9D8B030D-6E8A-4147-A177-3AD203B41FA5}">
                      <a16:colId xmlns:a16="http://schemas.microsoft.com/office/drawing/2014/main" val="2476689510"/>
                    </a:ext>
                  </a:extLst>
                </a:gridCol>
                <a:gridCol w="1426028">
                  <a:extLst>
                    <a:ext uri="{9D8B030D-6E8A-4147-A177-3AD203B41FA5}">
                      <a16:colId xmlns:a16="http://schemas.microsoft.com/office/drawing/2014/main" val="305828744"/>
                    </a:ext>
                  </a:extLst>
                </a:gridCol>
                <a:gridCol w="1426029">
                  <a:extLst>
                    <a:ext uri="{9D8B030D-6E8A-4147-A177-3AD203B41FA5}">
                      <a16:colId xmlns:a16="http://schemas.microsoft.com/office/drawing/2014/main" val="1119914137"/>
                    </a:ext>
                  </a:extLst>
                </a:gridCol>
                <a:gridCol w="1230085">
                  <a:extLst>
                    <a:ext uri="{9D8B030D-6E8A-4147-A177-3AD203B41FA5}">
                      <a16:colId xmlns:a16="http://schemas.microsoft.com/office/drawing/2014/main" val="2777652060"/>
                    </a:ext>
                  </a:extLst>
                </a:gridCol>
              </a:tblGrid>
              <a:tr h="390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br>
                        <a:rPr lang="en-IN" b="1" dirty="0">
                          <a:effectLst/>
                        </a:rPr>
                      </a:br>
                      <a:r>
                        <a:rPr lang="en-IN" b="1" dirty="0" err="1">
                          <a:effectLst/>
                        </a:rPr>
                        <a:t>Obs</a:t>
                      </a:r>
                      <a:endParaRPr lang="en-IN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br>
                        <a:rPr lang="en-IN" b="1" dirty="0">
                          <a:effectLst/>
                        </a:rPr>
                      </a:br>
                      <a:r>
                        <a:rPr lang="en-IN" b="1" dirty="0">
                          <a:effectLst/>
                        </a:rPr>
                        <a:t>feature1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b="1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IN" b="1" dirty="0">
                          <a:effectLst/>
                        </a:rPr>
                        <a:t>feature2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target</a:t>
                      </a:r>
                    </a:p>
                  </a:txBody>
                  <a:tcPr anchor="ctr"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00066265"/>
                  </a:ext>
                </a:extLst>
              </a:tr>
              <a:tr h="364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b="1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>
                          <a:effectLst/>
                        </a:rPr>
                        <a:t>0.629948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dirty="0">
                          <a:effectLst/>
                        </a:rPr>
                        <a:t>0.977276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dirty="0">
                          <a:effectLst/>
                        </a:rPr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122786"/>
                  </a:ext>
                </a:extLst>
              </a:tr>
              <a:tr h="364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b="1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dirty="0">
                          <a:effectLst/>
                        </a:rPr>
                        <a:t>0.315627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dirty="0">
                          <a:effectLst/>
                        </a:rPr>
                        <a:t>-0.671716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dirty="0">
                          <a:effectLst/>
                        </a:rPr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304577"/>
                  </a:ext>
                </a:extLst>
              </a:tr>
              <a:tr h="364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b="1">
                          <a:effectLst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dirty="0">
                          <a:effectLst/>
                        </a:rPr>
                        <a:t>-0.190359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dirty="0">
                          <a:effectLst/>
                        </a:rPr>
                        <a:t>0.569201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dirty="0">
                          <a:effectLst/>
                        </a:rPr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521585"/>
                  </a:ext>
                </a:extLst>
              </a:tr>
              <a:tr h="364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b="1">
                          <a:effectLst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>
                          <a:effectLst/>
                        </a:rPr>
                        <a:t>0.678495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dirty="0">
                          <a:effectLst/>
                        </a:rPr>
                        <a:t>-0.642086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dirty="0">
                          <a:effectLst/>
                        </a:rPr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2574976"/>
                  </a:ext>
                </a:extLst>
              </a:tr>
              <a:tr h="364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b="1">
                          <a:effectLst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>
                          <a:effectLst/>
                        </a:rPr>
                        <a:t>-0.709805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>
                          <a:effectLst/>
                        </a:rPr>
                        <a:t>0.473664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dirty="0">
                          <a:effectLst/>
                        </a:rPr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574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9319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5F037-645C-33C0-14D3-1440ECE25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FFF3F-D83F-140D-E7BF-57B102950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860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4175</TotalTime>
  <Words>1626</Words>
  <Application>Microsoft Office PowerPoint</Application>
  <PresentationFormat>Widescreen</PresentationFormat>
  <Paragraphs>362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Aptos Narrow</vt:lpstr>
      <vt:lpstr>Arial</vt:lpstr>
      <vt:lpstr>Calibri</vt:lpstr>
      <vt:lpstr>Calibri Light</vt:lpstr>
      <vt:lpstr>Cambria Math</vt:lpstr>
      <vt:lpstr>Tahoma</vt:lpstr>
      <vt:lpstr>Trebuchet MS</vt:lpstr>
      <vt:lpstr>Office Theme</vt:lpstr>
      <vt:lpstr>Machine Learning- Regressions</vt:lpstr>
      <vt:lpstr>Regression Modelling</vt:lpstr>
      <vt:lpstr>PowerPoint Presentation</vt:lpstr>
      <vt:lpstr>PowerPoint Presentation</vt:lpstr>
      <vt:lpstr>PowerPoint Presentation</vt:lpstr>
      <vt:lpstr>Simple Linear Regression Analysis</vt:lpstr>
      <vt:lpstr>An Example </vt:lpstr>
      <vt:lpstr>How to estimate m and b</vt:lpstr>
      <vt:lpstr>PowerPoint Presentation</vt:lpstr>
      <vt:lpstr>PowerPoint Presentation</vt:lpstr>
      <vt:lpstr>Correlation coefficient</vt:lpstr>
      <vt:lpstr>PowerPoint Presentation</vt:lpstr>
      <vt:lpstr>LINEAR RELATIONSHIPS</vt:lpstr>
      <vt:lpstr>LINEAR RELATIONSHIPS</vt:lpstr>
      <vt:lpstr>LINEAR RELATIONSHIPS</vt:lpstr>
      <vt:lpstr>LINEAR RELATIONSHIPS</vt:lpstr>
      <vt:lpstr>LEAST SQUARED ERROR</vt:lpstr>
      <vt:lpstr>PowerPoint Presentation</vt:lpstr>
      <vt:lpstr>UNIVARIATE LINEAR REGRESSION</vt:lpstr>
      <vt:lpstr>Variability </vt:lpstr>
      <vt:lpstr>R Squared </vt:lpstr>
      <vt:lpstr>Stat summary Tables</vt:lpstr>
      <vt:lpstr>PowerPoint Presentation</vt:lpstr>
      <vt:lpstr>R Squared Explained</vt:lpstr>
      <vt:lpstr>Linear regression explain with Algebra</vt:lpstr>
      <vt:lpstr>PowerPoint Presentation</vt:lpstr>
      <vt:lpstr>PowerPoint Presentation</vt:lpstr>
      <vt:lpstr>MULTIPLE LINEAR REGRESSION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Wise Mind</dc:creator>
  <cp:lastModifiedBy>Subham Mitra</cp:lastModifiedBy>
  <cp:revision>14</cp:revision>
  <dcterms:created xsi:type="dcterms:W3CDTF">2025-07-02T13:37:08Z</dcterms:created>
  <dcterms:modified xsi:type="dcterms:W3CDTF">2025-07-18T05:03:48Z</dcterms:modified>
</cp:coreProperties>
</file>