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8:34:47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4 113 4404 0 0,'0'0'6109'0'0,"-4"-38"-3649"0"0,10 7-4828 0 0,17 3-2989 0 0,-2 12 3537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3:3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0 440 0 0,'0'0'-156'0'0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3:3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1355 238 2696 0 0,'12'-25'5305'0'0,"-12"19"-5148"0"0,1-18 86 0 0,-1 18 384 0 0,-1 2-804 0 0,-18-39 432 0 0,16 39 267 0 0,-10-13-359 0 0,10 14 36 0 0,0-1-237 0 0,-28-28 48 0 0,28 29-108 0 0,-13-11 70 0 0,12 11 20 0 0,3 2-34 0 0,0 0 39 0 0,0-1 1 0 0,0 1-1 0 0,0 0 1 0 0,0 0 0 0 0,0 1-1 0 0,-1-1 1 0 0,1 0-1 0 0,0 0 1 0 0,-1 0-1 0 0,1 1 1 0 0,-3-2-1 0 0,1 2 1 0 0,-1-3 48 0 0,0 1-291 0 0,-11-7 208 0 0,11 7 180 0 0,-1 0-144 0 0,-11-2-14 0 0,0 0 1 0 0,0 0-1 0 0,-1 2 0 0 0,1 0 0 0 0,-24 0 1 0 0,29 2 33 0 0,5 0-12 0 0,1 0-60 0 0,-90 4 88 0 0,89-3-28 0 0,-2 0-42 0 0,-94 7 198 0 0,95-7-113 0 0,2 0-157 0 0,-83 15 239 0 0,81-15-181 0 0,1 1 66 0 0,-169 57 94 0 0,171-57-102 0 0,-2 0-119 0 0,-48 20 224 0 0,50-21-254 0 0,-1 2 152 0 0,-40 18 84 0 0,42-19-15 0 0,-2 1-27 0 0,-14 9 43 0 0,14-9-41 0 0,-1 1-11 0 0,-62 37 68 0 0,65-39-141 0 0,2-2 31 0 0,0 0 0 0 0,0 0 0 0 0,1 0 0 0 0,-1 0 0 0 0,0 1 0 0 0,1-1 0 0 0,-1 0 0 0 0,0 0 0 0 0,0 0 0 0 0,1 1-1 0 0,-1-1 1 0 0,1 0 0 0 0,-1 1 0 0 0,0-1 0 0 0,1 1 0 0 0,-1-1 0 0 0,1 1 0 0 0,-1-1 0 0 0,1 1 0 0 0,-1-1 0 0 0,1 1 0 0 0,-1 1 0 0 0,0-2-6 0 0,1 1 0 0 0,-1-1 0 0 0,1 1 0 0 0,-1 0 0 0 0,1-1 0 0 0,-1 1-1 0 0,1-1 1 0 0,-1 0 0 0 0,1 1 0 0 0,-1-1 0 0 0,1 1 0 0 0,-1-1 0 0 0,0 0-1 0 0,1 1 1 0 0,-1-1 0 0 0,0 0 0 0 0,1 0 0 0 0,-1 1 0 0 0,0-1 0 0 0,0 0 0 0 0,1 0-1 0 0,-2 0 1 0 0,0 1 5 0 0,0 0-1 0 0,1 0 1 0 0,-1 0-1 0 0,0 0 1 0 0,1 0-1 0 0,0 0 0 0 0,-1 1 1 0 0,1-1-1 0 0,0 1 1 0 0,-2 2-1 0 0,-1-1 21 0 0,0 0-36 0 0,-29 24 12 0 0,29-24 137 0 0,0 1-114 0 0,-14 10-63 0 0,14-10-26 0 0,1 0 86 0 0,-42 55 94 0 0,43-55-70 0 0,-2 0 14 0 0,-66 84-238 0 0,66-84 222 0 0,4-2-36 0 0,0 0-1 0 0,-1-1 0 0 0,1 1 1 0 0,-1-1-1 0 0,0 1 0 0 0,1 0 0 0 0,-1-1 1 0 0,0 0-1 0 0,0 1 0 0 0,0-1 1 0 0,0 1-1 0 0,-2 1 0 0 0,1 0-10 0 0,-1 1-69 0 0,1 1 24 0 0,-22 39-66 0 0,22-40 122 0 0,0 1-47 0 0,-5 13 54 0 0,5-13-15 0 0,0 0-28 0 0,-5 17 63 0 0,6-17-91 0 0,-1 1 37 0 0,-7 16 7 0 0,7-16-18 0 0,1-1 12 0 0,-16 50-12 0 0,16-49 4 0 0,0 0 5 0 0,-3 17 23 0 0,3-17-31 0 0,2 0-13 0 0,1 18-44 0 0,-1-17-13 0 0,0-2 99 0 0,16 45 33 0 0,-16-46 29 0 0,1 2-66 0 0,5 16 35 0 0,-5-17 14 0 0,1 1-63 0 0,6 19 32 0 0,-7-19 20 0 0,1-1-24 0 0,8 17-37 0 0,-9-16 26 0 0,2-1-52 0 0,45 66 51 0 0,-45-67 99 0 0,-1 1-53 0 0,18 16-63 0 0,1-1-1 0 0,0-1 0 0 0,1 0 1 0 0,1-2-1 0 0,1-1 1 0 0,29 15-1 0 0,25 16-270 0 0,-74-43 321 0 0,38 16 112 0 0,66 17 104 0 0,-103-35-304 0 0,41 9-109 0 0,-35-8 171 0 0,-8-2-8 0 0,3 1 51 0 0,19 4-97 0 0,-20-4 25 0 0,1-2 66 0 0,18 4-101 0 0,-19-3 78 0 0,0 1-34 0 0,37 5 83 0 0,-21-4-17 0 0,-16-2-24 0 0,1-1-6 0 0,61 4 21 0 0,-61-3-47 0 0,0-1-51 0 0,20 0 13 0 0,-20 0 77 0 0,-1 1-116 0 0,55 0-53 0 0,-55-1 100 0 0,-1-1 81 0 0,18 1 6 0 0,-18-1-121 0 0,1 1 88 0 0,59-7 69 0 0,-53 6-97 0 0,-1 0 1 0 0,0-2-1 0 0,0 1 1 0 0,0-1-1 0 0,18-8 1 0 0,24-7-261 0 0,53-15 428 0 0,-102 32-110 0 0,2-2-16 0 0,225-94 248 0 0,-178 73-140 0 0,-49 22-108 0 0,-2 2-27 0 0,0-1 0 0 0,0 1 0 0 0,-1-1-1 0 0,1 1 1 0 0,0-1 0 0 0,0 0 0 0 0,-1 0 0 0 0,1 0-1 0 0,-1 0 1 0 0,1 0 0 0 0,-1 0 0 0 0,3-2 0 0 0,-1 0 1 0 0,2 0 73 0 0,1 0-35 0 0,15-10-35 0 0,-16 10-29 0 0,0 0 50 0 0,39-26 107 0 0,-40 26-106 0 0,1 0 0 0 0,66-44-64 0 0,-67 45 16 0 0,0-2 47 0 0,14-11-88 0 0,-13 12 92 0 0,12-11-37 0 0,-14 12 51 0 0,1-2-101 0 0,10-8 83 0 0,-10 9 13 0 0,-1 0 28 0 0,30-31 127 0 0,-30 30-141 0 0,-3 3-50 0 0,0 0 1 0 0,0 1 0 0 0,0-1 0 0 0,0 0 0 0 0,1 1 0 0 0,-1-1 0 0 0,0 0 0 0 0,0 0-1 0 0,1 1 1 0 0,-1-1 0 0 0,0 0 0 0 0,1 1 0 0 0,-1-1 0 0 0,0 1 0 0 0,1-1-1 0 0,-1 0 1 0 0,1 1 0 0 0,-1-1 0 0 0,2 0 0 0 0,10-15-8 0 0,13-31 1039 0 0,-23 42-843 0 0,0 1 94 0 0,5-13 19 0 0,-5 13-2 0 0,0-1 21 0 0,7-17-175 0 0,-6 16 278 0 0,-2 2-278 0 0,7-50 978 0 0,-7 48-814 0 0,-1 0-382 0 0,-7-58 15 0 0,0 38 392 0 0,4 21-305 0 0,1 0-27 0 0,0-1 4 0 0,-38-79 1174 0 0,38 79-957 0 0,-1 1 56 0 0,-27-46 4 0 0,27 47-124 0 0,0-1-93 0 0,-3-3 4 0 0,-68-84-106 0 0,54 71 26 0 0,0 2 0 0 0,-2 0 0 0 0,0 1 0 0 0,-1 1 0 0 0,0 1 0 0 0,-48-23 0 0 0,15 15-19 0 0,-2 3 1 0 0,-1 2-1 0 0,0 3 0 0 0,-105-14 0 0 0,24 19-3100 0 0,1 15-3827 0 0,42 6 2923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3:36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1 214 448 0 0,'0'0'9199'0'0,"3"-2"-9116"0"0,12-7-71 0 0,-12 6 107 0 0,1 1-164 0 0,12-8 105 0 0,-13 7-28 0 0,2 1-19 0 0,13-7-10 0 0,-14 6 85 0 0,0 1-166 0 0,14-8 132 0 0,-14 8-89 0 0,1 0 21 0 0,11-7-59 0 0,-12 6 61 0 0,0 1-21 0 0,65-35 287 0 0,-65 34-173 0 0,-3 3-334 0 0,0 0 258 0 0,1-1-1 0 0,-1 1 0 0 0,0-1 1 0 0,0 1-1 0 0,1-1 0 0 0,-1 0 1 0 0,0 1-1 0 0,0-1 0 0 0,0 0 1 0 0,0 0-1 0 0,2-2 0 0 0,-1 2 7 0 0,2-1 25 0 0,-1 0-24 0 0,33-21-168 0 0,-33 21 208 0 0,15-10-192 0 0,-15 9 113 0 0,-3 3-53 0 0,1 0 79 0 0,-1-1 0 0 0,0 1 0 0 0,0-1-1 0 0,1 1 1 0 0,-1-1 0 0 0,0 1 0 0 0,1 0 0 0 0,-1-1 0 0 0,0 1 0 0 0,1 0-1 0 0,-1-1 1 0 0,1 1 0 0 0,-1 0 0 0 0,1 0 0 0 0,-1 0 0 0 0,1-1 0 0 0,-1 1-1 0 0,0 0 1 0 0,1 0 0 0 0,-1 0 0 0 0,1 0 0 0 0,-1 0 0 0 0,2 0 0 0 0,-2 0-4 0 0,1 0 1 0 0,-1-1 0 0 0,1 1-1 0 0,-1 0 1 0 0,1 0 0 0 0,-1 0 0 0 0,1 0-1 0 0,-1 0 1 0 0,1 0 0 0 0,-1-1-1 0 0,1 1 1 0 0,-1 0 0 0 0,1 0-1 0 0,-1-1 1 0 0,0 1 0 0 0,1 0 0 0 0,-1-1-1 0 0,1 1 1 0 0,-1 0 0 0 0,0-1-1 0 0,0 1 1 0 0,1-1 0 0 0,-1 1 0 0 0,1-1-1 0 0,3-2 31 0 0,11-6-15 0 0,-11 7 121 0 0,-2 1-239 0 0,-1 1 107 0 0,1-1 1 0 0,0 1-1 0 0,0-1 1 0 0,0 1-1 0 0,-1-1 0 0 0,1 0 1 0 0,0 0-1 0 0,2-2 1 0 0,0 2 5 0 0,1 0-282 0 0,17-2 240 0 0,-17 2 398 0 0,1 0-469 0 0,16 0 137 0 0,-16 1-111 0 0,0 0 81 0 0,19-1-84 0 0,-19 1 82 0 0,0 1-132 0 0,49 7 151 0 0,-50-7-108 0 0,1 0-126 0 0,19 4 171 0 0,-19-4 122 0 0,-1 0-90 0 0,77 25 75 0 0,-77-25 90 0 0,-4-1-146 0 0,-1 0 0 0 0,1 0-1 0 0,0 0 1 0 0,-1 0 0 0 0,1 0 0 0 0,0 0 0 0 0,-1 0 0 0 0,1 0-1 0 0,0 0 1 0 0,-1 0 0 0 0,1 0 0 0 0,0 0 0 0 0,-1 1 0 0 0,1-1-1 0 0,-1 0 1 0 0,1 0 0 0 0,0 1 0 0 0,-1-1 0 0 0,2 1 0 0 0,16 7 238 0 0,3-3-184 0 0,-15-3 36 0 0,-1-1-44 0 0,15 3-6 0 0,-15-3 854 0 0,-1 1-776 0 0,6 1 417 0 0,25 10-5957 0 0,-31-11 3765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3:3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0 196 0 0,'0'0'10344'0'0,"3"3"-10579"0"0,40 62 352 0 0,-40-60-90 0 0,-2-4-38 0 0,-1 1 20 0 0,1 0 0 0 0,-1-1 0 0 0,1 1 0 0 0,0-1 0 0 0,0 1 0 0 0,0-1 0 0 0,0 1-1 0 0,0-1 1 0 0,0 1 0 0 0,0-1 0 0 0,3 2 0 0 0,-3-1 5 0 0,2 3 9 0 0,0-1-35 0 0,9 16-8 0 0,-9-15 16 0 0,0-1-19 0 0,9 14-17 0 0,-9-13 69 0 0,0-1-74 0 0,26 33 230 0 0,-26-33-12 0 0,-1 0-116 0 0,9 11-43 0 0,-8-11 212 0 0,-1 0-222 0 0,6 12 54 0 0,-6-12 3583 0 0,-3-3-3746 0 0,0-1 140 0 0,0 0-1 0 0,-1 1 1 0 0,1 0-1 0 0,0-1 1 0 0,0 1-1 0 0,0 0 1 0 0,0-1-1 0 0,-1 1 1 0 0,1 0-1 0 0,1 0 1 0 0,-3 2-1 0 0,2-2-13 0 0,-3 1 2624 0 0,0-4-2342 0 0,-14-4-59 0 0,13 5 637 0 0,1-2-791 0 0,-11-7-154 0 0,11 7 27 0 0,-1 2-860 0 0,-16-5 582 0 0,16 5 500 0 0,-2 2-97 0 0,-76 18-859 0 0,-92 35 0 0 0,168-52-817 0 0,-1 2 1 0 0,0-1 0 0 0,1 1-1 0 0,0 0 1 0 0,-9 7 0 0 0,12-8 1214 0 0,-1 0-3038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4:1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1857 715 260 0 0,'0'0'6439'0'0,"-1"-6"-5866"0"0,-5-15-110 0 0,4 15 1369 0 0,3 0-1535 0 0,0-16-41 0 0,0 16 2378 0 0,-2 0-2403 0 0,0-18 45 0 0,0 18 399 0 0,-1 2-639 0 0,-7-13 116 0 0,6 13 5 0 0,1 0-48 0 0,-7-14-148 0 0,7 14 96 0 0,-2 0 61 0 0,-33-27 375 0 0,33 29-591 0 0,0 0 183 0 0,-12-7-44 0 0,11 7-178 0 0,0 1-73 0 0,-311-101 667 0 0,269 95-478 0 0,-75-19-175 0 0,22 10 761 0 0,93 15-673 0 0,0 1 174 0 0,-63-7-122 0 0,62 6-154 0 0,1 1-11 0 0,-23 0 182 0 0,23 0 171 0 0,1 1 75 0 0,-56 1-456 0 0,36 1 20 0 0,21-1 220 0 0,0-1 90 0 0,-2 1-14 0 0,-19 3 136 0 0,20-4-120 0 0,-1 0-113 0 0,-58 12-302 0 0,58-11 484 0 0,2-2-185 0 0,-1 1-1 0 0,0 0 1 0 0,0-1-1 0 0,1 2 1 0 0,-1-1 0 0 0,1 1-1 0 0,-1 0 1 0 0,-10 5-1 0 0,14-6 103 0 0,-4 1 191 0 0,1 0 201 0 0,-56 18-985 0 0,55-18 362 0 0,0 0 13 0 0,-18 8 12 0 0,18-7 98 0 0,1 0 149 0 0,-87 50 35 0 0,-106 83-622 0 0,188-128 632 0 0,-3 1-62 0 0,1 0-1 0 0,1 1 1 0 0,-12 13-1 0 0,-10 15 403 0 0,1 2 0 0 0,-34 58 0 0 0,-10 44 306 0 0,64-112-555 0 0,-14 53 0 0 0,19-46-105 0 0,2-1 0 0 0,1 1 0 0 0,3 68 0 0 0,2-74-38 0 0,5 44-116 0 0,0-23-78 0 0,-1-11 45 0 0,10 46 1 0 0,-13-81 21 0 0,-1 1 96 0 0,19 83-358 0 0,-18-86 330 0 0,0 3 20 0 0,28 80-603 0 0,-27-83 688 0 0,-1 2-123 0 0,6 17-268 0 0,-6-17 150 0 0,0 0 324 0 0,4 16-61 0 0,-5-16-170 0 0,2-1-54 0 0,24 47-924 0 0,-25-47 522 0 0,-2-4 472 0 0,0 0 0 0 0,0 0 1 0 0,1 0-1 0 0,-1 0 0 0 0,0 0 0 0 0,0 1 1 0 0,0-1-1 0 0,1 0 0 0 0,-1 0 1 0 0,1 0-1 0 0,-1 0 0 0 0,1 0 0 0 0,-1 0 1 0 0,1 0-1 0 0,0 0 0 0 0,0 1 0 0 0,10 16-15 0 0,0 3 12 0 0,-8-16-189 0 0,-1 0 93 0 0,8 14 172 0 0,-8-14-178 0 0,1 0 181 0 0,6 14-40 0 0,-7-15-241 0 0,0 0 71 0 0,23 39 360 0 0,-22-39-215 0 0,-2-2-43 0 0,-1-1 0 0 0,1 0 0 0 0,-1 0 0 0 0,1 1 0 0 0,-1-1 0 0 0,1 0 0 0 0,0 0 0 0 0,-1 0 0 0 0,1 0 0 0 0,0 0 0 0 0,0 0 0 0 0,2 2 0 0 0,-2-2-14 0 0,1 3 202 0 0,1 0 9 0 0,9 13-169 0 0,-9-13-107 0 0,0 0-93 0 0,9 10 14 0 0,-9-10 175 0 0,-2-3-23 0 0,1 0 24 0 0,0 0 0 0 0,-1 1 0 0 0,0-1-1 0 0,1 0 1 0 0,-1 1 0 0 0,0-1 0 0 0,0 1 0 0 0,2 3-1 0 0,0-2-32 0 0,36 33 60 0 0,-35-32-102 0 0,0-1-43 0 0,14 10 28 0 0,-14-10 122 0 0,0-1 26 0 0,43 29-250 0 0,14 5-355 0 0,-58-34 1031 0 0,2 1-498 0 0,13 8-54 0 0,-13-9 25 0 0,0 1-70 0 0,44 21-401 0 0,-44-22 476 0 0,-5-2 37 0 0,1 0 0 0 0,0 0 1 0 0,0 0-1 0 0,-1 0 0 0 0,1 1 0 0 0,0-1 0 0 0,-1 0 0 0 0,1 0 0 0 0,0 0 0 0 0,-1 1 0 0 0,1-1 0 0 0,0 0 0 0 0,-1 1 0 0 0,1-1 0 0 0,-1 1 0 0 0,1-1 0 0 0,0 0 0 0 0,-1 1 0 0 0,1 0 0 0 0,15 10-17 0 0,3-1-26 0 0,-14-8 29 0 0,-1 0-66 0 0,14 8 111 0 0,-13-7-33 0 0,-1-1 3 0 0,12 9-62 0 0,-12-9 323 0 0,2 0-340 0 0,15 6 118 0 0,-16-6 92 0 0,-1 0-239 0 0,13 6-20 0 0,-13-6 180 0 0,1-1 33 0 0,47 17-110 0 0,-47-15 250 0 0,1-2-210 0 0,19 4 33 0 0,-18-4-37 0 0,-2 0-290 0 0,6 3 169 0 0,-2-1 31 0 0,1 0 0 0 0,-1 0 0 0 0,17 2 1 0 0,8-1 152 0 0,-27-3-81 0 0,-2-1-63 0 0,54 2 301 0 0,-52-2-142 0 0,-1 0-44 0 0,19 1-110 0 0,-19-1 26 0 0,0 0 130 0 0,19 0 18 0 0,-19 0-168 0 0,2 0-88 0 0,3 0 154 0 0,82-4 285 0 0,-41 5-546 0 0,20-3 198 0 0,-44 3 76 0 0,-22-1 69 0 0,-1 0 11 0 0,19-1-64 0 0,-18 1-127 0 0,1 0 58 0 0,20 0 60 0 0,-20 0-113 0 0,1-1 18 0 0,24-1 166 0 0,-24 2-7 0 0,0-1-163 0 0,23 0 24 0 0,-23 1 66 0 0,0 0-54 0 0,22 0 29 0 0,-22 0 32 0 0,-1 0-34 0 0,22 1-55 0 0,-22-1 70 0 0,1 0-71 0 0,42 1 24 0 0,9 1-48 0 0,-52-4 97 0 0,-2 2 25 0 0,3 0-78 0 0,21 0 103 0 0,-22 0-24 0 0,1-1-99 0 0,22 1 115 0 0,-23 0 69 0 0,0 0-95 0 0,62-5-55 0 0,-62 5 32 0 0,1 0-26 0 0,111-4-45 0 0,-111 4 64 0 0,-1 0-73 0 0,21 0 117 0 0,-21 0-6 0 0,1 0-35 0 0,38-2 65 0 0,72-10-4 0 0,-44 1-89 0 0,-38 3-81 0 0,0-1 158 0 0,94-18 119 0 0,9-1 8 0 0,145-24 328 0 0,157-42 118 0 0,-291 56-352 0 0,210-26-1 0 0,-286 54-528 0 0,316-56 190 0 0,-182 22-17 0 0,-189 39 200 0 0,283-77 531 0 0,-208 45-332 0 0,91-52 1 0 0,-61 17-701 0 0,-95 53 301 0 0,14-12 162 0 0,-2-3 0 0 0,-1-1 0 0 0,42-47 1 0 0,-70 67-175 0 0,-1 0 0 0 0,0 0 0 0 0,-1-1 1 0 0,10-24-1 0 0,-18 35 13 0 0,-2 4 87 0 0,0 0 0 0 0,0 0-1 0 0,0 0 1 0 0,0 0 0 0 0,0 0-1 0 0,1 1 1 0 0,-1-1 0 0 0,0 0 0 0 0,0 0-1 0 0,1 0 1 0 0,-1 0 0 0 0,1 0-1 0 0,-1 0 1 0 0,0 0 0 0 0,1 0 0 0 0,0 0-1 0 0,0-1 1 0 0,10-21 41 0 0,-6 3-78 0 0,-4 16 66 0 0,1-4-120 0 0,4-19 27 0 0,-2-1 0 0 0,1-52 1 0 0,-2 24 95 0 0,-8-89 192 0 0,1 97-246 0 0,-9-13-65 0 0,11 56 108 0 0,1-1 200 0 0,-20-57 118 0 0,9 30-384 0 0,-1 0-1 0 0,-2 0 1 0 0,-1 1-1 0 0,-1 1 1 0 0,-38-50 0 0 0,26 47 163 0 0,-2 1 0 0 0,0 1 0 0 0,-2 2 1 0 0,-60-43-1 0 0,39 36-77 0 0,-2 3 0 0 0,-2 2 0 0 0,-98-40 0 0 0,13 17-116 0 0,121 47 35 0 0,-1 1 0 0 0,1 1 0 0 0,-26-3 0 0 0,9 2 119 0 0,28 4-92 0 0,-33-4-36 0 0,-11 2-76 0 0,-358-26 405 0 0,-719 5-269 0 0,1059 26 24 0 0,-581-47-127 0 0,333 17 292 0 0,223 25 24 0 0,-115 9-1 0 0,-230 63 858 0 0,438-66-979 0 0,-2 1-88 0 0,-22 4 20 0 0,22-4 58 0 0,1-1-61 0 0,-17 5 79 0 0,17-5-62 0 0,0 0-37 0 0,-14 4-262 0 0,14-4-137 0 0,0 1-175 0 0,-32 16-1394 0 0,33-15 1119 0 0,0 0-1 0 0,1 0 0 0 0,-1 0 1 0 0,1 1-1 0 0,0 0 0 0 0,-7 8 0 0 0,-7 9-2822 0 0,-1 0-524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4:4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1130 603 504 0 0,'-28'-6'576'0'0,"23"5"2163"0"0,1-2-2400 0 0,-9-11 104 0 0,10 10 581 0 0,0 1-724 0 0,-62-42 1964 0 0,60 42-2086 0 0,0 1-17 0 0,-53-14 62 0 0,26 9-208 0 0,26 6 149 0 0,-2 1-59 0 0,-52-4 292 0 0,-111 6 0 0 0,110 2-364 0 0,42-2-10 0 0,1 0 0 0 0,-1 1 0 0 0,1 1 0 0 0,-25 8 0 0 0,-68 37-483 0 0,106-47 443 0 0,-17 10-50 0 0,0 0 0 0 0,-27 22 1 0 0,25-17 105 0 0,1 2 0 0 0,-31 31 1 0 0,47-41-60 0 0,-6 4 37 0 0,1 1 1 0 0,1 0 0 0 0,0 1 0 0 0,1 0-1 0 0,-11 20 1 0 0,1 3 51 0 0,2 2 0 0 0,-21 62-1 0 0,33-76-77 0 0,4-2 50 0 0,-4 41 163 0 0,7-35-84 0 0,1-1 0 0 0,1 1 0 0 0,1 0 0 0 0,2-1 0 0 0,1 0 0 0 0,1 0 0 0 0,13 29 0 0 0,-10-32-17 0 0,1 0 0 0 0,2-1 0 0 0,0 0 1 0 0,24 30-1 0 0,-37-53-109 0 0,9 11-3 0 0,0 1 0 0 0,1-1 0 0 0,0-1 0 0 0,1 0 0 0 0,1-1 1 0 0,0 0-1 0 0,14 9 0 0 0,-19-14-7 0 0,24 14 6 0 0,75 29 30 0 0,2-6 1 0 0,199 52-1 0 0,-287-90-107 0 0,0-1 131 0 0,-6-2-1 0 0,252 16-5 0 0,-204-19-178 0 0,20 5 22 0 0,-12-1 50 0 0,169 21 0 0 0,-169-21 132 0 0,190 0 93 0 0,-202-3-122 0 0,27-2 229 0 0,214-15-64 0 0,-224 11-186 0 0,54-5 27 0 0,-49 8-50 0 0,0-4 0 0 0,-1-3 0 0 0,92-24 0 0 0,-93 19-33 0 0,-22 6 127 0 0,190-47-431 0 0,-177 35 610 0 0,146-50-250 0 0,-101 30-133 0 0,-40 15 147 0 0,-22 5-45 0 0,-25 10 32 0 0,0 0 0 0 0,50-31 0 0 0,-43 19-74 0 0,-2-1-1 0 0,-1-2 1 0 0,-1-1 0 0 0,-1-2-1 0 0,41-49 1 0 0,-54 57 42 0 0,-3 4 149 0 0,0 0 1 0 0,-2-1 0 0 0,1-1-1 0 0,-2 0 1 0 0,-1 0 0 0 0,10-25-1 0 0,-2-17 569 0 0,-13 35-318 0 0,-1 1 1 0 0,-1-1 0 0 0,-2-46 0 0 0,-1 58-409 0 0,0-4 102 0 0,-2-1 1 0 0,-4-25-1 0 0,4 32 5 0 0,-2-20 354 0 0,-5-9 166 0 0,2 15-48 0 0,-2-14-189 0 0,-3 0 1 0 0,-1 0-1 0 0,-2 1 1 0 0,-28-50-1 0 0,32 69-403 0 0,-2 1 0 0 0,0 0 0 0 0,-26-27 0 0 0,33 39 49 0 0,-23-20-248 0 0,-3 2 192 0 0,-2 1 0 0 0,-64-33-1 0 0,-67-18-245 0 0,116 58 75 0 0,-1 2-1 0 0,-91-15 1 0 0,-109 0 461 0 0,179 23-498 0 0,-45-5-26 0 0,-339-29-61 0 0,321 37 432 0 0,51 4 99 0 0,0 5 0 0 0,-89 15-1 0 0,113-12-200 0 0,-150 33 1013 0 0,46-8-663 0 0,-130 27 210 0 0,204-41-1748 0 0,-123 36 2088 0 0,42-10-668 0 0,22 0-671 0 0,-69 40-4522 0 0,207-81 4753 0 0,-158 73-7729 0 0,139-65 6406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4:4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7 423 376 0 0,'0'0'4476'0'0,"-2"-4"-3803"0"0,-2-9 4284 0 0,9 18-2037 0 0,2 2-4047 0 0,-7-7 988 0 0,3 4 261 0 0,-1 2-81 0 0,-1-1-1 0 0,1 1 0 0 0,0-1 0 0 0,1 0 0 0 0,5 9 0 0 0,-5-7-15 0 0,-1-3 677 0 0,21 38 2373 0 0,-20-39-2642 0 0,3-3-549 0 0,21-1 82 0 0,-26 1 34 0 0,1 0 0 0 0,-1 0 0 0 0,0 0 0 0 0,0 0 0 0 0,0 0 0 0 0,0 0 0 0 0,0-1 0 0 0,1 1 0 0 0,-1 0 0 0 0,0-1 0 0 0,0 1 0 0 0,0-1 0 0 0,0 1 0 0 0,0-1 0 0 0,0 1 0 0 0,0-1 0 0 0,0 0 0 0 0,-1 1 0 0 0,1-1 0 0 0,0 0 0 0 0,0 0 0 0 0,0-1 0 0 0,1 0 10 0 0,38-28-35 0 0,67-65 1 0 0,-67 57-43 0 0,-13 12 118 0 0,110-95-557 0 0,-36 47-2632 0 0,15-4-3184 0 0,-54 35 3187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4:48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0 278 884 0 0,'0'0'2838'0'0,"3"-2"-2660"0"0,14-13 5092 0 0,-15 19-5949 0 0,-1-4 680 0 0,0 1-2 0 0,0 0 0 0 0,0 0 0 0 0,0 0 0 0 0,1 0 0 0 0,-1 1 0 0 0,0-1 0 0 0,-1 0 0 0 0,1 0 0 0 0,0 1 0 0 0,0-1 0 0 0,-1 0 0 0 0,2 2 135 0 0,0 1-142 0 0,7 12 197 0 0,-6-13 130 0 0,0 1-127 0 0,26 33 1154 0 0,-26-34-1150 0 0,-1-2-192 0 0,-1 0 1 0 0,1 0-1 0 0,-1 0 1 0 0,0 0 0 0 0,1 0-1 0 0,-1 0 1 0 0,0 0 0 0 0,0 0-1 0 0,0 0 1 0 0,2 3-1 0 0,1-1 261 0 0,-1 0-108 0 0,34 22 2949 0 0,-33-23-1084 0 0,2-2-1964 0 0,19-1 180 0 0,-19 1-324 0 0,0-2-138 0 0,24-12 187 0 0,-1-1 1 0 0,0-2 0 0 0,41-30 0 0 0,79-75-1371 0 0,-23 18-4456 0 0,-73 64 3071 0 0,-3 7-7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4:5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0 314 1848 0 0,'0'0'11150'0'0,"2"-5"-11495"0"0,0 2 543 0 0,3-7-337 0 0,-3 2 3222 0 0,-1 9-3102 0 0,0 1-1 0 0,0-1 0 0 0,1 1 0 0 0,-1-1 0 0 0,1 1 0 0 0,-1-1 0 0 0,1 0 0 0 0,0 0 1 0 0,2 1-1 0 0,-1 1 310 0 0,1 11-149 0 0,2 6-1020 0 0,-2 3 1019 0 0,-3-17 106 0 0,0-1-406 0 0,12 47 146 0 0,-12-47 58 0 0,1 0 139 0 0,18 41-83 0 0,-18-42 212 0 0,0 0-297 0 0,17 38 92 0 0,-17-38 789 0 0,0 0-842 0 0,9 10 13 0 0,-8-10-319 0 0,-1-1-281 0 0,41 52 414 0 0,-40-52 818 0 0,2-4-440 0 0,4-4-227 0 0,0 0 1 0 0,0-1-1 0 0,0 0 1 0 0,-1 0-1 0 0,0-1 1 0 0,0 0 0 0 0,0 0-1 0 0,-1-1 1 0 0,10-14-1 0 0,18-16-27 0 0,-27 30-19 0 0,207-199 148 0 0,-153 153-458 0 0,112-76 1 0 0,-113 94-1855 0 0,34-12-6063 0 0,-63 31 5092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3:45:09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1450 684 0 0,'0'0'3036'0'0,"0"-5"-2882"0"0,2-12 868 0 0,8-34 12759 0 0,-5 39-15527 0 0,-2 9 2719 0 0,0 1-999 0 0,11-7-36 0 0,-10 7 672 0 0,0 0-976 0 0,12-5 408 0 0,-11 5-112 0 0,1 1-31 0 0,17-3 4 0 0,-17 4 146 0 0,1-1-20 0 0,20-2 9 0 0,-20 3 82 0 0,-1-1-151 0 0,17 0-3 0 0,-17 1 71 0 0,2-1-68 0 0,24-1 59 0 0,-24 2 39 0 0,0-1 30 0 0,24 0-54 0 0,-24 1 40 0 0,-1 0-134 0 0,95-1-8 0 0,-96 1 143 0 0,2-1-184 0 0,38-1-149 0 0,22-2 401 0 0,-62 4-158 0 0,1 0-53 0 0,21-1 62 0 0,-21 1 36 0 0,0-1-112 0 0,19 1 17 0 0,-20 0 44 0 0,2-1 35 0 0,104-2 426 0 0,-104 3-405 0 0,-2 0-148 0 0,20 0-4 0 0,-19 0 20 0 0,0 0 116 0 0,20-1 84 0 0,-21 1-140 0 0,1 0-32 0 0,18 0 104 0 0,-19 0-95 0 0,1-1-34 0 0,20-1 127 0 0,-21 2 148 0 0,2 0-115 0 0,21-2-130 0 0,-22 2-23 0 0,0 0 6 0 0,19 0 5 0 0,-20 0 69 0 0,2-1-21 0 0,22-1 96 0 0,-23 2-5 0 0,0-1-31 0 0,22-1-93 0 0,-22 2-42 0 0,0 0 107 0 0,24-1 109 0 0,-23 1-119 0 0,-1 0 9 0 0,22-1 87 0 0,-21 1-73 0 0,-1-1-10 0 0,64-4 47 0 0,-64 5-56 0 0,1-1-70 0 0,10-2 46 0 0,11-1-4 0 0,0-1 0 0 0,43-13 0 0 0,-13-2 1 0 0,-7 2 244 0 0,-48 16-220 0 0,2 0-4 0 0,18-9-92 0 0,-18 9 14 0 0,-2 0 101 0 0,6-2-13 0 0,0 0 1 0 0,0-1-1 0 0,-1 0 0 0 0,0-1 1 0 0,0 0-1 0 0,0 0 0 0 0,-1-1 1 0 0,0 0-1 0 0,0-1 0 0 0,-1 1 0 0 0,0-1 1 0 0,0-1-1 0 0,-1 0 0 0 0,10-17 1 0 0,6-19 28 0 0,-1-1 1 0 0,25-89 0 0 0,-44 130-7 0 0,-1-1 44 0 0,7-55-3 0 0,-8 56-94 0 0,0-1-1 0 0,2-17 116 0 0,-2 17-120 0 0,0-1 63 0 0,-19-130-57 0 0,10 85-10 0 0,8 46 5 0 0,-1 0 70 0 0,-6-20-112 0 0,6 20 69 0 0,0-1-98 0 0,-5-18 65 0 0,5 19 94 0 0,0 0-97 0 0,-23-46 66 0 0,22 47-113 0 0,0-1 0 0 0,-9-16 45 0 0,-2 0 0 0 0,0 0 0 0 0,-2 1 0 0 0,0 1-1 0 0,-1 1 1 0 0,-29-26 0 0 0,21 26 6 0 0,0 1 0 0 0,-2 2 0 0 0,1 0 0 0 0,-33-13-1 0 0,-40-6 161 0 0,25 10-381 0 0,-112-24-64 0 0,129 40 372 0 0,-1 3 0 0 0,0 1 0 0 0,-106 7 1 0 0,95 3-127 0 0,-21 1-182 0 0,63-5 303 0 0,-37 6 0 0 0,56-5-53 0 0,-58 5-95 0 0,20-4-92 0 0,-30 3 259 0 0,-132 28 1 0 0,167-23-51 0 0,1 2 1 0 0,0 1 0 0 0,-46 24-1 0 0,78-34-51 0 0,-14 6-7 0 0,1 1 0 0 0,1 0 0 0 0,-1 2 0 0 0,2 0 0 0 0,0 1 0 0 0,1 1 0 0 0,-21 22 0 0 0,21-16 91 0 0,2 0 0 0 0,1 1-1 0 0,-13 25 1 0 0,14-23-50 0 0,-14 29 65 0 0,-25 66 1 0 0,37-65-399 0 0,6-22 345 0 0,1 0-1 0 0,-7 58 1 0 0,16-83 16 0 0,0-1-32 0 0,3 13-36 0 0,1 0 0 0 0,0 0 0 0 0,1-1 0 0 0,14 32 0 0 0,43 78-191 0 0,-54-115 274 0 0,1-1 0 0 0,-1 0 0 0 0,2-1 1 0 0,0 0-1 0 0,18 16 0 0 0,-13-13 16 0 0,19 17-117 0 0,51 34-1 0 0,-82-63 38 0 0,2 1-98 0 0,37 26-52 0 0,-39-26 203 0 0,3 0 45 0 0,9 5-238 0 0,0-2 1 0 0,0 1-1 0 0,1-2 1 0 0,0 0-1 0 0,0-1 1 0 0,1-1-1 0 0,-1 0 1 0 0,1-1-1 0 0,29-1 0 0 0,-15 0-4487 0 0,60 10 0 0 0,-59-5 1618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17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0 234 244 0 0,'0'0'16271'0'0,"4"2"-16146"0"0,-2-1-103 0 0,1 1 0 0 0,-1-1-1 0 0,1 0 1 0 0,-1-1 0 0 0,1 1 0 0 0,0 0-1 0 0,-1-1 1 0 0,1 1 0 0 0,0-1 0 0 0,0 0-1 0 0,-1 0 1 0 0,1 0 0 0 0,0 0-1 0 0,4-1 1 0 0,-2 0 278 0 0,1-1-277 0 0,0 0 0 0 0,0 0 0 0 0,0-1 0 0 0,0 0 0 0 0,0 0 0 0 0,-1-1 0 0 0,9-5 0 0 0,37-32 258 0 0,-42 33-275 0 0,14-12-48 0 0,-12 2 115 0 0,52-69 259 0 0,-60 84-294 0 0,0-1-120 0 0,7-12-102 0 0,-7 12 172 0 0,-1 0 108 0 0,-2 4-104 0 0,0-1 0 0 0,0 1 0 0 0,0-1 0 0 0,0 1 0 0 0,0 0 0 0 0,0-1 0 0 0,0 1 0 0 0,0 0 0 0 0,1-1 0 0 0,-1 1 0 0 0,0 0 0 0 0,0-1 0 0 0,0 1 0 0 0,0 0 0 0 0,1-1 0 0 0,-1 1 0 0 0,0 0 0 0 0,0-1 0 0 0,1 1 0 0 0,-1 0 0 0 0,0 0 0 0 0,1 0 0 0 0,-1-1 0 0 0,0 1 0 0 0,1 0 0 0 0,-1 0 0 0 0,0 0 0 0 0,1 0 0 0 0,-1-1 0 0 0,0 1 1 0 0,1 0-1 0 0,-1 0 0 0 0,0 0 0 0 0,1 0 0 0 0,-1 0 0 0 0,1 0 0 0 0,-1 0 0 0 0,0 0 0 0 0,1 0 0 0 0,-1 0 0 0 0,0 0 0 0 0,1 0 0 0 0,-1 0 0 0 0,1 1 0 0 0,0 1-5 0 0,-1 1-1 0 0,1-1 1 0 0,0 0 0 0 0,-1 1-1 0 0,0-1 1 0 0,0 1 0 0 0,0-1 0 0 0,0 1-1 0 0,0-1 1 0 0,0 1 0 0 0,-1-1 0 0 0,0 4-1 0 0,-5 60 9 0 0,6-8-2 0 0,2-18-100 0 0,10 52 0 0 0,-11-88 63 0 0,2 2 143 0 0,7 16 18 0 0,-8-17-100 0 0,1 0 97 0 0,10 13-53 0 0,-10-14-120 0 0,-1-3-14 0 0,-1 0 78 0 0,1 0 0 0 0,-1-1 0 0 0,1 1 0 0 0,-1 0 0 0 0,1 0 0 0 0,-1 0 0 0 0,1 1 0 0 0,-1-1 0 0 0,0 0 0 0 0,1 0 0 0 0,0 2 0 0 0,-1-2-7 0 0,3 2-100 0 0,2-3-58 0 0,18-3 77 0 0,-18 2 47 0 0,10-11-25 0 0,-10 6 30 0 0,1 0 0 0 0,-1 0 1 0 0,0-1-1 0 0,9-14 1 0 0,-10 15-3 0 0,29-43-155 0 0,55-60 110 0 0,-69 85-45 0 0,-17 21 132 0 0,0 0 57 0 0,4-2-102 0 0,0 0 1 0 0,0 0-1 0 0,0 0 1 0 0,1 1-1 0 0,-1 0 1 0 0,16-5-1 0 0,-18 8 66 0 0,-1 4 100 0 0,2 1-138 0 0,0 0 0 0 0,-1 1-1 0 0,1-1 1 0 0,-1 1 0 0 0,0 1 0 0 0,0-1 0 0 0,-1 1 0 0 0,7 10-1 0 0,28 56 168 0 0,-24-43-100 0 0,-13-25-100 0 0,0 1 122 0 0,7 13-60 0 0,-7-13-85 0 0,0-1 64 0 0,8 14-12 0 0,-8-13 223 0 0,0-2-192 0 0,-1-1 33 0 0,1 0 1 0 0,-1-1 0 0 0,0 1 0 0 0,1 0-1 0 0,0-1 1 0 0,-1 0 0 0 0,1 1 0 0 0,0-1 0 0 0,0 0-1 0 0,-1 0 1 0 0,1 0 0 0 0,0 0 0 0 0,0 0 0 0 0,0 0-1 0 0,0-1 1 0 0,0 1 0 0 0,4 0 0 0 0,-1 0-69 0 0,12-15-14 0 0,-8 5-39 0 0,-1-1-1 0 0,0 1 1 0 0,8-13 0 0 0,-3 4 132 0 0,41-50-382 0 0,16-6 394 0 0,-66 71-52 0 0,1 0-95 0 0,12-12 152 0 0,-12 11-91 0 0,-4 4-32 0 0,1 0 43 0 0,-1 0 1 0 0,1 0 0 0 0,-1-1 0 0 0,1 1 0 0 0,-1 0 0 0 0,1-1 0 0 0,-1 0 0 0 0,1 1 0 0 0,-1-1 0 0 0,0 0 0 0 0,3-1 0 0 0,-1 0 15 0 0,1 0 438 0 0,1 6-349 0 0,1 1-80 0 0,0 1-1 0 0,0 0 1 0 0,-1 1 0 0 0,0-1-1 0 0,0 1 1 0 0,0 0 0 0 0,-1 0 0 0 0,0 1-1 0 0,0-1 1 0 0,3 12 0 0 0,19 36 114 0 0,2-6 297 0 0,-25-44-310 0 0,0 0 87 0 0,8 16-108 0 0,-8-15 9 0 0,0-3 96 0 0,-1-2-312 0 0,-1 1 0 0 0,1 0-1 0 0,-1-1 1 0 0,1 1-1 0 0,-1-1 1 0 0,1 1-1 0 0,0-1 1 0 0,0 0-1 0 0,0 0 1 0 0,0 0-1 0 0,0 0 1 0 0,0 0-1 0 0,0 0 1 0 0,0-1-1 0 0,0 1 1 0 0,0-1 0 0 0,0 1-1 0 0,1-1 1 0 0,-1 0-1 0 0,0 0 1 0 0,0 0-1 0 0,0 0 1 0 0,1 0-1 0 0,2-1 1 0 0,38-13-10186 0 0,-38 12 10303 0 0,0 0-3193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1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3060 0 0,'0'0'10174'0'0,"-2"6"-9650"0"0,-12 41 335 0 0,1 0-1 0 0,-12 90 1 0 0,3 107-48 0 0,18-184-560 0 0,1 14 14 0 0,13 144 0 0 0,-8-182-350 0 0,-2-25-11 0 0,1 0-1 0 0,0 0 1 0 0,1-1-1 0 0,0 1 1 0 0,7 20-1 0 0,-8-29-33 0 0,0 0 0 0 0,0 0-1 0 0,0 1 1 0 0,-1-1 0 0 0,1 0 0 0 0,0 0-1 0 0,-1 1 1 0 0,0-1 0 0 0,1 5 0 0 0,3 19-2119 0 0,1-7 150 0 0,-4-14-984 0 0,1 2 460 0 0,7 27 145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18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93 2632 0 0,'0'0'5446'0'0,"-3"-4"-3499"0"0,2 1-1047 0 0,-7-7-621 0 0,6 1 6799 0 0,2 7-6988 0 0,0 1 1 0 0,1-1-1 0 0,-1 1 1 0 0,0-1-1 0 0,1 1 1 0 0,0-1 0 0 0,-1 1-1 0 0,1 0 1 0 0,0-1-1 0 0,0 1 1 0 0,0 0-1 0 0,1-2 1 0 0,0 0 88 0 0,1 0-119 0 0,-1 0-1 0 0,0 1 1 0 0,1-1-1 0 0,0 1 1 0 0,0-1-1 0 0,-1 1 0 0 0,1 0 1 0 0,0 0-1 0 0,1 1 1 0 0,-1-1-1 0 0,0 1 0 0 0,0-1 1 0 0,4 0-1 0 0,-5 2-43 0 0,6-3-641 0 0,0 0 1 0 0,0 1-1 0 0,0 0 0 0 0,0 1 1 0 0,0 0-1 0 0,1 0 0 0 0,-1 0 1 0 0,0 1-1 0 0,1 1 1 0 0,-1 0-1 0 0,0 0 0 0 0,10 2 1 0 0,-14-2 142 0 0,24 2-3417 0 0,-23-3-658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19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50 497 980 0 0,'0'0'2416'0'0,"1"6"-516"0"0,4 18-472 0 0,-4-18 610 0 0,5-6-1282 0 0,1 0-619 0 0,0 0 0 0 0,0-1 0 0 0,0 1 0 0 0,0-2 0 0 0,0 1-1 0 0,0-1 1 0 0,-1 0 0 0 0,1-1 0 0 0,0 0 0 0 0,8-4 0 0 0,9-5-56 0 0,-2-1 0 0 0,0-1 0 0 0,0-1 0 0 0,-1-1 0 0 0,25-24 1 0 0,-33 27 17 0 0,0-1 1 0 0,-1 1-1 0 0,0-2 1 0 0,-1 0-1 0 0,-1 0 1 0 0,-1-1-1 0 0,0 0 1 0 0,8-21-1 0 0,-1-11 930 0 0,-15 46-975 0 0,0-1 0 0 0,0 1 0 0 0,0-1 0 0 0,0 0 0 0 0,0 0 0 0 0,-1 1 0 0 0,0-1 0 0 0,1 0 0 0 0,-1 0 0 0 0,0 0 0 0 0,0 0 0 0 0,-1-4 0 0 0,0-2 70 0 0,2-7 297 0 0,-3-2-134 0 0,-2-1 240 0 0,-9-38 704 0 0,12 52-806 0 0,-2-1-80 0 0,-7-23 340 0 0,4 30-575 0 0,4 0-100 0 0,-1-1 0 0 0,0 1-1 0 0,1 0 1 0 0,-1 1 0 0 0,1-1-1 0 0,-1 0 1 0 0,1 1 0 0 0,-1 0-1 0 0,1-1 1 0 0,0 1 0 0 0,0 0-1 0 0,0 0 1 0 0,0 0 0 0 0,0 0-1 0 0,1 1 1 0 0,-1-1 0 0 0,0 0-1 0 0,1 1 1 0 0,0-1 0 0 0,-2 4-1 0 0,-3 10 64 0 0,0 0 0 0 0,-5 24 0 0 0,5-17-19 0 0,-56 288 601 0 0,47-223-332 0 0,-149 1140 2232 0 0,140-1019-2183 0 0,11-90-112 0 0,-10 82-3038 0 0,22-193 924 0 0,-2-3-829 0 0,1-3 1629 0 0,-6 9-469 0 0,5-1-3717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1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45 492 1292 0 0,'-5'-5'3747'0'0,"-32"-39"3788"0"0,35 40-5747 0 0,2-2-308 0 0,1-4-1218 0 0,1 1 0 0 0,1 0 0 0 0,-1 0 0 0 0,2 1 0 0 0,-1-1-1 0 0,1 1 1 0 0,0-1 0 0 0,1 1 0 0 0,0 1 0 0 0,0-1 0 0 0,0 1 0 0 0,1-1 0 0 0,10-8-1 0 0,13-13 329 0 0,58-45-1 0 0,-46 44-1053 0 0,2 2 0 0 0,1 2 0 0 0,2 2-1 0 0,0 2 1 0 0,1 1 0 0 0,91-24 0 0 0,-125 42-622 0 0,1 1 0 0 0,-1 0 0 0 0,1 1 0 0 0,-1 0 0 0 0,1 1 0 0 0,20 3 0 0 0,-10-1-1069 0 0,18 0-2098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19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20 158 1216 0 0,'72'-153'13571'0'0,"-70"148"-10316"0"0,-1 12-3107 0 0,0 26-50 0 0,-2-1 0 0 0,0 0 1 0 0,-3-1-1 0 0,0 1 0 0 0,-10 33 1 0 0,-3 21-47 0 0,-30 271 866 0 0,40-176-3226 0 0,17-4-7630 0 0,-5-138 5862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0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92 685 3972 0 0,'37'-53'13546'0'0,"-42"56"-13425"0"0,-4 6-55 0 0,1 0 0 0 0,-1 0 0 0 0,1 1 0 0 0,1 0 1 0 0,0 0-1 0 0,0 1 0 0 0,-5 11 0 0 0,-1 5 129 0 0,-18 52 1 0 0,25-60-123 0 0,1 9-14 0 0,4-20 15 0 0,1-1 18 0 0,0 0 1 0 0,0 0-1 0 0,1 0 1 0 0,0-1-1 0 0,0 1 1 0 0,0 0-1 0 0,1-1 0 0 0,0 1 1 0 0,4 8-1 0 0,-3-12 93 0 0,-2-3-152 0 0,1 1 1 0 0,0-1 0 0 0,-1 1-1 0 0,1-1 1 0 0,-1 1-1 0 0,1 0 1 0 0,-1-1-1 0 0,1 1 1 0 0,-1 0 0 0 0,1 0-1 0 0,-1 0 1 0 0,3 2-1 0 0,-1 0 20 0 0,2-1 96 0 0,2-3-234 0 0,23-3 57 0 0,-23 3 89 0 0,-2-1-2 0 0,12-8-113 0 0,-12 7-38 0 0,-5 2 78 0 0,1 0 0 0 0,-1-1 0 0 0,1 1 0 0 0,0-1-1 0 0,0 1 1 0 0,-1 0 0 0 0,1 0 0 0 0,0-1 0 0 0,0 1 0 0 0,0 0-1 0 0,0 0 1 0 0,2-1 0 0 0,-2 1-13 0 0,2-3-138 0 0,-2-1-14 0 0,0-4 150 0 0,0-1 1 0 0,-1 1 0 0 0,-1-18-1 0 0,0 21-99 0 0,3 1-125 0 0,0 1 239 0 0,0 0 1 0 0,0 0-1 0 0,1 0 1 0 0,-1 1-1 0 0,1-1 0 0 0,0 1 1 0 0,0-1-1 0 0,0 1 1 0 0,1 0-1 0 0,-1 0 0 0 0,7-3 1 0 0,31-18-15 0 0,1 1 1 0 0,83-29 0 0 0,88-13 14 0 0,-142 46 195 0 0,-66 17-18 0 0,58-5 48 0 0,-57 6-187 0 0,0 2 86 0 0,17 0-8 0 0,-17 0 30 0 0,-6 0-491 0 0,1 0 371 0 0,-1 1 1 0 0,0-1-1 0 0,1 0 1 0 0,-1 1-1 0 0,1-1 1 0 0,-1 0-1 0 0,1 0 1 0 0,0 1-1 0 0,0-1 1 0 0,-1 0-1 0 0,3 2 1 0 0,-1-1 15 0 0,0 2 74 0 0,-3 3-125 0 0,-1 0 0 0 0,0-1 0 0 0,0 1 0 0 0,-5 9 0 0 0,3-6-18 0 0,2-6-136 0 0,0 1 61 0 0,-7 12 91 0 0,6-12 12 0 0,2 0 26 0 0,-19 41-137 0 0,18-42 153 0 0,0 2 71 0 0,-6 19 20 0 0,6-19-29 0 0,1 0 41 0 0,-4 19-25 0 0,4-18-52 0 0,0-2 11 0 0,-1 15 21 0 0,1-15-5 0 0,1 2-120 0 0,-1 20 53 0 0,0-21 950 0 0,29-11-676 0 0,-27 4-284 0 0,0 1 1 0 0,0 0 0 0 0,0-1 0 0 0,0 1-1 0 0,0 0 1 0 0,0-1 0 0 0,0 1-1 0 0,0-1 1 0 0,-1 1 0 0 0,1-1 0 0 0,0 0-1 0 0,0 1 1 0 0,0-1 0 0 0,-1 0 0 0 0,1 1-1 0 0,0-1 1 0 0,-1 0 0 0 0,1 0 0 0 0,-1 0-1 0 0,1 0 1 0 0,-1 0 0 0 0,1 0-1 0 0,0-1 1 0 0,-1 1 4 0 0,1-1-13 0 0,0 1 0 0 0,0 0 0 0 0,0 0 0 0 0,0-1 1 0 0,0 1-1 0 0,0-1 0 0 0,0 1 0 0 0,-1-1 0 0 0,1 1 1 0 0,0-1-1 0 0,-1 0 0 0 0,1-1 0 0 0,0-2 12 0 0,1 1-35 0 0,-2-2-117 0 0,3-19 77 0 0,-3 19 306 0 0,1 0-105 0 0,2-18 1 0 0,-2 18 33 0 0,-2 1-785 0 0,-4-14 574 0 0,4 14 329 0 0,1 10-266 0 0,-3 17 22 0 0,3-17 147 0 0,2-1-36 0 0,5 13 62 0 0,-6-12 14 0 0,3-2 11 0 0,-1-1-219 0 0,1 1 1 0 0,0-1 0 0 0,-1 0-1 0 0,1 0 1 0 0,0 0 0 0 0,0-1-1 0 0,0 1 1 0 0,0-1-1 0 0,0 0 1 0 0,0 0 0 0 0,0 0-1 0 0,0-1 1 0 0,0 1 0 0 0,1-1-1 0 0,4-1 1 0 0,53 0 305 0 0,-6-2-114 0 0,13-5-230 0 0,-22-1 39 0 0,48-17 0 0 0,-81 21-15 0 0,0-2-1 0 0,0 0 0 0 0,-1 0 1 0 0,0-1-1 0 0,-1-1 1 0 0,0 0-1 0 0,0-1 0 0 0,-1 0 1 0 0,0-1-1 0 0,-1 0 1 0 0,10-13-1 0 0,9-17-124 0 0,45-84-1 0 0,-68 115 122 0 0,31-66-105 0 0,48-145 1 0 0,-35 83 14 0 0,-37 94 129 0 0,-11 36-58 0 0,-2 1-18 0 0,3-17 22 0 0,-3 18 2 0 0,-2 7-274 0 0,0 1 277 0 0,0 0 0 0 0,0 0-1 0 0,0 0 1 0 0,0 0 0 0 0,0 0 0 0 0,0 1 0 0 0,1-1 0 0 0,-1 0-1 0 0,1 1 1 0 0,0-1 0 0 0,0 1 0 0 0,-2 3 0 0 0,-12 44 86 0 0,11-36-8 0 0,-5 23 131 0 0,2 1 0 0 0,1 0 0 0 0,1 1 0 0 0,3-1 0 0 0,1 1 0 0 0,6 65 0 0 0,3-49-33 0 0,1-1-1 0 0,3 1 0 0 0,3-2 1 0 0,21 54-1 0 0,6-20-59 0 0,-28-60-1073 0 0,-1 0 0 0 0,11 33-1 0 0,-18-42 150 0 0,-4-14-107 0 0,-1 1-105 0 0,5 14-362 0 0,-4-14-517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23 325 2492 0 0,'0'0'8236'0'0,"-4"-2"-6099"0"0,-9-6-854 0 0,7 6 3037 0 0,8 1-4190 0 0,-1 0 0 0 0,1 0 0 0 0,-1 0 0 0 0,0-1-1 0 0,1 1 1 0 0,-1-1 0 0 0,0 1 0 0 0,0-1-1 0 0,0 1 1 0 0,0-1 0 0 0,2-2 0 0 0,3-5 168 0 0,7-3 36 0 0,0 0 1 0 0,1 1 0 0 0,1 1-1 0 0,0 0 1 0 0,24-12-1 0 0,-4 3-69 0 0,-7 4-172 0 0,-17 10-194 0 0,0-1 0 0 0,-1 0 0 0 0,1-1 0 0 0,13-11 1 0 0,-4-2-229 0 0,-13 13 44 0 0,0 0 0 0 0,0 1 1 0 0,0-1-1 0 0,1 1 0 0 0,0 1 0 0 0,0 0 1 0 0,1 0-1 0 0,14-6 0 0 0,108-32-10883 0 0,-96 33 6471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2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1396 3452 0 0,'0'0'2872'0'0,"-4"2"-808"0"0,-15 12 4292 0 0,16-11-5560 0 0,-15 11 4358 0 0,15-18-4760 0 0,-2-3-288 0 0,0 0 0 0 0,1 0 0 0 0,0 0-1 0 0,0-1 1 0 0,1 1 0 0 0,0-1 0 0 0,-3-10 0 0 0,-16-73 192 0 0,11 45-218 0 0,-24-96-93 0 0,6-2 1 0 0,-10-146-1 0 0,35 212-45 0 0,4 0 1 0 0,18-135 0 0 0,-11 181 128 0 0,-1-5-16 0 0,-4 8 5 0 0,-1 22-2 0 0,-1 0-50 0 0,2-59 52 0 0,-3 60 72 0 0,0 0-197 0 0,4-48-468 0 0,-2 50 477 0 0,4 0-18 0 0,-1 1 82 0 0,1 1-1 0 0,0-1 1 0 0,0 1-1 0 0,0 0 1 0 0,0 0-1 0 0,1 0 1 0 0,9-1-1 0 0,26 1-40 0 0,80 5-1 0 0,-56 1-34 0 0,14-2 95 0 0,1496 74-85 0 0,-1100-27-363 0 0,172 15 820 0 0,2-52-252 0 0,-355-30-81 0 0,248-8-213 0 0,-459 25 65 0 0,-75 1 124 0 0,-1 0-117 0 0,67 2 107 0 0,-67-2 72 0 0,19 1-128 0 0,-19-2 52 0 0,-1 1 325 0 0,1 0-363 0 0,52-3 532 0 0,-54 2-417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3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0 228 0 0,'0'0'1361'0'0,"4"2"-928"0"0,14 7-303 0 0,-14-7 2371 0 0,-3 3-2243 0 0,1 17 134 0 0,-1-17 724 0 0,0 1-970 0 0,3 17 46 0 0,-4-17-20 0 0,1-4-187 0 0,-1-1 22 0 0,1 1-1 0 0,-1 0 1 0 0,1 0-1 0 0,0-1 0 0 0,0 1 1 0 0,-1-1-1 0 0,1 1 1 0 0,0-1-1 0 0,1 1 0 0 0,-1-1 1 0 0,0 1-1 0 0,0-1 0 0 0,3 2 1 0 0,-1 1 26 0 0,33 30 1332 0 0,-33-31 2647 0 0,1-1-3085 0 0,10 8-61 0 0,-10-7 2981 0 0,-1 0-3639 0 0,-2-2-202 0 0,0 0-1 0 0,0 1 1 0 0,0-1 0 0 0,0 0 0 0 0,0 1 0 0 0,0-1-1 0 0,0 1 1 0 0,0-1 0 0 0,0 1 0 0 0,-1-1 0 0 0,1 1 0 0 0,-1-1-1 0 0,1 3 1 0 0,-3 36 323 0 0,-44 459 1720 0 0,16-218-1697 0 0,-25 170 1586 0 0,48-393-862 0 0,3-30-793 0 0,3-21 743 0 0,1-1-867 0 0,-1 2-231 0 0,-1 3 69 0 0,2 2-4089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4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27 641 1072 0 0,'0'0'6815'0'0,"-3"-3"-5207"0"0,-4-4 159 0 0,-5-14 9238 0 0,9 10-12065 0 0,2 6 1240 0 0,2-2-31 0 0,25-107 242 0 0,44-121 0 0 0,-62 206-376 0 0,-4 2 154 0 0,1 3-28 0 0,-4 19-23 0 0,0-2-6 0 0,4-22-55 0 0,-4 22-53 0 0,-1 1-17 0 0,3-17 57 0 0,-3 17-75 0 0,1 0-7 0 0,3-19 80 0 0,-3 18-52 0 0,-1 1-40 0 0,1-1-80 0 0,1-4 127 0 0,-2-2-5579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4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95 782 1152 0 0,'0'0'9106'0'0,"4"-2"-7978"0"0,12-9-751 0 0,-1 0 0 0 0,0-1 0 0 0,-1 0 0 0 0,0-1 1 0 0,17-22-1 0 0,13-12 69 0 0,-10 13-325 0 0,-2-2 1 0 0,-1-1-1 0 0,-2-2 1 0 0,-1-1-1 0 0,-3 0 1 0 0,41-88-1 0 0,-60 109-93 0 0,0 0-1 0 0,-1 0 1 0 0,3-22-1 0 0,-5 6 170 0 0,-4 21-102 0 0,0 1 0 0 0,0-1 0 0 0,-2 0-1 0 0,1 1 1 0 0,-2 0 0 0 0,0 0 0 0 0,0 0 0 0 0,-10-19-1 0 0,11 28-166 0 0,-2 2 140 0 0,-15-4-30 0 0,20 6-38 0 0,0 0 0 0 0,-1 0 0 0 0,1 0 0 0 0,0 0 0 0 0,-1-1 0 0 0,1 1 0 0 0,-1 0 0 0 0,1 0 0 0 0,0 0 0 0 0,-1 0 0 0 0,1 0 0 0 0,0 0 0 0 0,-1 0 0 0 0,1 0 0 0 0,0 0 0 0 0,-1 1 0 0 0,1-1 0 0 0,-1 0 0 0 0,1 0 0 0 0,0 0 0 0 0,-1 0 0 0 0,1 0 0 0 0,0 1 0 0 0,0-1 0 0 0,-1 0 0 0 0,1 0 0 0 0,0 1 0 0 0,-1-1 0 0 0,1 0 0 0 0,0 1 0 0 0,-9 6-11 0 0,0 1 0 0 0,1 0 0 0 0,0 1 0 0 0,1 0 0 0 0,0 0 0 0 0,0 1-1 0 0,1 0 1 0 0,0 0 0 0 0,0 0 0 0 0,-5 18 0 0 0,-7 19 161 0 0,-11 58 0 0 0,16-59-125 0 0,-73 358 782 0 0,29 5-734 0 0,13-90-117 0 0,-20 171 341 0 0,32-281 298 0 0,12-72-4326 0 0,19-129 19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5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 1776 0 0,'0'0'2887'0'0,"2"-4"-609"0"0,4-15-388 0 0,-5 15-108 0 0,2-1-206 0 0,6-8-1069 0 0,1 0-1 0 0,1 0 0 0 0,0 1 1 0 0,0 1-1 0 0,1 0 0 0 0,1 0 1 0 0,-1 2-1 0 0,2-1 1 0 0,26-13-1 0 0,-8 7-1160 0 0,0 2 1 0 0,1 2-1 0 0,58-15 0 0 0,-79 25-369 0 0,0 0 0 0 0,0 1 1 0 0,-1 0-1 0 0,1 1 0 0 0,0 1 0 0 0,0 0 1 0 0,14 3-1 0 0,8 1-2005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35 2432 0 0,'1'-6'2750'0'0,"4"-17"-459"0"0,-4 17 2948 0 0,-5 10-4497 0 0,-1 0-605 0 0,1 1 1 0 0,0 0 0 0 0,0 0-1 0 0,0 0 1 0 0,1 1-1 0 0,-1 0 1 0 0,1-1-1 0 0,1 1 1 0 0,-1 0-1 0 0,-1 7 1 0 0,-19 76 595 0 0,12-44-711 0 0,-22 95 130 0 0,5 0-1 0 0,7 2 1 0 0,-4 217 0 0 0,23-327-818 0 0,2 1-1 0 0,2 0 1 0 0,1 0 0 0 0,13 57-1 0 0,-12-73-2003 0 0,-3-15 2361 0 0,-1 0 0 0 0,1 0 0 0 0,0 0 0 0 0,0 0 0 0 0,0 0 0 0 0,0 0 0 0 0,0 0 0 0 0,0 0 0 0 0,0-1 0 0 0,1 1 0 0 0,-1 0 0 0 0,0-1 0 0 0,1 1 0 0 0,1 1 1 0 0,15 16-1957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6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60 193 2128 0 0,'7'-22'2675'0'0,"-5"18"1734"0"0,0-1-2709 0 0,6-13-326 0 0,-6 13 1720 0 0,-4 6-3049 0 0,1 0 1 0 0,-1 0-1 0 0,0 0 0 0 0,1 0 0 0 0,-1 0 0 0 0,0 0 1 0 0,1 0-1 0 0,0 0 0 0 0,-1 1 0 0 0,1-1 1 0 0,-2 3-1 0 0,2-3-13 0 0,-2 2 16 0 0,-1 1 0 0 0,1 0 0 0 0,0 0 0 0 0,0 0 0 0 0,0 0-1 0 0,1 0 1 0 0,-1 1 0 0 0,1-1 0 0 0,0 1 0 0 0,-1 4 0 0 0,1-4-136 0 0,-22 59-78 0 0,23-59 221 0 0,0 3 44 0 0,1 2-93 0 0,0 1 0 0 0,0-1 0 0 0,4 20 0 0 0,-2-25 20 0 0,1-2-18 0 0,9 10-34 0 0,-9-10 116 0 0,2-2 18 0 0,19 4-62 0 0,-18-4 54 0 0,-1-2-135 0 0,19-4 61 0 0,-18 4-5 0 0,-5 0-120 0 0,0-1 74 0 0,0 1 1 0 0,0-1-1 0 0,0 1 0 0 0,0-1 1 0 0,0 1-1 0 0,0-1 1 0 0,1 1-1 0 0,-1 0 0 0 0,0 0 1 0 0,2-1-1 0 0,0-2-175 0 0,-3-1 165 0 0,-1-18 27 0 0,0 17-53 0 0,-1 1 176 0 0,-6-16-59 0 0,6 16 483 0 0,3-1-358 0 0,2-16-84 0 0,-2 17-169 0 0,2-1-8 0 0,7-8 92 0 0,0 0-1 0 0,1 0 0 0 0,1 1 1 0 0,-1 1-1 0 0,2 0 0 0 0,0 1 1 0 0,0 0-1 0 0,24-14 1 0 0,-3 5 11 0 0,1 1 1 0 0,1 2-1 0 0,39-13 1 0 0,-25 10-144 0 0,-45 17 134 0 0,-1 0 92 0 0,1 2-9 0 0,14-4-89 0 0,-14 4-72 0 0,0 0 242 0 0,17 0-74 0 0,-16 1-232 0 0,-3 3 94 0 0,10 14 126 0 0,-15-12 4 0 0,-20 44 20 0 0,20-44-88 0 0,-1 1-50 0 0,-22 45 170 0 0,23-46-117 0 0,-2 13-90 0 0,3-16 75 0 0,1-1 0 0 0,-1 1 0 0 0,0 0 0 0 0,1 0 0 0 0,0 0 0 0 0,-1 0 0 0 0,1 0 0 0 0,0 0-1 0 0,0 0 1 0 0,0 0 0 0 0,0 0 0 0 0,0 0 0 0 0,1 2 0 0 0,-1 3 21 0 0,-1-5-22 0 0,1 1 0 0 0,0-1 1 0 0,0 0-1 0 0,0 0 0 0 0,0 1 0 0 0,0-1 0 0 0,1 0 1 0 0,-1 0-1 0 0,1 1 0 0 0,-1-1 0 0 0,1 0 1 0 0,0 0-1 0 0,0 0 0 0 0,1 2 0 0 0,5 9 41 0 0,0 0-1 0 0,1-1 0 0 0,1 0 0 0 0,-1-1 0 0 0,17 16 1 0 0,-16-20-4 0 0,1 1 1 0 0,-1-2 0 0 0,1 1 0 0 0,0-1-1 0 0,1-1 1 0 0,18 7 0 0 0,65 16 458 0 0,-70-22-307 0 0,-19-5-86 0 0,1-1-24 0 0,25-1-430 0 0,-29-3 142 0 0,5-14 40 0 0,-5 14-12 0 0,-5 0-61 0 0,-9-12 74 0 0,9 12 92 0 0,-1 2 84 0 0,1-1 1 0 0,-1 1-1 0 0,0-1 0 0 0,1 0 0 0 0,-1 0 1 0 0,1-1-1 0 0,0 1 0 0 0,-3-5 0 0 0,5 7-109 0 0,-3-3 5 0 0,2 1-34 0 0,-23-31 20 0 0,22 31 586 0 0,5-1-753 0 0,6-12 211 0 0,-6 12 433 0 0,2 3-397 0 0,34-23 342 0 0,-35 21-280 0 0,-2-3-371 0 0,3-21 863 0 0,-4 21-654 0 0,3-16 23 0 0,-2 16 284 0 0,-1 0-156 0 0,0-20-110 0 0,0 20-162 0 0,-1 1-764 0 0,-4-14 660 0 0,3 14-502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7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48 712 0 0,'0'0'11157'0'0,"-3"-3"-9984"0"0,-11-7-170 0 0,10 7 622 0 0,2 0-1532 0 0,-9-12 31 0 0,8 11 710 0 0,-15-2-828 0 0,14 4 3 0 0,0 1 397 0 0,-2 2-472 0 0,-18 3 119 0 0,18-3 153 0 0,2 2-215 0 0,-13 8-26 0 0,1 0 1 0 0,0 2-1 0 0,0 0 0 0 0,2 0 1 0 0,0 2-1 0 0,0 0 1 0 0,1 0-1 0 0,-21 35 1 0 0,19-24 216 0 0,-14 35 1 0 0,28-56-224 0 0,0 1-26 0 0,-1 19 12 0 0,1-19 216 0 0,1 24-203 0 0,0-24 89 0 0,6 13 60 0 0,-4-15-77 0 0,-1 0 148 0 0,2 0-44 0 0,10 11-44 0 0,-9-11 40 0 0,0-3-120 0 0,0 0-11 0 0,0 0 1 0 0,-1-1-1 0 0,1 0 1 0 0,0 0 0 0 0,0 0-1 0 0,-1 0 1 0 0,1 0 0 0 0,0-1-1 0 0,0 0 1 0 0,-1 1-1 0 0,5-3 1 0 0,-3 1-61 0 0,-2-1 111 0 0,9-10-8 0 0,-9 9 41 0 0,-1 0-116 0 0,7-13 3 0 0,-6 12 126 0 0,7-14 60 0 0,-8 15-188 0 0,4-15-67 0 0,-4 15 108 0 0,-1-1-29 0 0,1 6-326 0 0,-1-1 352 0 0,1 0-1 0 0,-1 1 1 0 0,1-1 0 0 0,-1 1 0 0 0,0-1 0 0 0,1 1 0 0 0,-1 0 0 0 0,0 0 0 0 0,1-1 0 0 0,-1 1 0 0 0,2 2 0 0 0,-1-1 5 0 0,-1-2-14 0 0,0 1 0 0 0,0-1 0 0 0,0 0-1 0 0,-1 1 1 0 0,1-1 0 0 0,0 1 0 0 0,0-1-1 0 0,-1 1 1 0 0,1-1 0 0 0,0 1 0 0 0,-1-1-1 0 0,1 1 1 0 0,0 0 0 0 0,-1-1 0 0 0,1 1-1 0 0,-1 0 1 0 0,1 0 0 0 0,-1-1 0 0 0,1 1-1 0 0,-1 1 1 0 0,10 14 61 0 0,-3-9 21 0 0,0 0 1 0 0,0-1 0 0 0,0 0 0 0 0,1 0 0 0 0,14 8-1 0 0,-17-11-42 0 0,0-1-1 0 0,0 0 1 0 0,1 0-1 0 0,-1-1 1 0 0,0 1-1 0 0,1-1 1 0 0,-1-1-1 0 0,1 1 1 0 0,-1-1-1 0 0,1 0 1 0 0,-1 0-1 0 0,1 0 1 0 0,-1-1-1 0 0,8-1 1 0 0,1-1-255 0 0,0 0 0 0 0,-1 0 0 0 0,0-1-1 0 0,1-1 1 0 0,-2 0 0 0 0,1-1 0 0 0,0-1 0 0 0,-1 1 0 0 0,0-2 0 0 0,-1 0 0 0 0,17-15 0 0 0,-19 15-196 0 0,8-8-2511 0 0,5-3-3765 0 0,-6 6 3794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7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1572 0 0,'0'0'14282'0'0,"-3"6"-13727"0"0,-3 16-406 0 0,0 1 0 0 0,2-1 1 0 0,0 1-1 0 0,2-1 0 0 0,0 33 1 0 0,0-10-216 0 0,-5 117-344 0 0,30 313 0 0 0,-17-448-1447 0 0,3-4-2817 0 0,-2 0 1559 0 0,-6-17-230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14 146 4328 0 0,'-14'-27'11437'0'0,"27"-1"-8968"0"0,27 6-1625 0 0,-9 11-124 0 0,8-6-220 0 0,5 4-684 0 0,2-1-144 0 0,14 0-1292 0 0,13 19-3677 0 0,1-8 1493 0 0,5 1-1833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29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521 730 2716 0 0,'5'-2'3285'0'0,"15"-7"-1076"0"0,-15 7 1030 0 0,-1-1-1939 0 0,13-7-308 0 0,-13 8 1853 0 0,-4-4-2567 0 0,0-16 22 0 0,0 16-100 0 0,-2 3-122 0 0,-1 0-55 0 0,0-1 0 0 0,0 1 0 0 0,-1 0 0 0 0,1 1 0 0 0,-1-1 0 0 0,1 1 0 0 0,-1 0 0 0 0,0-1 1 0 0,0 2-1 0 0,0-1 0 0 0,0 0 0 0 0,0 1 0 0 0,-8-2 0 0 0,3 1-7 0 0,-1 1 1 0 0,0 0-1 0 0,-1 1 1 0 0,1 0 0 0 0,-16 2-1 0 0,-8 4-29 0 0,0 2 0 0 0,-48 17 0 0 0,54-16-18 0 0,1 1 0 0 0,0 1 0 0 0,1 2 0 0 0,1 0 0 0 0,0 2 0 0 0,1 1 0 0 0,0 1 0 0 0,-36 34 0 0 0,58-50 50 0 0,0 1 0 0 0,0 0 0 0 0,1 0 0 0 0,-1 0 0 0 0,1 0 0 0 0,-1 0 0 0 0,1 1 0 0 0,0-1 0 0 0,0 0 0 0 0,-1 4 0 0 0,-1 0 12 0 0,0 0 47 0 0,3 0 28 0 0,2 18 63 0 0,-2-23-167 0 0,0-1 0 0 0,0 0 0 0 0,0 1 1 0 0,0-1-1 0 0,0 0 0 0 0,0 1 0 0 0,0-1 0 0 0,0 0 0 0 0,0 1 1 0 0,0-1-1 0 0,0 0 0 0 0,0 1 0 0 0,0-1 0 0 0,0 0 0 0 0,0 1 1 0 0,1-1-1 0 0,-1 0 0 0 0,0 1 0 0 0,0-1 0 0 0,0 0 0 0 0,1 0 1 0 0,-1 1-1 0 0,0-1 0 0 0,0 0 0 0 0,1 0 0 0 0,-1 1 0 0 0,0-1 1 0 0,1 0-1 0 0,4 4 16 0 0,1-1 1 0 0,0 0 0 0 0,0 0 0 0 0,0-1 0 0 0,0 0-1 0 0,0 0 1 0 0,0 0 0 0 0,0-1 0 0 0,1 0-1 0 0,-1 0 1 0 0,1 0 0 0 0,-1-1 0 0 0,10-1 0 0 0,13-1 37 0 0,50-10 1 0 0,-65 9-12 0 0,6-1-77 0 0,0-1 1 0 0,-1 0-1 0 0,1-2 0 0 0,-1 0 0 0 0,-1-1 0 0 0,1-1 1 0 0,-2-1-1 0 0,19-13 0 0 0,-24 14 13 0 0,0-1 0 0 0,0 0 0 0 0,-1-1 0 0 0,-1 0 0 0 0,0 0 0 0 0,0-1 0 0 0,-1-1 0 0 0,-1 0 0 0 0,0 0 0 0 0,0 0 0 0 0,7-20 0 0 0,-4-5-157 0 0,-1 1-1 0 0,-2-1 1 0 0,-2-1-1 0 0,-1 1 1 0 0,-1-47-1 0 0,6-41-133 0 0,6-84 807 0 0,-14 185-398 0 0,-2 19-25 0 0,1 5-135 0 0,-1-1 55 0 0,0 1 0 0 0,0-1 0 0 0,0 0 0 0 0,0 1 0 0 0,0-1 0 0 0,0 1 0 0 0,0-1 0 0 0,0 1 0 0 0,-1-1 0 0 0,1 1 0 0 0,-1-1-1 0 0,1 1 1 0 0,-1-1 0 0 0,1 1 0 0 0,-2-2 0 0 0,1 3 12 0 0,0 1 0 0 0,0 0 0 0 0,0 0-1 0 0,0 0 1 0 0,1 0 0 0 0,-1 0 0 0 0,0 0-1 0 0,1 0 1 0 0,-1 0 0 0 0,1 0 0 0 0,-1 1-1 0 0,1-1 1 0 0,-1 0 0 0 0,1 2 0 0 0,-19 67 39 0 0,0 27 102 0 0,5 1 1 0 0,-4 151-1 0 0,18-223-152 0 0,1 0 1 0 0,2-1-1 0 0,0 1 1 0 0,1-1-1 0 0,2 0 1 0 0,0 0-1 0 0,12 26 1 0 0,-14-41 7 0 0,1 1 1 0 0,0-1 0 0 0,1 0 0 0 0,0 0-1 0 0,1 0 1 0 0,0-1 0 0 0,0 0-1 0 0,1-1 1 0 0,0 0 0 0 0,1 0-1 0 0,-1 0 1 0 0,2-1 0 0 0,-1 0 0 0 0,1-1-1 0 0,0 0 1 0 0,0-1 0 0 0,20 7-1 0 0,-11-6-25 0 0,0-2-1 0 0,1 0 0 0 0,0-2 1 0 0,0 0-1 0 0,0-1 0 0 0,0-1 1 0 0,0 0-1 0 0,0-2 1 0 0,0 0-1 0 0,0-2 0 0 0,24-7 1 0 0,-11 2 73 0 0,0-3 0 0 0,0 0 1 0 0,-1-2-1 0 0,-1-2 1 0 0,49-31-1 0 0,-61 32 26 0 0,-1 0 0 0 0,25-27 0 0 0,-40 38 19 0 0,-1-1-119 0 0,4-12-120 0 0,-5 13 110 0 0,-1 3 35 0 0,0 1 0 0 0,-1 0 0 0 0,1 0 0 0 0,-1 0 0 0 0,1-1 0 0 0,0 1 0 0 0,-1 0 0 0 0,1 0 0 0 0,0-1 0 0 0,-1 1 0 0 0,1 0 0 0 0,0-1 0 0 0,-1 1 0 0 0,1 0 0 0 0,0-1 0 0 0,0 1 0 0 0,-1-1 0 0 0,1 1 0 0 0,0-1 0 0 0,0 1 0 0 0,0 0 0 0 0,-1-1 0 0 0,1 1 0 0 0,0-1 0 0 0,0 0 0 0 0,0 0 2 0 0,0 1 0 0 0,0-1 0 0 0,0 1 0 0 0,0 0 0 0 0,0-1 0 0 0,0 1 0 0 0,-1-1 0 0 0,1 1 0 0 0,0-1 0 0 0,0 1 0 0 0,0 0 0 0 0,-1-1 1 0 0,1 1-1 0 0,0-1 0 0 0,-1 1 0 0 0,1 0 0 0 0,0-1 0 0 0,-1 1 0 0 0,1 0 0 0 0,0-1 0 0 0,-1 1 0 0 0,1 0 0 0 0,0 0 0 0 0,-1 0 0 0 0,0-1 0 0 0,-5 3-46 0 0,1-1 0 0 0,-1 1-1 0 0,1 1 1 0 0,0-1 0 0 0,-1 1 0 0 0,1 0-1 0 0,-5 4 1 0 0,6-4 31 0 0,-4 3 20 0 0,1 0 0 0 0,0 0 0 0 0,1 1 0 0 0,0 0 0 0 0,0 1-1 0 0,0-1 1 0 0,1 1 0 0 0,0 0 0 0 0,0 0 0 0 0,1 1 0 0 0,0 0 0 0 0,1-1 0 0 0,0 1 0 0 0,0 0 0 0 0,-2 15 0 0 0,4-18 59 0 0,1 2 28 0 0,0-5-103 0 0,0 1 30 0 0,0 1 0 0 0,0-1 1 0 0,0 0-1 0 0,1 1 0 0 0,-1-1 1 0 0,1 0-1 0 0,0 0 0 0 0,0 1 1 0 0,0-1-1 0 0,1 0 0 0 0,0 0 0 0 0,-1 0 1 0 0,1 0-1 0 0,4 4 0 0 0,0-2-7 0 0,0-1 0 0 0,0 0-1 0 0,1 0 1 0 0,0-1-1 0 0,0 1 1 0 0,0-1 0 0 0,0-1-1 0 0,1 0 1 0 0,15 5-1 0 0,39-3-219 0 0,-55-5 137 0 0,-3-3-234 0 0,-3 1 230 0 0,0 1 31 0 0,0-1 0 0 0,0 1 0 0 0,-1 0 0 0 0,1 0 0 0 0,0 0 0 0 0,0 1 0 0 0,0-1-1 0 0,0 0 1 0 0,0 0 0 0 0,0 0 0 0 0,1 1 0 0 0,1-2 0 0 0,-3-4 65 0 0,-1 3-75 0 0,0-2 80 0 0,1 0 1 0 0,-1 0 0 0 0,1 1-1 0 0,0-1 1 0 0,0 0 0 0 0,0 0-1 0 0,0 0 1 0 0,1 0-1 0 0,0 0 1 0 0,0 0 0 0 0,1 1-1 0 0,2-9 1 0 0,5 1-75 0 0,1 2 0 0 0,-1-1-1 0 0,2 1 1 0 0,-1 1 0 0 0,1 0 0 0 0,1 0-1 0 0,0 1 1 0 0,0 1 0 0 0,26-12 0 0 0,14-3 71 0 0,64-18 1 0 0,-62 23-202 0 0,-21 9-23 0 0,-28 7 168 0 0,0-1 61 0 0,12-4 26 0 0,-12 4 218 0 0,1 1-100 0 0,23-2-170 0 0,-28 3-14 0 0,-1 0-1 0 0,1 0 1 0 0,-1 0-1 0 0,1 1 1 0 0,-1-1-1 0 0,1 0 1 0 0,-1 0-1 0 0,1 0 1 0 0,-1 1-1 0 0,0-1 1 0 0,1 0-1 0 0,-1 0 1 0 0,1 1-1 0 0,-1-1 0 0 0,0 0 1 0 0,1 1-1 0 0,-1-1 1 0 0,0 0-1 0 0,1 1 1 0 0,-1-1-1 0 0,0 1 1 0 0,0-1-1 0 0,1 1 1 0 0,-1-1-1 0 0,0 1 1 0 0,0-1 11 0 0,0 1 1 0 0,1-1 0 0 0,-1 1 0 0 0,0-1-1 0 0,0 1 1 0 0,1-1 0 0 0,-1 0-1 0 0,0 1 1 0 0,0-1 0 0 0,1 0-1 0 0,-1 1 1 0 0,0-1 0 0 0,1 0-1 0 0,-1 1 1 0 0,1-1 0 0 0,-1 0-1 0 0,0 0 1 0 0,1 1 0 0 0,-1-1-1 0 0,1 0 1 0 0,-1 0 0 0 0,1 0 0 0 0,-1 0-1 0 0,0 1 1 0 0,1-1 0 0 0,0 0-1 0 0,0 5 3 0 0,4 16 108 0 0,-4-15-67 0 0,0-1 67 0 0,4 15-78 0 0,-4-14 99 0 0,2-1-35 0 0,-1 1-26 0 0,1 0-1 0 0,-1-1 1 0 0,1 0 0 0 0,1 1 0 0 0,-1-1 0 0 0,1 0 0 0 0,0-1 0 0 0,0 1 0 0 0,1-1 0 0 0,-1 1 0 0 0,1-2 0 0 0,0 1 0 0 0,0 0 0 0 0,8 4-1 0 0,33 7 461 0 0,-37-11-488 0 0,-6-3-23 0 0,1 1 1 0 0,-1-1-1 0 0,1 0 0 0 0,-1 0 1 0 0,1-1-1 0 0,-1 1 1 0 0,1-1-1 0 0,0 1 0 0 0,3-1 1 0 0,10 0 90 0 0,-1-1 0 0 0,1 0-1 0 0,-1-1 1 0 0,1-1 0 0 0,-1-1 0 0 0,0 0 0 0 0,0-1 0 0 0,15-7 0 0 0,-26 10-37 0 0,-1 0 138 0 0,40-22 321 0 0,-39 21-588 0 0,0 5-148 0 0,15 4 296 0 0,-15-5 36 0 0,-1 3-42 0 0,6 6-180 0 0,1 0 0 0 0,1-1 0 0 0,-1-1 0 0 0,2 0 0 0 0,-1 0 0 0 0,1-2 0 0 0,0 1 0 0 0,0-1 0 0 0,1-1 0 0 0,0-1 0 0 0,18 4 0 0 0,-8-2-1412 0 0,-13-3-200 0 0,0 0 0 0 0,0-1 0 0 0,1 0 0 0 0,-1-1 0 0 0,23-1 0 0 0,11-3-3951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3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48 612 0 0,'0'0'3336'0'0,"-3"-4"-1007"0"0,-10-16-429 0 0,10 15 1807 0 0,2 4-3604 0 0,0-1 0 0 0,0 1 0 0 0,0 0 1 0 0,0-1-1 0 0,0 1 0 0 0,0 0 0 0 0,0-1 1 0 0,-1 1-1 0 0,1 0 0 0 0,-3-1 0 0 0,1-1 1021 0 0,0 8-804 0 0,-3 10-51 0 0,0 0 0 0 0,0 0 1 0 0,1 1-1 0 0,-3 22 0 0 0,-9 78 300 0 0,9-60-419 0 0,-38 335 786 0 0,42-322-704 0 0,-21 214-66 0 0,21-211 331 0 0,4-65-126 0 0,0-7-374 0 0,-1 1-1 0 0,1 0 1 0 0,0 0 0 0 0,0 0 0 0 0,-1-1 0 0 0,1 1-1 0 0,0 0 1 0 0,0 0 0 0 0,0 0 0 0 0,0-1 0 0 0,0 1-1 0 0,0 0 1 0 0,0 0 0 0 0,0 0 0 0 0,0-1 0 0 0,0 1 0 0 0,1 0-1 0 0,-1 0 1 0 0,0 0 0 0 0,0-1 0 0 0,1 1 0 0 0,-1 0-1 0 0,0 0 1 0 0,1-1 0 0 0,-1 1 0 0 0,1 0 0 0 0,-1-1 0 0 0,2 1-1 0 0,-1-1-33 0 0,0 0 0 0 0,0-1 0 0 0,-1 0 0 0 0,1 1 0 0 0,0-1 0 0 0,0 0 0 0 0,0 1-1 0 0,0-1 1 0 0,-1 0 0 0 0,1 0 0 0 0,0 1 0 0 0,0-1 0 0 0,-1 0 0 0 0,1 0 0 0 0,0-2 0 0 0,2-1 164 0 0,-2-2-254 0 0,8-59-411 0 0,-3 43 881 0 0,-4 17-294 0 0,-1-1 103 0 0,1 2-56 0 0,7-12-264 0 0,-7 12 20 0 0,-1 3 102 0 0,1 0 0 0 0,0-1 1 0 0,-1 1-1 0 0,0-1 0 0 0,1 1 1 0 0,-1-1-1 0 0,0 0 0 0 0,0 1 1 0 0,1-3-1 0 0,1 0 27 0 0,2 1 171 0 0,14-8-30 0 0,-14 8-94 0 0,1 3-123 0 0,0-1 88 0 0,-4 0-1 0 0,0 1-1 0 0,0-1 0 0 0,-1 1 0 0 0,1 0 1 0 0,0-1-1 0 0,0 1 0 0 0,0 0 0 0 0,0 0 1 0 0,0 1-1 0 0,0-1 0 0 0,0 0 0 0 0,-1 1 1 0 0,1-1-1 0 0,0 1 0 0 0,2 0 0 0 0,3 1 28 0 0,0 0 0 0 0,0 1 0 0 0,0 0 0 0 0,0 0 0 0 0,-1 1 0 0 0,1-1 1 0 0,-1 1-1 0 0,0 1 0 0 0,0-1 0 0 0,-1 1 0 0 0,1 0 0 0 0,-1 0 0 0 0,0 1 0 0 0,0 0 0 0 0,-1-1 0 0 0,1 2 0 0 0,-1-1 0 0 0,-1 0 0 0 0,5 10 0 0 0,11 36 70 0 0,-17-47 1 0 0,-2 3 124 0 0,0 2-170 0 0,0-1 0 0 0,-1 1 0 0 0,0 0 0 0 0,0-1 0 0 0,-1 1 0 0 0,0-1 0 0 0,-1 1 0 0 0,0-1 0 0 0,-7 16 0 0 0,6-19-33 0 0,-1 3 18 0 0,0-1 1 0 0,0 0-1 0 0,-1 0 0 0 0,-1 0 0 0 0,1-1 1 0 0,-1 0-1 0 0,-11 9 0 0 0,-1-5 186 0 0,-1-1 0 0 0,-23 9 0 0 0,38-18-158 0 0,-1-1-104 0 0,-19 0-206 0 0,19 0 230 0 0,1-2-45 0 0,-18-6-80 0 0,18 6 104 0 0,0 0 73 0 0,-18-5-21 0 0,21 7-45 0 0,1 0 0 0 0,-1-1-1 0 0,0 0 1 0 0,1 1 0 0 0,-1-1 0 0 0,0 0 0 0 0,1 0 0 0 0,-1 0 0 0 0,1 0 0 0 0,-1 0 0 0 0,1 0-1 0 0,0 0 1 0 0,-1-1 0 0 0,1 1 0 0 0,-2-3 0 0 0,3 4 32 0 0,0-1-1 0 0,0 1 1 0 0,1-1 0 0 0,-1 1-1 0 0,0-1 1 0 0,0 1 0 0 0,0 0-1 0 0,1-1 1 0 0,-1 1 0 0 0,0-1-1 0 0,0 1 1 0 0,1 0 0 0 0,-1-1-1 0 0,0 1 1 0 0,1 0 0 0 0,-1-1-1 0 0,1 1 1 0 0,-1 0 0 0 0,0-1-1 0 0,1 1 1 0 0,-1 0 0 0 0,1 0-1 0 0,-1 0 1 0 0,1 0 0 0 0,-1-1-1 0 0,1 1 1 0 0,0 0-2 0 0,-1 0 1 0 0,1 0-1 0 0,-1 0 1 0 0,0-1-1 0 0,1 1 1 0 0,-1 0-1 0 0,1 0 0 0 0,-1 0 1 0 0,1-1-1 0 0,-1 1 1 0 0,0 0-1 0 0,1-1 1 0 0,-1 1-1 0 0,0 0 0 0 0,1-1 1 0 0,-1 1-1 0 0,0 0 1 0 0,1-1-1 0 0,-1 1 1 0 0,0-1-1 0 0,0 1 0 0 0,0 0 1 0 0,1-1-1 0 0,-1 1 1 0 0,0-1-1 0 0,0 0 1 0 0,6 1 108 0 0,16-2-83 0 0,-16 2-55 0 0,1 0-39 0 0,38-2 179 0 0,85-7 169 0 0,-77 3-124 0 0,1-3 0 0 0,56-17 0 0 0,-88 19-185 0 0,0-1-1 0 0,0-1 0 0 0,-1-1 0 0 0,-1 0 1 0 0,0-2-1 0 0,0-1 0 0 0,24-19 0 0 0,-23 12-229 0 0,-1 0-1 0 0,-1-1 0 0 0,0-1 0 0 0,-2-1 0 0 0,-1-1 0 0 0,0 0 1 0 0,12-29-1 0 0,74-190-3123 0 0,-94 221 3297 0 0,85-307 2156 0 0,-88 294-1554 0 0,-4 29-305 0 0,0 1 101 0 0,1-21 1048 0 0,-10 36-1332 0 0,1 0 1 0 0,0 0-1 0 0,1 1 1 0 0,0 0-1 0 0,1 0 1 0 0,0 0-1 0 0,-4 15 1 0 0,-22 95 447 0 0,19-71-307 0 0,-1 0-149 0 0,3 0 1 0 0,1 1 0 0 0,-2 71 0 0 0,11-105 15 0 0,0-1 0 0 0,1 1 1 0 0,1-1-1 0 0,1 0 0 0 0,0 0 1 0 0,1 0-1 0 0,0 0 0 0 0,2-1 1 0 0,0 1-1 0 0,0-1 0 0 0,1-1 0 0 0,1 1 1 0 0,1-1-1 0 0,18 23 0 0 0,-16-25-2 0 0,1 0-1 0 0,0-1 1 0 0,0-1-1 0 0,1 0 0 0 0,0-1 1 0 0,1 0-1 0 0,0-1 1 0 0,29 12-1 0 0,-10-8 175 0 0,0-2-1 0 0,67 13 1 0 0,-79-19-196 0 0,12-3-34 0 0,-15-2 1 0 0,-11 1 33 0 0,8-1 12 0 0,1 0-1 0 0,-1-1 1 0 0,1 0 0 0 0,-1-1-1 0 0,24-9 1 0 0,-31 9-31 0 0,1-1 0 0 0,-1 0 0 0 0,0-1 0 0 0,-1 0 0 0 0,1 0 0 0 0,-1-1 1 0 0,0 1-1 0 0,0-2 0 0 0,-1 1 0 0 0,9-12 0 0 0,-13 15 34 0 0,1-3-193 0 0,1-3 4 0 0,0 0-1 0 0,-1 0 1 0 0,4-18 0 0 0,-7 22-32 0 0,-1 5-152 0 0,-1 0 341 0 0,1-1 1 0 0,-1 1-1 0 0,1 0 0 0 0,0-1 1 0 0,-1 0-1 0 0,1 1 0 0 0,0-1 1 0 0,-1 0-1 0 0,1 1 0 0 0,0-1 1 0 0,-2-2-1 0 0,0 1 0 0 0,-1 0 200 0 0,0 6-89 0 0,-17 13 92 0 0,20-16-156 0 0,1 1 0 0 0,-1 0 0 0 0,0-1 1 0 0,1 1-1 0 0,-1-1 0 0 0,1 1 0 0 0,-1 0 1 0 0,1-1-1 0 0,0 1 0 0 0,-1 0 0 0 0,1 0 1 0 0,0 2-1 0 0,0-1 35 0 0,-1 2 200 0 0,18 23 388 0 0,-15-25-617 0 0,0 1 0 0 0,-1-1-1 0 0,1 1 1 0 0,0-1 0 0 0,1 0-1 0 0,-1 0 1 0 0,5 5 0 0 0,3 0 62 0 0,0 0 1 0 0,1-1 0 0 0,0-1-1 0 0,0 0 1 0 0,0 0-1 0 0,1-1 1 0 0,-1 0-1 0 0,26 5 1 0 0,100 15 459 0 0,-136-25-557 0 0,132 9-309 0 0,-53-4-2536 0 0,-5 4-6825 0 0,-69-8 4165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3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1420 604 0 0,'-5'2'1704'0'0,"-15"5"-347"0"0,15-5 1485 0 0,0 1-2235 0 0,-12 9 76 0 0,12-9 2998 0 0,2 0-2969 0 0,3-2-498 0 0,-1 0 1 0 0,1-1-1 0 0,0 1 1 0 0,-1-1-1 0 0,1 0 1 0 0,0 1 0 0 0,-1-1-1 0 0,1 1 1 0 0,-1-1-1 0 0,1 1 1 0 0,-1-1-1 0 0,1 0 1 0 0,-1 0-1 0 0,1 1 1 0 0,-1-1-1 0 0,1 0 1 0 0,-1 0 0 0 0,0 1-1 0 0,1-1 1 0 0,-1 0-1 0 0,1 0 1 0 0,-1 0-1 0 0,1 0 1 0 0,-1 0-1 0 0,0 0 1 0 0,1 0-1 0 0,-1 0 1 0 0,1 0 0 0 0,-1 0-1 0 0,0 0 1 0 0,0-1-1 0 0,0 0-128 0 0,1 0-1 0 0,-1 0 0 0 0,1 0 1 0 0,0 0-1 0 0,-1 0 1 0 0,1-1-1 0 0,0 1 0 0 0,0 0 1 0 0,0 0-1 0 0,0 0 1 0 0,0 0-1 0 0,0-1 0 0 0,0 1 1 0 0,1-2-1 0 0,12-50-409 0 0,23-64 378 0 0,137-527 626 0 0,-163 591-596 0 0,5-85 0 0 0,-14 115 77 0 0,10-41-1 0 0,-8 50-202 0 0,-2 9 8 0 0,-1-1-576 0 0,0-18 458 0 0,0 17 136 0 0,-1 1-200 0 0,1-49 858 0 0,1 50-624 0 0,0 0-550 0 0,5-14 521 0 0,-4 15 76 0 0,-1 3-234 0 0,1 1 172 0 0,-1 0 1 0 0,0-1-1 0 0,0 1 1 0 0,1-1-1 0 0,-1 0 1 0 0,0 1-1 0 0,0-1 0 0 0,0 0 1 0 0,1 0-1 0 0,-1 0 1 0 0,1-2-1 0 0,0 2 5 0 0,2-1-11 0 0,5 0-115 0 0,450-44-16 0 0,-402 42 189 0 0,446-37-164 0 0,-56 6 109 0 0,437-15 153 0 0,-711 48-187 0 0,304 9 185 0 0,290 18-235 0 0,-581-22-2 0 0,22-9 406 0 0,-43-1-467 0 0,102-5 228 0 0,-155 6-273 0 0,-56 1 378 0 0,-31 4-171 0 0,-19 0-120 0 0,2 1 37 0 0,55 2-151 0 0,-58-2 246 0 0,-4 0-28 0 0,1-1 0 0 0,-1 1 0 0 0,0 0 0 0 0,1 0 1 0 0,-1-1-1 0 0,0 1 0 0 0,1 0 0 0 0,-1 0 0 0 0,0 0 0 0 0,1 0 0 0 0,-1 1 0 0 0,0-1 0 0 0,1 0 0 0 0,-1 0 0 0 0,2 1 0 0 0,26 3 30 0 0,-6-4 46 0 0,-18-1 29 0 0,4 2-14 0 0,20 0-71 0 0,0 1-1 0 0,0 1 0 0 0,30 9 1 0 0,57 7 86 0 0,-25-5-138 0 0,-67-10-79 0 0,47 1 1 0 0,-25-2 250 0 0,22-1 43 0 0,-54-2-139 0 0,67 3-140 0 0,81 7-416 0 0,-95-1 379 0 0,-62-9 131 0 0,64 6-148 0 0,-63-5 40 0 0,-4-1 100 0 0,1 0 32 0 0,-1 0-1 0 0,0 0 1 0 0,1 0-1 0 0,-1 0 1 0 0,1 1-1 0 0,-1-1 1 0 0,0 1-1 0 0,4 1 1 0 0,-4-1-23 0 0,1 0 0 0 0,0 0 0 0 0,0-1 0 0 0,0 1 0 0 0,0-1 1 0 0,0 1-1 0 0,-1-1 0 0 0,1 0 0 0 0,0 0 0 0 0,3-1 0 0 0,-4 2 17 0 0,0-1 0 0 0,0 1-1 0 0,0-1 1 0 0,0 1 0 0 0,0 0-1 0 0,-1 0 1 0 0,1 0 0 0 0,0 0-1 0 0,-1 0 1 0 0,4 3 0 0 0,-4-4-9 0 0,0 1 1 0 0,0 0-1 0 0,1 0 1 0 0,-1 0-1 0 0,0 0 1 0 0,0 0-1 0 0,0 0 1 0 0,-1 0-1 0 0,1 0 1 0 0,0 0-1 0 0,0 0 1 0 0,0 0 0 0 0,-1 0-1 0 0,1 1 1 0 0,-1-1-1 0 0,1 0 1 0 0,-1 1-1 0 0,1-1 1 0 0,-1 3-1 0 0,2 1 15 0 0,4 17-84 0 0,-1-1-1 0 0,0 1 1 0 0,-2 1-1 0 0,-1-1 1 0 0,0 0 0 0 0,-3 34-1 0 0,1-48 54 0 0,-27 358 369 0 0,-32 1-77 0 0,51-318-230 0 0,-90 459 517 0 0,51-221-555 0 0,46-280 22 0 0,0 0 57 0 0,-6 64 218 0 0,7-64-37 0 0,-1-2-653 0 0,-4 18-382 0 0,4-18-626 0 0,-24-26-14137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34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116 699 2300 0 0,'-32'5'9559'0'0,"26"-5"-8697"0"0,-19-2-92 0 0,19 2 1976 0 0,1-2-2313 0 0,-12-5-36 0 0,12 5 1476 0 0,2-2-1494 0 0,-7-12-34 0 0,7 12 385 0 0,2-1-507 0 0,0-14-125 0 0,0 1 0 0 0,1-1 0 0 0,1 0 0 0 0,0 0 0 0 0,2 1 1 0 0,0-1-1 0 0,8-26 0 0 0,95-311 920 0 0,-98 321-893 0 0,-7 30-149 0 0,1-1 82 0 0,11-50-283 0 0,-12 51-294 0 0,1 1-1546 0 0,1 0 1154 0 0,3-6 806 0 0,-5 5-3592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3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 1200 0 0,'0'0'5826'0'0,"4"2"-5192"0"0,15 11 6381 0 0,-15-12-6807 0 0,-3 0-181 0 0,0-1 0 0 0,-1 0-1 0 0,1 0 1 0 0,0 0 0 0 0,0 1-1 0 0,-1-1 1 0 0,1 0 0 0 0,0 1-1 0 0,-1-1 1 0 0,1 1 0 0 0,0-1-1 0 0,-1 1 1 0 0,1-1 0 0 0,-1 1-1 0 0,1-1 1 0 0,0 1 0 0 0,-1-1-1 0 0,0 1 1 0 0,1 0 0 0 0,0 0-1 0 0,-15 8 118 0 0,10-7-78 0 0,-1 0-120 0 0,-7 4 49 0 0,0 0 0 0 0,1 1 0 0 0,-1 0 0 0 0,2 1 0 0 0,-1 1 0 0 0,1-1-1 0 0,1 2 1 0 0,-1-1 0 0 0,-13 19 0 0 0,4-1 65 0 0,0 1-1 0 0,-25 53 1 0 0,38-70 11 0 0,-4 18 74 0 0,6-8 77 0 0,-1 6-244 0 0,3-20 171 0 0,3 1-121 0 0,1 24-19 0 0,-2-31-1 0 0,0 1 0 0 0,0-1-1 0 0,0 0 1 0 0,0 1-1 0 0,0-1 1 0 0,1 0-1 0 0,-1 1 1 0 0,0-1 0 0 0,1 0-1 0 0,-1 0 1 0 0,1 1-1 0 0,-1-1 1 0 0,1 0-1 0 0,0 0 1 0 0,-1 0 0 0 0,1 0-1 0 0,0 1 1 0 0,0-1-1 0 0,0 0 1 0 0,1 1-1 0 0,1 1 27 0 0,-2-2-24 0 0,0 1 1 0 0,0 0 0 0 0,0-1 0 0 0,1 1 0 0 0,-1-1 0 0 0,0 1 0 0 0,1-1 0 0 0,-1 0 0 0 0,1 0 0 0 0,-1 1 0 0 0,1-1 0 0 0,0 0 0 0 0,0 0 0 0 0,-1 0 0 0 0,5 1 0 0 0,-1 0 3 0 0,-3 0-8 0 0,0-1 0 0 0,1 1 0 0 0,-1-1 0 0 0,0 0 0 0 0,1 0 0 0 0,-1 0 0 0 0,1 0 0 0 0,-1 0 0 0 0,1 0 0 0 0,0 0 0 0 0,-1-1 0 0 0,1 0 0 0 0,3 1 0 0 0,6 0 27 0 0,3 2-224 0 0,0 0 0 0 0,0-2-1 0 0,18 1 1 0 0,-18-3-333 0 0,0 0-1 0 0,0 0 0 0 0,0-1 0 0 0,23-7 0 0 0,-27 5-979 0 0,1 0 0 0 0,-1-1-1 0 0,1 0 1 0 0,17-12-1 0 0,-24 14-984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3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1 137 556 0 0,'1'-5'1759'0'0,"4"-18"-269"0"0,-4 17-333 0 0,1-1-71 0 0,5-20-25 0 0,-6 20-27 0 0,0 2 31 0 0,3-15-74 0 0,-3 14 300 0 0,0 1-587 0 0,4-15 253 0 0,-4 15 3232 0 0,-2 12-4145 0 0,28 979-654 0 0,-27-980 27 0 0,1 1-614 0 0,2 20-797 0 0,-2-20-1366 0 0,0-2 345 0 0,2 21-182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3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88 2164 0 0,'0'0'3074'0'0,"3"-5"-1931"0"0,0 2-1283 0 0,25-49 9153 0 0,-23 31-8162 0 0,-10 20-889 0 0,-19-3-25 0 0,18 3 80 0 0,1 3 5 0 0,-78 58-97 0 0,67-44 59 0 0,1 0 0 0 0,0 1 0 0 0,0 0 0 0 0,2 1 0 0 0,0 1 0 0 0,-10 22 0 0 0,11-14 224 0 0,6-1-265 0 0,-5 33 374 0 0,11-51-292 0 0,0 0-1 0 0,0 0 1 0 0,1 0-1 0 0,0 0 1 0 0,0 0 0 0 0,1 0-1 0 0,0 0 1 0 0,0-1-1 0 0,1 1 1 0 0,0-1-1 0 0,0 0 1 0 0,1 0-1 0 0,0 0 1 0 0,0 0 0 0 0,1 0-1 0 0,0-1 1 0 0,8 9-1 0 0,-11-12 102 0 0,-1-2-112 0 0,0 1 0 0 0,0-1 1 0 0,0 0-1 0 0,0 0 0 0 0,0 0 0 0 0,0 0 0 0 0,0 0 0 0 0,0 0 0 0 0,1 0 0 0 0,-1 0 0 0 0,3 1 1 0 0,-1 1 0 0 0,1 0 89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9T04:01:53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355 806 840 0 0,'0'0'2383'0'0,"0"-6"-1600"0"0,0-18-149 0 0,0 18 1564 0 0,0 0-1845 0 0,8-54 821 0 0,-7 55-936 0 0,0-1-147 0 0,5-57 5023 0 0,-6 62-5115 0 0,0 1-1 0 0,-1 0 1 0 0,1-1-1 0 0,0 1 1 0 0,0-1 0 0 0,0 1-1 0 0,-1-1 1 0 0,1 1 0 0 0,0 0-1 0 0,-1-1 1 0 0,1 1 0 0 0,0 0-1 0 0,-1-1 1 0 0,1 1-1 0 0,0 0 1 0 0,-1-1 0 0 0,1 1-1 0 0,-1 0 1 0 0,1 0 0 0 0,0 0-1 0 0,-1-1 1 0 0,1 1 0 0 0,-1 0-1 0 0,1 0 1 0 0,-1 0-1 0 0,0 0 1 0 0,1 0-11 0 0,-1 0 0 0 0,1 0 1 0 0,-1 0-1 0 0,1-1 0 0 0,-1 1 0 0 0,1 0 0 0 0,-1 0 0 0 0,1 0 1 0 0,0-1-1 0 0,-1 1 0 0 0,1 0 0 0 0,-1 0 0 0 0,1-1 1 0 0,0 1-1 0 0,-1 0 0 0 0,1-1 0 0 0,0 1 0 0 0,-1 0 0 0 0,1-1 1 0 0,0 1-1 0 0,0 0 0 0 0,-1-1 0 0 0,1 1 0 0 0,0-1 1 0 0,0 1-1 0 0,-1-1 0 0 0,-4 0 53 0 0,-15-3-193 0 0,15 3 254 0 0,0 1 99 0 0,-16 2-116 0 0,15-1-247 0 0,1 0-151 0 0,-15 2 438 0 0,15-2 37 0 0,0 1-86 0 0,-16 5 162 0 0,15-5-152 0 0,0 0-226 0 0,1 1 117 0 0,-9 2 109 0 0,1 1 0 0 0,0 1 0 0 0,1 0 0 0 0,-15 11 0 0 0,8-1-123 0 0,2 0 1 0 0,-16 21-1 0 0,26-28 34 0 0,-1 0 1 0 0,1 0-1 0 0,1 1 1 0 0,-1 0-1 0 0,2 0 0 0 0,0 1 1 0 0,-7 22-1 0 0,9-21 34 0 0,0-1-1 0 0,1 2 0 0 0,1-1 1 0 0,0 0-1 0 0,0 0 1 0 0,2 0-1 0 0,0 0 0 0 0,0 1 1 0 0,1-1-1 0 0,0 0 0 0 0,7 18 1 0 0,-8-27-143 0 0,10 26 708 0 0,2-7-583 0 0,-8-13 91 0 0,-1-1-1 0 0,2 0 1 0 0,-1 0-1 0 0,2-1 0 0 0,-1 1 1 0 0,1-2-1 0 0,15 15 1 0 0,-9-14-4 0 0,0-1-1 0 0,0 0 1 0 0,1-1 0 0 0,0-1 0 0 0,0 0-1 0 0,1-1 1 0 0,21 4 0 0 0,-17-4-386 0 0,-14-2 55 0 0,2-2 89 0 0,19 1 251 0 0,-20-1 288 0 0,0-1-22 0 0,18-2-95 0 0,-18 2-25 0 0,-1-1-34 0 0,39-20-255 0 0,-40 20-355 0 0,0-2-19 0 0,11-12 498 0 0,-11 12-193 0 0,-1-1 271 0 0,10-14-263 0 0,-10 14 247 0 0,-1 0-255 0 0,4-15-254 0 0,-4 15 96 0 0,-1 0 336 0 0,5-53-936 0 0,-6 51 1206 0 0,0 5-379 0 0,0 1 0 0 0,0-1 1 0 0,0 0-1 0 0,1 0 0 0 0,-2 0 0 0 0,1 0 0 0 0,0 1 0 0 0,0-1 0 0 0,0 0 1 0 0,-1 0-1 0 0,0-1 0 0 0,0-3-38 0 0,0 1 160 0 0,0-1 1 0 0,-4-19-127 0 0,4 19-81 0 0,0 0 106 0 0,-10-50-250 0 0,11 51 400 0 0,-1-2-249 0 0,0-19 129 0 0,0 20-38 0 0,3 0 21 0 0,6-17-117 0 0,-6 17 158 0 0,1 1-212 0 0,3-2 134 0 0,0-1-1 0 0,0 1 1 0 0,1 0-1 0 0,0 0 1 0 0,1 1-1 0 0,-1 0 0 0 0,13-7 1 0 0,8 0 61 0 0,1 1 0 0 0,52-14 0 0 0,-50 17-45 0 0,-26 7-107 0 0,1 1 112 0 0,19-7-50 0 0,-19 6 100 0 0,-1 1 25 0 0,52-11 319 0 0,-57 13-375 0 0,1-1 0 0 0,-1 0 0 0 0,1 0 0 0 0,-1 0 0 0 0,1 0 0 0 0,-1 0 0 0 0,1 1 0 0 0,-1-1 0 0 0,0 0-1 0 0,1 0 1 0 0,-1 1 0 0 0,1-1 0 0 0,-1 0 0 0 0,0 1 0 0 0,1-1 0 0 0,-1 0 0 0 0,0 1 0 0 0,1-1 0 0 0,-1 1 0 0 0,0-1 0 0 0,0 0 0 0 0,1 1 0 0 0,-1-1 0 0 0,0 1 0 0 0,0-1 0 0 0,1 1-1 0 0,-1 0 1 0 0,0-1-1 0 0,0 1 0 0 0,0-1 0 0 0,0 1 0 0 0,1-1 0 0 0,-1 1 1 0 0,0-1-1 0 0,0 1 0 0 0,1-1 0 0 0,-1 0 0 0 0,0 1 1 0 0,1-1-1 0 0,-1 0 0 0 0,0 1 0 0 0,1-1 0 0 0,-1 0 0 0 0,0 1 1 0 0,1-1-1 0 0,-1 0 0 0 0,1 0 0 0 0,-1 1 0 0 0,1-1 0 0 0,-1 0 1 0 0,1 0-1 0 0,-1 0 0 0 0,1 1 0 0 0,-2 5 49 0 0,-2 26 190 0 0,-1 43 0 0 0,6-48-244 0 0,1-1 0 0 0,9 42-1 0 0,-10-65 28 0 0,-1-1 1 0 0,1 1-1 0 0,-1-1 0 0 0,1 0 0 0 0,0 1 0 0 0,0-1 0 0 0,0 0 0 0 0,0 0 0 0 0,0 0 0 0 0,0-1 0 0 0,1 1 0 0 0,-1 0 0 0 0,1-1 0 0 0,-1 0 0 0 0,1 1 0 0 0,-1-1 0 0 0,4 1 0 0 0,-5-2-29 0 0,3 2 191 0 0,4-2-232 0 0,5-1 45 0 0,1-1 1 0 0,0 0 0 0 0,-1-1-1 0 0,0-1 1 0 0,1 0-1 0 0,-2-1 1 0 0,18-8-1 0 0,-5-3-12 0 0,0-2-1 0 0,-1 0 0 0 0,38-38 0 0 0,-59 53 41 0 0,0 0-117 0 0,-2 3 62 0 0,-1-1-1 0 0,2-1 0 0 0,-1 1 1 0 0,0 0-1 0 0,0 0 0 0 0,0 0 0 0 0,0 0 0 0 0,1 0 1 0 0,-1 0-1 0 0,1 0 0 0 0,-1 0 0 0 0,3-1 0 0 0,-3 2 30 0 0,-1 0 1 0 0,1 0-1 0 0,-1 0 0 0 0,1 1 0 0 0,-1-1 0 0 0,1 0 0 0 0,-1 0 0 0 0,1 1 0 0 0,-1-1 0 0 0,1 0 0 0 0,-1 0 0 0 0,1 1 0 0 0,-1-1 0 0 0,0 0 0 0 0,1 1 0 0 0,-1-1 0 0 0,0 1 0 0 0,1-1 1 0 0,-1 0-1 0 0,0 1 0 0 0,1-1 0 0 0,-1 1 0 0 0,0-1 0 0 0,0 1 0 0 0,0-1 0 0 0,1 2 0 0 0,-1-2 5 0 0,0 1 0 0 0,0 0 0 0 0,0-1 0 0 0,1 1 0 0 0,-1-1 0 0 0,0 1 0 0 0,0-1 0 0 0,1 0 0 0 0,-1 1 0 0 0,0-1 0 0 0,1 1 0 0 0,-1-1 0 0 0,0 1 0 0 0,1-1 0 0 0,-1 0 0 0 0,1 1 0 0 0,-1-1 0 0 0,1 0 0 0 0,-1 1 0 0 0,1-1 0 0 0,-1 0 0 0 0,1 0 0 0 0,-1 0 0 0 0,1 1 0 0 0,-1-1 0 0 0,1 0 0 0 0,0 8 28 0 0,1 23 79 0 0,-1-23-214 0 0,0-1 134 0 0,-1-6 4 0 0,10 40-52 0 0,-9-38 27 0 0,0 0 1 0 0,0 0 0 0 0,1-1 0 0 0,-1 1 0 0 0,0 0-1 0 0,1-1 1 0 0,-1 1 0 0 0,1-1 0 0 0,0 0 0 0 0,0 1-1 0 0,0-1 1 0 0,0 0 0 0 0,0 0 0 0 0,1 0 0 0 0,2 1-1 0 0,52 16 200 0 0,-50-18-198 0 0,-1 0 0 0 0,1 0 0 0 0,-1-1 0 0 0,1 0 0 0 0,0 0 0 0 0,-1-1 0 0 0,1 0 0 0 0,7-1 0 0 0,1-1-48 0 0,2 0 48 0 0,-1 0 1 0 0,1-2-1 0 0,-1 1 1 0 0,1-2 0 0 0,-2 0-1 0 0,1-1 1 0 0,-1-1-1 0 0,0-1 1 0 0,0 0-1 0 0,-1 0 1 0 0,19-17-1 0 0,-23 16-237 0 0,-1 1 0 0 0,0-1 0 0 0,-1-1 0 0 0,0 1 0 0 0,0-1 0 0 0,-1-1-1 0 0,-1 0 1 0 0,0 0 0 0 0,0 0 0 0 0,-2 0 0 0 0,1-1 0 0 0,-1 0 0 0 0,-1 0-1 0 0,0 0 1 0 0,0-14 0 0 0,8-266-2809 0 0,-2 21 2965 0 0,-1 159 679 0 0,-7 108-507 0 0,-2 11-143 0 0,-59 510 2496 0 0,55-274-2252 0 0,5-177 400 0 0,3-34 687 0 0,-2-25-1064 0 0,0 0 248 0 0,2-1-293 0 0,-1-3-104 0 0,-1 0-41 0 0,0-1 1 0 0,0 0-1 0 0,0 0 1 0 0,0 1-1 0 0,0-1 0 0 0,0 0 1 0 0,0 1-1 0 0,-1-1 1 0 0,1 1-1 0 0,0 0 0 0 0,-1-1 1 0 0,1 4-1 0 0,4-4 207 0 0,0 0-333 0 0,-1-1 0 0 0,1 1 1 0 0,-1-1-1 0 0,1 0 0 0 0,-1 0 0 0 0,1-1 0 0 0,0 1 0 0 0,5-3 0 0 0,-5 2 93 0 0,1-2-62 0 0,-1 1-1 0 0,1-1 1 0 0,-1-1 0 0 0,1 1-1 0 0,-1-1 1 0 0,9-7-1 0 0,-10 8 5 0 0,1 0 132 0 0,14-9-388 0 0,-1 1 0 0 0,2 1 0 0 0,0 1 0 0 0,40-13 0 0 0,-55 20 242 0 0,15 1-206 0 0,-13 1 298 0 0,-1 0 1 0 0,1 0-1 0 0,0 0 1 0 0,-1 0-1 0 0,1 1 1 0 0,-1 0-1 0 0,1 1 1 0 0,7 2-1 0 0,-11-3-16 0 0,3 1-1 0 0,-1 0 1 0 0,0 0-1 0 0,0 0 1 0 0,0 0-1 0 0,-1 1 0 0 0,1 0 1 0 0,-1 0-1 0 0,1 0 1 0 0,-1 1-1 0 0,0-1 1 0 0,4 6-1 0 0,-2-4 149 0 0,-3-2-95 0 0,-1-1 0 0 0,1 0 0 0 0,-1 1 1 0 0,0 0-1 0 0,0-1 0 0 0,0 1 0 0 0,-1 0 0 0 0,4 5 1 0 0,0 1-2 0 0,-1 0 0 0 0,0 0 0 0 0,0 1 0 0 0,-1-1 0 0 0,0 1 0 0 0,-1 0 0 0 0,0-1 0 0 0,0 1 0 0 0,-1 0 0 0 0,0 11 0 0 0,-2-6 16 0 0,-2 0 1 0 0,0 0-1 0 0,0 0 1 0 0,-2-1-1 0 0,1 1 1 0 0,-2-1-1 0 0,0 0 0 0 0,-1-1 1 0 0,0 1-1 0 0,-1-1 1 0 0,0-1-1 0 0,-1 1 1 0 0,-1-1-1 0 0,0-1 1 0 0,-15 14-1 0 0,7-11-180 0 0,14-10-142 0 0,3-4 240 0 0,0 0 1 0 0,0 0-1 0 0,0 0 0 0 0,0 0 1 0 0,0 0-1 0 0,1 0 0 0 0,-1 0 0 0 0,0 1 1 0 0,0-1-1 0 0,0 0 0 0 0,0 0 0 0 0,1 1 1 0 0,-1-1-1 0 0,0 1 0 0 0,0-1 1 0 0,1 1-1 0 0,-2 0 0 0 0,2 0 25 0 0,-1-1 1 0 0,0 1-1 0 0,1-1 0 0 0,-1 1 0 0 0,0-1 1 0 0,0 1-1 0 0,0-1 0 0 0,1 0 0 0 0,-1 1 1 0 0,0-1-1 0 0,0 0 0 0 0,0 0 0 0 0,0 0 1 0 0,1 0-1 0 0,-1 1 0 0 0,0-1 0 0 0,-1 0 1 0 0,1 0-37 0 0,1 0 1 0 0,-1 0-1 0 0,0-1 1 0 0,0 1-1 0 0,1 0 1 0 0,-1 0-1 0 0,0 0 1 0 0,1 0-1 0 0,-1-1 1 0 0,0 1-1 0 0,1 0 1 0 0,-1 0-1 0 0,1-1 1 0 0,-1 1-1 0 0,1-1 1 0 0,-1 1-1 0 0,0-1 1 0 0,1 1-1 0 0,-1 0 1 0 0,1-1-1 0 0,-1 0 1 0 0,1 0 31 0 0,-1 1 1 0 0,1-1-1 0 0,-1 1 0 0 0,1-1 1 0 0,-1 1-1 0 0,1-1 1 0 0,-1 1-1 0 0,1-1 1 0 0,-1 1-1 0 0,0 0 0 0 0,1-1 1 0 0,-1 1-1 0 0,0 0 1 0 0,1 0-1 0 0,-1-1 1 0 0,0 1-1 0 0,1 0 0 0 0,-1 0 1 0 0,0 0-1 0 0,1 0 1 0 0,-2 0-1 0 0,0-4 237 0 0,-6-12-147 0 0,5 12-381 0 0,6-1-25 0 0,8-14-17 0 0,-8 14 106 0 0,24-4 201 0 0,-20 6-31 0 0,-1 1 0 0 0,1 0-1 0 0,-1 0 1 0 0,1 1 0 0 0,12-1 0 0 0,3 1 225 0 0,14 0-237 0 0,0-2 0 0 0,0-1-1 0 0,0-2 1 0 0,-1-1 0 0 0,35-12-1 0 0,-44 9 71 0 0,-1 0 0 0 0,0-2-1 0 0,-1 0 1 0 0,0-2 0 0 0,-1-1-1 0 0,0-1 1 0 0,-1 0-1 0 0,-1-2 1 0 0,-1 0 0 0 0,0-2-1 0 0,-2 0 1 0 0,0-1 0 0 0,-1-1-1 0 0,-1 0 1 0 0,20-39-1 0 0,-16 15 255 0 0,-1-1 0 0 0,-3 0 0 0 0,-1-1 0 0 0,10-65 0 0 0,-14 64-513 0 0,-2-3-2 0 0,3-61 1 0 0,-8 65-292 0 0,2-85 799 0 0,0 74-822 0 0,-5 54 345 0 0,-1-2-188 0 0,0-17 151 0 0,0 18 608 0 0,-3 9 137 0 0,-3 4-389 0 0,1 1 0 0 0,0 0 0 0 0,0 0 0 0 0,1 1 0 0 0,-1-1 0 0 0,-2 12-1 0 0,-19 64 248 0 0,10-32-729 0 0,-12 39 127 0 0,3 1-1 0 0,-19 153 1 0 0,41-216 271 0 0,0-1 0 0 0,2 0 0 0 0,2 0 0 0 0,0 1 1 0 0,2-1-1 0 0,7 31 0 0 0,-7-46 14 0 0,1 0-1 0 0,0 0 1 0 0,1-1-1 0 0,0 0 1 0 0,1 0-1 0 0,1 0 1 0 0,0 0-1 0 0,0-1 1 0 0,1 0-1 0 0,0-1 1 0 0,1 0-1 0 0,0 0 1 0 0,1-1-1 0 0,0 0 1 0 0,11 7 0 0 0,-2-4 5 0 0,0-2 1 0 0,1 0 0 0 0,0-1 0 0 0,1-1-1 0 0,-1-1 1 0 0,2-1 0 0 0,-1-1 0 0 0,0 0-1 0 0,1-2 1 0 0,0-1 0 0 0,0 0 0 0 0,0-2 0 0 0,33-3-1 0 0,-22 0-11 0 0,0-2 0 0 0,0-1-1 0 0,-1-2 1 0 0,0-1 0 0 0,0-1-1 0 0,-1-2 1 0 0,-1-1 0 0 0,38-22-1 0 0,-43 18 104 0 0,0-1 0 0 0,39-39-1 0 0,-57 51-72 0 0,8-12-37 0 0,-13 13-41 0 0,0 2-87 0 0,-4-2 61 0 0,-6-16-35 0 0,6 16 116 0 0,-7 5-41 0 0,0 2 1 0 0,0-1 0 0 0,1 1-1 0 0,-1 0 1 0 0,1 0 0 0 0,-1 1-1 0 0,1 1 1 0 0,0-1 0 0 0,0 1-1 0 0,0 1 1 0 0,1-1 0 0 0,0 1 0 0 0,-1 0-1 0 0,2 1 1 0 0,-1 0 0 0 0,1 0-1 0 0,0 1 1 0 0,-6 7 0 0 0,-4 12-57 0 0,13-19 73 0 0,0 4 157 0 0,5-6-143 0 0,-1 1 0 0 0,1-1 1 0 0,0 0-1 0 0,0 0 1 0 0,1 0-1 0 0,-1 0 0 0 0,1-1 1 0 0,0 1-1 0 0,0-1 0 0 0,1 1 1 0 0,-1-1-1 0 0,1 0 1 0 0,0 0-1 0 0,0-1 0 0 0,0 1 1 0 0,1-1-1 0 0,-1 0 1 0 0,1 0-1 0 0,0 0 0 0 0,6 2 1 0 0,19 10-43 0 0,0-2 0 0 0,1-1 1 0 0,1-1-1 0 0,46 9 1 0 0,29 0-2071 0 0,-2-6-3576 0 0,-42-9 2273 0 0,-11-8-376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1C95-1AA8-26DB-AED4-742A1496E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D94D4-6843-FFBB-E755-D141897D5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76AD8-C516-DA1F-2C4C-84960E0C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F261F-B221-1F0E-9533-C568110A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65824-2359-A200-48B6-ED89298E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50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740A-A435-B0DC-1A6C-D143F25D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2ECC-225F-A594-FEF1-EFA8602B1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E0EDD-B795-652D-FF27-ABCBE875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18CFC-4E7A-1B12-F69A-AB65664B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C309-15C0-A38E-2A88-16712698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1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8313-A539-2810-ACFB-33672DCB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E8FFC-FFF0-A179-7CD3-D0624667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777AE-80DA-0436-971B-EC130397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82931-091E-27EE-7AD8-825F359B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ABE27-B67E-C8B9-9BCC-0B1F3B70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4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8947-B98D-C130-B856-C4F6BA31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EE8EF-3536-E5C0-F3B8-E3540B7C9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DD956-B1C3-9911-2CF6-FCF36AC93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7052A-7EAF-CF98-3FF6-88305F7D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B9A28-634D-C3F5-F55E-54BE44F3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94CC-6C14-E9C6-9D5C-8F66BA39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6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9951-A2CD-19F3-F1EE-10232181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7918A-CEA9-0744-7C7A-B6CC1A384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DB459-EF27-915A-BD79-0592A92E8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E3C1E-550A-A350-C726-9AC661686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E7FD6-2895-5976-BB27-DC8A8B2E6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6BA9D-A657-9492-F344-5E82E9CF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13E38-5460-D25A-75E3-75CAC14B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B0885-7EF2-C9E3-198B-1D2B981D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7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77C7-27B5-80F1-2084-C331D75A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F3EB5-41E7-E5A0-D2DC-3B189615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2E0AB-94F8-3DB8-BE38-85D32FB4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B66C3-2EE5-EFFD-9137-DE857AAD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59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98955-792B-EF51-8F43-6755F983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9E2E9-24D6-ACF7-F982-42BF306D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057D8-E304-F7E1-EDDD-1C6DBDFF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F36C-4358-BC2C-43A8-ECC13770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F3F-6C77-CBE2-FAF3-356EA3235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F4EBB-E625-423C-1643-F391E8BA5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CB3F-0078-8348-AC51-870106FF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1962E-5490-A84D-E27F-5C47F013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384AD-D97E-990E-FD13-951C99E8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3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BEB9-C504-103D-2E69-73DC191C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CCE8B-39A3-611D-B7C2-40FE8D8E9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B1EA-49C4-013E-385A-88D9EF08E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925FE-A98F-07ED-C07F-256E4B59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7711E-615B-4D8E-C778-8C3DE5BC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0DBEF-1F01-C0F9-C49A-805C0743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3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B20C-ABE4-EB08-68E4-2C086D67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E1F6F-BED0-152D-2D64-4B896F6B7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FEC0-CCD8-BC96-859C-C2ACEB5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AF35D-74FF-CBFC-056D-5EB16A07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34E0C-5870-769A-BCE8-B92C6D70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313EE-B70D-EB8A-B59D-6A128E6C4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09802-A9FF-CA87-BB73-5A6817599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08920-5419-07FD-3F78-E97F35DA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5FB1-677A-BDBA-5A2E-B5EFACED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09BFF-A862-3493-4C2C-399C859C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2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5ECE4-471F-A9B3-D23F-089C5E12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66476-0E71-E0F7-7048-77C34835F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A03DC-C6E7-DF31-2323-CBF020483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0C5E1-694C-468C-AA94-25D463485489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45AA-EC0D-C5F8-2DFF-465ABA977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3555-1350-AD66-2B33-052EAB04C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43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customXml" Target="../ink/ink20.xml"/><Relationship Id="rId26" Type="http://schemas.openxmlformats.org/officeDocument/2006/relationships/customXml" Target="../ink/ink24.xml"/><Relationship Id="rId39" Type="http://schemas.openxmlformats.org/officeDocument/2006/relationships/image" Target="../media/image32.png"/><Relationship Id="rId21" Type="http://schemas.openxmlformats.org/officeDocument/2006/relationships/image" Target="../media/image23.png"/><Relationship Id="rId34" Type="http://schemas.openxmlformats.org/officeDocument/2006/relationships/customXml" Target="../ink/ink28.xml"/><Relationship Id="rId42" Type="http://schemas.openxmlformats.org/officeDocument/2006/relationships/customXml" Target="../ink/ink32.xml"/><Relationship Id="rId47" Type="http://schemas.openxmlformats.org/officeDocument/2006/relationships/image" Target="../media/image36.png"/><Relationship Id="rId50" Type="http://schemas.openxmlformats.org/officeDocument/2006/relationships/customXml" Target="../ink/ink36.xml"/><Relationship Id="rId7" Type="http://schemas.openxmlformats.org/officeDocument/2006/relationships/image" Target="../media/image16.png"/><Relationship Id="rId2" Type="http://schemas.openxmlformats.org/officeDocument/2006/relationships/customXml" Target="../ink/ink12.xml"/><Relationship Id="rId16" Type="http://schemas.openxmlformats.org/officeDocument/2006/relationships/customXml" Target="../ink/ink19.xml"/><Relationship Id="rId29" Type="http://schemas.openxmlformats.org/officeDocument/2006/relationships/image" Target="../media/image27.png"/><Relationship Id="rId11" Type="http://schemas.openxmlformats.org/officeDocument/2006/relationships/image" Target="../media/image18.png"/><Relationship Id="rId24" Type="http://schemas.openxmlformats.org/officeDocument/2006/relationships/customXml" Target="../ink/ink23.xml"/><Relationship Id="rId32" Type="http://schemas.openxmlformats.org/officeDocument/2006/relationships/customXml" Target="../ink/ink27.xml"/><Relationship Id="rId37" Type="http://schemas.openxmlformats.org/officeDocument/2006/relationships/image" Target="../media/image31.png"/><Relationship Id="rId40" Type="http://schemas.openxmlformats.org/officeDocument/2006/relationships/customXml" Target="../ink/ink31.xml"/><Relationship Id="rId45" Type="http://schemas.openxmlformats.org/officeDocument/2006/relationships/image" Target="../media/image35.png"/><Relationship Id="rId53" Type="http://schemas.openxmlformats.org/officeDocument/2006/relationships/image" Target="../media/image39.png"/><Relationship Id="rId5" Type="http://schemas.openxmlformats.org/officeDocument/2006/relationships/image" Target="../media/image15.png"/><Relationship Id="rId10" Type="http://schemas.openxmlformats.org/officeDocument/2006/relationships/customXml" Target="../ink/ink16.xml"/><Relationship Id="rId19" Type="http://schemas.openxmlformats.org/officeDocument/2006/relationships/image" Target="../media/image22.png"/><Relationship Id="rId31" Type="http://schemas.openxmlformats.org/officeDocument/2006/relationships/image" Target="../media/image28.png"/><Relationship Id="rId44" Type="http://schemas.openxmlformats.org/officeDocument/2006/relationships/customXml" Target="../ink/ink33.xml"/><Relationship Id="rId52" Type="http://schemas.openxmlformats.org/officeDocument/2006/relationships/customXml" Target="../ink/ink37.xml"/><Relationship Id="rId4" Type="http://schemas.openxmlformats.org/officeDocument/2006/relationships/customXml" Target="../ink/ink13.xml"/><Relationship Id="rId9" Type="http://schemas.openxmlformats.org/officeDocument/2006/relationships/image" Target="../media/image17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26.png"/><Relationship Id="rId30" Type="http://schemas.openxmlformats.org/officeDocument/2006/relationships/customXml" Target="../ink/ink26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48" Type="http://schemas.openxmlformats.org/officeDocument/2006/relationships/customXml" Target="../ink/ink35.xml"/><Relationship Id="rId8" Type="http://schemas.openxmlformats.org/officeDocument/2006/relationships/customXml" Target="../ink/ink15.xml"/><Relationship Id="rId51" Type="http://schemas.openxmlformats.org/officeDocument/2006/relationships/image" Target="../media/image38.png"/><Relationship Id="rId3" Type="http://schemas.openxmlformats.org/officeDocument/2006/relationships/image" Target="../media/image14.png"/><Relationship Id="rId12" Type="http://schemas.openxmlformats.org/officeDocument/2006/relationships/customXml" Target="../ink/ink17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30.xml"/><Relationship Id="rId46" Type="http://schemas.openxmlformats.org/officeDocument/2006/relationships/customXml" Target="../ink/ink34.xml"/><Relationship Id="rId20" Type="http://schemas.openxmlformats.org/officeDocument/2006/relationships/customXml" Target="../ink/ink21.xml"/><Relationship Id="rId41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25.xml"/><Relationship Id="rId36" Type="http://schemas.openxmlformats.org/officeDocument/2006/relationships/customXml" Target="../ink/ink29.xml"/><Relationship Id="rId4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how-to-get-value-from-address-in-pytho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E63-7C8A-3089-0FCC-092EB86E8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basics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4D296-0A15-3B31-9285-0F6F48118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87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55EE-4906-E37E-E9EA-B8565B22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2C1D0-8239-36C7-198A-B1C0286F7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0143" cy="4351338"/>
          </a:xfrm>
        </p:spPr>
        <p:txBody>
          <a:bodyPr/>
          <a:lstStyle/>
          <a:p>
            <a:r>
              <a:rPr lang="en-IN" dirty="0"/>
              <a:t>List is a data structure like dynamic sized heterogeneous and mutable </a:t>
            </a:r>
            <a:r>
              <a:rPr lang="en-IN" dirty="0" err="1"/>
              <a:t>orderd</a:t>
            </a:r>
            <a:r>
              <a:rPr lang="en-IN" dirty="0"/>
              <a:t> collection of items </a:t>
            </a:r>
          </a:p>
          <a:p>
            <a:r>
              <a:rPr lang="en-IN" dirty="0" err="1"/>
              <a:t>Numpy</a:t>
            </a:r>
            <a:r>
              <a:rPr lang="en-IN" dirty="0"/>
              <a:t> is a array of homogeneous data types. Its features are Multidimensionality, efficient, homogeneity, Vectorization, Mathematical Operations</a:t>
            </a:r>
          </a:p>
          <a:p>
            <a:r>
              <a:rPr lang="en-IN" dirty="0" err="1"/>
              <a:t>Numpy</a:t>
            </a:r>
            <a:r>
              <a:rPr lang="en-IN" dirty="0"/>
              <a:t> Array stores elements in </a:t>
            </a:r>
            <a:r>
              <a:rPr lang="en-IN" dirty="0" err="1"/>
              <a:t>contaguous</a:t>
            </a:r>
            <a:r>
              <a:rPr lang="en-IN" dirty="0"/>
              <a:t> location</a:t>
            </a:r>
          </a:p>
          <a:p>
            <a:r>
              <a:rPr lang="en-IN" dirty="0"/>
              <a:t>id() function returns </a:t>
            </a:r>
          </a:p>
          <a:p>
            <a:r>
              <a:rPr lang="en-IN" dirty="0"/>
              <a:t> List stores data anywhere in memory as it is of heterogeneous type</a:t>
            </a:r>
          </a:p>
          <a:p>
            <a:r>
              <a:rPr lang="en-IN" dirty="0"/>
              <a:t>List stores reference of the location of element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2772DD-E194-8917-4071-0F8B3E473D50}"/>
                  </a:ext>
                </a:extLst>
              </p14:cNvPr>
              <p14:cNvContentPartPr/>
              <p14:nvPr/>
            </p14:nvContentPartPr>
            <p14:xfrm>
              <a:off x="6096566" y="1708269"/>
              <a:ext cx="18360" cy="41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2772DD-E194-8917-4071-0F8B3E473D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0446" y="1702149"/>
                <a:ext cx="30600" cy="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86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3AED-54E4-30C5-75DC-9D141BDB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39400" cy="669018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Numpy</a:t>
            </a:r>
            <a:r>
              <a:rPr lang="en-IN" dirty="0"/>
              <a:t> array Memory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DD25A-E51D-0499-375E-1CF61FF2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291" y="1135181"/>
            <a:ext cx="8047417" cy="458763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92CE054-7C64-8AF6-9F82-E88FD9114B52}"/>
              </a:ext>
            </a:extLst>
          </p:cNvPr>
          <p:cNvGrpSpPr/>
          <p:nvPr/>
        </p:nvGrpSpPr>
        <p:grpSpPr>
          <a:xfrm>
            <a:off x="6601011" y="1741389"/>
            <a:ext cx="721080" cy="479160"/>
            <a:chOff x="6601011" y="1741389"/>
            <a:chExt cx="72108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82149C-5C89-48A7-13EA-8B5A97B36249}"/>
                    </a:ext>
                  </a:extLst>
                </p14:cNvPr>
                <p14:cNvContentPartPr/>
                <p14:nvPr/>
              </p14:nvContentPartPr>
              <p14:xfrm>
                <a:off x="7088811" y="1827069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82149C-5C89-48A7-13EA-8B5A97B3624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79811" y="181806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43A719A-DE7B-1C4D-9DFB-49A45E2020F6}"/>
                    </a:ext>
                  </a:extLst>
                </p14:cNvPr>
                <p14:cNvContentPartPr/>
                <p14:nvPr/>
              </p14:nvContentPartPr>
              <p14:xfrm>
                <a:off x="6601011" y="1741389"/>
                <a:ext cx="721080" cy="479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43A719A-DE7B-1C4D-9DFB-49A45E2020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92011" y="1732749"/>
                  <a:ext cx="738720" cy="49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47D582-3EFE-7533-ADC4-1027EAB5B066}"/>
              </a:ext>
            </a:extLst>
          </p:cNvPr>
          <p:cNvGrpSpPr/>
          <p:nvPr/>
        </p:nvGrpSpPr>
        <p:grpSpPr>
          <a:xfrm>
            <a:off x="7205451" y="2167989"/>
            <a:ext cx="348840" cy="122040"/>
            <a:chOff x="7205451" y="2167989"/>
            <a:chExt cx="34884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5CB454-7159-A42D-8519-5A8A92B9D1BC}"/>
                    </a:ext>
                  </a:extLst>
                </p14:cNvPr>
                <p14:cNvContentPartPr/>
                <p14:nvPr/>
              </p14:nvContentPartPr>
              <p14:xfrm>
                <a:off x="7205451" y="2188869"/>
                <a:ext cx="286200" cy="77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5CB454-7159-A42D-8519-5A8A92B9D1B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99331" y="2182749"/>
                  <a:ext cx="298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708611-B0FA-E57E-2CC0-55F235A86A78}"/>
                    </a:ext>
                  </a:extLst>
                </p14:cNvPr>
                <p14:cNvContentPartPr/>
                <p14:nvPr/>
              </p14:nvContentPartPr>
              <p14:xfrm>
                <a:off x="7399491" y="2167989"/>
                <a:ext cx="154800" cy="122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708611-B0FA-E57E-2CC0-55F235A86A7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93371" y="2161869"/>
                  <a:ext cx="16704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0247E4C-69C3-8E4B-B91B-85B6A7A9553D}"/>
                  </a:ext>
                </a:extLst>
              </p14:cNvPr>
              <p14:cNvContentPartPr/>
              <p14:nvPr/>
            </p14:nvContentPartPr>
            <p14:xfrm>
              <a:off x="3223491" y="4574229"/>
              <a:ext cx="2038320" cy="912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0247E4C-69C3-8E4B-B91B-85B6A7A955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17371" y="4568109"/>
                <a:ext cx="2050560" cy="9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811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9A4E-3008-3119-E2A6-85B1C850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List Memory Location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8EADD-5551-842A-812A-C8462BD7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5" y="1179808"/>
            <a:ext cx="8969829" cy="52126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E5B932-1AF8-9FFC-FD37-5E89FEE09AC0}"/>
                  </a:ext>
                </a:extLst>
              </p14:cNvPr>
              <p14:cNvContentPartPr/>
              <p14:nvPr/>
            </p14:nvContentPartPr>
            <p14:xfrm>
              <a:off x="4039611" y="1931829"/>
              <a:ext cx="1588320" cy="69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E5B932-1AF8-9FFC-FD37-5E89FEE09A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3491" y="1925709"/>
                <a:ext cx="1600560" cy="7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6912C1-313E-52D8-B77D-9FA4E66AA747}"/>
                  </a:ext>
                </a:extLst>
              </p14:cNvPr>
              <p14:cNvContentPartPr/>
              <p14:nvPr/>
            </p14:nvContentPartPr>
            <p14:xfrm>
              <a:off x="3132411" y="3235029"/>
              <a:ext cx="271440" cy="18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6912C1-313E-52D8-B77D-9FA4E66AA7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6291" y="3228909"/>
                <a:ext cx="2836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59DB30-C118-E28C-BE24-2DDC12A0F9B8}"/>
                  </a:ext>
                </a:extLst>
              </p14:cNvPr>
              <p14:cNvContentPartPr/>
              <p14:nvPr/>
            </p14:nvContentPartPr>
            <p14:xfrm>
              <a:off x="4620651" y="3189669"/>
              <a:ext cx="262440" cy="142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59DB30-C118-E28C-BE24-2DDC12A0F9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4531" y="3183549"/>
                <a:ext cx="2746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D9E6D6-F048-54D8-2845-22007E56276A}"/>
                  </a:ext>
                </a:extLst>
              </p14:cNvPr>
              <p14:cNvContentPartPr/>
              <p14:nvPr/>
            </p14:nvContentPartPr>
            <p14:xfrm>
              <a:off x="6021411" y="3061149"/>
              <a:ext cx="342720" cy="222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D9E6D6-F048-54D8-2845-22007E56276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15291" y="3055029"/>
                <a:ext cx="354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E5F4CF-3FD5-C797-89B9-34981D35D26E}"/>
                  </a:ext>
                </a:extLst>
              </p14:cNvPr>
              <p14:cNvContentPartPr/>
              <p14:nvPr/>
            </p14:nvContentPartPr>
            <p14:xfrm>
              <a:off x="7442331" y="3524469"/>
              <a:ext cx="846000" cy="522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E5F4CF-3FD5-C797-89B9-34981D35D2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36211" y="3518349"/>
                <a:ext cx="858240" cy="53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2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01523C0-6250-56DF-BE89-B341B8F50C28}"/>
              </a:ext>
            </a:extLst>
          </p:cNvPr>
          <p:cNvGrpSpPr/>
          <p:nvPr/>
        </p:nvGrpSpPr>
        <p:grpSpPr>
          <a:xfrm>
            <a:off x="1278703" y="581109"/>
            <a:ext cx="5242320" cy="3304800"/>
            <a:chOff x="1278703" y="581109"/>
            <a:chExt cx="5242320" cy="33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0102B03-B667-93A1-4F45-6A91213B8A59}"/>
                    </a:ext>
                  </a:extLst>
                </p14:cNvPr>
                <p14:cNvContentPartPr/>
                <p14:nvPr/>
              </p14:nvContentPartPr>
              <p14:xfrm>
                <a:off x="1278703" y="3580629"/>
                <a:ext cx="491400" cy="135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0102B03-B667-93A1-4F45-6A91213B8A5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2583" y="3574509"/>
                  <a:ext cx="503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332B1A3-7537-DE79-A716-2A6B1EFA7B41}"/>
                    </a:ext>
                  </a:extLst>
                </p14:cNvPr>
                <p14:cNvContentPartPr/>
                <p14:nvPr/>
              </p14:nvContentPartPr>
              <p14:xfrm>
                <a:off x="1883143" y="3187509"/>
                <a:ext cx="30600" cy="386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332B1A3-7537-DE79-A716-2A6B1EFA7B4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77023" y="3181389"/>
                  <a:ext cx="428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227E194-C9E7-1A29-E5F3-9524E80EF74D}"/>
                    </a:ext>
                  </a:extLst>
                </p14:cNvPr>
                <p14:cNvContentPartPr/>
                <p14:nvPr/>
              </p14:nvContentPartPr>
              <p14:xfrm>
                <a:off x="1850743" y="3509709"/>
                <a:ext cx="76320" cy="33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227E194-C9E7-1A29-E5F3-9524E80EF7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44623" y="3503589"/>
                  <a:ext cx="88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C001E2-C669-CB6C-87B1-A4E1FDE8B580}"/>
                    </a:ext>
                  </a:extLst>
                </p14:cNvPr>
                <p14:cNvContentPartPr/>
                <p14:nvPr/>
              </p14:nvContentPartPr>
              <p14:xfrm>
                <a:off x="2906983" y="3047469"/>
                <a:ext cx="155880" cy="838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C001E2-C669-CB6C-87B1-A4E1FDE8B5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0863" y="3041349"/>
                  <a:ext cx="16812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4A108C-8A00-DF56-B83F-8E5551618A6D}"/>
                    </a:ext>
                  </a:extLst>
                </p14:cNvPr>
                <p14:cNvContentPartPr/>
                <p14:nvPr/>
              </p14:nvContentPartPr>
              <p14:xfrm>
                <a:off x="2741743" y="3578829"/>
                <a:ext cx="276480" cy="177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4A108C-8A00-DF56-B83F-8E5551618A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5623" y="3572709"/>
                  <a:ext cx="288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58D853B-B513-80E6-D033-645C42D766F0}"/>
                    </a:ext>
                  </a:extLst>
                </p14:cNvPr>
                <p14:cNvContentPartPr/>
                <p14:nvPr/>
              </p14:nvContentPartPr>
              <p14:xfrm>
                <a:off x="3248263" y="3084909"/>
                <a:ext cx="34560" cy="385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58D853B-B513-80E6-D033-645C42D766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42143" y="3078789"/>
                  <a:ext cx="4680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FAB3F8B-C61F-9ABD-EEA8-DAAAA5503C3C}"/>
                    </a:ext>
                  </a:extLst>
                </p14:cNvPr>
                <p14:cNvContentPartPr/>
                <p14:nvPr/>
              </p14:nvContentPartPr>
              <p14:xfrm>
                <a:off x="3400903" y="3164469"/>
                <a:ext cx="632160" cy="363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FAB3F8B-C61F-9ABD-EEA8-DAAAA5503C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94783" y="3158349"/>
                  <a:ext cx="6444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F95CD0-AD7E-6B7C-90D3-99C5700BE435}"/>
                    </a:ext>
                  </a:extLst>
                </p14:cNvPr>
                <p14:cNvContentPartPr/>
                <p14:nvPr/>
              </p14:nvContentPartPr>
              <p14:xfrm>
                <a:off x="3977983" y="3311349"/>
                <a:ext cx="191880" cy="11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F95CD0-AD7E-6B7C-90D3-99C5700BE4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71863" y="3305229"/>
                  <a:ext cx="204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FFDAEE-E662-E548-914E-A6164CBFE73C}"/>
                    </a:ext>
                  </a:extLst>
                </p14:cNvPr>
                <p14:cNvContentPartPr/>
                <p14:nvPr/>
              </p14:nvContentPartPr>
              <p14:xfrm>
                <a:off x="1618183" y="2742189"/>
                <a:ext cx="1753560" cy="514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FFDAEE-E662-E548-914E-A6164CBFE7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12063" y="2736069"/>
                  <a:ext cx="176580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EA1141-9554-0B24-273B-49E6DDB27AC7}"/>
                    </a:ext>
                  </a:extLst>
                </p14:cNvPr>
                <p14:cNvContentPartPr/>
                <p14:nvPr/>
              </p14:nvContentPartPr>
              <p14:xfrm>
                <a:off x="3324583" y="2783949"/>
                <a:ext cx="53640" cy="572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EA1141-9554-0B24-273B-49E6DDB27A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18463" y="2777829"/>
                  <a:ext cx="658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8A2085-0B25-0FB2-3CB0-B50C67951D72}"/>
                    </a:ext>
                  </a:extLst>
                </p14:cNvPr>
                <p14:cNvContentPartPr/>
                <p14:nvPr/>
              </p14:nvContentPartPr>
              <p14:xfrm>
                <a:off x="2708623" y="2561829"/>
                <a:ext cx="48960" cy="231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8A2085-0B25-0FB2-3CB0-B50C67951D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02503" y="2555709"/>
                  <a:ext cx="61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928ACFB-D240-F7EA-50D3-CAC3F93A9113}"/>
                    </a:ext>
                  </a:extLst>
                </p14:cNvPr>
                <p14:cNvContentPartPr/>
                <p14:nvPr/>
              </p14:nvContentPartPr>
              <p14:xfrm>
                <a:off x="2439343" y="1889709"/>
                <a:ext cx="187560" cy="82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928ACFB-D240-F7EA-50D3-CAC3F93A91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3223" y="1883589"/>
                  <a:ext cx="19980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A4F645-BE3D-7F0B-FD2D-AB881CBCD9DE}"/>
                    </a:ext>
                  </a:extLst>
                </p14:cNvPr>
                <p14:cNvContentPartPr/>
                <p14:nvPr/>
              </p14:nvContentPartPr>
              <p14:xfrm>
                <a:off x="2382103" y="2337549"/>
                <a:ext cx="175320" cy="84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A4F645-BE3D-7F0B-FD2D-AB881CBCD9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75983" y="2331429"/>
                  <a:ext cx="187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A66B94-C7DA-CB3E-6E0E-22D87DFE391B}"/>
                    </a:ext>
                  </a:extLst>
                </p14:cNvPr>
                <p14:cNvContentPartPr/>
                <p14:nvPr/>
              </p14:nvContentPartPr>
              <p14:xfrm>
                <a:off x="2768383" y="2034429"/>
                <a:ext cx="67680" cy="457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A66B94-C7DA-CB3E-6E0E-22D87DFE39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62263" y="2028309"/>
                  <a:ext cx="799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C4C380-AC2D-2861-3776-D03ECC7CC46B}"/>
                    </a:ext>
                  </a:extLst>
                </p14:cNvPr>
                <p14:cNvContentPartPr/>
                <p14:nvPr/>
              </p14:nvContentPartPr>
              <p14:xfrm>
                <a:off x="2879263" y="2320629"/>
                <a:ext cx="295200" cy="14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C4C380-AC2D-2861-3776-D03ECC7CC46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73143" y="2314509"/>
                  <a:ext cx="307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6D1A17-0056-C61C-7222-33AC7296933C}"/>
                    </a:ext>
                  </a:extLst>
                </p14:cNvPr>
                <p14:cNvContentPartPr/>
                <p14:nvPr/>
              </p14:nvContentPartPr>
              <p14:xfrm>
                <a:off x="3053863" y="2336469"/>
                <a:ext cx="203760" cy="138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6D1A17-0056-C61C-7222-33AC729693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47743" y="2330349"/>
                  <a:ext cx="216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25B0441-45AD-E8BC-2397-9AE9DBF33C30}"/>
                    </a:ext>
                  </a:extLst>
                </p14:cNvPr>
                <p14:cNvContentPartPr/>
                <p14:nvPr/>
              </p14:nvContentPartPr>
              <p14:xfrm>
                <a:off x="3387223" y="2120469"/>
                <a:ext cx="16920" cy="336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25B0441-45AD-E8BC-2397-9AE9DBF33C3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1103" y="2114349"/>
                  <a:ext cx="291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514552D-2C3E-773C-6C50-27DA5BD492FE}"/>
                    </a:ext>
                  </a:extLst>
                </p14:cNvPr>
                <p14:cNvContentPartPr/>
                <p14:nvPr/>
              </p14:nvContentPartPr>
              <p14:xfrm>
                <a:off x="3384703" y="2337549"/>
                <a:ext cx="179640" cy="52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514552D-2C3E-773C-6C50-27DA5BD492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78583" y="2331429"/>
                  <a:ext cx="191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60410B-A0CC-3751-ADD5-29DC5FA4E03D}"/>
                    </a:ext>
                  </a:extLst>
                </p14:cNvPr>
                <p14:cNvContentPartPr/>
                <p14:nvPr/>
              </p14:nvContentPartPr>
              <p14:xfrm>
                <a:off x="4673863" y="2037669"/>
                <a:ext cx="936720" cy="354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60410B-A0CC-3751-ADD5-29DC5FA4E03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67743" y="2031549"/>
                  <a:ext cx="94896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153542-0209-2F51-B952-5AF5B1B10F6A}"/>
                    </a:ext>
                  </a:extLst>
                </p14:cNvPr>
                <p14:cNvContentPartPr/>
                <p14:nvPr/>
              </p14:nvContentPartPr>
              <p14:xfrm>
                <a:off x="5760703" y="1888989"/>
                <a:ext cx="760320" cy="47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153542-0209-2F51-B952-5AF5B1B10F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54583" y="1882869"/>
                  <a:ext cx="7725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D5435E5-B05A-2F6F-DD74-2879D2253A8A}"/>
                    </a:ext>
                  </a:extLst>
                </p14:cNvPr>
                <p14:cNvContentPartPr/>
                <p14:nvPr/>
              </p14:nvContentPartPr>
              <p14:xfrm>
                <a:off x="3048463" y="1382469"/>
                <a:ext cx="2287440" cy="737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D5435E5-B05A-2F6F-DD74-2879D2253A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42343" y="1376349"/>
                  <a:ext cx="229968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2B389A-AC6A-5382-F21A-6CD820DEF1DC}"/>
                    </a:ext>
                  </a:extLst>
                </p14:cNvPr>
                <p14:cNvContentPartPr/>
                <p14:nvPr/>
              </p14:nvContentPartPr>
              <p14:xfrm>
                <a:off x="4320343" y="1158549"/>
                <a:ext cx="58680" cy="253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2B389A-AC6A-5382-F21A-6CD820DEF1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14223" y="1152429"/>
                  <a:ext cx="70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252BABE-95F3-8D15-5B8E-B13044736677}"/>
                    </a:ext>
                  </a:extLst>
                </p14:cNvPr>
                <p14:cNvContentPartPr/>
                <p14:nvPr/>
              </p14:nvContentPartPr>
              <p14:xfrm>
                <a:off x="4727503" y="832749"/>
                <a:ext cx="127800" cy="175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252BABE-95F3-8D15-5B8E-B130447366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21383" y="826629"/>
                  <a:ext cx="140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7A5EA9-E8D0-9DA8-512F-0CA21125AD21}"/>
                    </a:ext>
                  </a:extLst>
                </p14:cNvPr>
                <p14:cNvContentPartPr/>
                <p14:nvPr/>
              </p14:nvContentPartPr>
              <p14:xfrm>
                <a:off x="4899583" y="612069"/>
                <a:ext cx="24120" cy="385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7A5EA9-E8D0-9DA8-512F-0CA21125AD2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93463" y="605949"/>
                  <a:ext cx="363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C5BA68-0268-A067-2F38-E26DFAABF13A}"/>
                    </a:ext>
                  </a:extLst>
                </p14:cNvPr>
                <p14:cNvContentPartPr/>
                <p14:nvPr/>
              </p14:nvContentPartPr>
              <p14:xfrm>
                <a:off x="5065543" y="834189"/>
                <a:ext cx="94680" cy="174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C5BA68-0268-A067-2F38-E26DFAABF1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59423" y="828069"/>
                  <a:ext cx="106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D79D26-2654-D44C-00F2-FB1FA6143F6C}"/>
                    </a:ext>
                  </a:extLst>
                </p14:cNvPr>
                <p14:cNvContentPartPr/>
                <p14:nvPr/>
              </p14:nvContentPartPr>
              <p14:xfrm>
                <a:off x="5016223" y="581109"/>
                <a:ext cx="1410840" cy="451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D79D26-2654-D44C-00F2-FB1FA6143F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10103" y="574989"/>
                  <a:ext cx="1423080" cy="46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886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B8D2-9F18-B049-D7C2-54371E63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223612"/>
            <a:ext cx="10515600" cy="923330"/>
          </a:xfrm>
        </p:spPr>
        <p:txBody>
          <a:bodyPr/>
          <a:lstStyle/>
          <a:p>
            <a:r>
              <a:rPr lang="en-IN" dirty="0"/>
              <a:t> id() and example of List and </a:t>
            </a:r>
            <a:r>
              <a:rPr lang="en-IN" dirty="0" err="1"/>
              <a:t>Numpy</a:t>
            </a:r>
            <a:r>
              <a:rPr lang="en-IN" dirty="0"/>
              <a:t>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5A211-1E76-524C-80FC-A19DDEE8FA8A}"/>
              </a:ext>
            </a:extLst>
          </p:cNvPr>
          <p:cNvSpPr txBox="1"/>
          <p:nvPr/>
        </p:nvSpPr>
        <p:spPr>
          <a:xfrm>
            <a:off x="947057" y="130968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In Python, id() function is a built-in function that returns the unique identifier of an object. The identifier is an integer, which represents the </a:t>
            </a:r>
            <a:r>
              <a:rPr lang="en-US" b="0" i="0" u="sng" dirty="0">
                <a:solidFill>
                  <a:srgbClr val="357960"/>
                </a:solidFill>
                <a:effectLst/>
                <a:latin typeface="Nunito" panose="020F0502020204030204" pitchFamily="2" charset="0"/>
                <a:hlinkClick r:id="rId2"/>
              </a:rPr>
              <a:t>memory address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 of the object. The id() function is commonly used to check if two variables or objects refer to the same memory location.</a:t>
            </a:r>
          </a:p>
          <a:p>
            <a:endParaRPr lang="en-US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a=[1,2,3,4,5]</a:t>
            </a: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Res=[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i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**2 for I in a]</a:t>
            </a:r>
          </a:p>
          <a:p>
            <a:endParaRPr lang="en-US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For list we need to manually handle using  loop </a:t>
            </a:r>
          </a:p>
          <a:p>
            <a:endParaRPr lang="en-US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np.array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(a)</a:t>
            </a: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a</a:t>
            </a:r>
          </a:p>
          <a:p>
            <a:endParaRPr lang="en-US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For 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numpy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 array we don’t have to handle with loop as it support vectorization and parallelization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162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A7F2-87B9-0AB9-B615-312A647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63943" cy="875846"/>
          </a:xfrm>
        </p:spPr>
        <p:txBody>
          <a:bodyPr>
            <a:normAutofit fontScale="90000"/>
          </a:bodyPr>
          <a:lstStyle/>
          <a:p>
            <a:r>
              <a:rPr lang="en-IN" dirty="0"/>
              <a:t>Performance comparison of list and </a:t>
            </a:r>
            <a:r>
              <a:rPr lang="en-IN" dirty="0" err="1"/>
              <a:t>numpy</a:t>
            </a:r>
            <a:r>
              <a:rPr lang="en-IN" dirty="0"/>
              <a:t> 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423AD-2003-B25A-5E86-7CF7586C4244}"/>
              </a:ext>
            </a:extLst>
          </p:cNvPr>
          <p:cNvSpPr txBox="1"/>
          <p:nvPr/>
        </p:nvSpPr>
        <p:spPr>
          <a:xfrm>
            <a:off x="1404257" y="1360715"/>
            <a:ext cx="106788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 = range(10000000)</a:t>
            </a: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%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timeit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 [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i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**2 for I in a]</a:t>
            </a:r>
          </a:p>
          <a:p>
            <a:endParaRPr lang="en-US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l_np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=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np.array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(range(</a:t>
            </a:r>
            <a:r>
              <a:rPr lang="en-IN" dirty="0"/>
              <a:t>10000000)</a:t>
            </a:r>
            <a:endParaRPr lang="en-US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%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timeit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 </a:t>
            </a:r>
            <a:r>
              <a:rPr lang="en-US" dirty="0" err="1">
                <a:solidFill>
                  <a:srgbClr val="273239"/>
                </a:solidFill>
                <a:latin typeface="Nunito" panose="020F0502020204030204" pitchFamily="2" charset="0"/>
              </a:rPr>
              <a:t>l_np</a:t>
            </a:r>
            <a:r>
              <a:rPr lang="en-US" dirty="0">
                <a:solidFill>
                  <a:srgbClr val="273239"/>
                </a:solidFill>
                <a:latin typeface="Nunito" panose="020F0502020204030204" pitchFamily="2" charset="0"/>
              </a:rPr>
              <a:t>**2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388156-45C6-1533-F6BF-4BE8AE32C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044" y="2976753"/>
            <a:ext cx="9063220" cy="311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9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DD01-89CD-A466-1938-154691E0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5846"/>
          </a:xfrm>
        </p:spPr>
        <p:txBody>
          <a:bodyPr/>
          <a:lstStyle/>
          <a:p>
            <a:pPr algn="ctr"/>
            <a:r>
              <a:rPr lang="en-IN" dirty="0" err="1"/>
              <a:t>Numpy</a:t>
            </a:r>
            <a:r>
              <a:rPr lang="en-IN" dirty="0"/>
              <a:t>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ACD8-64B7-892F-E48C-0F5E1B47B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875846"/>
            <a:ext cx="11778344" cy="5677354"/>
          </a:xfrm>
        </p:spPr>
        <p:txBody>
          <a:bodyPr>
            <a:normAutofit/>
          </a:bodyPr>
          <a:lstStyle/>
          <a:p>
            <a:r>
              <a:rPr lang="en-IN" dirty="0"/>
              <a:t>Array can be of 1-D, 2-d and n-D </a:t>
            </a:r>
          </a:p>
          <a:p>
            <a:r>
              <a:rPr lang="en-IN" dirty="0"/>
              <a:t>Any 2-D array is collection of 2 one-D array </a:t>
            </a:r>
          </a:p>
          <a:p>
            <a:r>
              <a:rPr lang="en-IN" dirty="0"/>
              <a:t>Ndim tells dimension </a:t>
            </a:r>
          </a:p>
          <a:p>
            <a:r>
              <a:rPr lang="en-IN" dirty="0"/>
              <a:t>shape tells number of elements or rows and columns</a:t>
            </a:r>
          </a:p>
          <a:p>
            <a:r>
              <a:rPr lang="en-IN" dirty="0"/>
              <a:t>np. array(range(1,10,1)  -- start, end and step value</a:t>
            </a:r>
          </a:p>
          <a:p>
            <a:r>
              <a:rPr lang="en-IN" dirty="0" err="1"/>
              <a:t>Np.arrange</a:t>
            </a:r>
            <a:r>
              <a:rPr lang="en-IN" dirty="0"/>
              <a:t>(1,10,.5) –creates array of float</a:t>
            </a:r>
          </a:p>
          <a:p>
            <a:r>
              <a:rPr lang="en-IN" dirty="0"/>
              <a:t>Str &gt;&gt; Float &gt;&gt; int</a:t>
            </a:r>
          </a:p>
          <a:p>
            <a:r>
              <a:rPr lang="en-IN" dirty="0"/>
              <a:t>arr2=</a:t>
            </a:r>
            <a:r>
              <a:rPr lang="en-IN" dirty="0" err="1"/>
              <a:t>np.array</a:t>
            </a:r>
            <a:r>
              <a:rPr lang="en-IN" dirty="0"/>
              <a:t>(1,2.0,’subham’)  # everything in str type</a:t>
            </a:r>
          </a:p>
          <a:p>
            <a:r>
              <a:rPr lang="en-IN" dirty="0"/>
              <a:t>arr5=</a:t>
            </a:r>
            <a:r>
              <a:rPr lang="en-IN" dirty="0" err="1"/>
              <a:t>np.array</a:t>
            </a:r>
            <a:r>
              <a:rPr lang="en-IN" dirty="0"/>
              <a:t>([1,2,3.0,4.5],</a:t>
            </a:r>
            <a:r>
              <a:rPr lang="en-IN" dirty="0" err="1"/>
              <a:t>dtype</a:t>
            </a:r>
            <a:r>
              <a:rPr lang="en-IN" dirty="0"/>
              <a:t>=‘int’)  # all are integer </a:t>
            </a:r>
          </a:p>
          <a:p>
            <a:r>
              <a:rPr lang="en-IN" dirty="0"/>
              <a:t>arr6=</a:t>
            </a:r>
            <a:r>
              <a:rPr lang="en-IN" dirty="0" err="1"/>
              <a:t>np.array</a:t>
            </a:r>
            <a:r>
              <a:rPr lang="en-IN" dirty="0"/>
              <a:t>([1,2,3.0,'a'],</a:t>
            </a:r>
            <a:r>
              <a:rPr lang="en-IN" dirty="0" err="1"/>
              <a:t>dtype</a:t>
            </a:r>
            <a:r>
              <a:rPr lang="en-IN" dirty="0"/>
              <a:t>='int’) #gives error </a:t>
            </a:r>
          </a:p>
          <a:p>
            <a:r>
              <a:rPr lang="en-IN" dirty="0"/>
              <a:t>Arr6.astype(‘&lt;type&gt;’) converts array after creation</a:t>
            </a:r>
          </a:p>
        </p:txBody>
      </p:sp>
    </p:spTree>
    <p:extLst>
      <p:ext uri="{BB962C8B-B14F-4D97-AF65-F5344CB8AC3E}">
        <p14:creationId xmlns:p14="http://schemas.microsoft.com/office/powerpoint/2010/main" val="3939229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29537-977E-9F4A-6B4E-47ADE3A3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BA9F-22D1-FFA5-6B0E-511BC73DD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5846"/>
          </a:xfrm>
        </p:spPr>
        <p:txBody>
          <a:bodyPr/>
          <a:lstStyle/>
          <a:p>
            <a:pPr algn="ctr"/>
            <a:r>
              <a:rPr lang="en-IN" dirty="0" err="1"/>
              <a:t>Numpy</a:t>
            </a:r>
            <a:r>
              <a:rPr lang="en-IN" dirty="0"/>
              <a:t> Array –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F4F2-097A-EAF3-02A1-34721020A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875846"/>
            <a:ext cx="11778344" cy="5677354"/>
          </a:xfrm>
        </p:spPr>
        <p:txBody>
          <a:bodyPr>
            <a:normAutofit/>
          </a:bodyPr>
          <a:lstStyle/>
          <a:p>
            <a:r>
              <a:rPr lang="en-IN" dirty="0"/>
              <a:t> Indexing starts from 0 </a:t>
            </a:r>
          </a:p>
          <a:p>
            <a:r>
              <a:rPr lang="en-IN" dirty="0"/>
              <a:t>It can go to backward direction from end – this is negative indexing</a:t>
            </a:r>
          </a:p>
          <a:p>
            <a:r>
              <a:rPr lang="en-IN" dirty="0"/>
              <a:t>Advanced indexing </a:t>
            </a:r>
          </a:p>
          <a:p>
            <a:r>
              <a:rPr lang="en-IN" dirty="0"/>
              <a:t>Slicing </a:t>
            </a:r>
          </a:p>
        </p:txBody>
      </p:sp>
    </p:spTree>
    <p:extLst>
      <p:ext uri="{BB962C8B-B14F-4D97-AF65-F5344CB8AC3E}">
        <p14:creationId xmlns:p14="http://schemas.microsoft.com/office/powerpoint/2010/main" val="231572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A3FF-492F-D55D-D00B-B1700CD9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732"/>
          </a:xfrm>
        </p:spPr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2D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AA3F3-DFCA-272A-B0FF-B371FD154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4881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Tabular form</a:t>
            </a:r>
          </a:p>
          <a:p>
            <a:pPr marL="0" indent="0">
              <a:buNone/>
            </a:pPr>
            <a:r>
              <a:rPr lang="en-IN" dirty="0"/>
              <a:t>Can we pass multiple array to a 2 Dimension array </a:t>
            </a:r>
          </a:p>
          <a:p>
            <a:pPr marL="0" indent="0">
              <a:buNone/>
            </a:pPr>
            <a:r>
              <a:rPr lang="en-IN" dirty="0"/>
              <a:t>We need to provide 2 lists – first list for row and second list for column  :   [ [  ], [  ] 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39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2D75A1-CCAC-1ABB-F972-A9C673BC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75" y="1175658"/>
            <a:ext cx="11426136" cy="438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6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9AACC-2072-9CAA-524E-2C213245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7AC3-973A-52DD-0E2D-96F2D8639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It extracts sub part of the array by array[ : , : ] – for row and col extraction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m2[start row : end row , start col : end col : step]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is really applicable in image operations – like taking a smaller portion of image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Axis direction – vertical direction as 0 and Horizontal as 1</a:t>
            </a:r>
          </a:p>
        </p:txBody>
      </p:sp>
    </p:spTree>
    <p:extLst>
      <p:ext uri="{BB962C8B-B14F-4D97-AF65-F5344CB8AC3E}">
        <p14:creationId xmlns:p14="http://schemas.microsoft.com/office/powerpoint/2010/main" val="3356760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4FC1-5EEF-7C02-0A85-E755EB3B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Vetorization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FC2DF-B654-D0EF-BF75-F4D7CCB2158E}"/>
              </a:ext>
            </a:extLst>
          </p:cNvPr>
          <p:cNvSpPr txBox="1"/>
          <p:nvPr/>
        </p:nvSpPr>
        <p:spPr>
          <a:xfrm>
            <a:off x="566057" y="1690688"/>
            <a:ext cx="106462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Vectorization refers to perform operation on entire array or array elements simultaneously without using explicit loop. </a:t>
            </a:r>
          </a:p>
          <a:p>
            <a:r>
              <a:rPr lang="en-IN" dirty="0"/>
              <a:t>It does parallel processing and optimized code at the backend and also it has more control on memory management.</a:t>
            </a:r>
          </a:p>
          <a:p>
            <a:endParaRPr lang="en-IN" dirty="0"/>
          </a:p>
          <a:p>
            <a:r>
              <a:rPr lang="en-IN" dirty="0"/>
              <a:t>Let us check in practical</a:t>
            </a:r>
          </a:p>
          <a:p>
            <a:endParaRPr lang="en-IN" dirty="0"/>
          </a:p>
          <a:p>
            <a:r>
              <a:rPr lang="en-IN" dirty="0"/>
              <a:t>Vectorizing a normal function may not improve the performance of function. </a:t>
            </a:r>
            <a:r>
              <a:rPr lang="en-IN" dirty="0" err="1"/>
              <a:t>Numpy</a:t>
            </a:r>
            <a:r>
              <a:rPr lang="en-IN" dirty="0"/>
              <a:t> Functions are written in </a:t>
            </a:r>
            <a:r>
              <a:rPr lang="en-IN" dirty="0" err="1"/>
              <a:t>underlyinh</a:t>
            </a:r>
            <a:r>
              <a:rPr lang="en-IN" dirty="0"/>
              <a:t> C Language so it is faster but not in case of normal even if we use vectorize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31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622A-3EA1-5513-3C9E-B74D9AF5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basics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F09265-1606-2C70-5FEA-3600CDF14721}"/>
              </a:ext>
            </a:extLst>
          </p:cNvPr>
          <p:cNvSpPr txBox="1"/>
          <p:nvPr/>
        </p:nvSpPr>
        <p:spPr>
          <a:xfrm>
            <a:off x="533400" y="2833692"/>
            <a:ext cx="10896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https://colab.research.google.com/drive/1SkyA5iF7UTDR8VFhCWEy525XlcaJ8YdI#scrollTo=JkL56reWJOYy</a:t>
            </a:r>
          </a:p>
        </p:txBody>
      </p:sp>
    </p:spTree>
    <p:extLst>
      <p:ext uri="{BB962C8B-B14F-4D97-AF65-F5344CB8AC3E}">
        <p14:creationId xmlns:p14="http://schemas.microsoft.com/office/powerpoint/2010/main" val="1381445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5CA0-A178-C68D-64AC-92261BBA3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0"/>
            <a:ext cx="10515600" cy="1202418"/>
          </a:xfrm>
        </p:spPr>
        <p:txBody>
          <a:bodyPr/>
          <a:lstStyle/>
          <a:p>
            <a:r>
              <a:rPr lang="en-IN" dirty="0"/>
              <a:t>Broadcasting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51B14B-701F-D57A-9428-397AAD2DD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39" b="59646"/>
          <a:stretch>
            <a:fillRect/>
          </a:stretch>
        </p:blipFill>
        <p:spPr>
          <a:xfrm>
            <a:off x="0" y="1024760"/>
            <a:ext cx="12036924" cy="1478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1DD8D4-8A38-8A45-CC48-B00721EDC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943" y="2862676"/>
            <a:ext cx="7080889" cy="318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47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8721EA-A877-5BCC-9259-B65D1EE40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699" y="3429000"/>
            <a:ext cx="6797629" cy="2728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E2C2C8-CCB4-686F-D43F-64D92D288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91619"/>
            <a:ext cx="7080889" cy="318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33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FAB2-760D-BDE8-B197-76DADD90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76DF8-0A9E-24B8-EA93-D42617C26432}"/>
              </a:ext>
            </a:extLst>
          </p:cNvPr>
          <p:cNvSpPr txBox="1"/>
          <p:nvPr/>
        </p:nvSpPr>
        <p:spPr>
          <a:xfrm>
            <a:off x="718457" y="269519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https://colab.research.google.com/drive/1fPBvIKVEKJhEdeWRVPCPnPmqw8CoFh9E?usp=sharing#scrollTo=DnX0gWUx-UiE</a:t>
            </a:r>
          </a:p>
        </p:txBody>
      </p:sp>
    </p:spTree>
    <p:extLst>
      <p:ext uri="{BB962C8B-B14F-4D97-AF65-F5344CB8AC3E}">
        <p14:creationId xmlns:p14="http://schemas.microsoft.com/office/powerpoint/2010/main" val="181851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602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Nunito</vt:lpstr>
      <vt:lpstr>Office Theme</vt:lpstr>
      <vt:lpstr>Python basics </vt:lpstr>
      <vt:lpstr>Why Numpy</vt:lpstr>
      <vt:lpstr>Numpy array Memory location</vt:lpstr>
      <vt:lpstr>List Memory Location  </vt:lpstr>
      <vt:lpstr>PowerPoint Presentation</vt:lpstr>
      <vt:lpstr> id() and example of List and Numpy array</vt:lpstr>
      <vt:lpstr>Performance comparison of list and numpy array</vt:lpstr>
      <vt:lpstr>Numpy Array</vt:lpstr>
      <vt:lpstr>Numpy Array – indexing</vt:lpstr>
      <vt:lpstr>Numpy 2D Array</vt:lpstr>
      <vt:lpstr>PowerPoint Presentation</vt:lpstr>
      <vt:lpstr>Slicing</vt:lpstr>
      <vt:lpstr>Vetorization</vt:lpstr>
      <vt:lpstr>Image basics</vt:lpstr>
      <vt:lpstr>Broadcasting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Subham Mitra</dc:creator>
  <cp:lastModifiedBy>Subham Mitra</cp:lastModifiedBy>
  <cp:revision>9</cp:revision>
  <dcterms:created xsi:type="dcterms:W3CDTF">2025-07-18T15:48:43Z</dcterms:created>
  <dcterms:modified xsi:type="dcterms:W3CDTF">2025-07-29T04:51:59Z</dcterms:modified>
</cp:coreProperties>
</file>